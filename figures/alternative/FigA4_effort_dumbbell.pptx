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6949440" cy="3657600"/>
            <a:chOff x="182880" y="182880"/>
            <a:chExt cx="6949440" cy="365760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694943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694943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59238" y="943893"/>
              <a:ext cx="6071861" cy="255067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59238" y="3200258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  <a:lnTo>
                    <a:pt x="607186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59238" y="2709744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  <a:lnTo>
                    <a:pt x="607186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9238" y="2219230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  <a:lnTo>
                    <a:pt x="607186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59238" y="1728715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  <a:lnTo>
                    <a:pt x="607186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59238" y="1238201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  <a:lnTo>
                    <a:pt x="607186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96720" y="943893"/>
              <a:ext cx="0" cy="2550673"/>
            </a:xfrm>
            <a:custGeom>
              <a:avLst/>
              <a:pathLst>
                <a:path w="0" h="2550673">
                  <a:moveTo>
                    <a:pt x="0" y="255067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67554" y="1238201"/>
              <a:ext cx="5078492" cy="0"/>
            </a:xfrm>
            <a:custGeom>
              <a:avLst/>
              <a:pathLst>
                <a:path w="5078492" h="0">
                  <a:moveTo>
                    <a:pt x="0" y="0"/>
                  </a:moveTo>
                  <a:lnTo>
                    <a:pt x="5078492" y="0"/>
                  </a:lnTo>
                </a:path>
              </a:pathLst>
            </a:custGeom>
            <a:ln w="37941" cap="rnd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35232" y="1728715"/>
              <a:ext cx="5519873" cy="0"/>
            </a:xfrm>
            <a:custGeom>
              <a:avLst/>
              <a:pathLst>
                <a:path w="5519873" h="0">
                  <a:moveTo>
                    <a:pt x="0" y="0"/>
                  </a:moveTo>
                  <a:lnTo>
                    <a:pt x="5519873" y="0"/>
                  </a:lnTo>
                </a:path>
              </a:pathLst>
            </a:custGeom>
            <a:ln w="37941" cap="rnd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77624" y="2219230"/>
              <a:ext cx="4621083" cy="0"/>
            </a:xfrm>
            <a:custGeom>
              <a:avLst/>
              <a:pathLst>
                <a:path w="4621083" h="0">
                  <a:moveTo>
                    <a:pt x="0" y="0"/>
                  </a:moveTo>
                  <a:lnTo>
                    <a:pt x="4621083" y="0"/>
                  </a:lnTo>
                </a:path>
              </a:pathLst>
            </a:custGeom>
            <a:ln w="37941" cap="rnd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759981" y="2709744"/>
              <a:ext cx="4897354" cy="0"/>
            </a:xfrm>
            <a:custGeom>
              <a:avLst/>
              <a:pathLst>
                <a:path w="4897354" h="0">
                  <a:moveTo>
                    <a:pt x="0" y="0"/>
                  </a:moveTo>
                  <a:lnTo>
                    <a:pt x="4897354" y="0"/>
                  </a:lnTo>
                </a:path>
              </a:pathLst>
            </a:custGeom>
            <a:ln w="37941" cap="rnd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583501" y="3200258"/>
              <a:ext cx="4964550" cy="0"/>
            </a:xfrm>
            <a:custGeom>
              <a:avLst/>
              <a:pathLst>
                <a:path w="4964550" h="0">
                  <a:moveTo>
                    <a:pt x="0" y="0"/>
                  </a:moveTo>
                  <a:lnTo>
                    <a:pt x="4964550" y="0"/>
                  </a:lnTo>
                </a:path>
              </a:pathLst>
            </a:custGeom>
            <a:ln w="37941" cap="rnd">
              <a:solidFill>
                <a:srgbClr val="BFBF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1523220" y="1193867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190898" y="1684382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733290" y="2174896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715647" y="2665410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539167" y="3155924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601713" y="1193867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710772" y="1684382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354374" y="2174896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613001" y="2665410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03717" y="3155924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1449505" y="1101608"/>
              <a:ext cx="23609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CC79A7">
                      <a:alpha val="100000"/>
                    </a:srgbClr>
                  </a:solidFill>
                  <a:latin typeface="Arial"/>
                  <a:cs typeface="Arial"/>
                </a:rPr>
                <a:t>0.87**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100312" y="1592122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CC79A7">
                      <a:alpha val="100000"/>
                    </a:srgbClr>
                  </a:solidFill>
                  <a:latin typeface="Arial"/>
                  <a:cs typeface="Arial"/>
                </a:rPr>
                <a:t>0.84***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676445" y="2082636"/>
              <a:ext cx="202356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CC79A7">
                      <a:alpha val="100000"/>
                    </a:srgbClr>
                  </a:solidFill>
                  <a:latin typeface="Arial"/>
                  <a:cs typeface="Arial"/>
                </a:rPr>
                <a:t>0.89*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658802" y="2573151"/>
              <a:ext cx="202356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CC79A7">
                      <a:alpha val="100000"/>
                    </a:srgbClr>
                  </a:solidFill>
                  <a:latin typeface="Arial"/>
                  <a:cs typeface="Arial"/>
                </a:rPr>
                <a:t>0.89*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465452" y="3063665"/>
              <a:ext cx="23609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CC79A7">
                      <a:alpha val="100000"/>
                    </a:srgbClr>
                  </a:solidFill>
                  <a:latin typeface="Arial"/>
                  <a:cs typeface="Arial"/>
                </a:rPr>
                <a:t>0.87**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511127" y="1101608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1.40***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20186" y="1592122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1.41***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263788" y="2082636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1.37***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522415" y="2573151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1.40***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413131" y="3063665"/>
              <a:ext cx="269839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1.39***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959238" y="943893"/>
              <a:ext cx="0" cy="2550673"/>
            </a:xfrm>
            <a:custGeom>
              <a:avLst/>
              <a:pathLst>
                <a:path w="0" h="2550673">
                  <a:moveTo>
                    <a:pt x="0" y="255067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284100" y="3167568"/>
              <a:ext cx="62389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PCA composite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05807" y="2677054"/>
              <a:ext cx="50218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Birding days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87188" y="2186540"/>
              <a:ext cx="42080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Observers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68204" y="1696026"/>
              <a:ext cx="33979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Records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1557" y="1205511"/>
              <a:ext cx="2164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Visits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930770" y="32002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30770" y="270974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930770" y="221923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930770" y="172871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30770" y="123820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59238" y="3494566"/>
              <a:ext cx="6071861" cy="0"/>
            </a:xfrm>
            <a:custGeom>
              <a:avLst/>
              <a:pathLst>
                <a:path w="6071861" h="0">
                  <a:moveTo>
                    <a:pt x="0" y="0"/>
                  </a:moveTo>
                  <a:lnTo>
                    <a:pt x="6071861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96720" y="34945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737082" y="34945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677444" y="3494566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733306" y="3545809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673668" y="3545809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614031" y="3545809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442597" y="3658768"/>
              <a:ext cx="110514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56" name="rc56"/>
            <p:cNvSpPr/>
            <p:nvPr/>
          </p:nvSpPr>
          <p:spPr>
            <a:xfrm>
              <a:off x="2700653" y="602274"/>
              <a:ext cx="2589030" cy="227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757590" y="659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70192" y="671813"/>
              <a:ext cx="88667" cy="88667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018790" y="65921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31393" y="671813"/>
              <a:ext cx="88667" cy="88667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2928399" y="679753"/>
              <a:ext cx="103345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189600" y="679753"/>
              <a:ext cx="10431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959238" y="445210"/>
              <a:ext cx="4137477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Each bar links the interaction (left) to the main climate effect (right) for one effort metric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959238" y="258795"/>
              <a:ext cx="481532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effect and its moderation are stable across survey-effort proxies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2026-07-26T10:08:20Z</dcterms:modified>
  <cp:category/>
</cp:coreProperties>
</file>