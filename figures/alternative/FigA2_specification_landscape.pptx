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cf155e44950543047d8bb784f11210f499970e1.png"/>
<Relationship Id="rId3" Type="http://schemas.openxmlformats.org/officeDocument/2006/relationships/image" Target="../media/7f40a82af0f293903d2233dddef165f187d83add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961120" cy="3291840"/>
            <a:chOff x="182880" y="182880"/>
            <a:chExt cx="8961120" cy="329184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961120" cy="32918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3999" y="182880"/>
              <a:ext cx="0" cy="32918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477231"/>
              <a:ext cx="4868219" cy="29278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120688" y="477231"/>
              <a:ext cx="3953722" cy="29278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302233" y="734350"/>
              <a:ext cx="3177405" cy="23248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377885" y="789704"/>
              <a:ext cx="756525" cy="553539"/>
            </a:xfrm>
            <a:prstGeom prst="rect">
              <a:avLst/>
            </a:prstGeom>
            <a:solidFill>
              <a:srgbClr val="F7E4DB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34410" y="789704"/>
              <a:ext cx="756525" cy="553539"/>
            </a:xfrm>
            <a:prstGeom prst="rect">
              <a:avLst/>
            </a:prstGeom>
            <a:solidFill>
              <a:srgbClr val="F0A478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890935" y="789704"/>
              <a:ext cx="756525" cy="553539"/>
            </a:xfrm>
            <a:prstGeom prst="rect">
              <a:avLst/>
            </a:prstGeom>
            <a:solidFill>
              <a:srgbClr val="E37E3F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647460" y="789704"/>
              <a:ext cx="756525" cy="553539"/>
            </a:xfrm>
            <a:prstGeom prst="rect">
              <a:avLst/>
            </a:prstGeom>
            <a:solidFill>
              <a:srgbClr val="DF732F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377885" y="1343244"/>
              <a:ext cx="756525" cy="553539"/>
            </a:xfrm>
            <a:prstGeom prst="rect">
              <a:avLst/>
            </a:prstGeom>
            <a:solidFill>
              <a:srgbClr val="D3DCE9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134410" y="1343244"/>
              <a:ext cx="756525" cy="553539"/>
            </a:xfrm>
            <a:prstGeom prst="rect">
              <a:avLst/>
            </a:prstGeom>
            <a:solidFill>
              <a:srgbClr val="E4E9EF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890935" y="1343244"/>
              <a:ext cx="756525" cy="553539"/>
            </a:xfrm>
            <a:prstGeom prst="rect">
              <a:avLst/>
            </a:prstGeom>
            <a:solidFill>
              <a:srgbClr val="F5F3F2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647460" y="1343244"/>
              <a:ext cx="756525" cy="553539"/>
            </a:xfrm>
            <a:prstGeom prst="rect">
              <a:avLst/>
            </a:prstGeom>
            <a:solidFill>
              <a:srgbClr val="F5F4F3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377885" y="1896784"/>
              <a:ext cx="756525" cy="553539"/>
            </a:xfrm>
            <a:prstGeom prst="rect">
              <a:avLst/>
            </a:prstGeom>
            <a:solidFill>
              <a:srgbClr val="E7EAF0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34410" y="1896784"/>
              <a:ext cx="756525" cy="553539"/>
            </a:xfrm>
            <a:prstGeom prst="rect">
              <a:avLst/>
            </a:prstGeom>
            <a:solidFill>
              <a:srgbClr val="F7CDB7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890935" y="1896784"/>
              <a:ext cx="756525" cy="553539"/>
            </a:xfrm>
            <a:prstGeom prst="rect">
              <a:avLst/>
            </a:prstGeom>
            <a:solidFill>
              <a:srgbClr val="F6C3A8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647460" y="1896784"/>
              <a:ext cx="756525" cy="553539"/>
            </a:xfrm>
            <a:prstGeom prst="rect">
              <a:avLst/>
            </a:prstGeom>
            <a:solidFill>
              <a:srgbClr val="F5C0A2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377885" y="2450324"/>
              <a:ext cx="756525" cy="553539"/>
            </a:xfrm>
            <a:prstGeom prst="rect">
              <a:avLst/>
            </a:prstGeom>
            <a:solidFill>
              <a:srgbClr val="ECEFF2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134410" y="2450324"/>
              <a:ext cx="756525" cy="553539"/>
            </a:xfrm>
            <a:prstGeom prst="rect">
              <a:avLst/>
            </a:prstGeom>
            <a:solidFill>
              <a:srgbClr val="F6F1EF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890935" y="2450324"/>
              <a:ext cx="756525" cy="553539"/>
            </a:xfrm>
            <a:prstGeom prst="rect">
              <a:avLst/>
            </a:prstGeom>
            <a:solidFill>
              <a:srgbClr val="F7DED1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647460" y="2450324"/>
              <a:ext cx="756525" cy="553539"/>
            </a:xfrm>
            <a:prstGeom prst="rect">
              <a:avLst/>
            </a:prstGeom>
            <a:solidFill>
              <a:srgbClr val="F7E5DB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1661279" y="1031590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360882" y="1031590"/>
              <a:ext cx="303580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1.27***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117407" y="1031590"/>
              <a:ext cx="303580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1.40***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873932" y="1031590"/>
              <a:ext cx="303580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1.43***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642305" y="1585129"/>
              <a:ext cx="227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0.91*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417804" y="1585129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0.96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174329" y="1585129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930854" y="1585129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661279" y="2138669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0.96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398830" y="2138669"/>
              <a:ext cx="227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1.13*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136381" y="2138669"/>
              <a:ext cx="265633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1.16**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92906" y="2138669"/>
              <a:ext cx="265633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1.18**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661279" y="2692209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0.98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417804" y="2692209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174329" y="2692209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1.07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930854" y="2692209"/>
              <a:ext cx="189738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1.05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1302233" y="734350"/>
              <a:ext cx="0" cy="2324867"/>
            </a:xfrm>
            <a:custGeom>
              <a:avLst/>
              <a:pathLst>
                <a:path w="0" h="2324867">
                  <a:moveTo>
                    <a:pt x="0" y="232486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31139" y="2694404"/>
              <a:ext cx="81985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Coldest-month Tmin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53689" y="2140864"/>
              <a:ext cx="89730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Warmest-month Tmax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54344" y="1587324"/>
              <a:ext cx="59664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Winter mean 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33770" y="1033784"/>
              <a:ext cx="61722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mean T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1273764" y="272709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3764" y="217355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3764" y="162001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273764" y="106647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302233" y="3059217"/>
              <a:ext cx="3177405" cy="0"/>
            </a:xfrm>
            <a:custGeom>
              <a:avLst/>
              <a:pathLst>
                <a:path w="3177405" h="0">
                  <a:moveTo>
                    <a:pt x="0" y="0"/>
                  </a:moveTo>
                  <a:lnTo>
                    <a:pt x="317740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756148" y="305921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12673" y="305921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69198" y="305921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025723" y="305921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1730773" y="3110460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2461923" y="311046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8448" y="311046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974973" y="311046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2316098" y="3223419"/>
              <a:ext cx="114967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Rolling window (years)</a:t>
              </a:r>
            </a:p>
          </p:txBody>
        </p:sp>
        <p:sp>
          <p:nvSpPr>
            <p:cNvPr id="59" name="rc59"/>
            <p:cNvSpPr/>
            <p:nvPr/>
          </p:nvSpPr>
          <p:spPr>
            <a:xfrm>
              <a:off x="4593511" y="1479605"/>
              <a:ext cx="425957" cy="83435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4650447" y="1547240"/>
              <a:ext cx="14666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HR</a:t>
              </a:r>
            </a:p>
          </p:txBody>
        </p:sp>
        <p:pic>
          <p:nvPicPr>
            <p:cNvPr id="61" name="pic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0447" y="1687661"/>
              <a:ext cx="113872" cy="569364"/>
            </a:xfrm>
            <a:prstGeom prst="rect">
              <a:avLst/>
            </a:prstGeom>
          </p:spPr>
        </p:pic>
        <p:sp>
          <p:nvSpPr>
            <p:cNvPr id="62" name="pl62"/>
            <p:cNvSpPr/>
            <p:nvPr/>
          </p:nvSpPr>
          <p:spPr>
            <a:xfrm>
              <a:off x="4741545" y="2212426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741545" y="2125123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741545" y="2037821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741545" y="1950518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741545" y="1863215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741545" y="1775913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41545" y="1688610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650447" y="2212426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650447" y="2125123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650447" y="2037821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650447" y="1950518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650447" y="1863215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650447" y="1775913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650447" y="1688610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4821257" y="217603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21257" y="2088730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821257" y="200142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1.1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821257" y="1914125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821257" y="182682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1.3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821257" y="1739520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821257" y="16522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1302233" y="553147"/>
              <a:ext cx="3017062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Climate-change hazard ratio (*** P&lt;0.001, ** P&lt;0.01, * P&lt;0.05)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34635" y="54019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85" name="rc85"/>
            <p:cNvSpPr/>
            <p:nvPr/>
          </p:nvSpPr>
          <p:spPr>
            <a:xfrm>
              <a:off x="5250377" y="734350"/>
              <a:ext cx="3177405" cy="23248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326029" y="789704"/>
              <a:ext cx="756525" cy="553539"/>
            </a:xfrm>
            <a:prstGeom prst="rect">
              <a:avLst/>
            </a:prstGeom>
            <a:solidFill>
              <a:srgbClr val="ECF1EF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082554" y="789704"/>
              <a:ext cx="756525" cy="553539"/>
            </a:xfrm>
            <a:prstGeom prst="rect">
              <a:avLst/>
            </a:prstGeom>
            <a:solidFill>
              <a:srgbClr val="7AC0A2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6839079" y="789704"/>
              <a:ext cx="756525" cy="553539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7595604" y="789704"/>
              <a:ext cx="756525" cy="553539"/>
            </a:xfrm>
            <a:prstGeom prst="rect">
              <a:avLst/>
            </a:prstGeom>
            <a:solidFill>
              <a:srgbClr val="20A278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326029" y="1343244"/>
              <a:ext cx="756525" cy="553539"/>
            </a:xfrm>
            <a:prstGeom prst="rect">
              <a:avLst/>
            </a:prstGeom>
            <a:solidFill>
              <a:srgbClr val="E1ECE7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082554" y="1343244"/>
              <a:ext cx="756525" cy="553539"/>
            </a:xfrm>
            <a:prstGeom prst="rect">
              <a:avLst/>
            </a:prstGeom>
            <a:solidFill>
              <a:srgbClr val="EAF0ED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839079" y="1343244"/>
              <a:ext cx="756525" cy="553539"/>
            </a:xfrm>
            <a:prstGeom prst="rect">
              <a:avLst/>
            </a:prstGeom>
            <a:solidFill>
              <a:srgbClr val="EEF2F0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7595604" y="1343244"/>
              <a:ext cx="756525" cy="553539"/>
            </a:xfrm>
            <a:prstGeom prst="rect">
              <a:avLst/>
            </a:prstGeom>
            <a:solidFill>
              <a:srgbClr val="EBF0EE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326029" y="1896784"/>
              <a:ext cx="756525" cy="553539"/>
            </a:xfrm>
            <a:prstGeom prst="rect">
              <a:avLst/>
            </a:prstGeom>
            <a:solidFill>
              <a:srgbClr val="E4EDE9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082554" y="1896784"/>
              <a:ext cx="756525" cy="553539"/>
            </a:xfrm>
            <a:prstGeom prst="rect">
              <a:avLst/>
            </a:prstGeom>
            <a:solidFill>
              <a:srgbClr val="A8D3C0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839079" y="1896784"/>
              <a:ext cx="756525" cy="553539"/>
            </a:xfrm>
            <a:prstGeom prst="rect">
              <a:avLst/>
            </a:prstGeom>
            <a:solidFill>
              <a:srgbClr val="8FC8AF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7595604" y="1896784"/>
              <a:ext cx="756525" cy="553539"/>
            </a:xfrm>
            <a:prstGeom prst="rect">
              <a:avLst/>
            </a:prstGeom>
            <a:solidFill>
              <a:srgbClr val="66B796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326029" y="2450324"/>
              <a:ext cx="756525" cy="553539"/>
            </a:xfrm>
            <a:prstGeom prst="rect">
              <a:avLst/>
            </a:prstGeom>
            <a:solidFill>
              <a:srgbClr val="E7EFEB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082554" y="2450324"/>
              <a:ext cx="756525" cy="553539"/>
            </a:xfrm>
            <a:prstGeom prst="rect">
              <a:avLst/>
            </a:prstGeom>
            <a:solidFill>
              <a:srgbClr val="EFF3F1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6839079" y="2450324"/>
              <a:ext cx="756525" cy="553539"/>
            </a:xfrm>
            <a:prstGeom prst="rect">
              <a:avLst/>
            </a:prstGeom>
            <a:solidFill>
              <a:srgbClr val="F5F5F5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595604" y="2450324"/>
              <a:ext cx="756525" cy="553539"/>
            </a:xfrm>
            <a:prstGeom prst="rect">
              <a:avLst/>
            </a:prstGeom>
            <a:solidFill>
              <a:srgbClr val="EFF2F1">
                <a:alpha val="100000"/>
              </a:srgbClr>
            </a:solidFill>
            <a:ln w="2981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5660949" y="1031590"/>
              <a:ext cx="86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6390362" y="1031590"/>
              <a:ext cx="140909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-26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146887" y="1031590"/>
              <a:ext cx="140909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-42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903412" y="1031590"/>
              <a:ext cx="140909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-40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660949" y="1585129"/>
              <a:ext cx="86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6417474" y="1585129"/>
              <a:ext cx="86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173999" y="1585129"/>
              <a:ext cx="86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30524" y="1585129"/>
              <a:ext cx="86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5660949" y="2138669"/>
              <a:ext cx="86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390362" y="2138669"/>
              <a:ext cx="140909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-16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146887" y="2138669"/>
              <a:ext cx="140909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-21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903412" y="2138669"/>
              <a:ext cx="140909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-30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5660949" y="2692209"/>
              <a:ext cx="86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6433705" y="2692209"/>
              <a:ext cx="54223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190230" y="2692209"/>
              <a:ext cx="54223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930524" y="2692209"/>
              <a:ext cx="86685" cy="6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8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</a:t>
              </a:r>
            </a:p>
          </p:txBody>
        </p:sp>
        <p:sp>
          <p:nvSpPr>
            <p:cNvPr id="118" name="pl118"/>
            <p:cNvSpPr/>
            <p:nvPr/>
          </p:nvSpPr>
          <p:spPr>
            <a:xfrm>
              <a:off x="5250377" y="734350"/>
              <a:ext cx="0" cy="2324867"/>
            </a:xfrm>
            <a:custGeom>
              <a:avLst/>
              <a:pathLst>
                <a:path w="0" h="2324867">
                  <a:moveTo>
                    <a:pt x="0" y="232486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221909" y="272709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221909" y="217355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221909" y="162001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221909" y="106647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250377" y="3059217"/>
              <a:ext cx="3177405" cy="0"/>
            </a:xfrm>
            <a:custGeom>
              <a:avLst/>
              <a:pathLst>
                <a:path w="3177405" h="0">
                  <a:moveTo>
                    <a:pt x="0" y="0"/>
                  </a:moveTo>
                  <a:lnTo>
                    <a:pt x="317740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704292" y="305921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460817" y="305921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217342" y="305921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973867" y="305921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5678917" y="3110460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6410068" y="311046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7166593" y="311046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923118" y="3110460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264242" y="3223419"/>
              <a:ext cx="114967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Rolling window (years)</a:t>
              </a:r>
            </a:p>
          </p:txBody>
        </p:sp>
        <p:sp>
          <p:nvSpPr>
            <p:cNvPr id="133" name="rc133"/>
            <p:cNvSpPr/>
            <p:nvPr/>
          </p:nvSpPr>
          <p:spPr>
            <a:xfrm>
              <a:off x="8541655" y="1478371"/>
              <a:ext cx="431535" cy="8368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8598591" y="1530461"/>
              <a:ext cx="62179" cy="896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Δ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8660771" y="1547286"/>
              <a:ext cx="16934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AIC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8591" y="1688896"/>
              <a:ext cx="113872" cy="569364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8689690" y="2230030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689690" y="2099069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689690" y="1968108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689690" y="1837147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689690" y="1706186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598591" y="2230030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598591" y="2099069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598591" y="1968108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598591" y="1837147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598591" y="1706186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8769401" y="2193637"/>
              <a:ext cx="14685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-40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8769401" y="2062676"/>
              <a:ext cx="14685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-30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8769401" y="1931715"/>
              <a:ext cx="14685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8769401" y="1800754"/>
              <a:ext cx="14685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8769401" y="166979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250377" y="554518"/>
              <a:ext cx="176268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Model improvement over effort-only (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7013066" y="536687"/>
              <a:ext cx="66019" cy="951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Δ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7079085" y="554518"/>
              <a:ext cx="104744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AIC; greener = better)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5194122" y="540198"/>
              <a:ext cx="930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353689" y="252469"/>
              <a:ext cx="5689579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Specification landscape across climate indicators and accumulation windows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2026-07-26T10:08:16Z</dcterms:modified>
  <cp:category/>
</cp:coreProperties>
</file>