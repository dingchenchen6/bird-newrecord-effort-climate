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Relationship Id="rId2" Type="http://schemas.openxmlformats.org/officeDocument/2006/relationships/image" Target="../media/26fcce4bdf9f993f471d7ba1cc7e14b3a4adffc8.png"/>
<Relationship Id="rId3" Type="http://schemas.openxmlformats.org/officeDocument/2006/relationships/image" Target="../media/618a263fda6b9684828040742a003087708ea6bc.png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182880" y="182880"/>
            <a:ext cx="6035040" cy="4937760"/>
            <a:chOff x="182880" y="182880"/>
            <a:chExt cx="6035040" cy="4937760"/>
          </a:xfrm>
        </p:grpSpPr>
        <p:sp>
          <p:nvSpPr>
            <p:cNvPr id="3" name="rc3"/>
            <p:cNvSpPr/>
            <p:nvPr/>
          </p:nvSpPr>
          <p:spPr>
            <a:xfrm>
              <a:off x="182880" y="182880"/>
              <a:ext cx="6035040" cy="493776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182880" y="182880"/>
              <a:ext cx="6035040" cy="493776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1086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550714" y="602274"/>
              <a:ext cx="4824437" cy="403907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pic>
          <p:nvPicPr>
            <p:cNvPr id="6" name="pic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35543" y="589572"/>
              <a:ext cx="4854779" cy="4064475"/>
            </a:xfrm>
            <a:prstGeom prst="rect">
              <a:avLst/>
            </a:prstGeom>
          </p:spPr>
        </p:pic>
        <p:sp>
          <p:nvSpPr>
            <p:cNvPr id="7" name="pl7"/>
            <p:cNvSpPr/>
            <p:nvPr/>
          </p:nvSpPr>
          <p:spPr>
            <a:xfrm>
              <a:off x="550714" y="2785395"/>
              <a:ext cx="3140294" cy="1855950"/>
            </a:xfrm>
            <a:custGeom>
              <a:avLst/>
              <a:pathLst>
                <a:path w="3140294" h="1855950">
                  <a:moveTo>
                    <a:pt x="3140294" y="1855950"/>
                  </a:moveTo>
                  <a:lnTo>
                    <a:pt x="3125264" y="1837872"/>
                  </a:lnTo>
                  <a:lnTo>
                    <a:pt x="3119097" y="1830547"/>
                  </a:lnTo>
                  <a:lnTo>
                    <a:pt x="3097598" y="1805144"/>
                  </a:lnTo>
                  <a:lnTo>
                    <a:pt x="3094922" y="1802003"/>
                  </a:lnTo>
                  <a:lnTo>
                    <a:pt x="3075726" y="1779741"/>
                  </a:lnTo>
                  <a:lnTo>
                    <a:pt x="3064579" y="1766875"/>
                  </a:lnTo>
                  <a:lnTo>
                    <a:pt x="3053585" y="1754338"/>
                  </a:lnTo>
                  <a:lnTo>
                    <a:pt x="3034237" y="1732384"/>
                  </a:lnTo>
                  <a:lnTo>
                    <a:pt x="3031161" y="1728935"/>
                  </a:lnTo>
                  <a:lnTo>
                    <a:pt x="3008362" y="1703532"/>
                  </a:lnTo>
                  <a:lnTo>
                    <a:pt x="3003894" y="1698585"/>
                  </a:lnTo>
                  <a:lnTo>
                    <a:pt x="2985208" y="1678130"/>
                  </a:lnTo>
                  <a:lnTo>
                    <a:pt x="2973552" y="1665438"/>
                  </a:lnTo>
                  <a:lnTo>
                    <a:pt x="2961743" y="1652727"/>
                  </a:lnTo>
                  <a:lnTo>
                    <a:pt x="2943210" y="1632887"/>
                  </a:lnTo>
                  <a:lnTo>
                    <a:pt x="2937954" y="1627324"/>
                  </a:lnTo>
                  <a:lnTo>
                    <a:pt x="2913811" y="1601921"/>
                  </a:lnTo>
                  <a:lnTo>
                    <a:pt x="2912867" y="1600934"/>
                  </a:lnTo>
                  <a:lnTo>
                    <a:pt x="2889237" y="1576518"/>
                  </a:lnTo>
                  <a:lnTo>
                    <a:pt x="2882525" y="1569625"/>
                  </a:lnTo>
                  <a:lnTo>
                    <a:pt x="2864308" y="1551115"/>
                  </a:lnTo>
                  <a:lnTo>
                    <a:pt x="2852183" y="1538871"/>
                  </a:lnTo>
                  <a:lnTo>
                    <a:pt x="2839014" y="1525712"/>
                  </a:lnTo>
                  <a:lnTo>
                    <a:pt x="2821840" y="1508661"/>
                  </a:lnTo>
                  <a:lnTo>
                    <a:pt x="2813341" y="1500309"/>
                  </a:lnTo>
                  <a:lnTo>
                    <a:pt x="2791498" y="1478985"/>
                  </a:lnTo>
                  <a:lnTo>
                    <a:pt x="2787277" y="1474906"/>
                  </a:lnTo>
                  <a:lnTo>
                    <a:pt x="2761155" y="1449831"/>
                  </a:lnTo>
                  <a:lnTo>
                    <a:pt x="2760810" y="1449503"/>
                  </a:lnTo>
                  <a:lnTo>
                    <a:pt x="2733876" y="1424100"/>
                  </a:lnTo>
                  <a:lnTo>
                    <a:pt x="2730813" y="1421231"/>
                  </a:lnTo>
                  <a:lnTo>
                    <a:pt x="2706516" y="1398697"/>
                  </a:lnTo>
                  <a:lnTo>
                    <a:pt x="2700471" y="1393131"/>
                  </a:lnTo>
                  <a:lnTo>
                    <a:pt x="2678722" y="1373294"/>
                  </a:lnTo>
                  <a:lnTo>
                    <a:pt x="2670128" y="1365513"/>
                  </a:lnTo>
                  <a:lnTo>
                    <a:pt x="2650483" y="1347891"/>
                  </a:lnTo>
                  <a:lnTo>
                    <a:pt x="2639786" y="1338369"/>
                  </a:lnTo>
                  <a:lnTo>
                    <a:pt x="2621785" y="1322488"/>
                  </a:lnTo>
                  <a:lnTo>
                    <a:pt x="2609444" y="1311685"/>
                  </a:lnTo>
                  <a:lnTo>
                    <a:pt x="2592616" y="1297085"/>
                  </a:lnTo>
                  <a:lnTo>
                    <a:pt x="2579101" y="1285453"/>
                  </a:lnTo>
                  <a:lnTo>
                    <a:pt x="2562963" y="1271682"/>
                  </a:lnTo>
                  <a:lnTo>
                    <a:pt x="2548759" y="1259661"/>
                  </a:lnTo>
                  <a:lnTo>
                    <a:pt x="2532813" y="1246279"/>
                  </a:lnTo>
                  <a:lnTo>
                    <a:pt x="2518417" y="1234298"/>
                  </a:lnTo>
                  <a:lnTo>
                    <a:pt x="2502154" y="1220876"/>
                  </a:lnTo>
                  <a:lnTo>
                    <a:pt x="2488074" y="1209354"/>
                  </a:lnTo>
                  <a:lnTo>
                    <a:pt x="2470973" y="1195473"/>
                  </a:lnTo>
                  <a:lnTo>
                    <a:pt x="2457732" y="1184819"/>
                  </a:lnTo>
                  <a:lnTo>
                    <a:pt x="2439257" y="1170070"/>
                  </a:lnTo>
                  <a:lnTo>
                    <a:pt x="2427389" y="1160681"/>
                  </a:lnTo>
                  <a:lnTo>
                    <a:pt x="2406993" y="1144667"/>
                  </a:lnTo>
                  <a:lnTo>
                    <a:pt x="2397047" y="1136929"/>
                  </a:lnTo>
                  <a:lnTo>
                    <a:pt x="2374169" y="1119264"/>
                  </a:lnTo>
                  <a:lnTo>
                    <a:pt x="2366705" y="1113554"/>
                  </a:lnTo>
                  <a:lnTo>
                    <a:pt x="2340771" y="1093861"/>
                  </a:lnTo>
                  <a:lnTo>
                    <a:pt x="2336362" y="1090545"/>
                  </a:lnTo>
                  <a:lnTo>
                    <a:pt x="2306787" y="1068458"/>
                  </a:lnTo>
                  <a:lnTo>
                    <a:pt x="2306020" y="1067891"/>
                  </a:lnTo>
                  <a:lnTo>
                    <a:pt x="2275678" y="1045624"/>
                  </a:lnTo>
                  <a:lnTo>
                    <a:pt x="2272152" y="1043055"/>
                  </a:lnTo>
                  <a:lnTo>
                    <a:pt x="2245335" y="1023708"/>
                  </a:lnTo>
                  <a:lnTo>
                    <a:pt x="2236885" y="1017652"/>
                  </a:lnTo>
                  <a:lnTo>
                    <a:pt x="2214993" y="1002122"/>
                  </a:lnTo>
                  <a:lnTo>
                    <a:pt x="2200985" y="992249"/>
                  </a:lnTo>
                  <a:lnTo>
                    <a:pt x="2184650" y="980856"/>
                  </a:lnTo>
                  <a:lnTo>
                    <a:pt x="2164439" y="966846"/>
                  </a:lnTo>
                  <a:lnTo>
                    <a:pt x="2154308" y="959898"/>
                  </a:lnTo>
                  <a:lnTo>
                    <a:pt x="2127233" y="941443"/>
                  </a:lnTo>
                  <a:lnTo>
                    <a:pt x="2123966" y="939240"/>
                  </a:lnTo>
                  <a:lnTo>
                    <a:pt x="2093623" y="918921"/>
                  </a:lnTo>
                  <a:lnTo>
                    <a:pt x="2089294" y="916040"/>
                  </a:lnTo>
                  <a:lnTo>
                    <a:pt x="2063281" y="898925"/>
                  </a:lnTo>
                  <a:lnTo>
                    <a:pt x="2050615" y="890637"/>
                  </a:lnTo>
                  <a:lnTo>
                    <a:pt x="2032939" y="879203"/>
                  </a:lnTo>
                  <a:lnTo>
                    <a:pt x="2011228" y="865234"/>
                  </a:lnTo>
                  <a:lnTo>
                    <a:pt x="2002596" y="859744"/>
                  </a:lnTo>
                  <a:lnTo>
                    <a:pt x="1972254" y="840553"/>
                  </a:lnTo>
                  <a:lnTo>
                    <a:pt x="1971106" y="839831"/>
                  </a:lnTo>
                  <a:lnTo>
                    <a:pt x="1941911" y="821710"/>
                  </a:lnTo>
                  <a:lnTo>
                    <a:pt x="1930123" y="814428"/>
                  </a:lnTo>
                  <a:lnTo>
                    <a:pt x="1911569" y="803106"/>
                  </a:lnTo>
                  <a:lnTo>
                    <a:pt x="1888384" y="789025"/>
                  </a:lnTo>
                  <a:lnTo>
                    <a:pt x="1881227" y="784731"/>
                  </a:lnTo>
                  <a:lnTo>
                    <a:pt x="1850884" y="766631"/>
                  </a:lnTo>
                  <a:lnTo>
                    <a:pt x="1845811" y="763623"/>
                  </a:lnTo>
                  <a:lnTo>
                    <a:pt x="1820542" y="748825"/>
                  </a:lnTo>
                  <a:lnTo>
                    <a:pt x="1802351" y="738220"/>
                  </a:lnTo>
                  <a:lnTo>
                    <a:pt x="1790200" y="731224"/>
                  </a:lnTo>
                  <a:lnTo>
                    <a:pt x="1759857" y="713837"/>
                  </a:lnTo>
                  <a:lnTo>
                    <a:pt x="1758065" y="712817"/>
                  </a:lnTo>
                  <a:lnTo>
                    <a:pt x="1729515" y="696773"/>
                  </a:lnTo>
                  <a:lnTo>
                    <a:pt x="1712794" y="687414"/>
                  </a:lnTo>
                  <a:lnTo>
                    <a:pt x="1699172" y="679890"/>
                  </a:lnTo>
                  <a:lnTo>
                    <a:pt x="1668830" y="663199"/>
                  </a:lnTo>
                  <a:lnTo>
                    <a:pt x="1666656" y="662011"/>
                  </a:lnTo>
                  <a:lnTo>
                    <a:pt x="1638488" y="646821"/>
                  </a:lnTo>
                  <a:lnTo>
                    <a:pt x="1619483" y="636608"/>
                  </a:lnTo>
                  <a:lnTo>
                    <a:pt x="1608145" y="630598"/>
                  </a:lnTo>
                  <a:lnTo>
                    <a:pt x="1577803" y="614589"/>
                  </a:lnTo>
                  <a:lnTo>
                    <a:pt x="1571355" y="611205"/>
                  </a:lnTo>
                  <a:lnTo>
                    <a:pt x="1547461" y="598840"/>
                  </a:lnTo>
                  <a:lnTo>
                    <a:pt x="1522188" y="585802"/>
                  </a:lnTo>
                  <a:lnTo>
                    <a:pt x="1517118" y="583223"/>
                  </a:lnTo>
                  <a:lnTo>
                    <a:pt x="1486776" y="567879"/>
                  </a:lnTo>
                  <a:lnTo>
                    <a:pt x="1471930" y="560399"/>
                  </a:lnTo>
                  <a:lnTo>
                    <a:pt x="1456433" y="552704"/>
                  </a:lnTo>
                  <a:lnTo>
                    <a:pt x="1426091" y="537692"/>
                  </a:lnTo>
                  <a:lnTo>
                    <a:pt x="1420612" y="534996"/>
                  </a:lnTo>
                  <a:lnTo>
                    <a:pt x="1395749" y="522942"/>
                  </a:lnTo>
                  <a:lnTo>
                    <a:pt x="1368150" y="509593"/>
                  </a:lnTo>
                  <a:lnTo>
                    <a:pt x="1365406" y="508286"/>
                  </a:lnTo>
                  <a:lnTo>
                    <a:pt x="1335064" y="493915"/>
                  </a:lnTo>
                  <a:lnTo>
                    <a:pt x="1314477" y="484190"/>
                  </a:lnTo>
                  <a:lnTo>
                    <a:pt x="1304722" y="479652"/>
                  </a:lnTo>
                  <a:lnTo>
                    <a:pt x="1274379" y="465602"/>
                  </a:lnTo>
                  <a:lnTo>
                    <a:pt x="1259608" y="458787"/>
                  </a:lnTo>
                  <a:lnTo>
                    <a:pt x="1244037" y="451715"/>
                  </a:lnTo>
                  <a:lnTo>
                    <a:pt x="1213694" y="437981"/>
                  </a:lnTo>
                  <a:lnTo>
                    <a:pt x="1203494" y="433384"/>
                  </a:lnTo>
                  <a:lnTo>
                    <a:pt x="1183352" y="424451"/>
                  </a:lnTo>
                  <a:lnTo>
                    <a:pt x="1153010" y="411030"/>
                  </a:lnTo>
                  <a:lnTo>
                    <a:pt x="1146082" y="407981"/>
                  </a:lnTo>
                  <a:lnTo>
                    <a:pt x="1122667" y="397841"/>
                  </a:lnTo>
                  <a:lnTo>
                    <a:pt x="1092325" y="384728"/>
                  </a:lnTo>
                  <a:lnTo>
                    <a:pt x="1087324" y="382578"/>
                  </a:lnTo>
                  <a:lnTo>
                    <a:pt x="1061983" y="371863"/>
                  </a:lnTo>
                  <a:lnTo>
                    <a:pt x="1031640" y="359054"/>
                  </a:lnTo>
                  <a:lnTo>
                    <a:pt x="1027167" y="357175"/>
                  </a:lnTo>
                  <a:lnTo>
                    <a:pt x="1001298" y="346494"/>
                  </a:lnTo>
                  <a:lnTo>
                    <a:pt x="970955" y="333985"/>
                  </a:lnTo>
                  <a:lnTo>
                    <a:pt x="965561" y="331772"/>
                  </a:lnTo>
                  <a:lnTo>
                    <a:pt x="940613" y="321713"/>
                  </a:lnTo>
                  <a:lnTo>
                    <a:pt x="910271" y="309501"/>
                  </a:lnTo>
                  <a:lnTo>
                    <a:pt x="902455" y="306369"/>
                  </a:lnTo>
                  <a:lnTo>
                    <a:pt x="879928" y="297501"/>
                  </a:lnTo>
                  <a:lnTo>
                    <a:pt x="849586" y="285580"/>
                  </a:lnTo>
                  <a:lnTo>
                    <a:pt x="837797" y="280966"/>
                  </a:lnTo>
                  <a:lnTo>
                    <a:pt x="819244" y="273834"/>
                  </a:lnTo>
                  <a:lnTo>
                    <a:pt x="788901" y="262201"/>
                  </a:lnTo>
                  <a:lnTo>
                    <a:pt x="771537" y="255563"/>
                  </a:lnTo>
                  <a:lnTo>
                    <a:pt x="758559" y="250692"/>
                  </a:lnTo>
                  <a:lnTo>
                    <a:pt x="728216" y="239344"/>
                  </a:lnTo>
                  <a:lnTo>
                    <a:pt x="703621" y="230160"/>
                  </a:lnTo>
                  <a:lnTo>
                    <a:pt x="697874" y="228054"/>
                  </a:lnTo>
                  <a:lnTo>
                    <a:pt x="667532" y="216986"/>
                  </a:lnTo>
                  <a:lnTo>
                    <a:pt x="637189" y="205926"/>
                  </a:lnTo>
                  <a:lnTo>
                    <a:pt x="633966" y="204757"/>
                  </a:lnTo>
                  <a:lnTo>
                    <a:pt x="606847" y="195107"/>
                  </a:lnTo>
                  <a:lnTo>
                    <a:pt x="576505" y="184324"/>
                  </a:lnTo>
                  <a:lnTo>
                    <a:pt x="562477" y="179354"/>
                  </a:lnTo>
                  <a:lnTo>
                    <a:pt x="546162" y="173686"/>
                  </a:lnTo>
                  <a:lnTo>
                    <a:pt x="515820" y="163175"/>
                  </a:lnTo>
                  <a:lnTo>
                    <a:pt x="489160" y="153951"/>
                  </a:lnTo>
                  <a:lnTo>
                    <a:pt x="485477" y="152702"/>
                  </a:lnTo>
                  <a:lnTo>
                    <a:pt x="455135" y="142459"/>
                  </a:lnTo>
                  <a:lnTo>
                    <a:pt x="424793" y="132224"/>
                  </a:lnTo>
                  <a:lnTo>
                    <a:pt x="413857" y="128548"/>
                  </a:lnTo>
                  <a:lnTo>
                    <a:pt x="394450" y="122156"/>
                  </a:lnTo>
                  <a:lnTo>
                    <a:pt x="364108" y="112185"/>
                  </a:lnTo>
                  <a:lnTo>
                    <a:pt x="336568" y="103145"/>
                  </a:lnTo>
                  <a:lnTo>
                    <a:pt x="333766" y="102244"/>
                  </a:lnTo>
                  <a:lnTo>
                    <a:pt x="303423" y="92534"/>
                  </a:lnTo>
                  <a:lnTo>
                    <a:pt x="273081" y="82831"/>
                  </a:lnTo>
                  <a:lnTo>
                    <a:pt x="257125" y="77742"/>
                  </a:lnTo>
                  <a:lnTo>
                    <a:pt x="242738" y="73250"/>
                  </a:lnTo>
                  <a:lnTo>
                    <a:pt x="212396" y="63803"/>
                  </a:lnTo>
                  <a:lnTo>
                    <a:pt x="182054" y="54363"/>
                  </a:lnTo>
                  <a:lnTo>
                    <a:pt x="175522" y="52339"/>
                  </a:lnTo>
                  <a:lnTo>
                    <a:pt x="151711" y="45118"/>
                  </a:lnTo>
                  <a:lnTo>
                    <a:pt x="121369" y="35931"/>
                  </a:lnTo>
                  <a:lnTo>
                    <a:pt x="91641" y="26936"/>
                  </a:lnTo>
                  <a:lnTo>
                    <a:pt x="91027" y="26755"/>
                  </a:lnTo>
                  <a:lnTo>
                    <a:pt x="60684" y="17816"/>
                  </a:lnTo>
                  <a:lnTo>
                    <a:pt x="30342" y="8885"/>
                  </a:lnTo>
                  <a:lnTo>
                    <a:pt x="5335" y="1533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588" cap="flat">
              <a:solidFill>
                <a:srgbClr val="FFFFFF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550714" y="2122559"/>
              <a:ext cx="4261877" cy="2518786"/>
            </a:xfrm>
            <a:custGeom>
              <a:avLst/>
              <a:pathLst>
                <a:path w="4261877" h="2518786">
                  <a:moveTo>
                    <a:pt x="4261877" y="2518786"/>
                  </a:moveTo>
                  <a:lnTo>
                    <a:pt x="4248599" y="2493383"/>
                  </a:lnTo>
                  <a:lnTo>
                    <a:pt x="4247932" y="2492116"/>
                  </a:lnTo>
                  <a:lnTo>
                    <a:pt x="4235006" y="2467980"/>
                  </a:lnTo>
                  <a:lnTo>
                    <a:pt x="4221320" y="2442577"/>
                  </a:lnTo>
                  <a:lnTo>
                    <a:pt x="4217589" y="2435700"/>
                  </a:lnTo>
                  <a:lnTo>
                    <a:pt x="4207367" y="2417174"/>
                  </a:lnTo>
                  <a:lnTo>
                    <a:pt x="4193263" y="2391771"/>
                  </a:lnTo>
                  <a:lnTo>
                    <a:pt x="4187247" y="2381010"/>
                  </a:lnTo>
                  <a:lnTo>
                    <a:pt x="4178924" y="2366368"/>
                  </a:lnTo>
                  <a:lnTo>
                    <a:pt x="4164390" y="2340965"/>
                  </a:lnTo>
                  <a:lnTo>
                    <a:pt x="4156905" y="2327971"/>
                  </a:lnTo>
                  <a:lnTo>
                    <a:pt x="4149639" y="2315562"/>
                  </a:lnTo>
                  <a:lnTo>
                    <a:pt x="4134662" y="2290159"/>
                  </a:lnTo>
                  <a:lnTo>
                    <a:pt x="4126562" y="2276513"/>
                  </a:lnTo>
                  <a:lnTo>
                    <a:pt x="4119470" y="2264756"/>
                  </a:lnTo>
                  <a:lnTo>
                    <a:pt x="4104040" y="2239353"/>
                  </a:lnTo>
                  <a:lnTo>
                    <a:pt x="4096220" y="2226568"/>
                  </a:lnTo>
                  <a:lnTo>
                    <a:pt x="4088379" y="2213950"/>
                  </a:lnTo>
                  <a:lnTo>
                    <a:pt x="4072482" y="2188548"/>
                  </a:lnTo>
                  <a:lnTo>
                    <a:pt x="4065878" y="2178068"/>
                  </a:lnTo>
                  <a:lnTo>
                    <a:pt x="4056323" y="2163145"/>
                  </a:lnTo>
                  <a:lnTo>
                    <a:pt x="4039947" y="2137742"/>
                  </a:lnTo>
                  <a:lnTo>
                    <a:pt x="4035535" y="2130949"/>
                  </a:lnTo>
                  <a:lnTo>
                    <a:pt x="4023261" y="2112339"/>
                  </a:lnTo>
                  <a:lnTo>
                    <a:pt x="4006391" y="2086936"/>
                  </a:lnTo>
                  <a:lnTo>
                    <a:pt x="4005193" y="2085145"/>
                  </a:lnTo>
                  <a:lnTo>
                    <a:pt x="3989148" y="2061533"/>
                  </a:lnTo>
                  <a:lnTo>
                    <a:pt x="3974850" y="2040638"/>
                  </a:lnTo>
                  <a:lnTo>
                    <a:pt x="3971720" y="2036130"/>
                  </a:lnTo>
                  <a:lnTo>
                    <a:pt x="3953939" y="2010727"/>
                  </a:lnTo>
                  <a:lnTo>
                    <a:pt x="3944508" y="1997352"/>
                  </a:lnTo>
                  <a:lnTo>
                    <a:pt x="3935902" y="1985324"/>
                  </a:lnTo>
                  <a:lnTo>
                    <a:pt x="3917588" y="1959921"/>
                  </a:lnTo>
                  <a:lnTo>
                    <a:pt x="3914166" y="1955211"/>
                  </a:lnTo>
                  <a:lnTo>
                    <a:pt x="3898910" y="1934518"/>
                  </a:lnTo>
                  <a:lnTo>
                    <a:pt x="3883823" y="1914206"/>
                  </a:lnTo>
                  <a:lnTo>
                    <a:pt x="3879988" y="1909115"/>
                  </a:lnTo>
                  <a:lnTo>
                    <a:pt x="3860695" y="1883712"/>
                  </a:lnTo>
                  <a:lnTo>
                    <a:pt x="3853481" y="1874287"/>
                  </a:lnTo>
                  <a:lnTo>
                    <a:pt x="3841077" y="1858309"/>
                  </a:lnTo>
                  <a:lnTo>
                    <a:pt x="3823139" y="1835377"/>
                  </a:lnTo>
                  <a:lnTo>
                    <a:pt x="3821178" y="1832906"/>
                  </a:lnTo>
                  <a:lnTo>
                    <a:pt x="3800860" y="1807503"/>
                  </a:lnTo>
                  <a:lnTo>
                    <a:pt x="3792796" y="1797502"/>
                  </a:lnTo>
                  <a:lnTo>
                    <a:pt x="3780208" y="1782100"/>
                  </a:lnTo>
                  <a:lnTo>
                    <a:pt x="3762454" y="1760552"/>
                  </a:lnTo>
                  <a:lnTo>
                    <a:pt x="3759235" y="1756697"/>
                  </a:lnTo>
                  <a:lnTo>
                    <a:pt x="3737842" y="1731294"/>
                  </a:lnTo>
                  <a:lnTo>
                    <a:pt x="3732111" y="1724547"/>
                  </a:lnTo>
                  <a:lnTo>
                    <a:pt x="3716057" y="1705891"/>
                  </a:lnTo>
                  <a:lnTo>
                    <a:pt x="3701769" y="1689427"/>
                  </a:lnTo>
                  <a:lnTo>
                    <a:pt x="3693911" y="1680488"/>
                  </a:lnTo>
                  <a:lnTo>
                    <a:pt x="3671427" y="1655127"/>
                  </a:lnTo>
                  <a:lnTo>
                    <a:pt x="3671389" y="1655085"/>
                  </a:lnTo>
                  <a:lnTo>
                    <a:pt x="3648369" y="1629682"/>
                  </a:lnTo>
                  <a:lnTo>
                    <a:pt x="3641084" y="1621713"/>
                  </a:lnTo>
                  <a:lnTo>
                    <a:pt x="3624946" y="1604279"/>
                  </a:lnTo>
                  <a:lnTo>
                    <a:pt x="3610742" y="1589069"/>
                  </a:lnTo>
                  <a:lnTo>
                    <a:pt x="3601105" y="1578876"/>
                  </a:lnTo>
                  <a:lnTo>
                    <a:pt x="3580400" y="1557173"/>
                  </a:lnTo>
                  <a:lnTo>
                    <a:pt x="3576827" y="1553473"/>
                  </a:lnTo>
                  <a:lnTo>
                    <a:pt x="3552067" y="1528070"/>
                  </a:lnTo>
                  <a:lnTo>
                    <a:pt x="3550057" y="1526027"/>
                  </a:lnTo>
                  <a:lnTo>
                    <a:pt x="3526796" y="1502667"/>
                  </a:lnTo>
                  <a:lnTo>
                    <a:pt x="3519715" y="1495622"/>
                  </a:lnTo>
                  <a:lnTo>
                    <a:pt x="3501045" y="1477264"/>
                  </a:lnTo>
                  <a:lnTo>
                    <a:pt x="3489372" y="1465896"/>
                  </a:lnTo>
                  <a:lnTo>
                    <a:pt x="3474794" y="1451861"/>
                  </a:lnTo>
                  <a:lnTo>
                    <a:pt x="3459030" y="1436831"/>
                  </a:lnTo>
                  <a:lnTo>
                    <a:pt x="3448026" y="1426458"/>
                  </a:lnTo>
                  <a:lnTo>
                    <a:pt x="3428688" y="1408406"/>
                  </a:lnTo>
                  <a:lnTo>
                    <a:pt x="3420723" y="1401055"/>
                  </a:lnTo>
                  <a:lnTo>
                    <a:pt x="3398345" y="1380604"/>
                  </a:lnTo>
                  <a:lnTo>
                    <a:pt x="3392867" y="1375652"/>
                  </a:lnTo>
                  <a:lnTo>
                    <a:pt x="3368003" y="1353406"/>
                  </a:lnTo>
                  <a:lnTo>
                    <a:pt x="3364437" y="1350249"/>
                  </a:lnTo>
                  <a:lnTo>
                    <a:pt x="3337661" y="1326793"/>
                  </a:lnTo>
                  <a:lnTo>
                    <a:pt x="3335414" y="1324846"/>
                  </a:lnTo>
                  <a:lnTo>
                    <a:pt x="3307318" y="1300749"/>
                  </a:lnTo>
                  <a:lnTo>
                    <a:pt x="3305780" y="1299444"/>
                  </a:lnTo>
                  <a:lnTo>
                    <a:pt x="3276976" y="1275255"/>
                  </a:lnTo>
                  <a:lnTo>
                    <a:pt x="3275514" y="1274041"/>
                  </a:lnTo>
                  <a:lnTo>
                    <a:pt x="3246633" y="1250295"/>
                  </a:lnTo>
                  <a:lnTo>
                    <a:pt x="3244596" y="1248638"/>
                  </a:lnTo>
                  <a:lnTo>
                    <a:pt x="3216291" y="1225853"/>
                  </a:lnTo>
                  <a:lnTo>
                    <a:pt x="3213006" y="1223235"/>
                  </a:lnTo>
                  <a:lnTo>
                    <a:pt x="3185949" y="1201910"/>
                  </a:lnTo>
                  <a:lnTo>
                    <a:pt x="3180721" y="1197832"/>
                  </a:lnTo>
                  <a:lnTo>
                    <a:pt x="3155606" y="1178452"/>
                  </a:lnTo>
                  <a:lnTo>
                    <a:pt x="3147722" y="1172429"/>
                  </a:lnTo>
                  <a:lnTo>
                    <a:pt x="3125264" y="1155463"/>
                  </a:lnTo>
                  <a:lnTo>
                    <a:pt x="3113986" y="1147026"/>
                  </a:lnTo>
                  <a:lnTo>
                    <a:pt x="3094922" y="1132926"/>
                  </a:lnTo>
                  <a:lnTo>
                    <a:pt x="3079490" y="1121623"/>
                  </a:lnTo>
                  <a:lnTo>
                    <a:pt x="3064579" y="1110826"/>
                  </a:lnTo>
                  <a:lnTo>
                    <a:pt x="3044213" y="1096220"/>
                  </a:lnTo>
                  <a:lnTo>
                    <a:pt x="3034237" y="1089148"/>
                  </a:lnTo>
                  <a:lnTo>
                    <a:pt x="3008131" y="1070817"/>
                  </a:lnTo>
                  <a:lnTo>
                    <a:pt x="3003894" y="1067877"/>
                  </a:lnTo>
                  <a:lnTo>
                    <a:pt x="2973552" y="1047020"/>
                  </a:lnTo>
                  <a:lnTo>
                    <a:pt x="2971193" y="1045414"/>
                  </a:lnTo>
                  <a:lnTo>
                    <a:pt x="2943210" y="1026587"/>
                  </a:lnTo>
                  <a:lnTo>
                    <a:pt x="2933346" y="1020011"/>
                  </a:lnTo>
                  <a:lnTo>
                    <a:pt x="2912867" y="1006524"/>
                  </a:lnTo>
                  <a:lnTo>
                    <a:pt x="2894613" y="994608"/>
                  </a:lnTo>
                  <a:lnTo>
                    <a:pt x="2882525" y="986815"/>
                  </a:lnTo>
                  <a:lnTo>
                    <a:pt x="2854968" y="969205"/>
                  </a:lnTo>
                  <a:lnTo>
                    <a:pt x="2852183" y="967447"/>
                  </a:lnTo>
                  <a:lnTo>
                    <a:pt x="2821840" y="948473"/>
                  </a:lnTo>
                  <a:lnTo>
                    <a:pt x="2814306" y="943802"/>
                  </a:lnTo>
                  <a:lnTo>
                    <a:pt x="2791498" y="929843"/>
                  </a:lnTo>
                  <a:lnTo>
                    <a:pt x="2772641" y="918399"/>
                  </a:lnTo>
                  <a:lnTo>
                    <a:pt x="2761155" y="911519"/>
                  </a:lnTo>
                  <a:lnTo>
                    <a:pt x="2730813" y="893495"/>
                  </a:lnTo>
                  <a:lnTo>
                    <a:pt x="2729966" y="892996"/>
                  </a:lnTo>
                  <a:lnTo>
                    <a:pt x="2700471" y="875857"/>
                  </a:lnTo>
                  <a:lnTo>
                    <a:pt x="2686133" y="867593"/>
                  </a:lnTo>
                  <a:lnTo>
                    <a:pt x="2670128" y="858492"/>
                  </a:lnTo>
                  <a:lnTo>
                    <a:pt x="2641233" y="842190"/>
                  </a:lnTo>
                  <a:lnTo>
                    <a:pt x="2639786" y="841385"/>
                  </a:lnTo>
                  <a:lnTo>
                    <a:pt x="2609444" y="824643"/>
                  </a:lnTo>
                  <a:lnTo>
                    <a:pt x="2595094" y="816787"/>
                  </a:lnTo>
                  <a:lnTo>
                    <a:pt x="2579101" y="808152"/>
                  </a:lnTo>
                  <a:lnTo>
                    <a:pt x="2548759" y="791896"/>
                  </a:lnTo>
                  <a:lnTo>
                    <a:pt x="2547795" y="791384"/>
                  </a:lnTo>
                  <a:lnTo>
                    <a:pt x="2518417" y="775994"/>
                  </a:lnTo>
                  <a:lnTo>
                    <a:pt x="2499160" y="765981"/>
                  </a:lnTo>
                  <a:lnTo>
                    <a:pt x="2488074" y="760299"/>
                  </a:lnTo>
                  <a:lnTo>
                    <a:pt x="2457732" y="744867"/>
                  </a:lnTo>
                  <a:lnTo>
                    <a:pt x="2449234" y="740578"/>
                  </a:lnTo>
                  <a:lnTo>
                    <a:pt x="2427389" y="729714"/>
                  </a:lnTo>
                  <a:lnTo>
                    <a:pt x="2397947" y="715175"/>
                  </a:lnTo>
                  <a:lnTo>
                    <a:pt x="2397047" y="714737"/>
                  </a:lnTo>
                  <a:lnTo>
                    <a:pt x="2366705" y="700092"/>
                  </a:lnTo>
                  <a:lnTo>
                    <a:pt x="2345172" y="689772"/>
                  </a:lnTo>
                  <a:lnTo>
                    <a:pt x="2336362" y="685613"/>
                  </a:lnTo>
                  <a:lnTo>
                    <a:pt x="2306020" y="671396"/>
                  </a:lnTo>
                  <a:lnTo>
                    <a:pt x="2290916" y="664369"/>
                  </a:lnTo>
                  <a:lnTo>
                    <a:pt x="2275678" y="657388"/>
                  </a:lnTo>
                  <a:lnTo>
                    <a:pt x="2245335" y="643586"/>
                  </a:lnTo>
                  <a:lnTo>
                    <a:pt x="2235106" y="638966"/>
                  </a:lnTo>
                  <a:lnTo>
                    <a:pt x="2214993" y="630024"/>
                  </a:lnTo>
                  <a:lnTo>
                    <a:pt x="2184650" y="616626"/>
                  </a:lnTo>
                  <a:lnTo>
                    <a:pt x="2177664" y="613563"/>
                  </a:lnTo>
                  <a:lnTo>
                    <a:pt x="2154308" y="603486"/>
                  </a:lnTo>
                  <a:lnTo>
                    <a:pt x="2123966" y="590480"/>
                  </a:lnTo>
                  <a:lnTo>
                    <a:pt x="2118514" y="588160"/>
                  </a:lnTo>
                  <a:lnTo>
                    <a:pt x="2093623" y="577738"/>
                  </a:lnTo>
                  <a:lnTo>
                    <a:pt x="2063281" y="565114"/>
                  </a:lnTo>
                  <a:lnTo>
                    <a:pt x="2057575" y="562757"/>
                  </a:lnTo>
                  <a:lnTo>
                    <a:pt x="2032939" y="552746"/>
                  </a:lnTo>
                  <a:lnTo>
                    <a:pt x="2002596" y="540494"/>
                  </a:lnTo>
                  <a:lnTo>
                    <a:pt x="1994767" y="537354"/>
                  </a:lnTo>
                  <a:lnTo>
                    <a:pt x="1972254" y="528476"/>
                  </a:lnTo>
                  <a:lnTo>
                    <a:pt x="1941911" y="516586"/>
                  </a:lnTo>
                  <a:lnTo>
                    <a:pt x="1930006" y="511951"/>
                  </a:lnTo>
                  <a:lnTo>
                    <a:pt x="1911569" y="504895"/>
                  </a:lnTo>
                  <a:lnTo>
                    <a:pt x="1881227" y="493358"/>
                  </a:lnTo>
                  <a:lnTo>
                    <a:pt x="1863206" y="486548"/>
                  </a:lnTo>
                  <a:lnTo>
                    <a:pt x="1850884" y="481972"/>
                  </a:lnTo>
                  <a:lnTo>
                    <a:pt x="1820542" y="470778"/>
                  </a:lnTo>
                  <a:lnTo>
                    <a:pt x="1794279" y="461145"/>
                  </a:lnTo>
                  <a:lnTo>
                    <a:pt x="1790200" y="459675"/>
                  </a:lnTo>
                  <a:lnTo>
                    <a:pt x="1759857" y="448815"/>
                  </a:lnTo>
                  <a:lnTo>
                    <a:pt x="1729515" y="438017"/>
                  </a:lnTo>
                  <a:lnTo>
                    <a:pt x="1723081" y="435742"/>
                  </a:lnTo>
                  <a:lnTo>
                    <a:pt x="1699172" y="427440"/>
                  </a:lnTo>
                  <a:lnTo>
                    <a:pt x="1668830" y="416965"/>
                  </a:lnTo>
                  <a:lnTo>
                    <a:pt x="1649523" y="410340"/>
                  </a:lnTo>
                  <a:lnTo>
                    <a:pt x="1638488" y="406621"/>
                  </a:lnTo>
                  <a:lnTo>
                    <a:pt x="1608145" y="396462"/>
                  </a:lnTo>
                  <a:lnTo>
                    <a:pt x="1577803" y="386358"/>
                  </a:lnTo>
                  <a:lnTo>
                    <a:pt x="1573506" y="384937"/>
                  </a:lnTo>
                  <a:lnTo>
                    <a:pt x="1547461" y="376478"/>
                  </a:lnTo>
                  <a:lnTo>
                    <a:pt x="1517118" y="366680"/>
                  </a:lnTo>
                  <a:lnTo>
                    <a:pt x="1494861" y="359534"/>
                  </a:lnTo>
                  <a:lnTo>
                    <a:pt x="1486776" y="356986"/>
                  </a:lnTo>
                  <a:lnTo>
                    <a:pt x="1456433" y="347486"/>
                  </a:lnTo>
                  <a:lnTo>
                    <a:pt x="1426091" y="338036"/>
                  </a:lnTo>
                  <a:lnTo>
                    <a:pt x="1413477" y="334131"/>
                  </a:lnTo>
                  <a:lnTo>
                    <a:pt x="1395749" y="328747"/>
                  </a:lnTo>
                  <a:lnTo>
                    <a:pt x="1365406" y="319586"/>
                  </a:lnTo>
                  <a:lnTo>
                    <a:pt x="1335064" y="310473"/>
                  </a:lnTo>
                  <a:lnTo>
                    <a:pt x="1329219" y="308728"/>
                  </a:lnTo>
                  <a:lnTo>
                    <a:pt x="1304722" y="301557"/>
                  </a:lnTo>
                  <a:lnTo>
                    <a:pt x="1274379" y="292724"/>
                  </a:lnTo>
                  <a:lnTo>
                    <a:pt x="1244037" y="283935"/>
                  </a:lnTo>
                  <a:lnTo>
                    <a:pt x="1241915" y="283325"/>
                  </a:lnTo>
                  <a:lnTo>
                    <a:pt x="1213694" y="275362"/>
                  </a:lnTo>
                  <a:lnTo>
                    <a:pt x="1183352" y="266845"/>
                  </a:lnTo>
                  <a:lnTo>
                    <a:pt x="1153010" y="258371"/>
                  </a:lnTo>
                  <a:lnTo>
                    <a:pt x="1151390" y="257922"/>
                  </a:lnTo>
                  <a:lnTo>
                    <a:pt x="1122667" y="250110"/>
                  </a:lnTo>
                  <a:lnTo>
                    <a:pt x="1092325" y="241900"/>
                  </a:lnTo>
                  <a:lnTo>
                    <a:pt x="1061983" y="233730"/>
                  </a:lnTo>
                  <a:lnTo>
                    <a:pt x="1057460" y="232519"/>
                  </a:lnTo>
                  <a:lnTo>
                    <a:pt x="1031640" y="225750"/>
                  </a:lnTo>
                  <a:lnTo>
                    <a:pt x="1001298" y="217836"/>
                  </a:lnTo>
                  <a:lnTo>
                    <a:pt x="970955" y="209960"/>
                  </a:lnTo>
                  <a:lnTo>
                    <a:pt x="959938" y="207116"/>
                  </a:lnTo>
                  <a:lnTo>
                    <a:pt x="940613" y="202232"/>
                  </a:lnTo>
                  <a:lnTo>
                    <a:pt x="910271" y="194605"/>
                  </a:lnTo>
                  <a:lnTo>
                    <a:pt x="879928" y="187014"/>
                  </a:lnTo>
                  <a:lnTo>
                    <a:pt x="858631" y="181713"/>
                  </a:lnTo>
                  <a:lnTo>
                    <a:pt x="849586" y="179510"/>
                  </a:lnTo>
                  <a:lnTo>
                    <a:pt x="819244" y="172160"/>
                  </a:lnTo>
                  <a:lnTo>
                    <a:pt x="788901" y="164845"/>
                  </a:lnTo>
                  <a:lnTo>
                    <a:pt x="758559" y="157564"/>
                  </a:lnTo>
                  <a:lnTo>
                    <a:pt x="753304" y="156310"/>
                  </a:lnTo>
                  <a:lnTo>
                    <a:pt x="728216" y="150454"/>
                  </a:lnTo>
                  <a:lnTo>
                    <a:pt x="697874" y="143407"/>
                  </a:lnTo>
                  <a:lnTo>
                    <a:pt x="667532" y="136392"/>
                  </a:lnTo>
                  <a:lnTo>
                    <a:pt x="643697" y="130907"/>
                  </a:lnTo>
                  <a:lnTo>
                    <a:pt x="637189" y="129443"/>
                  </a:lnTo>
                  <a:lnTo>
                    <a:pt x="606847" y="122654"/>
                  </a:lnTo>
                  <a:lnTo>
                    <a:pt x="576505" y="115897"/>
                  </a:lnTo>
                  <a:lnTo>
                    <a:pt x="546162" y="109169"/>
                  </a:lnTo>
                  <a:lnTo>
                    <a:pt x="529550" y="105504"/>
                  </a:lnTo>
                  <a:lnTo>
                    <a:pt x="515820" y="102544"/>
                  </a:lnTo>
                  <a:lnTo>
                    <a:pt x="485477" y="96036"/>
                  </a:lnTo>
                  <a:lnTo>
                    <a:pt x="455135" y="89557"/>
                  </a:lnTo>
                  <a:lnTo>
                    <a:pt x="424793" y="83106"/>
                  </a:lnTo>
                  <a:lnTo>
                    <a:pt x="410589" y="80101"/>
                  </a:lnTo>
                  <a:lnTo>
                    <a:pt x="394450" y="76767"/>
                  </a:lnTo>
                  <a:lnTo>
                    <a:pt x="364108" y="70528"/>
                  </a:lnTo>
                  <a:lnTo>
                    <a:pt x="333766" y="64317"/>
                  </a:lnTo>
                  <a:lnTo>
                    <a:pt x="303423" y="58133"/>
                  </a:lnTo>
                  <a:lnTo>
                    <a:pt x="286494" y="54698"/>
                  </a:lnTo>
                  <a:lnTo>
                    <a:pt x="273081" y="52042"/>
                  </a:lnTo>
                  <a:lnTo>
                    <a:pt x="242738" y="46063"/>
                  </a:lnTo>
                  <a:lnTo>
                    <a:pt x="212396" y="40110"/>
                  </a:lnTo>
                  <a:lnTo>
                    <a:pt x="182054" y="34182"/>
                  </a:lnTo>
                  <a:lnTo>
                    <a:pt x="156933" y="29295"/>
                  </a:lnTo>
                  <a:lnTo>
                    <a:pt x="151711" y="28304"/>
                  </a:lnTo>
                  <a:lnTo>
                    <a:pt x="121369" y="22575"/>
                  </a:lnTo>
                  <a:lnTo>
                    <a:pt x="91027" y="16870"/>
                  </a:lnTo>
                  <a:lnTo>
                    <a:pt x="60684" y="11189"/>
                  </a:lnTo>
                  <a:lnTo>
                    <a:pt x="30342" y="5531"/>
                  </a:lnTo>
                  <a:lnTo>
                    <a:pt x="21514" y="3892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588" cap="flat">
              <a:solidFill>
                <a:srgbClr val="FFFFFF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550714" y="1734491"/>
              <a:ext cx="4824437" cy="2650244"/>
            </a:xfrm>
            <a:custGeom>
              <a:avLst/>
              <a:pathLst>
                <a:path w="4824437" h="2650244">
                  <a:moveTo>
                    <a:pt x="4824437" y="2650244"/>
                  </a:moveTo>
                  <a:lnTo>
                    <a:pt x="4815311" y="2627422"/>
                  </a:lnTo>
                  <a:lnTo>
                    <a:pt x="4805059" y="2602019"/>
                  </a:lnTo>
                  <a:lnTo>
                    <a:pt x="4794711" y="2576616"/>
                  </a:lnTo>
                  <a:lnTo>
                    <a:pt x="4794095" y="2575115"/>
                  </a:lnTo>
                  <a:lnTo>
                    <a:pt x="4784095" y="2551213"/>
                  </a:lnTo>
                  <a:lnTo>
                    <a:pt x="4773368" y="2525810"/>
                  </a:lnTo>
                  <a:lnTo>
                    <a:pt x="4763752" y="2503256"/>
                  </a:lnTo>
                  <a:lnTo>
                    <a:pt x="4762515" y="2500408"/>
                  </a:lnTo>
                  <a:lnTo>
                    <a:pt x="4751395" y="2475005"/>
                  </a:lnTo>
                  <a:lnTo>
                    <a:pt x="4740166" y="2449602"/>
                  </a:lnTo>
                  <a:lnTo>
                    <a:pt x="4733410" y="2434458"/>
                  </a:lnTo>
                  <a:lnTo>
                    <a:pt x="4728749" y="2424199"/>
                  </a:lnTo>
                  <a:lnTo>
                    <a:pt x="4717108" y="2398796"/>
                  </a:lnTo>
                  <a:lnTo>
                    <a:pt x="4705349" y="2373393"/>
                  </a:lnTo>
                  <a:lnTo>
                    <a:pt x="4703067" y="2368507"/>
                  </a:lnTo>
                  <a:lnTo>
                    <a:pt x="4693316" y="2347990"/>
                  </a:lnTo>
                  <a:lnTo>
                    <a:pt x="4681124" y="2322587"/>
                  </a:lnTo>
                  <a:lnTo>
                    <a:pt x="4672725" y="2305256"/>
                  </a:lnTo>
                  <a:lnTo>
                    <a:pt x="4668744" y="2297184"/>
                  </a:lnTo>
                  <a:lnTo>
                    <a:pt x="4656102" y="2271781"/>
                  </a:lnTo>
                  <a:lnTo>
                    <a:pt x="4643327" y="2246378"/>
                  </a:lnTo>
                  <a:lnTo>
                    <a:pt x="4642383" y="2244515"/>
                  </a:lnTo>
                  <a:lnTo>
                    <a:pt x="4630233" y="2220975"/>
                  </a:lnTo>
                  <a:lnTo>
                    <a:pt x="4616985" y="2195572"/>
                  </a:lnTo>
                  <a:lnTo>
                    <a:pt x="4612040" y="2186180"/>
                  </a:lnTo>
                  <a:lnTo>
                    <a:pt x="4603466" y="2170169"/>
                  </a:lnTo>
                  <a:lnTo>
                    <a:pt x="4589725" y="2144766"/>
                  </a:lnTo>
                  <a:lnTo>
                    <a:pt x="4581698" y="2130074"/>
                  </a:lnTo>
                  <a:lnTo>
                    <a:pt x="4575747" y="2119363"/>
                  </a:lnTo>
                  <a:lnTo>
                    <a:pt x="4561494" y="2093960"/>
                  </a:lnTo>
                  <a:lnTo>
                    <a:pt x="4551356" y="2076079"/>
                  </a:lnTo>
                  <a:lnTo>
                    <a:pt x="4547020" y="2068557"/>
                  </a:lnTo>
                  <a:lnTo>
                    <a:pt x="4532234" y="2043154"/>
                  </a:lnTo>
                  <a:lnTo>
                    <a:pt x="4521013" y="2024083"/>
                  </a:lnTo>
                  <a:lnTo>
                    <a:pt x="4517227" y="2017751"/>
                  </a:lnTo>
                  <a:lnTo>
                    <a:pt x="4501886" y="1992348"/>
                  </a:lnTo>
                  <a:lnTo>
                    <a:pt x="4490671" y="1973978"/>
                  </a:lnTo>
                  <a:lnTo>
                    <a:pt x="4486307" y="1966945"/>
                  </a:lnTo>
                  <a:lnTo>
                    <a:pt x="4470388" y="1941542"/>
                  </a:lnTo>
                  <a:lnTo>
                    <a:pt x="4460328" y="1925664"/>
                  </a:lnTo>
                  <a:lnTo>
                    <a:pt x="4454197" y="1916139"/>
                  </a:lnTo>
                  <a:lnTo>
                    <a:pt x="4437675" y="1890736"/>
                  </a:lnTo>
                  <a:lnTo>
                    <a:pt x="4429986" y="1879042"/>
                  </a:lnTo>
                  <a:lnTo>
                    <a:pt x="4420831" y="1865333"/>
                  </a:lnTo>
                  <a:lnTo>
                    <a:pt x="4403678" y="1839930"/>
                  </a:lnTo>
                  <a:lnTo>
                    <a:pt x="4399644" y="1834018"/>
                  </a:lnTo>
                  <a:lnTo>
                    <a:pt x="4386137" y="1814527"/>
                  </a:lnTo>
                  <a:lnTo>
                    <a:pt x="4369301" y="1790512"/>
                  </a:lnTo>
                  <a:lnTo>
                    <a:pt x="4368313" y="1789124"/>
                  </a:lnTo>
                  <a:lnTo>
                    <a:pt x="4350044" y="1763721"/>
                  </a:lnTo>
                  <a:lnTo>
                    <a:pt x="4338959" y="1748487"/>
                  </a:lnTo>
                  <a:lnTo>
                    <a:pt x="4331448" y="1738318"/>
                  </a:lnTo>
                  <a:lnTo>
                    <a:pt x="4312471" y="1712915"/>
                  </a:lnTo>
                  <a:lnTo>
                    <a:pt x="4308617" y="1707812"/>
                  </a:lnTo>
                  <a:lnTo>
                    <a:pt x="4293055" y="1687512"/>
                  </a:lnTo>
                  <a:lnTo>
                    <a:pt x="4278274" y="1668458"/>
                  </a:lnTo>
                  <a:lnTo>
                    <a:pt x="4273276" y="1662109"/>
                  </a:lnTo>
                  <a:lnTo>
                    <a:pt x="4253050" y="1636706"/>
                  </a:lnTo>
                  <a:lnTo>
                    <a:pt x="4247932" y="1630350"/>
                  </a:lnTo>
                  <a:lnTo>
                    <a:pt x="4232367" y="1611303"/>
                  </a:lnTo>
                  <a:lnTo>
                    <a:pt x="4217589" y="1593435"/>
                  </a:lnTo>
                  <a:lnTo>
                    <a:pt x="4211268" y="1585901"/>
                  </a:lnTo>
                  <a:lnTo>
                    <a:pt x="4189701" y="1560498"/>
                  </a:lnTo>
                  <a:lnTo>
                    <a:pt x="4187247" y="1557640"/>
                  </a:lnTo>
                  <a:lnTo>
                    <a:pt x="4167607" y="1535095"/>
                  </a:lnTo>
                  <a:lnTo>
                    <a:pt x="4156905" y="1522957"/>
                  </a:lnTo>
                  <a:lnTo>
                    <a:pt x="4145040" y="1509692"/>
                  </a:lnTo>
                  <a:lnTo>
                    <a:pt x="4126562" y="1489282"/>
                  </a:lnTo>
                  <a:lnTo>
                    <a:pt x="4121977" y="1484289"/>
                  </a:lnTo>
                  <a:lnTo>
                    <a:pt x="4098371" y="1458886"/>
                  </a:lnTo>
                  <a:lnTo>
                    <a:pt x="4096220" y="1456598"/>
                  </a:lnTo>
                  <a:lnTo>
                    <a:pt x="4074178" y="1433483"/>
                  </a:lnTo>
                  <a:lnTo>
                    <a:pt x="4065878" y="1424886"/>
                  </a:lnTo>
                  <a:lnTo>
                    <a:pt x="4049426" y="1408080"/>
                  </a:lnTo>
                  <a:lnTo>
                    <a:pt x="4035535" y="1394066"/>
                  </a:lnTo>
                  <a:lnTo>
                    <a:pt x="4024091" y="1382677"/>
                  </a:lnTo>
                  <a:lnTo>
                    <a:pt x="4005193" y="1364105"/>
                  </a:lnTo>
                  <a:lnTo>
                    <a:pt x="3998147" y="1357274"/>
                  </a:lnTo>
                  <a:lnTo>
                    <a:pt x="3974850" y="1334970"/>
                  </a:lnTo>
                  <a:lnTo>
                    <a:pt x="3971569" y="1331871"/>
                  </a:lnTo>
                  <a:lnTo>
                    <a:pt x="3944508" y="1306632"/>
                  </a:lnTo>
                  <a:lnTo>
                    <a:pt x="3944330" y="1306468"/>
                  </a:lnTo>
                  <a:lnTo>
                    <a:pt x="3916380" y="1281065"/>
                  </a:lnTo>
                  <a:lnTo>
                    <a:pt x="3914166" y="1279078"/>
                  </a:lnTo>
                  <a:lnTo>
                    <a:pt x="3887719" y="1255662"/>
                  </a:lnTo>
                  <a:lnTo>
                    <a:pt x="3883823" y="1252256"/>
                  </a:lnTo>
                  <a:lnTo>
                    <a:pt x="3858322" y="1230259"/>
                  </a:lnTo>
                  <a:lnTo>
                    <a:pt x="3853481" y="1226137"/>
                  </a:lnTo>
                  <a:lnTo>
                    <a:pt x="3828156" y="1204856"/>
                  </a:lnTo>
                  <a:lnTo>
                    <a:pt x="3823139" y="1200694"/>
                  </a:lnTo>
                  <a:lnTo>
                    <a:pt x="3797193" y="1179453"/>
                  </a:lnTo>
                  <a:lnTo>
                    <a:pt x="3792796" y="1175900"/>
                  </a:lnTo>
                  <a:lnTo>
                    <a:pt x="3765400" y="1154050"/>
                  </a:lnTo>
                  <a:lnTo>
                    <a:pt x="3762454" y="1151731"/>
                  </a:lnTo>
                  <a:lnTo>
                    <a:pt x="3732744" y="1128647"/>
                  </a:lnTo>
                  <a:lnTo>
                    <a:pt x="3732111" y="1128162"/>
                  </a:lnTo>
                  <a:lnTo>
                    <a:pt x="3701769" y="1105190"/>
                  </a:lnTo>
                  <a:lnTo>
                    <a:pt x="3699167" y="1103244"/>
                  </a:lnTo>
                  <a:lnTo>
                    <a:pt x="3671427" y="1082782"/>
                  </a:lnTo>
                  <a:lnTo>
                    <a:pt x="3664643" y="1077841"/>
                  </a:lnTo>
                  <a:lnTo>
                    <a:pt x="3641084" y="1060912"/>
                  </a:lnTo>
                  <a:lnTo>
                    <a:pt x="3629143" y="1052438"/>
                  </a:lnTo>
                  <a:lnTo>
                    <a:pt x="3610742" y="1039557"/>
                  </a:lnTo>
                  <a:lnTo>
                    <a:pt x="3592628" y="1027035"/>
                  </a:lnTo>
                  <a:lnTo>
                    <a:pt x="3580400" y="1018697"/>
                  </a:lnTo>
                  <a:lnTo>
                    <a:pt x="3555059" y="1001632"/>
                  </a:lnTo>
                  <a:lnTo>
                    <a:pt x="3550057" y="998310"/>
                  </a:lnTo>
                  <a:lnTo>
                    <a:pt x="3519715" y="978402"/>
                  </a:lnTo>
                  <a:lnTo>
                    <a:pt x="3516365" y="976229"/>
                  </a:lnTo>
                  <a:lnTo>
                    <a:pt x="3489372" y="958970"/>
                  </a:lnTo>
                  <a:lnTo>
                    <a:pt x="3476479" y="950826"/>
                  </a:lnTo>
                  <a:lnTo>
                    <a:pt x="3459030" y="939960"/>
                  </a:lnTo>
                  <a:lnTo>
                    <a:pt x="3435401" y="925423"/>
                  </a:lnTo>
                  <a:lnTo>
                    <a:pt x="3428688" y="921352"/>
                  </a:lnTo>
                  <a:lnTo>
                    <a:pt x="3398345" y="903164"/>
                  </a:lnTo>
                  <a:lnTo>
                    <a:pt x="3393041" y="900020"/>
                  </a:lnTo>
                  <a:lnTo>
                    <a:pt x="3368003" y="885395"/>
                  </a:lnTo>
                  <a:lnTo>
                    <a:pt x="3349328" y="874617"/>
                  </a:lnTo>
                  <a:lnTo>
                    <a:pt x="3337661" y="867981"/>
                  </a:lnTo>
                  <a:lnTo>
                    <a:pt x="3307318" y="850925"/>
                  </a:lnTo>
                  <a:lnTo>
                    <a:pt x="3304242" y="849214"/>
                  </a:lnTo>
                  <a:lnTo>
                    <a:pt x="3276976" y="834275"/>
                  </a:lnTo>
                  <a:lnTo>
                    <a:pt x="3257651" y="823811"/>
                  </a:lnTo>
                  <a:lnTo>
                    <a:pt x="3246633" y="817934"/>
                  </a:lnTo>
                  <a:lnTo>
                    <a:pt x="3216291" y="801931"/>
                  </a:lnTo>
                  <a:lnTo>
                    <a:pt x="3209540" y="798408"/>
                  </a:lnTo>
                  <a:lnTo>
                    <a:pt x="3185949" y="786284"/>
                  </a:lnTo>
                  <a:lnTo>
                    <a:pt x="3159806" y="773005"/>
                  </a:lnTo>
                  <a:lnTo>
                    <a:pt x="3155606" y="770904"/>
                  </a:lnTo>
                  <a:lnTo>
                    <a:pt x="3125264" y="755883"/>
                  </a:lnTo>
                  <a:lnTo>
                    <a:pt x="3108346" y="747602"/>
                  </a:lnTo>
                  <a:lnTo>
                    <a:pt x="3094922" y="741132"/>
                  </a:lnTo>
                  <a:lnTo>
                    <a:pt x="3064579" y="726666"/>
                  </a:lnTo>
                  <a:lnTo>
                    <a:pt x="3055111" y="722199"/>
                  </a:lnTo>
                  <a:lnTo>
                    <a:pt x="3034237" y="712505"/>
                  </a:lnTo>
                  <a:lnTo>
                    <a:pt x="3003894" y="698571"/>
                  </a:lnTo>
                  <a:lnTo>
                    <a:pt x="2999993" y="696797"/>
                  </a:lnTo>
                  <a:lnTo>
                    <a:pt x="2973552" y="684963"/>
                  </a:lnTo>
                  <a:lnTo>
                    <a:pt x="2943210" y="671537"/>
                  </a:lnTo>
                  <a:lnTo>
                    <a:pt x="2942882" y="671394"/>
                  </a:lnTo>
                  <a:lnTo>
                    <a:pt x="2912867" y="658448"/>
                  </a:lnTo>
                  <a:lnTo>
                    <a:pt x="2883654" y="645991"/>
                  </a:lnTo>
                  <a:lnTo>
                    <a:pt x="2882525" y="645517"/>
                  </a:lnTo>
                  <a:lnTo>
                    <a:pt x="2852183" y="632905"/>
                  </a:lnTo>
                  <a:lnTo>
                    <a:pt x="2822211" y="620588"/>
                  </a:lnTo>
                  <a:lnTo>
                    <a:pt x="2821840" y="620438"/>
                  </a:lnTo>
                  <a:lnTo>
                    <a:pt x="2791498" y="608283"/>
                  </a:lnTo>
                  <a:lnTo>
                    <a:pt x="2761155" y="596262"/>
                  </a:lnTo>
                  <a:lnTo>
                    <a:pt x="2758411" y="595185"/>
                  </a:lnTo>
                  <a:lnTo>
                    <a:pt x="2730813" y="584530"/>
                  </a:lnTo>
                  <a:lnTo>
                    <a:pt x="2700471" y="572941"/>
                  </a:lnTo>
                  <a:lnTo>
                    <a:pt x="2692120" y="569782"/>
                  </a:lnTo>
                  <a:lnTo>
                    <a:pt x="2670128" y="561600"/>
                  </a:lnTo>
                  <a:lnTo>
                    <a:pt x="2639786" y="550426"/>
                  </a:lnTo>
                  <a:lnTo>
                    <a:pt x="2623204" y="544379"/>
                  </a:lnTo>
                  <a:lnTo>
                    <a:pt x="2609444" y="539446"/>
                  </a:lnTo>
                  <a:lnTo>
                    <a:pt x="2579101" y="528671"/>
                  </a:lnTo>
                  <a:lnTo>
                    <a:pt x="2551515" y="518976"/>
                  </a:lnTo>
                  <a:lnTo>
                    <a:pt x="2548759" y="518024"/>
                  </a:lnTo>
                  <a:lnTo>
                    <a:pt x="2518417" y="507634"/>
                  </a:lnTo>
                  <a:lnTo>
                    <a:pt x="2488074" y="497350"/>
                  </a:lnTo>
                  <a:lnTo>
                    <a:pt x="2476829" y="493573"/>
                  </a:lnTo>
                  <a:lnTo>
                    <a:pt x="2457732" y="487271"/>
                  </a:lnTo>
                  <a:lnTo>
                    <a:pt x="2427389" y="477353"/>
                  </a:lnTo>
                  <a:lnTo>
                    <a:pt x="2399019" y="468170"/>
                  </a:lnTo>
                  <a:lnTo>
                    <a:pt x="2397047" y="467543"/>
                  </a:lnTo>
                  <a:lnTo>
                    <a:pt x="2366705" y="457977"/>
                  </a:lnTo>
                  <a:lnTo>
                    <a:pt x="2336362" y="448504"/>
                  </a:lnTo>
                  <a:lnTo>
                    <a:pt x="2317817" y="442767"/>
                  </a:lnTo>
                  <a:lnTo>
                    <a:pt x="2306020" y="439184"/>
                  </a:lnTo>
                  <a:lnTo>
                    <a:pt x="2275678" y="430046"/>
                  </a:lnTo>
                  <a:lnTo>
                    <a:pt x="2245335" y="420997"/>
                  </a:lnTo>
                  <a:lnTo>
                    <a:pt x="2233050" y="417364"/>
                  </a:lnTo>
                  <a:lnTo>
                    <a:pt x="2214993" y="412123"/>
                  </a:lnTo>
                  <a:lnTo>
                    <a:pt x="2184650" y="403393"/>
                  </a:lnTo>
                  <a:lnTo>
                    <a:pt x="2154308" y="394745"/>
                  </a:lnTo>
                  <a:lnTo>
                    <a:pt x="2144461" y="391961"/>
                  </a:lnTo>
                  <a:lnTo>
                    <a:pt x="2123966" y="386276"/>
                  </a:lnTo>
                  <a:lnTo>
                    <a:pt x="2093623" y="377933"/>
                  </a:lnTo>
                  <a:lnTo>
                    <a:pt x="2063281" y="369666"/>
                  </a:lnTo>
                  <a:lnTo>
                    <a:pt x="2051781" y="366558"/>
                  </a:lnTo>
                  <a:lnTo>
                    <a:pt x="2032939" y="361563"/>
                  </a:lnTo>
                  <a:lnTo>
                    <a:pt x="2002596" y="353588"/>
                  </a:lnTo>
                  <a:lnTo>
                    <a:pt x="1972254" y="345684"/>
                  </a:lnTo>
                  <a:lnTo>
                    <a:pt x="1954724" y="341155"/>
                  </a:lnTo>
                  <a:lnTo>
                    <a:pt x="1941911" y="337909"/>
                  </a:lnTo>
                  <a:lnTo>
                    <a:pt x="1911569" y="330284"/>
                  </a:lnTo>
                  <a:lnTo>
                    <a:pt x="1881227" y="322726"/>
                  </a:lnTo>
                  <a:lnTo>
                    <a:pt x="1852987" y="315752"/>
                  </a:lnTo>
                  <a:lnTo>
                    <a:pt x="1850884" y="315243"/>
                  </a:lnTo>
                  <a:lnTo>
                    <a:pt x="1820542" y="307952"/>
                  </a:lnTo>
                  <a:lnTo>
                    <a:pt x="1790200" y="300723"/>
                  </a:lnTo>
                  <a:lnTo>
                    <a:pt x="1759857" y="293556"/>
                  </a:lnTo>
                  <a:lnTo>
                    <a:pt x="1746175" y="290349"/>
                  </a:lnTo>
                  <a:lnTo>
                    <a:pt x="1729515" y="286523"/>
                  </a:lnTo>
                  <a:lnTo>
                    <a:pt x="1699172" y="279609"/>
                  </a:lnTo>
                  <a:lnTo>
                    <a:pt x="1668830" y="272753"/>
                  </a:lnTo>
                  <a:lnTo>
                    <a:pt x="1638488" y="265954"/>
                  </a:lnTo>
                  <a:lnTo>
                    <a:pt x="1633957" y="264946"/>
                  </a:lnTo>
                  <a:lnTo>
                    <a:pt x="1608145" y="259321"/>
                  </a:lnTo>
                  <a:lnTo>
                    <a:pt x="1577803" y="252763"/>
                  </a:lnTo>
                  <a:lnTo>
                    <a:pt x="1547461" y="246257"/>
                  </a:lnTo>
                  <a:lnTo>
                    <a:pt x="1517118" y="239804"/>
                  </a:lnTo>
                  <a:lnTo>
                    <a:pt x="1515883" y="239543"/>
                  </a:lnTo>
                  <a:lnTo>
                    <a:pt x="1486776" y="233524"/>
                  </a:lnTo>
                  <a:lnTo>
                    <a:pt x="1456433" y="227300"/>
                  </a:lnTo>
                  <a:lnTo>
                    <a:pt x="1426091" y="221125"/>
                  </a:lnTo>
                  <a:lnTo>
                    <a:pt x="1395749" y="214998"/>
                  </a:lnTo>
                  <a:lnTo>
                    <a:pt x="1391470" y="214140"/>
                  </a:lnTo>
                  <a:lnTo>
                    <a:pt x="1365406" y="209025"/>
                  </a:lnTo>
                  <a:lnTo>
                    <a:pt x="1335064" y="203117"/>
                  </a:lnTo>
                  <a:lnTo>
                    <a:pt x="1304722" y="197254"/>
                  </a:lnTo>
                  <a:lnTo>
                    <a:pt x="1274379" y="191436"/>
                  </a:lnTo>
                  <a:lnTo>
                    <a:pt x="1260208" y="188737"/>
                  </a:lnTo>
                  <a:lnTo>
                    <a:pt x="1244037" y="185726"/>
                  </a:lnTo>
                  <a:lnTo>
                    <a:pt x="1213694" y="180116"/>
                  </a:lnTo>
                  <a:lnTo>
                    <a:pt x="1183352" y="174548"/>
                  </a:lnTo>
                  <a:lnTo>
                    <a:pt x="1153010" y="169022"/>
                  </a:lnTo>
                  <a:lnTo>
                    <a:pt x="1122667" y="163536"/>
                  </a:lnTo>
                  <a:lnTo>
                    <a:pt x="1121542" y="163334"/>
                  </a:lnTo>
                  <a:lnTo>
                    <a:pt x="1092325" y="158204"/>
                  </a:lnTo>
                  <a:lnTo>
                    <a:pt x="1061983" y="152915"/>
                  </a:lnTo>
                  <a:lnTo>
                    <a:pt x="1031640" y="147666"/>
                  </a:lnTo>
                  <a:lnTo>
                    <a:pt x="1001298" y="142454"/>
                  </a:lnTo>
                  <a:lnTo>
                    <a:pt x="974778" y="137931"/>
                  </a:lnTo>
                  <a:lnTo>
                    <a:pt x="970955" y="137294"/>
                  </a:lnTo>
                  <a:lnTo>
                    <a:pt x="940613" y="132271"/>
                  </a:lnTo>
                  <a:lnTo>
                    <a:pt x="910271" y="127283"/>
                  </a:lnTo>
                  <a:lnTo>
                    <a:pt x="879928" y="122331"/>
                  </a:lnTo>
                  <a:lnTo>
                    <a:pt x="849586" y="117414"/>
                  </a:lnTo>
                  <a:lnTo>
                    <a:pt x="819244" y="112532"/>
                  </a:lnTo>
                  <a:lnTo>
                    <a:pt x="819222" y="112528"/>
                  </a:lnTo>
                  <a:lnTo>
                    <a:pt x="788901" y="107793"/>
                  </a:lnTo>
                  <a:lnTo>
                    <a:pt x="758559" y="103087"/>
                  </a:lnTo>
                  <a:lnTo>
                    <a:pt x="728216" y="98415"/>
                  </a:lnTo>
                  <a:lnTo>
                    <a:pt x="697874" y="93774"/>
                  </a:lnTo>
                  <a:lnTo>
                    <a:pt x="667532" y="89165"/>
                  </a:lnTo>
                  <a:lnTo>
                    <a:pt x="654023" y="87125"/>
                  </a:lnTo>
                  <a:lnTo>
                    <a:pt x="637189" y="84646"/>
                  </a:lnTo>
                  <a:lnTo>
                    <a:pt x="606847" y="80205"/>
                  </a:lnTo>
                  <a:lnTo>
                    <a:pt x="576505" y="75795"/>
                  </a:lnTo>
                  <a:lnTo>
                    <a:pt x="546162" y="71414"/>
                  </a:lnTo>
                  <a:lnTo>
                    <a:pt x="515820" y="67062"/>
                  </a:lnTo>
                  <a:lnTo>
                    <a:pt x="485477" y="62739"/>
                  </a:lnTo>
                  <a:lnTo>
                    <a:pt x="478302" y="61722"/>
                  </a:lnTo>
                  <a:lnTo>
                    <a:pt x="455135" y="58523"/>
                  </a:lnTo>
                  <a:lnTo>
                    <a:pt x="424793" y="54359"/>
                  </a:lnTo>
                  <a:lnTo>
                    <a:pt x="394450" y="50223"/>
                  </a:lnTo>
                  <a:lnTo>
                    <a:pt x="364108" y="46113"/>
                  </a:lnTo>
                  <a:lnTo>
                    <a:pt x="333766" y="42030"/>
                  </a:lnTo>
                  <a:lnTo>
                    <a:pt x="303423" y="37973"/>
                  </a:lnTo>
                  <a:lnTo>
                    <a:pt x="290990" y="36319"/>
                  </a:lnTo>
                  <a:lnTo>
                    <a:pt x="273081" y="34000"/>
                  </a:lnTo>
                  <a:lnTo>
                    <a:pt x="242738" y="30094"/>
                  </a:lnTo>
                  <a:lnTo>
                    <a:pt x="212396" y="26213"/>
                  </a:lnTo>
                  <a:lnTo>
                    <a:pt x="182054" y="22356"/>
                  </a:lnTo>
                  <a:lnTo>
                    <a:pt x="151711" y="18524"/>
                  </a:lnTo>
                  <a:lnTo>
                    <a:pt x="121369" y="14715"/>
                  </a:lnTo>
                  <a:lnTo>
                    <a:pt x="91027" y="10929"/>
                  </a:lnTo>
                  <a:lnTo>
                    <a:pt x="90926" y="10916"/>
                  </a:lnTo>
                  <a:lnTo>
                    <a:pt x="60684" y="7263"/>
                  </a:lnTo>
                  <a:lnTo>
                    <a:pt x="30342" y="362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588" cap="flat">
              <a:solidFill>
                <a:srgbClr val="FFFFFF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50714" y="1458858"/>
              <a:ext cx="4824437" cy="1655463"/>
            </a:xfrm>
            <a:custGeom>
              <a:avLst/>
              <a:pathLst>
                <a:path w="4824437" h="1655463">
                  <a:moveTo>
                    <a:pt x="4824437" y="1655463"/>
                  </a:moveTo>
                  <a:lnTo>
                    <a:pt x="4809986" y="1632907"/>
                  </a:lnTo>
                  <a:lnTo>
                    <a:pt x="4794095" y="1608531"/>
                  </a:lnTo>
                  <a:lnTo>
                    <a:pt x="4793413" y="1607504"/>
                  </a:lnTo>
                  <a:lnTo>
                    <a:pt x="4776354" y="1582101"/>
                  </a:lnTo>
                  <a:lnTo>
                    <a:pt x="4763752" y="1563654"/>
                  </a:lnTo>
                  <a:lnTo>
                    <a:pt x="4758919" y="1556698"/>
                  </a:lnTo>
                  <a:lnTo>
                    <a:pt x="4741012" y="1531295"/>
                  </a:lnTo>
                  <a:lnTo>
                    <a:pt x="4733410" y="1520677"/>
                  </a:lnTo>
                  <a:lnTo>
                    <a:pt x="4722645" y="1505892"/>
                  </a:lnTo>
                  <a:lnTo>
                    <a:pt x="4703833" y="1480489"/>
                  </a:lnTo>
                  <a:lnTo>
                    <a:pt x="4703067" y="1479468"/>
                  </a:lnTo>
                  <a:lnTo>
                    <a:pt x="4684459" y="1455086"/>
                  </a:lnTo>
                  <a:lnTo>
                    <a:pt x="4672725" y="1439972"/>
                  </a:lnTo>
                  <a:lnTo>
                    <a:pt x="4664603" y="1429683"/>
                  </a:lnTo>
                  <a:lnTo>
                    <a:pt x="4644218" y="1404280"/>
                  </a:lnTo>
                  <a:lnTo>
                    <a:pt x="4642383" y="1402025"/>
                  </a:lnTo>
                  <a:lnTo>
                    <a:pt x="4623224" y="1378877"/>
                  </a:lnTo>
                  <a:lnTo>
                    <a:pt x="4612040" y="1365591"/>
                  </a:lnTo>
                  <a:lnTo>
                    <a:pt x="4601669" y="1353474"/>
                  </a:lnTo>
                  <a:lnTo>
                    <a:pt x="4581698" y="1330530"/>
                  </a:lnTo>
                  <a:lnTo>
                    <a:pt x="4579522" y="1328071"/>
                  </a:lnTo>
                  <a:lnTo>
                    <a:pt x="4556702" y="1302668"/>
                  </a:lnTo>
                  <a:lnTo>
                    <a:pt x="4551356" y="1296812"/>
                  </a:lnTo>
                  <a:lnTo>
                    <a:pt x="4533213" y="1277265"/>
                  </a:lnTo>
                  <a:lnTo>
                    <a:pt x="4521013" y="1264340"/>
                  </a:lnTo>
                  <a:lnTo>
                    <a:pt x="4509040" y="1251862"/>
                  </a:lnTo>
                  <a:lnTo>
                    <a:pt x="4490671" y="1233037"/>
                  </a:lnTo>
                  <a:lnTo>
                    <a:pt x="4484146" y="1226459"/>
                  </a:lnTo>
                  <a:lnTo>
                    <a:pt x="4460328" y="1202843"/>
                  </a:lnTo>
                  <a:lnTo>
                    <a:pt x="4458496" y="1201056"/>
                  </a:lnTo>
                  <a:lnTo>
                    <a:pt x="4432033" y="1175653"/>
                  </a:lnTo>
                  <a:lnTo>
                    <a:pt x="4429986" y="1173720"/>
                  </a:lnTo>
                  <a:lnTo>
                    <a:pt x="4404725" y="1150250"/>
                  </a:lnTo>
                  <a:lnTo>
                    <a:pt x="4399644" y="1145608"/>
                  </a:lnTo>
                  <a:lnTo>
                    <a:pt x="4376545" y="1124847"/>
                  </a:lnTo>
                  <a:lnTo>
                    <a:pt x="4369301" y="1118444"/>
                  </a:lnTo>
                  <a:lnTo>
                    <a:pt x="4347451" y="1099444"/>
                  </a:lnTo>
                  <a:lnTo>
                    <a:pt x="4338959" y="1092182"/>
                  </a:lnTo>
                  <a:lnTo>
                    <a:pt x="4317393" y="1074041"/>
                  </a:lnTo>
                  <a:lnTo>
                    <a:pt x="4308617" y="1066780"/>
                  </a:lnTo>
                  <a:lnTo>
                    <a:pt x="4286325" y="1048638"/>
                  </a:lnTo>
                  <a:lnTo>
                    <a:pt x="4278274" y="1042194"/>
                  </a:lnTo>
                  <a:lnTo>
                    <a:pt x="4254193" y="1023236"/>
                  </a:lnTo>
                  <a:lnTo>
                    <a:pt x="4247932" y="1018387"/>
                  </a:lnTo>
                  <a:lnTo>
                    <a:pt x="4220944" y="997833"/>
                  </a:lnTo>
                  <a:lnTo>
                    <a:pt x="4217589" y="995319"/>
                  </a:lnTo>
                  <a:lnTo>
                    <a:pt x="4187247" y="972960"/>
                  </a:lnTo>
                  <a:lnTo>
                    <a:pt x="4186516" y="972430"/>
                  </a:lnTo>
                  <a:lnTo>
                    <a:pt x="4156905" y="951298"/>
                  </a:lnTo>
                  <a:lnTo>
                    <a:pt x="4150820" y="947027"/>
                  </a:lnTo>
                  <a:lnTo>
                    <a:pt x="4126562" y="930279"/>
                  </a:lnTo>
                  <a:lnTo>
                    <a:pt x="4113816" y="921624"/>
                  </a:lnTo>
                  <a:lnTo>
                    <a:pt x="4096220" y="909871"/>
                  </a:lnTo>
                  <a:lnTo>
                    <a:pt x="4075438" y="896221"/>
                  </a:lnTo>
                  <a:lnTo>
                    <a:pt x="4065878" y="890044"/>
                  </a:lnTo>
                  <a:lnTo>
                    <a:pt x="4035612" y="870818"/>
                  </a:lnTo>
                  <a:lnTo>
                    <a:pt x="4035535" y="870770"/>
                  </a:lnTo>
                  <a:lnTo>
                    <a:pt x="4005193" y="852081"/>
                  </a:lnTo>
                  <a:lnTo>
                    <a:pt x="3994187" y="845415"/>
                  </a:lnTo>
                  <a:lnTo>
                    <a:pt x="3974850" y="833895"/>
                  </a:lnTo>
                  <a:lnTo>
                    <a:pt x="3951148" y="820012"/>
                  </a:lnTo>
                  <a:lnTo>
                    <a:pt x="3944508" y="816187"/>
                  </a:lnTo>
                  <a:lnTo>
                    <a:pt x="3914166" y="798972"/>
                  </a:lnTo>
                  <a:lnTo>
                    <a:pt x="3906356" y="794609"/>
                  </a:lnTo>
                  <a:lnTo>
                    <a:pt x="3883823" y="782228"/>
                  </a:lnTo>
                  <a:lnTo>
                    <a:pt x="3859715" y="769206"/>
                  </a:lnTo>
                  <a:lnTo>
                    <a:pt x="3853481" y="765895"/>
                  </a:lnTo>
                  <a:lnTo>
                    <a:pt x="3823139" y="750010"/>
                  </a:lnTo>
                  <a:lnTo>
                    <a:pt x="3811093" y="743803"/>
                  </a:lnTo>
                  <a:lnTo>
                    <a:pt x="3792796" y="734531"/>
                  </a:lnTo>
                  <a:lnTo>
                    <a:pt x="3762454" y="719411"/>
                  </a:lnTo>
                  <a:lnTo>
                    <a:pt x="3760397" y="718400"/>
                  </a:lnTo>
                  <a:lnTo>
                    <a:pt x="3732111" y="704722"/>
                  </a:lnTo>
                  <a:lnTo>
                    <a:pt x="3707439" y="692997"/>
                  </a:lnTo>
                  <a:lnTo>
                    <a:pt x="3701769" y="690348"/>
                  </a:lnTo>
                  <a:lnTo>
                    <a:pt x="3671427" y="676361"/>
                  </a:lnTo>
                  <a:lnTo>
                    <a:pt x="3652094" y="667594"/>
                  </a:lnTo>
                  <a:lnTo>
                    <a:pt x="3641084" y="662685"/>
                  </a:lnTo>
                  <a:lnTo>
                    <a:pt x="3610742" y="649350"/>
                  </a:lnTo>
                  <a:lnTo>
                    <a:pt x="3594201" y="642191"/>
                  </a:lnTo>
                  <a:lnTo>
                    <a:pt x="3580400" y="636319"/>
                  </a:lnTo>
                  <a:lnTo>
                    <a:pt x="3550057" y="623597"/>
                  </a:lnTo>
                  <a:lnTo>
                    <a:pt x="3533575" y="616788"/>
                  </a:lnTo>
                  <a:lnTo>
                    <a:pt x="3519715" y="611161"/>
                  </a:lnTo>
                  <a:lnTo>
                    <a:pt x="3489372" y="599016"/>
                  </a:lnTo>
                  <a:lnTo>
                    <a:pt x="3470017" y="591385"/>
                  </a:lnTo>
                  <a:lnTo>
                    <a:pt x="3459030" y="587128"/>
                  </a:lnTo>
                  <a:lnTo>
                    <a:pt x="3428688" y="575529"/>
                  </a:lnTo>
                  <a:lnTo>
                    <a:pt x="3403314" y="565982"/>
                  </a:lnTo>
                  <a:lnTo>
                    <a:pt x="3398345" y="564145"/>
                  </a:lnTo>
                  <a:lnTo>
                    <a:pt x="3368003" y="553061"/>
                  </a:lnTo>
                  <a:lnTo>
                    <a:pt x="3337661" y="542159"/>
                  </a:lnTo>
                  <a:lnTo>
                    <a:pt x="3333213" y="540579"/>
                  </a:lnTo>
                  <a:lnTo>
                    <a:pt x="3307318" y="531544"/>
                  </a:lnTo>
                  <a:lnTo>
                    <a:pt x="3276976" y="521118"/>
                  </a:lnTo>
                  <a:lnTo>
                    <a:pt x="3259444" y="515176"/>
                  </a:lnTo>
                  <a:lnTo>
                    <a:pt x="3246633" y="510911"/>
                  </a:lnTo>
                  <a:lnTo>
                    <a:pt x="3216291" y="500938"/>
                  </a:lnTo>
                  <a:lnTo>
                    <a:pt x="3185949" y="491119"/>
                  </a:lnTo>
                  <a:lnTo>
                    <a:pt x="3181743" y="489773"/>
                  </a:lnTo>
                  <a:lnTo>
                    <a:pt x="3155606" y="481558"/>
                  </a:lnTo>
                  <a:lnTo>
                    <a:pt x="3125264" y="472159"/>
                  </a:lnTo>
                  <a:lnTo>
                    <a:pt x="3099755" y="464370"/>
                  </a:lnTo>
                  <a:lnTo>
                    <a:pt x="3094922" y="462921"/>
                  </a:lnTo>
                  <a:lnTo>
                    <a:pt x="3064579" y="453922"/>
                  </a:lnTo>
                  <a:lnTo>
                    <a:pt x="3034237" y="445056"/>
                  </a:lnTo>
                  <a:lnTo>
                    <a:pt x="3013122" y="438967"/>
                  </a:lnTo>
                  <a:lnTo>
                    <a:pt x="3003894" y="436355"/>
                  </a:lnTo>
                  <a:lnTo>
                    <a:pt x="2973552" y="427862"/>
                  </a:lnTo>
                  <a:lnTo>
                    <a:pt x="2943210" y="419490"/>
                  </a:lnTo>
                  <a:lnTo>
                    <a:pt x="2921450" y="413564"/>
                  </a:lnTo>
                  <a:lnTo>
                    <a:pt x="2912867" y="411270"/>
                  </a:lnTo>
                  <a:lnTo>
                    <a:pt x="2882525" y="403247"/>
                  </a:lnTo>
                  <a:lnTo>
                    <a:pt x="2852183" y="395336"/>
                  </a:lnTo>
                  <a:lnTo>
                    <a:pt x="2824286" y="388161"/>
                  </a:lnTo>
                  <a:lnTo>
                    <a:pt x="2821840" y="387544"/>
                  </a:lnTo>
                  <a:lnTo>
                    <a:pt x="2791498" y="379959"/>
                  </a:lnTo>
                  <a:lnTo>
                    <a:pt x="2761155" y="372478"/>
                  </a:lnTo>
                  <a:lnTo>
                    <a:pt x="2730813" y="365098"/>
                  </a:lnTo>
                  <a:lnTo>
                    <a:pt x="2721095" y="362758"/>
                  </a:lnTo>
                  <a:lnTo>
                    <a:pt x="2700471" y="357888"/>
                  </a:lnTo>
                  <a:lnTo>
                    <a:pt x="2670128" y="350809"/>
                  </a:lnTo>
                  <a:lnTo>
                    <a:pt x="2639786" y="343822"/>
                  </a:lnTo>
                  <a:lnTo>
                    <a:pt x="2611339" y="337355"/>
                  </a:lnTo>
                  <a:lnTo>
                    <a:pt x="2609444" y="336933"/>
                  </a:lnTo>
                  <a:lnTo>
                    <a:pt x="2579101" y="330229"/>
                  </a:lnTo>
                  <a:lnTo>
                    <a:pt x="2548759" y="323612"/>
                  </a:lnTo>
                  <a:lnTo>
                    <a:pt x="2518417" y="317078"/>
                  </a:lnTo>
                  <a:lnTo>
                    <a:pt x="2494329" y="311952"/>
                  </a:lnTo>
                  <a:lnTo>
                    <a:pt x="2488074" y="310648"/>
                  </a:lnTo>
                  <a:lnTo>
                    <a:pt x="2457732" y="304376"/>
                  </a:lnTo>
                  <a:lnTo>
                    <a:pt x="2427389" y="298183"/>
                  </a:lnTo>
                  <a:lnTo>
                    <a:pt x="2397047" y="292066"/>
                  </a:lnTo>
                  <a:lnTo>
                    <a:pt x="2369356" y="286549"/>
                  </a:lnTo>
                  <a:lnTo>
                    <a:pt x="2366705" y="286032"/>
                  </a:lnTo>
                  <a:lnTo>
                    <a:pt x="2336362" y="280159"/>
                  </a:lnTo>
                  <a:lnTo>
                    <a:pt x="2306020" y="274356"/>
                  </a:lnTo>
                  <a:lnTo>
                    <a:pt x="2275678" y="268623"/>
                  </a:lnTo>
                  <a:lnTo>
                    <a:pt x="2245335" y="262957"/>
                  </a:lnTo>
                  <a:lnTo>
                    <a:pt x="2235549" y="261146"/>
                  </a:lnTo>
                  <a:lnTo>
                    <a:pt x="2214993" y="257421"/>
                  </a:lnTo>
                  <a:lnTo>
                    <a:pt x="2184650" y="251980"/>
                  </a:lnTo>
                  <a:lnTo>
                    <a:pt x="2154308" y="246601"/>
                  </a:lnTo>
                  <a:lnTo>
                    <a:pt x="2123966" y="241284"/>
                  </a:lnTo>
                  <a:lnTo>
                    <a:pt x="2093623" y="236027"/>
                  </a:lnTo>
                  <a:lnTo>
                    <a:pt x="2091971" y="235743"/>
                  </a:lnTo>
                  <a:lnTo>
                    <a:pt x="2063281" y="230915"/>
                  </a:lnTo>
                  <a:lnTo>
                    <a:pt x="2032939" y="225865"/>
                  </a:lnTo>
                  <a:lnTo>
                    <a:pt x="2002596" y="220872"/>
                  </a:lnTo>
                  <a:lnTo>
                    <a:pt x="1972254" y="215933"/>
                  </a:lnTo>
                  <a:lnTo>
                    <a:pt x="1941911" y="211049"/>
                  </a:lnTo>
                  <a:lnTo>
                    <a:pt x="1937477" y="210340"/>
                  </a:lnTo>
                  <a:lnTo>
                    <a:pt x="1911569" y="206291"/>
                  </a:lnTo>
                  <a:lnTo>
                    <a:pt x="1881227" y="201598"/>
                  </a:lnTo>
                  <a:lnTo>
                    <a:pt x="1850884" y="196956"/>
                  </a:lnTo>
                  <a:lnTo>
                    <a:pt x="1820542" y="192363"/>
                  </a:lnTo>
                  <a:lnTo>
                    <a:pt x="1790200" y="187818"/>
                  </a:lnTo>
                  <a:lnTo>
                    <a:pt x="1770788" y="184937"/>
                  </a:lnTo>
                  <a:lnTo>
                    <a:pt x="1759857" y="183351"/>
                  </a:lnTo>
                  <a:lnTo>
                    <a:pt x="1729515" y="178984"/>
                  </a:lnTo>
                  <a:lnTo>
                    <a:pt x="1699172" y="174663"/>
                  </a:lnTo>
                  <a:lnTo>
                    <a:pt x="1668830" y="170386"/>
                  </a:lnTo>
                  <a:lnTo>
                    <a:pt x="1638488" y="166153"/>
                  </a:lnTo>
                  <a:lnTo>
                    <a:pt x="1608145" y="161963"/>
                  </a:lnTo>
                  <a:lnTo>
                    <a:pt x="1590406" y="159534"/>
                  </a:lnTo>
                  <a:lnTo>
                    <a:pt x="1577803" y="157848"/>
                  </a:lnTo>
                  <a:lnTo>
                    <a:pt x="1547461" y="153822"/>
                  </a:lnTo>
                  <a:lnTo>
                    <a:pt x="1517118" y="149835"/>
                  </a:lnTo>
                  <a:lnTo>
                    <a:pt x="1486776" y="145889"/>
                  </a:lnTo>
                  <a:lnTo>
                    <a:pt x="1456433" y="141981"/>
                  </a:lnTo>
                  <a:lnTo>
                    <a:pt x="1426091" y="138111"/>
                  </a:lnTo>
                  <a:lnTo>
                    <a:pt x="1395749" y="134278"/>
                  </a:lnTo>
                  <a:lnTo>
                    <a:pt x="1394578" y="134132"/>
                  </a:lnTo>
                  <a:lnTo>
                    <a:pt x="1365406" y="130557"/>
                  </a:lnTo>
                  <a:lnTo>
                    <a:pt x="1335064" y="126874"/>
                  </a:lnTo>
                  <a:lnTo>
                    <a:pt x="1304722" y="123226"/>
                  </a:lnTo>
                  <a:lnTo>
                    <a:pt x="1274379" y="119613"/>
                  </a:lnTo>
                  <a:lnTo>
                    <a:pt x="1244037" y="116034"/>
                  </a:lnTo>
                  <a:lnTo>
                    <a:pt x="1213694" y="112489"/>
                  </a:lnTo>
                  <a:lnTo>
                    <a:pt x="1183352" y="108976"/>
                  </a:lnTo>
                  <a:lnTo>
                    <a:pt x="1181204" y="108729"/>
                  </a:lnTo>
                  <a:lnTo>
                    <a:pt x="1153010" y="105563"/>
                  </a:lnTo>
                  <a:lnTo>
                    <a:pt x="1122667" y="102188"/>
                  </a:lnTo>
                  <a:lnTo>
                    <a:pt x="1092325" y="98843"/>
                  </a:lnTo>
                  <a:lnTo>
                    <a:pt x="1061983" y="95529"/>
                  </a:lnTo>
                  <a:lnTo>
                    <a:pt x="1031640" y="92245"/>
                  </a:lnTo>
                  <a:lnTo>
                    <a:pt x="1001298" y="88990"/>
                  </a:lnTo>
                  <a:lnTo>
                    <a:pt x="970955" y="85764"/>
                  </a:lnTo>
                  <a:lnTo>
                    <a:pt x="947830" y="83326"/>
                  </a:lnTo>
                  <a:lnTo>
                    <a:pt x="940613" y="82584"/>
                  </a:lnTo>
                  <a:lnTo>
                    <a:pt x="910271" y="79484"/>
                  </a:lnTo>
                  <a:lnTo>
                    <a:pt x="879928" y="76412"/>
                  </a:lnTo>
                  <a:lnTo>
                    <a:pt x="849586" y="73367"/>
                  </a:lnTo>
                  <a:lnTo>
                    <a:pt x="819244" y="70349"/>
                  </a:lnTo>
                  <a:lnTo>
                    <a:pt x="788901" y="67356"/>
                  </a:lnTo>
                  <a:lnTo>
                    <a:pt x="758559" y="64390"/>
                  </a:lnTo>
                  <a:lnTo>
                    <a:pt x="728216" y="61448"/>
                  </a:lnTo>
                  <a:lnTo>
                    <a:pt x="697874" y="58531"/>
                  </a:lnTo>
                  <a:lnTo>
                    <a:pt x="691512" y="57923"/>
                  </a:lnTo>
                  <a:lnTo>
                    <a:pt x="667532" y="55691"/>
                  </a:lnTo>
                  <a:lnTo>
                    <a:pt x="637189" y="52889"/>
                  </a:lnTo>
                  <a:lnTo>
                    <a:pt x="606847" y="50111"/>
                  </a:lnTo>
                  <a:lnTo>
                    <a:pt x="576505" y="47356"/>
                  </a:lnTo>
                  <a:lnTo>
                    <a:pt x="546162" y="44623"/>
                  </a:lnTo>
                  <a:lnTo>
                    <a:pt x="515820" y="41914"/>
                  </a:lnTo>
                  <a:lnTo>
                    <a:pt x="485477" y="39226"/>
                  </a:lnTo>
                  <a:lnTo>
                    <a:pt x="455135" y="36560"/>
                  </a:lnTo>
                  <a:lnTo>
                    <a:pt x="424793" y="33915"/>
                  </a:lnTo>
                  <a:lnTo>
                    <a:pt x="408683" y="32520"/>
                  </a:lnTo>
                  <a:lnTo>
                    <a:pt x="394450" y="31321"/>
                  </a:lnTo>
                  <a:lnTo>
                    <a:pt x="364108" y="28781"/>
                  </a:lnTo>
                  <a:lnTo>
                    <a:pt x="333766" y="26262"/>
                  </a:lnTo>
                  <a:lnTo>
                    <a:pt x="303423" y="23763"/>
                  </a:lnTo>
                  <a:lnTo>
                    <a:pt x="273081" y="21284"/>
                  </a:lnTo>
                  <a:lnTo>
                    <a:pt x="242738" y="18824"/>
                  </a:lnTo>
                  <a:lnTo>
                    <a:pt x="212396" y="16384"/>
                  </a:lnTo>
                  <a:lnTo>
                    <a:pt x="182054" y="13962"/>
                  </a:lnTo>
                  <a:lnTo>
                    <a:pt x="151711" y="11558"/>
                  </a:lnTo>
                  <a:lnTo>
                    <a:pt x="121369" y="9173"/>
                  </a:lnTo>
                  <a:lnTo>
                    <a:pt x="95018" y="7117"/>
                  </a:lnTo>
                  <a:lnTo>
                    <a:pt x="91027" y="6814"/>
                  </a:lnTo>
                  <a:lnTo>
                    <a:pt x="60684" y="4525"/>
                  </a:lnTo>
                  <a:lnTo>
                    <a:pt x="30342" y="2254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588" cap="flat">
              <a:solidFill>
                <a:srgbClr val="FFFFFF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550714" y="1244878"/>
              <a:ext cx="4824437" cy="883131"/>
            </a:xfrm>
            <a:custGeom>
              <a:avLst/>
              <a:pathLst>
                <a:path w="4824437" h="883131">
                  <a:moveTo>
                    <a:pt x="4824437" y="883131"/>
                  </a:moveTo>
                  <a:lnTo>
                    <a:pt x="4822589" y="881574"/>
                  </a:lnTo>
                  <a:lnTo>
                    <a:pt x="4794095" y="858097"/>
                  </a:lnTo>
                  <a:lnTo>
                    <a:pt x="4791703" y="856171"/>
                  </a:lnTo>
                  <a:lnTo>
                    <a:pt x="4763752" y="834152"/>
                  </a:lnTo>
                  <a:lnTo>
                    <a:pt x="4759356" y="830768"/>
                  </a:lnTo>
                  <a:lnTo>
                    <a:pt x="4733410" y="811227"/>
                  </a:lnTo>
                  <a:lnTo>
                    <a:pt x="4725442" y="805365"/>
                  </a:lnTo>
                  <a:lnTo>
                    <a:pt x="4703067" y="789257"/>
                  </a:lnTo>
                  <a:lnTo>
                    <a:pt x="4689849" y="779962"/>
                  </a:lnTo>
                  <a:lnTo>
                    <a:pt x="4672725" y="768179"/>
                  </a:lnTo>
                  <a:lnTo>
                    <a:pt x="4652453" y="754559"/>
                  </a:lnTo>
                  <a:lnTo>
                    <a:pt x="4642383" y="747937"/>
                  </a:lnTo>
                  <a:lnTo>
                    <a:pt x="4613118" y="729156"/>
                  </a:lnTo>
                  <a:lnTo>
                    <a:pt x="4612040" y="728479"/>
                  </a:lnTo>
                  <a:lnTo>
                    <a:pt x="4581698" y="709795"/>
                  </a:lnTo>
                  <a:lnTo>
                    <a:pt x="4571647" y="703753"/>
                  </a:lnTo>
                  <a:lnTo>
                    <a:pt x="4551356" y="691809"/>
                  </a:lnTo>
                  <a:lnTo>
                    <a:pt x="4527911" y="678350"/>
                  </a:lnTo>
                  <a:lnTo>
                    <a:pt x="4521013" y="674472"/>
                  </a:lnTo>
                  <a:lnTo>
                    <a:pt x="4490671" y="657777"/>
                  </a:lnTo>
                  <a:lnTo>
                    <a:pt x="4481695" y="652947"/>
                  </a:lnTo>
                  <a:lnTo>
                    <a:pt x="4460328" y="641684"/>
                  </a:lnTo>
                  <a:lnTo>
                    <a:pt x="4432798" y="627544"/>
                  </a:lnTo>
                  <a:lnTo>
                    <a:pt x="4429986" y="626129"/>
                  </a:lnTo>
                  <a:lnTo>
                    <a:pt x="4399644" y="611144"/>
                  </a:lnTo>
                  <a:lnTo>
                    <a:pt x="4380948" y="602141"/>
                  </a:lnTo>
                  <a:lnTo>
                    <a:pt x="4369301" y="596645"/>
                  </a:lnTo>
                  <a:lnTo>
                    <a:pt x="4338959" y="582636"/>
                  </a:lnTo>
                  <a:lnTo>
                    <a:pt x="4325902" y="576738"/>
                  </a:lnTo>
                  <a:lnTo>
                    <a:pt x="4308617" y="569087"/>
                  </a:lnTo>
                  <a:lnTo>
                    <a:pt x="4278274" y="555966"/>
                  </a:lnTo>
                  <a:lnTo>
                    <a:pt x="4267344" y="551335"/>
                  </a:lnTo>
                  <a:lnTo>
                    <a:pt x="4247932" y="543274"/>
                  </a:lnTo>
                  <a:lnTo>
                    <a:pt x="4217589" y="530965"/>
                  </a:lnTo>
                  <a:lnTo>
                    <a:pt x="4204924" y="525932"/>
                  </a:lnTo>
                  <a:lnTo>
                    <a:pt x="4187247" y="519045"/>
                  </a:lnTo>
                  <a:lnTo>
                    <a:pt x="4156905" y="507482"/>
                  </a:lnTo>
                  <a:lnTo>
                    <a:pt x="4138251" y="500529"/>
                  </a:lnTo>
                  <a:lnTo>
                    <a:pt x="4126562" y="496258"/>
                  </a:lnTo>
                  <a:lnTo>
                    <a:pt x="4096220" y="485381"/>
                  </a:lnTo>
                  <a:lnTo>
                    <a:pt x="4066883" y="475126"/>
                  </a:lnTo>
                  <a:lnTo>
                    <a:pt x="4065878" y="474782"/>
                  </a:lnTo>
                  <a:lnTo>
                    <a:pt x="4035535" y="464537"/>
                  </a:lnTo>
                  <a:lnTo>
                    <a:pt x="4005193" y="454544"/>
                  </a:lnTo>
                  <a:lnTo>
                    <a:pt x="3990270" y="449723"/>
                  </a:lnTo>
                  <a:lnTo>
                    <a:pt x="3974850" y="444839"/>
                  </a:lnTo>
                  <a:lnTo>
                    <a:pt x="3944508" y="435411"/>
                  </a:lnTo>
                  <a:lnTo>
                    <a:pt x="3914166" y="426205"/>
                  </a:lnTo>
                  <a:lnTo>
                    <a:pt x="3907856" y="424320"/>
                  </a:lnTo>
                  <a:lnTo>
                    <a:pt x="3883823" y="417281"/>
                  </a:lnTo>
                  <a:lnTo>
                    <a:pt x="3853481" y="408581"/>
                  </a:lnTo>
                  <a:lnTo>
                    <a:pt x="3823139" y="400078"/>
                  </a:lnTo>
                  <a:lnTo>
                    <a:pt x="3818936" y="398917"/>
                  </a:lnTo>
                  <a:lnTo>
                    <a:pt x="3792796" y="391837"/>
                  </a:lnTo>
                  <a:lnTo>
                    <a:pt x="3762454" y="383790"/>
                  </a:lnTo>
                  <a:lnTo>
                    <a:pt x="3732111" y="375918"/>
                  </a:lnTo>
                  <a:lnTo>
                    <a:pt x="3722701" y="373514"/>
                  </a:lnTo>
                  <a:lnTo>
                    <a:pt x="3701769" y="368271"/>
                  </a:lnTo>
                  <a:lnTo>
                    <a:pt x="3671427" y="360812"/>
                  </a:lnTo>
                  <a:lnTo>
                    <a:pt x="3641084" y="353510"/>
                  </a:lnTo>
                  <a:lnTo>
                    <a:pt x="3618226" y="348111"/>
                  </a:lnTo>
                  <a:lnTo>
                    <a:pt x="3610742" y="346378"/>
                  </a:lnTo>
                  <a:lnTo>
                    <a:pt x="3580400" y="339451"/>
                  </a:lnTo>
                  <a:lnTo>
                    <a:pt x="3550057" y="332664"/>
                  </a:lnTo>
                  <a:lnTo>
                    <a:pt x="3519715" y="326014"/>
                  </a:lnTo>
                  <a:lnTo>
                    <a:pt x="3504392" y="322708"/>
                  </a:lnTo>
                  <a:lnTo>
                    <a:pt x="3489372" y="319532"/>
                  </a:lnTo>
                  <a:lnTo>
                    <a:pt x="3459030" y="313214"/>
                  </a:lnTo>
                  <a:lnTo>
                    <a:pt x="3428688" y="307018"/>
                  </a:lnTo>
                  <a:lnTo>
                    <a:pt x="3398345" y="300942"/>
                  </a:lnTo>
                  <a:lnTo>
                    <a:pt x="3379894" y="297305"/>
                  </a:lnTo>
                  <a:lnTo>
                    <a:pt x="3368003" y="295008"/>
                  </a:lnTo>
                  <a:lnTo>
                    <a:pt x="3337661" y="289228"/>
                  </a:lnTo>
                  <a:lnTo>
                    <a:pt x="3307318" y="283556"/>
                  </a:lnTo>
                  <a:lnTo>
                    <a:pt x="3276976" y="277988"/>
                  </a:lnTo>
                  <a:lnTo>
                    <a:pt x="3246633" y="272522"/>
                  </a:lnTo>
                  <a:lnTo>
                    <a:pt x="3243158" y="271902"/>
                  </a:lnTo>
                  <a:lnTo>
                    <a:pt x="3216291" y="267212"/>
                  </a:lnTo>
                  <a:lnTo>
                    <a:pt x="3185949" y="262005"/>
                  </a:lnTo>
                  <a:lnTo>
                    <a:pt x="3155606" y="256890"/>
                  </a:lnTo>
                  <a:lnTo>
                    <a:pt x="3125264" y="251865"/>
                  </a:lnTo>
                  <a:lnTo>
                    <a:pt x="3094922" y="246926"/>
                  </a:lnTo>
                  <a:lnTo>
                    <a:pt x="3092276" y="246499"/>
                  </a:lnTo>
                  <a:lnTo>
                    <a:pt x="3064579" y="242129"/>
                  </a:lnTo>
                  <a:lnTo>
                    <a:pt x="3034237" y="237419"/>
                  </a:lnTo>
                  <a:lnTo>
                    <a:pt x="3003894" y="232789"/>
                  </a:lnTo>
                  <a:lnTo>
                    <a:pt x="2973552" y="228236"/>
                  </a:lnTo>
                  <a:lnTo>
                    <a:pt x="2943210" y="223758"/>
                  </a:lnTo>
                  <a:lnTo>
                    <a:pt x="2924932" y="221096"/>
                  </a:lnTo>
                  <a:lnTo>
                    <a:pt x="2912867" y="219376"/>
                  </a:lnTo>
                  <a:lnTo>
                    <a:pt x="2882525" y="215102"/>
                  </a:lnTo>
                  <a:lnTo>
                    <a:pt x="2852183" y="210896"/>
                  </a:lnTo>
                  <a:lnTo>
                    <a:pt x="2821840" y="206757"/>
                  </a:lnTo>
                  <a:lnTo>
                    <a:pt x="2791498" y="202684"/>
                  </a:lnTo>
                  <a:lnTo>
                    <a:pt x="2761155" y="198673"/>
                  </a:lnTo>
                  <a:lnTo>
                    <a:pt x="2738294" y="195693"/>
                  </a:lnTo>
                  <a:lnTo>
                    <a:pt x="2730813" y="194739"/>
                  </a:lnTo>
                  <a:lnTo>
                    <a:pt x="2700471" y="190907"/>
                  </a:lnTo>
                  <a:lnTo>
                    <a:pt x="2670128" y="187135"/>
                  </a:lnTo>
                  <a:lnTo>
                    <a:pt x="2639786" y="183419"/>
                  </a:lnTo>
                  <a:lnTo>
                    <a:pt x="2609444" y="179758"/>
                  </a:lnTo>
                  <a:lnTo>
                    <a:pt x="2579101" y="176152"/>
                  </a:lnTo>
                  <a:lnTo>
                    <a:pt x="2548759" y="172598"/>
                  </a:lnTo>
                  <a:lnTo>
                    <a:pt x="2528807" y="170291"/>
                  </a:lnTo>
                  <a:lnTo>
                    <a:pt x="2518417" y="169115"/>
                  </a:lnTo>
                  <a:lnTo>
                    <a:pt x="2488074" y="165716"/>
                  </a:lnTo>
                  <a:lnTo>
                    <a:pt x="2457732" y="162367"/>
                  </a:lnTo>
                  <a:lnTo>
                    <a:pt x="2427389" y="159066"/>
                  </a:lnTo>
                  <a:lnTo>
                    <a:pt x="2397047" y="155811"/>
                  </a:lnTo>
                  <a:lnTo>
                    <a:pt x="2366705" y="152601"/>
                  </a:lnTo>
                  <a:lnTo>
                    <a:pt x="2336362" y="149436"/>
                  </a:lnTo>
                  <a:lnTo>
                    <a:pt x="2306020" y="146314"/>
                  </a:lnTo>
                  <a:lnTo>
                    <a:pt x="2292006" y="144888"/>
                  </a:lnTo>
                  <a:lnTo>
                    <a:pt x="2275678" y="143262"/>
                  </a:lnTo>
                  <a:lnTo>
                    <a:pt x="2245335" y="140274"/>
                  </a:lnTo>
                  <a:lnTo>
                    <a:pt x="2214993" y="137327"/>
                  </a:lnTo>
                  <a:lnTo>
                    <a:pt x="2184650" y="134419"/>
                  </a:lnTo>
                  <a:lnTo>
                    <a:pt x="2154308" y="131550"/>
                  </a:lnTo>
                  <a:lnTo>
                    <a:pt x="2123966" y="128719"/>
                  </a:lnTo>
                  <a:lnTo>
                    <a:pt x="2093623" y="125924"/>
                  </a:lnTo>
                  <a:lnTo>
                    <a:pt x="2063281" y="123165"/>
                  </a:lnTo>
                  <a:lnTo>
                    <a:pt x="2032939" y="120442"/>
                  </a:lnTo>
                  <a:lnTo>
                    <a:pt x="2022178" y="119485"/>
                  </a:lnTo>
                  <a:lnTo>
                    <a:pt x="2002596" y="117783"/>
                  </a:lnTo>
                  <a:lnTo>
                    <a:pt x="1972254" y="115175"/>
                  </a:lnTo>
                  <a:lnTo>
                    <a:pt x="1941911" y="112600"/>
                  </a:lnTo>
                  <a:lnTo>
                    <a:pt x="1911569" y="110057"/>
                  </a:lnTo>
                  <a:lnTo>
                    <a:pt x="1881227" y="107546"/>
                  </a:lnTo>
                  <a:lnTo>
                    <a:pt x="1850884" y="105066"/>
                  </a:lnTo>
                  <a:lnTo>
                    <a:pt x="1820542" y="102616"/>
                  </a:lnTo>
                  <a:lnTo>
                    <a:pt x="1790200" y="100195"/>
                  </a:lnTo>
                  <a:lnTo>
                    <a:pt x="1759857" y="97804"/>
                  </a:lnTo>
                  <a:lnTo>
                    <a:pt x="1729515" y="95441"/>
                  </a:lnTo>
                  <a:lnTo>
                    <a:pt x="1711892" y="94082"/>
                  </a:lnTo>
                  <a:lnTo>
                    <a:pt x="1699172" y="93124"/>
                  </a:lnTo>
                  <a:lnTo>
                    <a:pt x="1668830" y="90860"/>
                  </a:lnTo>
                  <a:lnTo>
                    <a:pt x="1638488" y="88623"/>
                  </a:lnTo>
                  <a:lnTo>
                    <a:pt x="1608145" y="86412"/>
                  </a:lnTo>
                  <a:lnTo>
                    <a:pt x="1577803" y="84227"/>
                  </a:lnTo>
                  <a:lnTo>
                    <a:pt x="1547461" y="82067"/>
                  </a:lnTo>
                  <a:lnTo>
                    <a:pt x="1517118" y="79932"/>
                  </a:lnTo>
                  <a:lnTo>
                    <a:pt x="1486776" y="77820"/>
                  </a:lnTo>
                  <a:lnTo>
                    <a:pt x="1456433" y="75733"/>
                  </a:lnTo>
                  <a:lnTo>
                    <a:pt x="1426091" y="73669"/>
                  </a:lnTo>
                  <a:lnTo>
                    <a:pt x="1395749" y="71628"/>
                  </a:lnTo>
                  <a:lnTo>
                    <a:pt x="1365406" y="69609"/>
                  </a:lnTo>
                  <a:lnTo>
                    <a:pt x="1351312" y="68679"/>
                  </a:lnTo>
                  <a:lnTo>
                    <a:pt x="1335064" y="67633"/>
                  </a:lnTo>
                  <a:lnTo>
                    <a:pt x="1304722" y="65699"/>
                  </a:lnTo>
                  <a:lnTo>
                    <a:pt x="1274379" y="63785"/>
                  </a:lnTo>
                  <a:lnTo>
                    <a:pt x="1244037" y="61892"/>
                  </a:lnTo>
                  <a:lnTo>
                    <a:pt x="1213694" y="60020"/>
                  </a:lnTo>
                  <a:lnTo>
                    <a:pt x="1183352" y="58168"/>
                  </a:lnTo>
                  <a:lnTo>
                    <a:pt x="1153010" y="56335"/>
                  </a:lnTo>
                  <a:lnTo>
                    <a:pt x="1122667" y="54521"/>
                  </a:lnTo>
                  <a:lnTo>
                    <a:pt x="1092325" y="52727"/>
                  </a:lnTo>
                  <a:lnTo>
                    <a:pt x="1061983" y="50951"/>
                  </a:lnTo>
                  <a:lnTo>
                    <a:pt x="1031640" y="49194"/>
                  </a:lnTo>
                  <a:lnTo>
                    <a:pt x="1001298" y="47454"/>
                  </a:lnTo>
                  <a:lnTo>
                    <a:pt x="970955" y="45732"/>
                  </a:lnTo>
                  <a:lnTo>
                    <a:pt x="940613" y="44027"/>
                  </a:lnTo>
                  <a:lnTo>
                    <a:pt x="927133" y="43276"/>
                  </a:lnTo>
                  <a:lnTo>
                    <a:pt x="910271" y="42360"/>
                  </a:lnTo>
                  <a:lnTo>
                    <a:pt x="879928" y="40727"/>
                  </a:lnTo>
                  <a:lnTo>
                    <a:pt x="849586" y="39110"/>
                  </a:lnTo>
                  <a:lnTo>
                    <a:pt x="819244" y="37509"/>
                  </a:lnTo>
                  <a:lnTo>
                    <a:pt x="788901" y="35924"/>
                  </a:lnTo>
                  <a:lnTo>
                    <a:pt x="758559" y="34355"/>
                  </a:lnTo>
                  <a:lnTo>
                    <a:pt x="728216" y="32801"/>
                  </a:lnTo>
                  <a:lnTo>
                    <a:pt x="697874" y="31262"/>
                  </a:lnTo>
                  <a:lnTo>
                    <a:pt x="667532" y="29738"/>
                  </a:lnTo>
                  <a:lnTo>
                    <a:pt x="637189" y="28229"/>
                  </a:lnTo>
                  <a:lnTo>
                    <a:pt x="606847" y="26734"/>
                  </a:lnTo>
                  <a:lnTo>
                    <a:pt x="576505" y="25253"/>
                  </a:lnTo>
                  <a:lnTo>
                    <a:pt x="546162" y="23786"/>
                  </a:lnTo>
                  <a:lnTo>
                    <a:pt x="515820" y="22333"/>
                  </a:lnTo>
                  <a:lnTo>
                    <a:pt x="485477" y="20893"/>
                  </a:lnTo>
                  <a:lnTo>
                    <a:pt x="455135" y="19466"/>
                  </a:lnTo>
                  <a:lnTo>
                    <a:pt x="424793" y="18053"/>
                  </a:lnTo>
                  <a:lnTo>
                    <a:pt x="420902" y="17873"/>
                  </a:lnTo>
                  <a:lnTo>
                    <a:pt x="394450" y="16682"/>
                  </a:lnTo>
                  <a:lnTo>
                    <a:pt x="364108" y="15328"/>
                  </a:lnTo>
                  <a:lnTo>
                    <a:pt x="333766" y="13987"/>
                  </a:lnTo>
                  <a:lnTo>
                    <a:pt x="303423" y="12657"/>
                  </a:lnTo>
                  <a:lnTo>
                    <a:pt x="273081" y="11340"/>
                  </a:lnTo>
                  <a:lnTo>
                    <a:pt x="242738" y="10035"/>
                  </a:lnTo>
                  <a:lnTo>
                    <a:pt x="212396" y="8741"/>
                  </a:lnTo>
                  <a:lnTo>
                    <a:pt x="182054" y="7459"/>
                  </a:lnTo>
                  <a:lnTo>
                    <a:pt x="151711" y="6189"/>
                  </a:lnTo>
                  <a:lnTo>
                    <a:pt x="121369" y="4929"/>
                  </a:lnTo>
                  <a:lnTo>
                    <a:pt x="91027" y="3681"/>
                  </a:lnTo>
                  <a:lnTo>
                    <a:pt x="60684" y="2443"/>
                  </a:lnTo>
                  <a:lnTo>
                    <a:pt x="30342" y="1216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588" cap="flat">
              <a:solidFill>
                <a:srgbClr val="FFFFFF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50714" y="1069893"/>
              <a:ext cx="4824437" cy="251517"/>
            </a:xfrm>
            <a:custGeom>
              <a:avLst/>
              <a:pathLst>
                <a:path w="4824437" h="251517">
                  <a:moveTo>
                    <a:pt x="4824437" y="251517"/>
                  </a:moveTo>
                  <a:lnTo>
                    <a:pt x="4794095" y="244372"/>
                  </a:lnTo>
                  <a:lnTo>
                    <a:pt x="4791007" y="243663"/>
                  </a:lnTo>
                  <a:lnTo>
                    <a:pt x="4763752" y="237562"/>
                  </a:lnTo>
                  <a:lnTo>
                    <a:pt x="4733410" y="231036"/>
                  </a:lnTo>
                  <a:lnTo>
                    <a:pt x="4703067" y="224772"/>
                  </a:lnTo>
                  <a:lnTo>
                    <a:pt x="4672725" y="218754"/>
                  </a:lnTo>
                  <a:lnTo>
                    <a:pt x="4670178" y="218260"/>
                  </a:lnTo>
                  <a:lnTo>
                    <a:pt x="4642383" y="213001"/>
                  </a:lnTo>
                  <a:lnTo>
                    <a:pt x="4612040" y="207469"/>
                  </a:lnTo>
                  <a:lnTo>
                    <a:pt x="4581698" y="202143"/>
                  </a:lnTo>
                  <a:lnTo>
                    <a:pt x="4551356" y="197010"/>
                  </a:lnTo>
                  <a:lnTo>
                    <a:pt x="4525974" y="192857"/>
                  </a:lnTo>
                  <a:lnTo>
                    <a:pt x="4521013" y="192065"/>
                  </a:lnTo>
                  <a:lnTo>
                    <a:pt x="4490671" y="187321"/>
                  </a:lnTo>
                  <a:lnTo>
                    <a:pt x="4460328" y="182741"/>
                  </a:lnTo>
                  <a:lnTo>
                    <a:pt x="4429986" y="178316"/>
                  </a:lnTo>
                  <a:lnTo>
                    <a:pt x="4399644" y="174038"/>
                  </a:lnTo>
                  <a:lnTo>
                    <a:pt x="4369301" y="169900"/>
                  </a:lnTo>
                  <a:lnTo>
                    <a:pt x="4350888" y="167454"/>
                  </a:lnTo>
                  <a:lnTo>
                    <a:pt x="4338959" y="165906"/>
                  </a:lnTo>
                  <a:lnTo>
                    <a:pt x="4308617" y="162057"/>
                  </a:lnTo>
                  <a:lnTo>
                    <a:pt x="4278274" y="158328"/>
                  </a:lnTo>
                  <a:lnTo>
                    <a:pt x="4247932" y="154712"/>
                  </a:lnTo>
                  <a:lnTo>
                    <a:pt x="4217589" y="151206"/>
                  </a:lnTo>
                  <a:lnTo>
                    <a:pt x="4187247" y="147804"/>
                  </a:lnTo>
                  <a:lnTo>
                    <a:pt x="4156905" y="144501"/>
                  </a:lnTo>
                  <a:lnTo>
                    <a:pt x="4133812" y="142051"/>
                  </a:lnTo>
                  <a:lnTo>
                    <a:pt x="4126562" y="141299"/>
                  </a:lnTo>
                  <a:lnTo>
                    <a:pt x="4096220" y="138208"/>
                  </a:lnTo>
                  <a:lnTo>
                    <a:pt x="4065878" y="135205"/>
                  </a:lnTo>
                  <a:lnTo>
                    <a:pt x="4035535" y="132284"/>
                  </a:lnTo>
                  <a:lnTo>
                    <a:pt x="4005193" y="129442"/>
                  </a:lnTo>
                  <a:lnTo>
                    <a:pt x="3974850" y="126676"/>
                  </a:lnTo>
                  <a:lnTo>
                    <a:pt x="3944508" y="123984"/>
                  </a:lnTo>
                  <a:lnTo>
                    <a:pt x="3914166" y="121361"/>
                  </a:lnTo>
                  <a:lnTo>
                    <a:pt x="3883823" y="118806"/>
                  </a:lnTo>
                  <a:lnTo>
                    <a:pt x="3857580" y="116648"/>
                  </a:lnTo>
                  <a:lnTo>
                    <a:pt x="3853481" y="116318"/>
                  </a:lnTo>
                  <a:lnTo>
                    <a:pt x="3823139" y="113914"/>
                  </a:lnTo>
                  <a:lnTo>
                    <a:pt x="3792796" y="111569"/>
                  </a:lnTo>
                  <a:lnTo>
                    <a:pt x="3762454" y="109281"/>
                  </a:lnTo>
                  <a:lnTo>
                    <a:pt x="3732111" y="107049"/>
                  </a:lnTo>
                  <a:lnTo>
                    <a:pt x="3701769" y="104870"/>
                  </a:lnTo>
                  <a:lnTo>
                    <a:pt x="3671427" y="102742"/>
                  </a:lnTo>
                  <a:lnTo>
                    <a:pt x="3641084" y="100663"/>
                  </a:lnTo>
                  <a:lnTo>
                    <a:pt x="3610742" y="98632"/>
                  </a:lnTo>
                  <a:lnTo>
                    <a:pt x="3580400" y="96647"/>
                  </a:lnTo>
                  <a:lnTo>
                    <a:pt x="3550057" y="94707"/>
                  </a:lnTo>
                  <a:lnTo>
                    <a:pt x="3519715" y="92809"/>
                  </a:lnTo>
                  <a:lnTo>
                    <a:pt x="3494192" y="91245"/>
                  </a:lnTo>
                  <a:lnTo>
                    <a:pt x="3489372" y="90956"/>
                  </a:lnTo>
                  <a:lnTo>
                    <a:pt x="3459030" y="89160"/>
                  </a:lnTo>
                  <a:lnTo>
                    <a:pt x="3428688" y="87404"/>
                  </a:lnTo>
                  <a:lnTo>
                    <a:pt x="3398345" y="85684"/>
                  </a:lnTo>
                  <a:lnTo>
                    <a:pt x="3368003" y="84001"/>
                  </a:lnTo>
                  <a:lnTo>
                    <a:pt x="3337661" y="82352"/>
                  </a:lnTo>
                  <a:lnTo>
                    <a:pt x="3307318" y="80738"/>
                  </a:lnTo>
                  <a:lnTo>
                    <a:pt x="3276976" y="79156"/>
                  </a:lnTo>
                  <a:lnTo>
                    <a:pt x="3246633" y="77606"/>
                  </a:lnTo>
                  <a:lnTo>
                    <a:pt x="3216291" y="76087"/>
                  </a:lnTo>
                  <a:lnTo>
                    <a:pt x="3185949" y="74598"/>
                  </a:lnTo>
                  <a:lnTo>
                    <a:pt x="3155606" y="73137"/>
                  </a:lnTo>
                  <a:lnTo>
                    <a:pt x="3125264" y="71705"/>
                  </a:lnTo>
                  <a:lnTo>
                    <a:pt x="3094922" y="70300"/>
                  </a:lnTo>
                  <a:lnTo>
                    <a:pt x="3064579" y="68921"/>
                  </a:lnTo>
                  <a:lnTo>
                    <a:pt x="3034237" y="67568"/>
                  </a:lnTo>
                  <a:lnTo>
                    <a:pt x="3003894" y="66240"/>
                  </a:lnTo>
                  <a:lnTo>
                    <a:pt x="2994679" y="65842"/>
                  </a:lnTo>
                  <a:lnTo>
                    <a:pt x="2973552" y="64949"/>
                  </a:lnTo>
                  <a:lnTo>
                    <a:pt x="2943210" y="63686"/>
                  </a:lnTo>
                  <a:lnTo>
                    <a:pt x="2912867" y="62446"/>
                  </a:lnTo>
                  <a:lnTo>
                    <a:pt x="2882525" y="61229"/>
                  </a:lnTo>
                  <a:lnTo>
                    <a:pt x="2852183" y="60033"/>
                  </a:lnTo>
                  <a:lnTo>
                    <a:pt x="2821840" y="58858"/>
                  </a:lnTo>
                  <a:lnTo>
                    <a:pt x="2791498" y="57704"/>
                  </a:lnTo>
                  <a:lnTo>
                    <a:pt x="2761155" y="56569"/>
                  </a:lnTo>
                  <a:lnTo>
                    <a:pt x="2730813" y="55454"/>
                  </a:lnTo>
                  <a:lnTo>
                    <a:pt x="2700471" y="54358"/>
                  </a:lnTo>
                  <a:lnTo>
                    <a:pt x="2670128" y="53280"/>
                  </a:lnTo>
                  <a:lnTo>
                    <a:pt x="2639786" y="52220"/>
                  </a:lnTo>
                  <a:lnTo>
                    <a:pt x="2609444" y="51178"/>
                  </a:lnTo>
                  <a:lnTo>
                    <a:pt x="2579101" y="50153"/>
                  </a:lnTo>
                  <a:lnTo>
                    <a:pt x="2548759" y="49144"/>
                  </a:lnTo>
                  <a:lnTo>
                    <a:pt x="2518417" y="48151"/>
                  </a:lnTo>
                  <a:lnTo>
                    <a:pt x="2488074" y="47174"/>
                  </a:lnTo>
                  <a:lnTo>
                    <a:pt x="2457732" y="46213"/>
                  </a:lnTo>
                  <a:lnTo>
                    <a:pt x="2427389" y="45266"/>
                  </a:lnTo>
                  <a:lnTo>
                    <a:pt x="2397047" y="44334"/>
                  </a:lnTo>
                  <a:lnTo>
                    <a:pt x="2366705" y="43417"/>
                  </a:lnTo>
                  <a:lnTo>
                    <a:pt x="2336362" y="42513"/>
                  </a:lnTo>
                  <a:lnTo>
                    <a:pt x="2306020" y="41623"/>
                  </a:lnTo>
                  <a:lnTo>
                    <a:pt x="2275678" y="40747"/>
                  </a:lnTo>
                  <a:lnTo>
                    <a:pt x="2264924" y="40439"/>
                  </a:lnTo>
                  <a:lnTo>
                    <a:pt x="2245335" y="39892"/>
                  </a:lnTo>
                  <a:lnTo>
                    <a:pt x="2214993" y="39055"/>
                  </a:lnTo>
                  <a:lnTo>
                    <a:pt x="2184650" y="38231"/>
                  </a:lnTo>
                  <a:lnTo>
                    <a:pt x="2154308" y="37419"/>
                  </a:lnTo>
                  <a:lnTo>
                    <a:pt x="2123966" y="36619"/>
                  </a:lnTo>
                  <a:lnTo>
                    <a:pt x="2093623" y="35830"/>
                  </a:lnTo>
                  <a:lnTo>
                    <a:pt x="2063281" y="35052"/>
                  </a:lnTo>
                  <a:lnTo>
                    <a:pt x="2032939" y="34286"/>
                  </a:lnTo>
                  <a:lnTo>
                    <a:pt x="2002596" y="33531"/>
                  </a:lnTo>
                  <a:lnTo>
                    <a:pt x="1972254" y="32786"/>
                  </a:lnTo>
                  <a:lnTo>
                    <a:pt x="1941911" y="32051"/>
                  </a:lnTo>
                  <a:lnTo>
                    <a:pt x="1911569" y="31327"/>
                  </a:lnTo>
                  <a:lnTo>
                    <a:pt x="1881227" y="30612"/>
                  </a:lnTo>
                  <a:lnTo>
                    <a:pt x="1850884" y="29908"/>
                  </a:lnTo>
                  <a:lnTo>
                    <a:pt x="1820542" y="29213"/>
                  </a:lnTo>
                  <a:lnTo>
                    <a:pt x="1790200" y="28527"/>
                  </a:lnTo>
                  <a:lnTo>
                    <a:pt x="1759857" y="27850"/>
                  </a:lnTo>
                  <a:lnTo>
                    <a:pt x="1729515" y="27182"/>
                  </a:lnTo>
                  <a:lnTo>
                    <a:pt x="1699172" y="26523"/>
                  </a:lnTo>
                  <a:lnTo>
                    <a:pt x="1668830" y="25873"/>
                  </a:lnTo>
                  <a:lnTo>
                    <a:pt x="1638488" y="25231"/>
                  </a:lnTo>
                  <a:lnTo>
                    <a:pt x="1608145" y="24597"/>
                  </a:lnTo>
                  <a:lnTo>
                    <a:pt x="1577803" y="23971"/>
                  </a:lnTo>
                  <a:lnTo>
                    <a:pt x="1547461" y="23353"/>
                  </a:lnTo>
                  <a:lnTo>
                    <a:pt x="1517118" y="22743"/>
                  </a:lnTo>
                  <a:lnTo>
                    <a:pt x="1486776" y="22141"/>
                  </a:lnTo>
                  <a:lnTo>
                    <a:pt x="1456433" y="21546"/>
                  </a:lnTo>
                  <a:lnTo>
                    <a:pt x="1426091" y="20958"/>
                  </a:lnTo>
                  <a:lnTo>
                    <a:pt x="1395749" y="20378"/>
                  </a:lnTo>
                  <a:lnTo>
                    <a:pt x="1365406" y="19804"/>
                  </a:lnTo>
                  <a:lnTo>
                    <a:pt x="1335064" y="19238"/>
                  </a:lnTo>
                  <a:lnTo>
                    <a:pt x="1304722" y="18678"/>
                  </a:lnTo>
                  <a:lnTo>
                    <a:pt x="1274379" y="18125"/>
                  </a:lnTo>
                  <a:lnTo>
                    <a:pt x="1244037" y="17578"/>
                  </a:lnTo>
                  <a:lnTo>
                    <a:pt x="1213694" y="17038"/>
                  </a:lnTo>
                  <a:lnTo>
                    <a:pt x="1183352" y="16504"/>
                  </a:lnTo>
                  <a:lnTo>
                    <a:pt x="1153010" y="15976"/>
                  </a:lnTo>
                  <a:lnTo>
                    <a:pt x="1122667" y="15455"/>
                  </a:lnTo>
                  <a:lnTo>
                    <a:pt x="1098061" y="15036"/>
                  </a:lnTo>
                  <a:lnTo>
                    <a:pt x="1092325" y="14941"/>
                  </a:lnTo>
                  <a:lnTo>
                    <a:pt x="1061983" y="14442"/>
                  </a:lnTo>
                  <a:lnTo>
                    <a:pt x="1031640" y="13949"/>
                  </a:lnTo>
                  <a:lnTo>
                    <a:pt x="1001298" y="13462"/>
                  </a:lnTo>
                  <a:lnTo>
                    <a:pt x="970955" y="12980"/>
                  </a:lnTo>
                  <a:lnTo>
                    <a:pt x="940613" y="12503"/>
                  </a:lnTo>
                  <a:lnTo>
                    <a:pt x="910271" y="12032"/>
                  </a:lnTo>
                  <a:lnTo>
                    <a:pt x="879928" y="11567"/>
                  </a:lnTo>
                  <a:lnTo>
                    <a:pt x="849586" y="11106"/>
                  </a:lnTo>
                  <a:lnTo>
                    <a:pt x="819244" y="10650"/>
                  </a:lnTo>
                  <a:lnTo>
                    <a:pt x="788901" y="10200"/>
                  </a:lnTo>
                  <a:lnTo>
                    <a:pt x="758559" y="9754"/>
                  </a:lnTo>
                  <a:lnTo>
                    <a:pt x="728216" y="9314"/>
                  </a:lnTo>
                  <a:lnTo>
                    <a:pt x="697874" y="8878"/>
                  </a:lnTo>
                  <a:lnTo>
                    <a:pt x="667532" y="8446"/>
                  </a:lnTo>
                  <a:lnTo>
                    <a:pt x="637189" y="8019"/>
                  </a:lnTo>
                  <a:lnTo>
                    <a:pt x="606847" y="7597"/>
                  </a:lnTo>
                  <a:lnTo>
                    <a:pt x="576505" y="7179"/>
                  </a:lnTo>
                  <a:lnTo>
                    <a:pt x="546162" y="6766"/>
                  </a:lnTo>
                  <a:lnTo>
                    <a:pt x="515820" y="6357"/>
                  </a:lnTo>
                  <a:lnTo>
                    <a:pt x="485477" y="5952"/>
                  </a:lnTo>
                  <a:lnTo>
                    <a:pt x="455135" y="5551"/>
                  </a:lnTo>
                  <a:lnTo>
                    <a:pt x="424793" y="5155"/>
                  </a:lnTo>
                  <a:lnTo>
                    <a:pt x="394450" y="4762"/>
                  </a:lnTo>
                  <a:lnTo>
                    <a:pt x="364108" y="4374"/>
                  </a:lnTo>
                  <a:lnTo>
                    <a:pt x="333766" y="3989"/>
                  </a:lnTo>
                  <a:lnTo>
                    <a:pt x="303423" y="3608"/>
                  </a:lnTo>
                  <a:lnTo>
                    <a:pt x="273081" y="3231"/>
                  </a:lnTo>
                  <a:lnTo>
                    <a:pt x="242738" y="2858"/>
                  </a:lnTo>
                  <a:lnTo>
                    <a:pt x="212396" y="2488"/>
                  </a:lnTo>
                  <a:lnTo>
                    <a:pt x="182054" y="2122"/>
                  </a:lnTo>
                  <a:lnTo>
                    <a:pt x="151711" y="1760"/>
                  </a:lnTo>
                  <a:lnTo>
                    <a:pt x="121369" y="1401"/>
                  </a:lnTo>
                  <a:lnTo>
                    <a:pt x="91027" y="1046"/>
                  </a:lnTo>
                  <a:lnTo>
                    <a:pt x="60684" y="694"/>
                  </a:lnTo>
                  <a:lnTo>
                    <a:pt x="30342" y="345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588" cap="flat">
              <a:solidFill>
                <a:srgbClr val="FFFFFF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50714" y="638812"/>
              <a:ext cx="4824437" cy="282991"/>
            </a:xfrm>
            <a:custGeom>
              <a:avLst/>
              <a:pathLst>
                <a:path w="4824437" h="282991">
                  <a:moveTo>
                    <a:pt x="0" y="282991"/>
                  </a:moveTo>
                  <a:lnTo>
                    <a:pt x="30342" y="282603"/>
                  </a:lnTo>
                  <a:lnTo>
                    <a:pt x="60684" y="282211"/>
                  </a:lnTo>
                  <a:lnTo>
                    <a:pt x="91027" y="281815"/>
                  </a:lnTo>
                  <a:lnTo>
                    <a:pt x="121369" y="281416"/>
                  </a:lnTo>
                  <a:lnTo>
                    <a:pt x="151711" y="281012"/>
                  </a:lnTo>
                  <a:lnTo>
                    <a:pt x="182054" y="280603"/>
                  </a:lnTo>
                  <a:lnTo>
                    <a:pt x="212396" y="280190"/>
                  </a:lnTo>
                  <a:lnTo>
                    <a:pt x="242738" y="279773"/>
                  </a:lnTo>
                  <a:lnTo>
                    <a:pt x="273081" y="279352"/>
                  </a:lnTo>
                  <a:lnTo>
                    <a:pt x="303423" y="278926"/>
                  </a:lnTo>
                  <a:lnTo>
                    <a:pt x="333766" y="278495"/>
                  </a:lnTo>
                  <a:lnTo>
                    <a:pt x="364108" y="278060"/>
                  </a:lnTo>
                  <a:lnTo>
                    <a:pt x="394450" y="277620"/>
                  </a:lnTo>
                  <a:lnTo>
                    <a:pt x="424793" y="277175"/>
                  </a:lnTo>
                  <a:lnTo>
                    <a:pt x="455135" y="276725"/>
                  </a:lnTo>
                  <a:lnTo>
                    <a:pt x="485477" y="276270"/>
                  </a:lnTo>
                  <a:lnTo>
                    <a:pt x="515820" y="275810"/>
                  </a:lnTo>
                  <a:lnTo>
                    <a:pt x="546162" y="275345"/>
                  </a:lnTo>
                  <a:lnTo>
                    <a:pt x="576505" y="274875"/>
                  </a:lnTo>
                  <a:lnTo>
                    <a:pt x="606847" y="274399"/>
                  </a:lnTo>
                  <a:lnTo>
                    <a:pt x="637189" y="273918"/>
                  </a:lnTo>
                  <a:lnTo>
                    <a:pt x="667532" y="273432"/>
                  </a:lnTo>
                  <a:lnTo>
                    <a:pt x="697874" y="272940"/>
                  </a:lnTo>
                  <a:lnTo>
                    <a:pt x="728216" y="272442"/>
                  </a:lnTo>
                  <a:lnTo>
                    <a:pt x="758559" y="271939"/>
                  </a:lnTo>
                  <a:lnTo>
                    <a:pt x="788901" y="271429"/>
                  </a:lnTo>
                  <a:lnTo>
                    <a:pt x="819244" y="270914"/>
                  </a:lnTo>
                  <a:lnTo>
                    <a:pt x="849586" y="270392"/>
                  </a:lnTo>
                  <a:lnTo>
                    <a:pt x="879928" y="269865"/>
                  </a:lnTo>
                  <a:lnTo>
                    <a:pt x="910271" y="269331"/>
                  </a:lnTo>
                  <a:lnTo>
                    <a:pt x="940613" y="268791"/>
                  </a:lnTo>
                  <a:lnTo>
                    <a:pt x="968022" y="268297"/>
                  </a:lnTo>
                  <a:lnTo>
                    <a:pt x="970955" y="268245"/>
                  </a:lnTo>
                  <a:lnTo>
                    <a:pt x="1001298" y="267704"/>
                  </a:lnTo>
                  <a:lnTo>
                    <a:pt x="1031640" y="267156"/>
                  </a:lnTo>
                  <a:lnTo>
                    <a:pt x="1061983" y="266601"/>
                  </a:lnTo>
                  <a:lnTo>
                    <a:pt x="1092325" y="266039"/>
                  </a:lnTo>
                  <a:lnTo>
                    <a:pt x="1122667" y="265470"/>
                  </a:lnTo>
                  <a:lnTo>
                    <a:pt x="1153010" y="264894"/>
                  </a:lnTo>
                  <a:lnTo>
                    <a:pt x="1183352" y="264310"/>
                  </a:lnTo>
                  <a:lnTo>
                    <a:pt x="1213694" y="263719"/>
                  </a:lnTo>
                  <a:lnTo>
                    <a:pt x="1244037" y="263120"/>
                  </a:lnTo>
                  <a:lnTo>
                    <a:pt x="1274379" y="262513"/>
                  </a:lnTo>
                  <a:lnTo>
                    <a:pt x="1304722" y="261899"/>
                  </a:lnTo>
                  <a:lnTo>
                    <a:pt x="1335064" y="261276"/>
                  </a:lnTo>
                  <a:lnTo>
                    <a:pt x="1365406" y="260646"/>
                  </a:lnTo>
                  <a:lnTo>
                    <a:pt x="1395749" y="260007"/>
                  </a:lnTo>
                  <a:lnTo>
                    <a:pt x="1426091" y="259359"/>
                  </a:lnTo>
                  <a:lnTo>
                    <a:pt x="1456433" y="258702"/>
                  </a:lnTo>
                  <a:lnTo>
                    <a:pt x="1486776" y="258037"/>
                  </a:lnTo>
                  <a:lnTo>
                    <a:pt x="1517118" y="257363"/>
                  </a:lnTo>
                  <a:lnTo>
                    <a:pt x="1547461" y="256679"/>
                  </a:lnTo>
                  <a:lnTo>
                    <a:pt x="1577803" y="255986"/>
                  </a:lnTo>
                  <a:lnTo>
                    <a:pt x="1608145" y="255283"/>
                  </a:lnTo>
                  <a:lnTo>
                    <a:pt x="1638488" y="254571"/>
                  </a:lnTo>
                  <a:lnTo>
                    <a:pt x="1668830" y="253848"/>
                  </a:lnTo>
                  <a:lnTo>
                    <a:pt x="1699172" y="253116"/>
                  </a:lnTo>
                  <a:lnTo>
                    <a:pt x="1729515" y="252373"/>
                  </a:lnTo>
                  <a:lnTo>
                    <a:pt x="1759857" y="251619"/>
                  </a:lnTo>
                  <a:lnTo>
                    <a:pt x="1790200" y="250854"/>
                  </a:lnTo>
                  <a:lnTo>
                    <a:pt x="1820542" y="250079"/>
                  </a:lnTo>
                  <a:lnTo>
                    <a:pt x="1850884" y="249292"/>
                  </a:lnTo>
                  <a:lnTo>
                    <a:pt x="1881227" y="248493"/>
                  </a:lnTo>
                  <a:lnTo>
                    <a:pt x="1911569" y="247683"/>
                  </a:lnTo>
                  <a:lnTo>
                    <a:pt x="1941911" y="246860"/>
                  </a:lnTo>
                  <a:lnTo>
                    <a:pt x="1972254" y="246026"/>
                  </a:lnTo>
                  <a:lnTo>
                    <a:pt x="2002596" y="245178"/>
                  </a:lnTo>
                  <a:lnTo>
                    <a:pt x="2032939" y="244318"/>
                  </a:lnTo>
                  <a:lnTo>
                    <a:pt x="2063281" y="243445"/>
                  </a:lnTo>
                  <a:lnTo>
                    <a:pt x="2082181" y="242894"/>
                  </a:lnTo>
                  <a:lnTo>
                    <a:pt x="2093623" y="242564"/>
                  </a:lnTo>
                  <a:lnTo>
                    <a:pt x="2123966" y="241679"/>
                  </a:lnTo>
                  <a:lnTo>
                    <a:pt x="2154308" y="240779"/>
                  </a:lnTo>
                  <a:lnTo>
                    <a:pt x="2184650" y="239866"/>
                  </a:lnTo>
                  <a:lnTo>
                    <a:pt x="2214993" y="238937"/>
                  </a:lnTo>
                  <a:lnTo>
                    <a:pt x="2245335" y="237994"/>
                  </a:lnTo>
                  <a:lnTo>
                    <a:pt x="2275678" y="237035"/>
                  </a:lnTo>
                  <a:lnTo>
                    <a:pt x="2306020" y="236060"/>
                  </a:lnTo>
                  <a:lnTo>
                    <a:pt x="2336362" y="235070"/>
                  </a:lnTo>
                  <a:lnTo>
                    <a:pt x="2366705" y="234062"/>
                  </a:lnTo>
                  <a:lnTo>
                    <a:pt x="2397047" y="233038"/>
                  </a:lnTo>
                  <a:lnTo>
                    <a:pt x="2427389" y="231996"/>
                  </a:lnTo>
                  <a:lnTo>
                    <a:pt x="2457732" y="230937"/>
                  </a:lnTo>
                  <a:lnTo>
                    <a:pt x="2488074" y="229859"/>
                  </a:lnTo>
                  <a:lnTo>
                    <a:pt x="2518417" y="228763"/>
                  </a:lnTo>
                  <a:lnTo>
                    <a:pt x="2548759" y="227648"/>
                  </a:lnTo>
                  <a:lnTo>
                    <a:pt x="2579101" y="226513"/>
                  </a:lnTo>
                  <a:lnTo>
                    <a:pt x="2609444" y="225358"/>
                  </a:lnTo>
                  <a:lnTo>
                    <a:pt x="2639786" y="224182"/>
                  </a:lnTo>
                  <a:lnTo>
                    <a:pt x="2670128" y="222985"/>
                  </a:lnTo>
                  <a:lnTo>
                    <a:pt x="2700471" y="221766"/>
                  </a:lnTo>
                  <a:lnTo>
                    <a:pt x="2730813" y="220525"/>
                  </a:lnTo>
                  <a:lnTo>
                    <a:pt x="2761155" y="219261"/>
                  </a:lnTo>
                  <a:lnTo>
                    <a:pt x="2791498" y="217973"/>
                  </a:lnTo>
                  <a:lnTo>
                    <a:pt x="2802713" y="217491"/>
                  </a:lnTo>
                  <a:lnTo>
                    <a:pt x="2821840" y="216673"/>
                  </a:lnTo>
                  <a:lnTo>
                    <a:pt x="2852183" y="215355"/>
                  </a:lnTo>
                  <a:lnTo>
                    <a:pt x="2882525" y="214011"/>
                  </a:lnTo>
                  <a:lnTo>
                    <a:pt x="2912867" y="212642"/>
                  </a:lnTo>
                  <a:lnTo>
                    <a:pt x="2943210" y="211245"/>
                  </a:lnTo>
                  <a:lnTo>
                    <a:pt x="2973552" y="209820"/>
                  </a:lnTo>
                  <a:lnTo>
                    <a:pt x="3003894" y="208367"/>
                  </a:lnTo>
                  <a:lnTo>
                    <a:pt x="3034237" y="206884"/>
                  </a:lnTo>
                  <a:lnTo>
                    <a:pt x="3064579" y="205372"/>
                  </a:lnTo>
                  <a:lnTo>
                    <a:pt x="3094922" y="203827"/>
                  </a:lnTo>
                  <a:lnTo>
                    <a:pt x="3125264" y="202251"/>
                  </a:lnTo>
                  <a:lnTo>
                    <a:pt x="3155606" y="200642"/>
                  </a:lnTo>
                  <a:lnTo>
                    <a:pt x="3185949" y="198999"/>
                  </a:lnTo>
                  <a:lnTo>
                    <a:pt x="3216291" y="197320"/>
                  </a:lnTo>
                  <a:lnTo>
                    <a:pt x="3246633" y="195606"/>
                  </a:lnTo>
                  <a:lnTo>
                    <a:pt x="3276976" y="193854"/>
                  </a:lnTo>
                  <a:lnTo>
                    <a:pt x="3306898" y="192088"/>
                  </a:lnTo>
                  <a:lnTo>
                    <a:pt x="3307318" y="192063"/>
                  </a:lnTo>
                  <a:lnTo>
                    <a:pt x="3337661" y="190255"/>
                  </a:lnTo>
                  <a:lnTo>
                    <a:pt x="3368003" y="188405"/>
                  </a:lnTo>
                  <a:lnTo>
                    <a:pt x="3398345" y="186513"/>
                  </a:lnTo>
                  <a:lnTo>
                    <a:pt x="3428688" y="184577"/>
                  </a:lnTo>
                  <a:lnTo>
                    <a:pt x="3459030" y="182596"/>
                  </a:lnTo>
                  <a:lnTo>
                    <a:pt x="3489372" y="180567"/>
                  </a:lnTo>
                  <a:lnTo>
                    <a:pt x="3519715" y="178491"/>
                  </a:lnTo>
                  <a:lnTo>
                    <a:pt x="3550057" y="176364"/>
                  </a:lnTo>
                  <a:lnTo>
                    <a:pt x="3580400" y="174184"/>
                  </a:lnTo>
                  <a:lnTo>
                    <a:pt x="3610742" y="171952"/>
                  </a:lnTo>
                  <a:lnTo>
                    <a:pt x="3641084" y="169663"/>
                  </a:lnTo>
                  <a:lnTo>
                    <a:pt x="3671427" y="167316"/>
                  </a:lnTo>
                  <a:lnTo>
                    <a:pt x="3679463" y="166685"/>
                  </a:lnTo>
                  <a:lnTo>
                    <a:pt x="3701769" y="164928"/>
                  </a:lnTo>
                  <a:lnTo>
                    <a:pt x="3732111" y="162485"/>
                  </a:lnTo>
                  <a:lnTo>
                    <a:pt x="3762454" y="159977"/>
                  </a:lnTo>
                  <a:lnTo>
                    <a:pt x="3792796" y="157402"/>
                  </a:lnTo>
                  <a:lnTo>
                    <a:pt x="3823139" y="154757"/>
                  </a:lnTo>
                  <a:lnTo>
                    <a:pt x="3853481" y="152040"/>
                  </a:lnTo>
                  <a:lnTo>
                    <a:pt x="3883823" y="149247"/>
                  </a:lnTo>
                  <a:lnTo>
                    <a:pt x="3914166" y="146376"/>
                  </a:lnTo>
                  <a:lnTo>
                    <a:pt x="3944508" y="143424"/>
                  </a:lnTo>
                  <a:lnTo>
                    <a:pt x="3965994" y="141282"/>
                  </a:lnTo>
                  <a:lnTo>
                    <a:pt x="3974850" y="140395"/>
                  </a:lnTo>
                  <a:lnTo>
                    <a:pt x="4005193" y="137297"/>
                  </a:lnTo>
                  <a:lnTo>
                    <a:pt x="4035535" y="134107"/>
                  </a:lnTo>
                  <a:lnTo>
                    <a:pt x="4065878" y="130821"/>
                  </a:lnTo>
                  <a:lnTo>
                    <a:pt x="4096220" y="127434"/>
                  </a:lnTo>
                  <a:lnTo>
                    <a:pt x="4126562" y="123942"/>
                  </a:lnTo>
                  <a:lnTo>
                    <a:pt x="4156905" y="120340"/>
                  </a:lnTo>
                  <a:lnTo>
                    <a:pt x="4187247" y="116623"/>
                  </a:lnTo>
                  <a:lnTo>
                    <a:pt x="4193207" y="115879"/>
                  </a:lnTo>
                  <a:lnTo>
                    <a:pt x="4217589" y="112811"/>
                  </a:lnTo>
                  <a:lnTo>
                    <a:pt x="4247932" y="108880"/>
                  </a:lnTo>
                  <a:lnTo>
                    <a:pt x="4278274" y="104816"/>
                  </a:lnTo>
                  <a:lnTo>
                    <a:pt x="4308617" y="100613"/>
                  </a:lnTo>
                  <a:lnTo>
                    <a:pt x="4338959" y="96265"/>
                  </a:lnTo>
                  <a:lnTo>
                    <a:pt x="4369301" y="91764"/>
                  </a:lnTo>
                  <a:lnTo>
                    <a:pt x="4377797" y="90476"/>
                  </a:lnTo>
                  <a:lnTo>
                    <a:pt x="4399644" y="87128"/>
                  </a:lnTo>
                  <a:lnTo>
                    <a:pt x="4429986" y="82331"/>
                  </a:lnTo>
                  <a:lnTo>
                    <a:pt x="4460328" y="77357"/>
                  </a:lnTo>
                  <a:lnTo>
                    <a:pt x="4490671" y="72194"/>
                  </a:lnTo>
                  <a:lnTo>
                    <a:pt x="4521013" y="66833"/>
                  </a:lnTo>
                  <a:lnTo>
                    <a:pt x="4530727" y="65073"/>
                  </a:lnTo>
                  <a:lnTo>
                    <a:pt x="4551356" y="61287"/>
                  </a:lnTo>
                  <a:lnTo>
                    <a:pt x="4581698" y="55533"/>
                  </a:lnTo>
                  <a:lnTo>
                    <a:pt x="4612040" y="49543"/>
                  </a:lnTo>
                  <a:lnTo>
                    <a:pt x="4642383" y="43304"/>
                  </a:lnTo>
                  <a:lnTo>
                    <a:pt x="4659499" y="39670"/>
                  </a:lnTo>
                  <a:lnTo>
                    <a:pt x="4672725" y="36819"/>
                  </a:lnTo>
                  <a:lnTo>
                    <a:pt x="4703067" y="30077"/>
                  </a:lnTo>
                  <a:lnTo>
                    <a:pt x="4733410" y="23036"/>
                  </a:lnTo>
                  <a:lnTo>
                    <a:pt x="4763752" y="15677"/>
                  </a:lnTo>
                  <a:lnTo>
                    <a:pt x="4769416" y="14267"/>
                  </a:lnTo>
                  <a:lnTo>
                    <a:pt x="4794095" y="8015"/>
                  </a:lnTo>
                  <a:lnTo>
                    <a:pt x="4824437" y="0"/>
                  </a:lnTo>
                  <a:lnTo>
                    <a:pt x="4824437" y="0"/>
                  </a:lnTo>
                </a:path>
              </a:pathLst>
            </a:custGeom>
            <a:ln w="7588" cap="flat">
              <a:solidFill>
                <a:srgbClr val="FFFFFF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550714" y="602274"/>
              <a:ext cx="2958672" cy="191130"/>
            </a:xfrm>
            <a:custGeom>
              <a:avLst/>
              <a:pathLst>
                <a:path w="2958672" h="191130">
                  <a:moveTo>
                    <a:pt x="0" y="191130"/>
                  </a:moveTo>
                  <a:lnTo>
                    <a:pt x="30342" y="190106"/>
                  </a:lnTo>
                  <a:lnTo>
                    <a:pt x="60684" y="189071"/>
                  </a:lnTo>
                  <a:lnTo>
                    <a:pt x="91027" y="188025"/>
                  </a:lnTo>
                  <a:lnTo>
                    <a:pt x="121369" y="186967"/>
                  </a:lnTo>
                  <a:lnTo>
                    <a:pt x="151711" y="185897"/>
                  </a:lnTo>
                  <a:lnTo>
                    <a:pt x="182054" y="184815"/>
                  </a:lnTo>
                  <a:lnTo>
                    <a:pt x="212396" y="183721"/>
                  </a:lnTo>
                  <a:lnTo>
                    <a:pt x="242738" y="182614"/>
                  </a:lnTo>
                  <a:lnTo>
                    <a:pt x="273081" y="181495"/>
                  </a:lnTo>
                  <a:lnTo>
                    <a:pt x="303423" y="180364"/>
                  </a:lnTo>
                  <a:lnTo>
                    <a:pt x="333766" y="179219"/>
                  </a:lnTo>
                  <a:lnTo>
                    <a:pt x="364108" y="178062"/>
                  </a:lnTo>
                  <a:lnTo>
                    <a:pt x="370390" y="177820"/>
                  </a:lnTo>
                  <a:lnTo>
                    <a:pt x="394450" y="176913"/>
                  </a:lnTo>
                  <a:lnTo>
                    <a:pt x="424793" y="175757"/>
                  </a:lnTo>
                  <a:lnTo>
                    <a:pt x="455135" y="174587"/>
                  </a:lnTo>
                  <a:lnTo>
                    <a:pt x="485477" y="173403"/>
                  </a:lnTo>
                  <a:lnTo>
                    <a:pt x="515820" y="172205"/>
                  </a:lnTo>
                  <a:lnTo>
                    <a:pt x="546162" y="170993"/>
                  </a:lnTo>
                  <a:lnTo>
                    <a:pt x="576505" y="169765"/>
                  </a:lnTo>
                  <a:lnTo>
                    <a:pt x="606847" y="168523"/>
                  </a:lnTo>
                  <a:lnTo>
                    <a:pt x="637189" y="167266"/>
                  </a:lnTo>
                  <a:lnTo>
                    <a:pt x="667532" y="165994"/>
                  </a:lnTo>
                  <a:lnTo>
                    <a:pt x="697874" y="164705"/>
                  </a:lnTo>
                  <a:lnTo>
                    <a:pt x="728216" y="163401"/>
                  </a:lnTo>
                  <a:lnTo>
                    <a:pt x="758559" y="162081"/>
                  </a:lnTo>
                  <a:lnTo>
                    <a:pt x="788901" y="160744"/>
                  </a:lnTo>
                  <a:lnTo>
                    <a:pt x="819244" y="159391"/>
                  </a:lnTo>
                  <a:lnTo>
                    <a:pt x="849586" y="158020"/>
                  </a:lnTo>
                  <a:lnTo>
                    <a:pt x="879928" y="156632"/>
                  </a:lnTo>
                  <a:lnTo>
                    <a:pt x="910271" y="155226"/>
                  </a:lnTo>
                  <a:lnTo>
                    <a:pt x="940613" y="153803"/>
                  </a:lnTo>
                  <a:lnTo>
                    <a:pt x="969779" y="152417"/>
                  </a:lnTo>
                  <a:lnTo>
                    <a:pt x="970955" y="152362"/>
                  </a:lnTo>
                  <a:lnTo>
                    <a:pt x="1001298" y="150934"/>
                  </a:lnTo>
                  <a:lnTo>
                    <a:pt x="1031640" y="149486"/>
                  </a:lnTo>
                  <a:lnTo>
                    <a:pt x="1061983" y="148019"/>
                  </a:lnTo>
                  <a:lnTo>
                    <a:pt x="1092325" y="146533"/>
                  </a:lnTo>
                  <a:lnTo>
                    <a:pt x="1122667" y="145027"/>
                  </a:lnTo>
                  <a:lnTo>
                    <a:pt x="1153010" y="143500"/>
                  </a:lnTo>
                  <a:lnTo>
                    <a:pt x="1183352" y="141953"/>
                  </a:lnTo>
                  <a:lnTo>
                    <a:pt x="1213694" y="140384"/>
                  </a:lnTo>
                  <a:lnTo>
                    <a:pt x="1244037" y="138795"/>
                  </a:lnTo>
                  <a:lnTo>
                    <a:pt x="1274379" y="137183"/>
                  </a:lnTo>
                  <a:lnTo>
                    <a:pt x="1304722" y="135549"/>
                  </a:lnTo>
                  <a:lnTo>
                    <a:pt x="1335064" y="133893"/>
                  </a:lnTo>
                  <a:lnTo>
                    <a:pt x="1365406" y="132213"/>
                  </a:lnTo>
                  <a:lnTo>
                    <a:pt x="1395749" y="130510"/>
                  </a:lnTo>
                  <a:lnTo>
                    <a:pt x="1426091" y="128783"/>
                  </a:lnTo>
                  <a:lnTo>
                    <a:pt x="1456433" y="127031"/>
                  </a:lnTo>
                  <a:lnTo>
                    <a:pt x="1456724" y="127014"/>
                  </a:lnTo>
                  <a:lnTo>
                    <a:pt x="1486776" y="125289"/>
                  </a:lnTo>
                  <a:lnTo>
                    <a:pt x="1517118" y="123522"/>
                  </a:lnTo>
                  <a:lnTo>
                    <a:pt x="1547461" y="121729"/>
                  </a:lnTo>
                  <a:lnTo>
                    <a:pt x="1577803" y="119910"/>
                  </a:lnTo>
                  <a:lnTo>
                    <a:pt x="1608145" y="118064"/>
                  </a:lnTo>
                  <a:lnTo>
                    <a:pt x="1638488" y="116190"/>
                  </a:lnTo>
                  <a:lnTo>
                    <a:pt x="1668830" y="114288"/>
                  </a:lnTo>
                  <a:lnTo>
                    <a:pt x="1699172" y="112357"/>
                  </a:lnTo>
                  <a:lnTo>
                    <a:pt x="1729515" y="110398"/>
                  </a:lnTo>
                  <a:lnTo>
                    <a:pt x="1759857" y="108408"/>
                  </a:lnTo>
                  <a:lnTo>
                    <a:pt x="1790200" y="106388"/>
                  </a:lnTo>
                  <a:lnTo>
                    <a:pt x="1820542" y="104337"/>
                  </a:lnTo>
                  <a:lnTo>
                    <a:pt x="1850884" y="102254"/>
                  </a:lnTo>
                  <a:lnTo>
                    <a:pt x="1860157" y="101611"/>
                  </a:lnTo>
                  <a:lnTo>
                    <a:pt x="1881227" y="100165"/>
                  </a:lnTo>
                  <a:lnTo>
                    <a:pt x="1911569" y="98055"/>
                  </a:lnTo>
                  <a:lnTo>
                    <a:pt x="1941911" y="95911"/>
                  </a:lnTo>
                  <a:lnTo>
                    <a:pt x="1972254" y="93732"/>
                  </a:lnTo>
                  <a:lnTo>
                    <a:pt x="2002596" y="91519"/>
                  </a:lnTo>
                  <a:lnTo>
                    <a:pt x="2032939" y="89269"/>
                  </a:lnTo>
                  <a:lnTo>
                    <a:pt x="2063281" y="86982"/>
                  </a:lnTo>
                  <a:lnTo>
                    <a:pt x="2093623" y="84657"/>
                  </a:lnTo>
                  <a:lnTo>
                    <a:pt x="2123966" y="82294"/>
                  </a:lnTo>
                  <a:lnTo>
                    <a:pt x="2154308" y="79891"/>
                  </a:lnTo>
                  <a:lnTo>
                    <a:pt x="2184650" y="77448"/>
                  </a:lnTo>
                  <a:lnTo>
                    <a:pt x="2199859" y="76208"/>
                  </a:lnTo>
                  <a:lnTo>
                    <a:pt x="2214993" y="74984"/>
                  </a:lnTo>
                  <a:lnTo>
                    <a:pt x="2245335" y="72499"/>
                  </a:lnTo>
                  <a:lnTo>
                    <a:pt x="2275678" y="69971"/>
                  </a:lnTo>
                  <a:lnTo>
                    <a:pt x="2306020" y="67398"/>
                  </a:lnTo>
                  <a:lnTo>
                    <a:pt x="2336362" y="64780"/>
                  </a:lnTo>
                  <a:lnTo>
                    <a:pt x="2366705" y="62116"/>
                  </a:lnTo>
                  <a:lnTo>
                    <a:pt x="2397047" y="59404"/>
                  </a:lnTo>
                  <a:lnTo>
                    <a:pt x="2427389" y="56644"/>
                  </a:lnTo>
                  <a:lnTo>
                    <a:pt x="2457732" y="53833"/>
                  </a:lnTo>
                  <a:lnTo>
                    <a:pt x="2488074" y="50972"/>
                  </a:lnTo>
                  <a:lnTo>
                    <a:pt x="2489822" y="50805"/>
                  </a:lnTo>
                  <a:lnTo>
                    <a:pt x="2518417" y="48100"/>
                  </a:lnTo>
                  <a:lnTo>
                    <a:pt x="2548759" y="45177"/>
                  </a:lnTo>
                  <a:lnTo>
                    <a:pt x="2579101" y="42199"/>
                  </a:lnTo>
                  <a:lnTo>
                    <a:pt x="2609444" y="39165"/>
                  </a:lnTo>
                  <a:lnTo>
                    <a:pt x="2639786" y="36072"/>
                  </a:lnTo>
                  <a:lnTo>
                    <a:pt x="2670128" y="32921"/>
                  </a:lnTo>
                  <a:lnTo>
                    <a:pt x="2700471" y="29708"/>
                  </a:lnTo>
                  <a:lnTo>
                    <a:pt x="2730813" y="26432"/>
                  </a:lnTo>
                  <a:lnTo>
                    <a:pt x="2740238" y="25402"/>
                  </a:lnTo>
                  <a:lnTo>
                    <a:pt x="2761155" y="23126"/>
                  </a:lnTo>
                  <a:lnTo>
                    <a:pt x="2791498" y="19768"/>
                  </a:lnTo>
                  <a:lnTo>
                    <a:pt x="2821840" y="16342"/>
                  </a:lnTo>
                  <a:lnTo>
                    <a:pt x="2852183" y="12847"/>
                  </a:lnTo>
                  <a:lnTo>
                    <a:pt x="2882525" y="9280"/>
                  </a:lnTo>
                  <a:lnTo>
                    <a:pt x="2912867" y="5639"/>
                  </a:lnTo>
                  <a:lnTo>
                    <a:pt x="2943210" y="1922"/>
                  </a:lnTo>
                  <a:lnTo>
                    <a:pt x="2958672" y="0"/>
                  </a:lnTo>
                  <a:lnTo>
                    <a:pt x="2958672" y="0"/>
                  </a:lnTo>
                </a:path>
              </a:pathLst>
            </a:custGeom>
            <a:ln w="7588" cap="flat">
              <a:solidFill>
                <a:srgbClr val="FFFFFF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550714" y="602274"/>
              <a:ext cx="1203104" cy="77704"/>
            </a:xfrm>
            <a:custGeom>
              <a:avLst/>
              <a:pathLst>
                <a:path w="1203104" h="77704">
                  <a:moveTo>
                    <a:pt x="0" y="77704"/>
                  </a:moveTo>
                  <a:lnTo>
                    <a:pt x="28308" y="76208"/>
                  </a:lnTo>
                  <a:lnTo>
                    <a:pt x="30342" y="76103"/>
                  </a:lnTo>
                  <a:lnTo>
                    <a:pt x="60684" y="74522"/>
                  </a:lnTo>
                  <a:lnTo>
                    <a:pt x="91027" y="72922"/>
                  </a:lnTo>
                  <a:lnTo>
                    <a:pt x="121369" y="71304"/>
                  </a:lnTo>
                  <a:lnTo>
                    <a:pt x="151711" y="69666"/>
                  </a:lnTo>
                  <a:lnTo>
                    <a:pt x="182054" y="68009"/>
                  </a:lnTo>
                  <a:lnTo>
                    <a:pt x="212396" y="66332"/>
                  </a:lnTo>
                  <a:lnTo>
                    <a:pt x="242738" y="64635"/>
                  </a:lnTo>
                  <a:lnTo>
                    <a:pt x="273081" y="62917"/>
                  </a:lnTo>
                  <a:lnTo>
                    <a:pt x="303423" y="61179"/>
                  </a:lnTo>
                  <a:lnTo>
                    <a:pt x="333766" y="59420"/>
                  </a:lnTo>
                  <a:lnTo>
                    <a:pt x="364108" y="57639"/>
                  </a:lnTo>
                  <a:lnTo>
                    <a:pt x="394450" y="55836"/>
                  </a:lnTo>
                  <a:lnTo>
                    <a:pt x="424793" y="54012"/>
                  </a:lnTo>
                  <a:lnTo>
                    <a:pt x="455135" y="52165"/>
                  </a:lnTo>
                  <a:lnTo>
                    <a:pt x="477239" y="50805"/>
                  </a:lnTo>
                  <a:lnTo>
                    <a:pt x="485477" y="50307"/>
                  </a:lnTo>
                  <a:lnTo>
                    <a:pt x="515820" y="48459"/>
                  </a:lnTo>
                  <a:lnTo>
                    <a:pt x="546162" y="46588"/>
                  </a:lnTo>
                  <a:lnTo>
                    <a:pt x="576505" y="44692"/>
                  </a:lnTo>
                  <a:lnTo>
                    <a:pt x="606847" y="42772"/>
                  </a:lnTo>
                  <a:lnTo>
                    <a:pt x="637189" y="40828"/>
                  </a:lnTo>
                  <a:lnTo>
                    <a:pt x="667532" y="38858"/>
                  </a:lnTo>
                  <a:lnTo>
                    <a:pt x="697874" y="36863"/>
                  </a:lnTo>
                  <a:lnTo>
                    <a:pt x="728216" y="34842"/>
                  </a:lnTo>
                  <a:lnTo>
                    <a:pt x="758559" y="32795"/>
                  </a:lnTo>
                  <a:lnTo>
                    <a:pt x="788901" y="30720"/>
                  </a:lnTo>
                  <a:lnTo>
                    <a:pt x="819244" y="28619"/>
                  </a:lnTo>
                  <a:lnTo>
                    <a:pt x="849586" y="26489"/>
                  </a:lnTo>
                  <a:lnTo>
                    <a:pt x="864927" y="25402"/>
                  </a:lnTo>
                  <a:lnTo>
                    <a:pt x="879928" y="24355"/>
                  </a:lnTo>
                  <a:lnTo>
                    <a:pt x="910271" y="22217"/>
                  </a:lnTo>
                  <a:lnTo>
                    <a:pt x="940613" y="20050"/>
                  </a:lnTo>
                  <a:lnTo>
                    <a:pt x="970955" y="17852"/>
                  </a:lnTo>
                  <a:lnTo>
                    <a:pt x="1001298" y="15625"/>
                  </a:lnTo>
                  <a:lnTo>
                    <a:pt x="1031640" y="13366"/>
                  </a:lnTo>
                  <a:lnTo>
                    <a:pt x="1061983" y="11077"/>
                  </a:lnTo>
                  <a:lnTo>
                    <a:pt x="1092325" y="8755"/>
                  </a:lnTo>
                  <a:lnTo>
                    <a:pt x="1122667" y="6401"/>
                  </a:lnTo>
                  <a:lnTo>
                    <a:pt x="1153010" y="4014"/>
                  </a:lnTo>
                  <a:lnTo>
                    <a:pt x="1183352" y="1593"/>
                  </a:lnTo>
                  <a:lnTo>
                    <a:pt x="1203104" y="0"/>
                  </a:lnTo>
                  <a:lnTo>
                    <a:pt x="1203104" y="0"/>
                  </a:lnTo>
                </a:path>
              </a:pathLst>
            </a:custGeom>
            <a:ln w="7588" cap="flat">
              <a:solidFill>
                <a:srgbClr val="FFFFFF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t16"/>
            <p:cNvSpPr/>
            <p:nvPr/>
          </p:nvSpPr>
          <p:spPr>
            <a:xfrm>
              <a:off x="3310131" y="1563709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t17"/>
            <p:cNvSpPr/>
            <p:nvPr/>
          </p:nvSpPr>
          <p:spPr>
            <a:xfrm>
              <a:off x="3618287" y="2052710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t18"/>
            <p:cNvSpPr/>
            <p:nvPr/>
          </p:nvSpPr>
          <p:spPr>
            <a:xfrm>
              <a:off x="4357975" y="2180373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t19"/>
            <p:cNvSpPr/>
            <p:nvPr/>
          </p:nvSpPr>
          <p:spPr>
            <a:xfrm>
              <a:off x="3685540" y="1822868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t20"/>
            <p:cNvSpPr/>
            <p:nvPr/>
          </p:nvSpPr>
          <p:spPr>
            <a:xfrm>
              <a:off x="4467732" y="2940673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t21"/>
            <p:cNvSpPr/>
            <p:nvPr/>
          </p:nvSpPr>
          <p:spPr>
            <a:xfrm>
              <a:off x="4967736" y="3121058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t22"/>
            <p:cNvSpPr/>
            <p:nvPr/>
          </p:nvSpPr>
          <p:spPr>
            <a:xfrm>
              <a:off x="3699120" y="3147537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t23"/>
            <p:cNvSpPr/>
            <p:nvPr/>
          </p:nvSpPr>
          <p:spPr>
            <a:xfrm>
              <a:off x="1953360" y="3738753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t24"/>
            <p:cNvSpPr/>
            <p:nvPr/>
          </p:nvSpPr>
          <p:spPr>
            <a:xfrm>
              <a:off x="2957100" y="2096796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t25"/>
            <p:cNvSpPr/>
            <p:nvPr/>
          </p:nvSpPr>
          <p:spPr>
            <a:xfrm>
              <a:off x="3871353" y="3894368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6"/>
            <p:cNvSpPr/>
            <p:nvPr/>
          </p:nvSpPr>
          <p:spPr>
            <a:xfrm>
              <a:off x="2390621" y="2295221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7"/>
            <p:cNvSpPr/>
            <p:nvPr/>
          </p:nvSpPr>
          <p:spPr>
            <a:xfrm>
              <a:off x="3338130" y="2317684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8"/>
            <p:cNvSpPr/>
            <p:nvPr/>
          </p:nvSpPr>
          <p:spPr>
            <a:xfrm>
              <a:off x="4295332" y="3597622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9"/>
            <p:cNvSpPr/>
            <p:nvPr/>
          </p:nvSpPr>
          <p:spPr>
            <a:xfrm>
              <a:off x="2757321" y="2226406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30"/>
            <p:cNvSpPr/>
            <p:nvPr/>
          </p:nvSpPr>
          <p:spPr>
            <a:xfrm>
              <a:off x="4028706" y="2962610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1"/>
            <p:cNvSpPr/>
            <p:nvPr/>
          </p:nvSpPr>
          <p:spPr>
            <a:xfrm>
              <a:off x="3801018" y="3542700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2"/>
            <p:cNvSpPr/>
            <p:nvPr/>
          </p:nvSpPr>
          <p:spPr>
            <a:xfrm>
              <a:off x="1602641" y="2193081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3"/>
            <p:cNvSpPr/>
            <p:nvPr/>
          </p:nvSpPr>
          <p:spPr>
            <a:xfrm>
              <a:off x="1371073" y="3432289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4"/>
            <p:cNvSpPr/>
            <p:nvPr/>
          </p:nvSpPr>
          <p:spPr>
            <a:xfrm>
              <a:off x="2247671" y="2260178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5"/>
            <p:cNvSpPr/>
            <p:nvPr/>
          </p:nvSpPr>
          <p:spPr>
            <a:xfrm>
              <a:off x="1539476" y="2096796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6"/>
            <p:cNvSpPr/>
            <p:nvPr/>
          </p:nvSpPr>
          <p:spPr>
            <a:xfrm>
              <a:off x="1062816" y="3121058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t37"/>
            <p:cNvSpPr/>
            <p:nvPr/>
          </p:nvSpPr>
          <p:spPr>
            <a:xfrm>
              <a:off x="2721235" y="1657058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t38"/>
            <p:cNvSpPr/>
            <p:nvPr/>
          </p:nvSpPr>
          <p:spPr>
            <a:xfrm>
              <a:off x="2412735" y="2651378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t39"/>
            <p:cNvSpPr/>
            <p:nvPr/>
          </p:nvSpPr>
          <p:spPr>
            <a:xfrm>
              <a:off x="2635921" y="1657058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t40"/>
            <p:cNvSpPr/>
            <p:nvPr/>
          </p:nvSpPr>
          <p:spPr>
            <a:xfrm>
              <a:off x="3540905" y="2494928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t41"/>
            <p:cNvSpPr/>
            <p:nvPr/>
          </p:nvSpPr>
          <p:spPr>
            <a:xfrm>
              <a:off x="3700921" y="892381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t42"/>
            <p:cNvSpPr/>
            <p:nvPr/>
          </p:nvSpPr>
          <p:spPr>
            <a:xfrm>
              <a:off x="3625299" y="2962610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t43"/>
            <p:cNvSpPr/>
            <p:nvPr/>
          </p:nvSpPr>
          <p:spPr>
            <a:xfrm>
              <a:off x="3386170" y="1367156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t44"/>
            <p:cNvSpPr/>
            <p:nvPr/>
          </p:nvSpPr>
          <p:spPr>
            <a:xfrm>
              <a:off x="3324874" y="2574362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t45"/>
            <p:cNvSpPr/>
            <p:nvPr/>
          </p:nvSpPr>
          <p:spPr>
            <a:xfrm>
              <a:off x="2996490" y="2624732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t46"/>
            <p:cNvSpPr/>
            <p:nvPr/>
          </p:nvSpPr>
          <p:spPr>
            <a:xfrm>
              <a:off x="2555018" y="1803109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t47"/>
            <p:cNvSpPr/>
            <p:nvPr/>
          </p:nvSpPr>
          <p:spPr>
            <a:xfrm>
              <a:off x="2150751" y="2951484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t48"/>
            <p:cNvSpPr/>
            <p:nvPr/>
          </p:nvSpPr>
          <p:spPr>
            <a:xfrm>
              <a:off x="3029267" y="3317110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t49"/>
            <p:cNvSpPr/>
            <p:nvPr/>
          </p:nvSpPr>
          <p:spPr>
            <a:xfrm>
              <a:off x="5138252" y="2935379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t50"/>
            <p:cNvSpPr/>
            <p:nvPr/>
          </p:nvSpPr>
          <p:spPr>
            <a:xfrm>
              <a:off x="2921012" y="4582037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t51"/>
            <p:cNvSpPr/>
            <p:nvPr/>
          </p:nvSpPr>
          <p:spPr>
            <a:xfrm>
              <a:off x="3775945" y="2710959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t52"/>
            <p:cNvSpPr/>
            <p:nvPr/>
          </p:nvSpPr>
          <p:spPr>
            <a:xfrm>
              <a:off x="3299046" y="1869633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t53"/>
            <p:cNvSpPr/>
            <p:nvPr/>
          </p:nvSpPr>
          <p:spPr>
            <a:xfrm>
              <a:off x="3681987" y="2104562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t54"/>
            <p:cNvSpPr/>
            <p:nvPr/>
          </p:nvSpPr>
          <p:spPr>
            <a:xfrm>
              <a:off x="4407573" y="3080621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t55"/>
            <p:cNvSpPr/>
            <p:nvPr/>
          </p:nvSpPr>
          <p:spPr>
            <a:xfrm>
              <a:off x="2487146" y="2096796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t56"/>
            <p:cNvSpPr/>
            <p:nvPr/>
          </p:nvSpPr>
          <p:spPr>
            <a:xfrm>
              <a:off x="1868024" y="1141674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t57"/>
            <p:cNvSpPr/>
            <p:nvPr/>
          </p:nvSpPr>
          <p:spPr>
            <a:xfrm>
              <a:off x="1899836" y="3964342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t58"/>
            <p:cNvSpPr/>
            <p:nvPr/>
          </p:nvSpPr>
          <p:spPr>
            <a:xfrm>
              <a:off x="4031753" y="2767688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t59"/>
            <p:cNvSpPr/>
            <p:nvPr/>
          </p:nvSpPr>
          <p:spPr>
            <a:xfrm>
              <a:off x="2024270" y="4049984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t60"/>
            <p:cNvSpPr/>
            <p:nvPr/>
          </p:nvSpPr>
          <p:spPr>
            <a:xfrm>
              <a:off x="2600141" y="2096796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t61"/>
            <p:cNvSpPr/>
            <p:nvPr/>
          </p:nvSpPr>
          <p:spPr>
            <a:xfrm>
              <a:off x="3373011" y="4160395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t62"/>
            <p:cNvSpPr/>
            <p:nvPr/>
          </p:nvSpPr>
          <p:spPr>
            <a:xfrm>
              <a:off x="3161725" y="2940673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t63"/>
            <p:cNvSpPr/>
            <p:nvPr/>
          </p:nvSpPr>
          <p:spPr>
            <a:xfrm>
              <a:off x="2871880" y="1803109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t64"/>
            <p:cNvSpPr/>
            <p:nvPr/>
          </p:nvSpPr>
          <p:spPr>
            <a:xfrm>
              <a:off x="2281104" y="1697265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t65"/>
            <p:cNvSpPr/>
            <p:nvPr/>
          </p:nvSpPr>
          <p:spPr>
            <a:xfrm>
              <a:off x="3853686" y="2661546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t66"/>
            <p:cNvSpPr/>
            <p:nvPr/>
          </p:nvSpPr>
          <p:spPr>
            <a:xfrm>
              <a:off x="2605142" y="1976029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t67"/>
            <p:cNvSpPr/>
            <p:nvPr/>
          </p:nvSpPr>
          <p:spPr>
            <a:xfrm>
              <a:off x="630601" y="3378649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t68"/>
            <p:cNvSpPr/>
            <p:nvPr/>
          </p:nvSpPr>
          <p:spPr>
            <a:xfrm>
              <a:off x="4476953" y="2935379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t69"/>
            <p:cNvSpPr/>
            <p:nvPr/>
          </p:nvSpPr>
          <p:spPr>
            <a:xfrm>
              <a:off x="1468978" y="3698316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t70"/>
            <p:cNvSpPr/>
            <p:nvPr/>
          </p:nvSpPr>
          <p:spPr>
            <a:xfrm>
              <a:off x="2599479" y="2424953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t71"/>
            <p:cNvSpPr/>
            <p:nvPr/>
          </p:nvSpPr>
          <p:spPr>
            <a:xfrm>
              <a:off x="2543339" y="2962610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t72"/>
            <p:cNvSpPr/>
            <p:nvPr/>
          </p:nvSpPr>
          <p:spPr>
            <a:xfrm>
              <a:off x="3809572" y="1498632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t73"/>
            <p:cNvSpPr/>
            <p:nvPr/>
          </p:nvSpPr>
          <p:spPr>
            <a:xfrm>
              <a:off x="3755955" y="2855031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t74"/>
            <p:cNvSpPr/>
            <p:nvPr/>
          </p:nvSpPr>
          <p:spPr>
            <a:xfrm>
              <a:off x="4354787" y="3362315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t75"/>
            <p:cNvSpPr/>
            <p:nvPr/>
          </p:nvSpPr>
          <p:spPr>
            <a:xfrm>
              <a:off x="3510819" y="2940673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t76"/>
            <p:cNvSpPr/>
            <p:nvPr/>
          </p:nvSpPr>
          <p:spPr>
            <a:xfrm>
              <a:off x="2376898" y="1611540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t77"/>
            <p:cNvSpPr/>
            <p:nvPr/>
          </p:nvSpPr>
          <p:spPr>
            <a:xfrm>
              <a:off x="1273580" y="896402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t78"/>
            <p:cNvSpPr/>
            <p:nvPr/>
          </p:nvSpPr>
          <p:spPr>
            <a:xfrm>
              <a:off x="2685527" y="2226406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t79"/>
            <p:cNvSpPr/>
            <p:nvPr/>
          </p:nvSpPr>
          <p:spPr>
            <a:xfrm>
              <a:off x="4244128" y="2682726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t80"/>
            <p:cNvSpPr/>
            <p:nvPr/>
          </p:nvSpPr>
          <p:spPr>
            <a:xfrm>
              <a:off x="2026619" y="1644843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t81"/>
            <p:cNvSpPr/>
            <p:nvPr/>
          </p:nvSpPr>
          <p:spPr>
            <a:xfrm>
              <a:off x="3048729" y="2905063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t82"/>
            <p:cNvSpPr/>
            <p:nvPr/>
          </p:nvSpPr>
          <p:spPr>
            <a:xfrm>
              <a:off x="1680790" y="2193081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t83"/>
            <p:cNvSpPr/>
            <p:nvPr/>
          </p:nvSpPr>
          <p:spPr>
            <a:xfrm>
              <a:off x="3142011" y="4316011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t84"/>
            <p:cNvSpPr/>
            <p:nvPr/>
          </p:nvSpPr>
          <p:spPr>
            <a:xfrm>
              <a:off x="3899296" y="2754337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t85"/>
            <p:cNvSpPr/>
            <p:nvPr/>
          </p:nvSpPr>
          <p:spPr>
            <a:xfrm>
              <a:off x="3518195" y="2004704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t86"/>
            <p:cNvSpPr/>
            <p:nvPr/>
          </p:nvSpPr>
          <p:spPr>
            <a:xfrm>
              <a:off x="1657113" y="3058258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t87"/>
            <p:cNvSpPr/>
            <p:nvPr/>
          </p:nvSpPr>
          <p:spPr>
            <a:xfrm>
              <a:off x="3498836" y="2281583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t88"/>
            <p:cNvSpPr/>
            <p:nvPr/>
          </p:nvSpPr>
          <p:spPr>
            <a:xfrm>
              <a:off x="1074774" y="3264089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t89"/>
            <p:cNvSpPr/>
            <p:nvPr/>
          </p:nvSpPr>
          <p:spPr>
            <a:xfrm>
              <a:off x="1853305" y="2842447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t90"/>
            <p:cNvSpPr/>
            <p:nvPr/>
          </p:nvSpPr>
          <p:spPr>
            <a:xfrm>
              <a:off x="2462433" y="1101306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t91"/>
            <p:cNvSpPr/>
            <p:nvPr/>
          </p:nvSpPr>
          <p:spPr>
            <a:xfrm>
              <a:off x="2136089" y="1179518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t92"/>
            <p:cNvSpPr/>
            <p:nvPr/>
          </p:nvSpPr>
          <p:spPr>
            <a:xfrm>
              <a:off x="2821647" y="2661546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t93"/>
            <p:cNvSpPr/>
            <p:nvPr/>
          </p:nvSpPr>
          <p:spPr>
            <a:xfrm>
              <a:off x="3555475" y="2501661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t94"/>
            <p:cNvSpPr/>
            <p:nvPr/>
          </p:nvSpPr>
          <p:spPr>
            <a:xfrm>
              <a:off x="3502904" y="3058258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t95"/>
            <p:cNvSpPr/>
            <p:nvPr/>
          </p:nvSpPr>
          <p:spPr>
            <a:xfrm>
              <a:off x="4291380" y="2180373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t96"/>
            <p:cNvSpPr/>
            <p:nvPr/>
          </p:nvSpPr>
          <p:spPr>
            <a:xfrm>
              <a:off x="4005445" y="2290295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t97"/>
            <p:cNvSpPr/>
            <p:nvPr/>
          </p:nvSpPr>
          <p:spPr>
            <a:xfrm>
              <a:off x="1579261" y="3432289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t98"/>
            <p:cNvSpPr/>
            <p:nvPr/>
          </p:nvSpPr>
          <p:spPr>
            <a:xfrm>
              <a:off x="777131" y="3964342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t99"/>
            <p:cNvSpPr/>
            <p:nvPr/>
          </p:nvSpPr>
          <p:spPr>
            <a:xfrm>
              <a:off x="1057023" y="3964342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t100"/>
            <p:cNvSpPr/>
            <p:nvPr/>
          </p:nvSpPr>
          <p:spPr>
            <a:xfrm>
              <a:off x="4480349" y="2501661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t101"/>
            <p:cNvSpPr/>
            <p:nvPr/>
          </p:nvSpPr>
          <p:spPr>
            <a:xfrm>
              <a:off x="4999945" y="3104368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t102"/>
            <p:cNvSpPr/>
            <p:nvPr/>
          </p:nvSpPr>
          <p:spPr>
            <a:xfrm>
              <a:off x="4535312" y="2799542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t103"/>
            <p:cNvSpPr/>
            <p:nvPr/>
          </p:nvSpPr>
          <p:spPr>
            <a:xfrm>
              <a:off x="864132" y="1897798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t104"/>
            <p:cNvSpPr/>
            <p:nvPr/>
          </p:nvSpPr>
          <p:spPr>
            <a:xfrm>
              <a:off x="1585543" y="1982122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t105"/>
            <p:cNvSpPr/>
            <p:nvPr/>
          </p:nvSpPr>
          <p:spPr>
            <a:xfrm>
              <a:off x="2219768" y="2863656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t106"/>
            <p:cNvSpPr/>
            <p:nvPr/>
          </p:nvSpPr>
          <p:spPr>
            <a:xfrm>
              <a:off x="2218187" y="2004704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t107"/>
            <p:cNvSpPr/>
            <p:nvPr/>
          </p:nvSpPr>
          <p:spPr>
            <a:xfrm>
              <a:off x="1354924" y="2806994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t108"/>
            <p:cNvSpPr/>
            <p:nvPr/>
          </p:nvSpPr>
          <p:spPr>
            <a:xfrm>
              <a:off x="548426" y="2671990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t109"/>
            <p:cNvSpPr/>
            <p:nvPr/>
          </p:nvSpPr>
          <p:spPr>
            <a:xfrm>
              <a:off x="1796782" y="4316011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t110"/>
            <p:cNvSpPr/>
            <p:nvPr/>
          </p:nvSpPr>
          <p:spPr>
            <a:xfrm>
              <a:off x="1063999" y="2237336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t111"/>
            <p:cNvSpPr/>
            <p:nvPr/>
          </p:nvSpPr>
          <p:spPr>
            <a:xfrm>
              <a:off x="2457106" y="3240094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t112"/>
            <p:cNvSpPr/>
            <p:nvPr/>
          </p:nvSpPr>
          <p:spPr>
            <a:xfrm>
              <a:off x="4323173" y="3196184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t113"/>
            <p:cNvSpPr/>
            <p:nvPr/>
          </p:nvSpPr>
          <p:spPr>
            <a:xfrm>
              <a:off x="3416457" y="1728804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t114"/>
            <p:cNvSpPr/>
            <p:nvPr/>
          </p:nvSpPr>
          <p:spPr>
            <a:xfrm>
              <a:off x="4351121" y="3030333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t115"/>
            <p:cNvSpPr/>
            <p:nvPr/>
          </p:nvSpPr>
          <p:spPr>
            <a:xfrm>
              <a:off x="1143228" y="1230805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t116"/>
            <p:cNvSpPr/>
            <p:nvPr/>
          </p:nvSpPr>
          <p:spPr>
            <a:xfrm>
              <a:off x="2657209" y="1973019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t117"/>
            <p:cNvSpPr/>
            <p:nvPr/>
          </p:nvSpPr>
          <p:spPr>
            <a:xfrm>
              <a:off x="1267576" y="2550491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t118"/>
            <p:cNvSpPr/>
            <p:nvPr/>
          </p:nvSpPr>
          <p:spPr>
            <a:xfrm>
              <a:off x="3175220" y="2822348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t119"/>
            <p:cNvSpPr/>
            <p:nvPr/>
          </p:nvSpPr>
          <p:spPr>
            <a:xfrm>
              <a:off x="2704816" y="2214973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t120"/>
            <p:cNvSpPr/>
            <p:nvPr/>
          </p:nvSpPr>
          <p:spPr>
            <a:xfrm>
              <a:off x="4030335" y="3121058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t121"/>
            <p:cNvSpPr/>
            <p:nvPr/>
          </p:nvSpPr>
          <p:spPr>
            <a:xfrm>
              <a:off x="2944277" y="3569179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t122"/>
            <p:cNvSpPr/>
            <p:nvPr/>
          </p:nvSpPr>
          <p:spPr>
            <a:xfrm>
              <a:off x="2355647" y="1982122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t123"/>
            <p:cNvSpPr/>
            <p:nvPr/>
          </p:nvSpPr>
          <p:spPr>
            <a:xfrm>
              <a:off x="2930777" y="1657058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t124"/>
            <p:cNvSpPr/>
            <p:nvPr/>
          </p:nvSpPr>
          <p:spPr>
            <a:xfrm>
              <a:off x="2585937" y="3738753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t125"/>
            <p:cNvSpPr/>
            <p:nvPr/>
          </p:nvSpPr>
          <p:spPr>
            <a:xfrm>
              <a:off x="2740685" y="2576420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t126"/>
            <p:cNvSpPr/>
            <p:nvPr/>
          </p:nvSpPr>
          <p:spPr>
            <a:xfrm>
              <a:off x="2580111" y="896402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t127"/>
            <p:cNvSpPr/>
            <p:nvPr/>
          </p:nvSpPr>
          <p:spPr>
            <a:xfrm>
              <a:off x="2475743" y="2693771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t128"/>
            <p:cNvSpPr/>
            <p:nvPr/>
          </p:nvSpPr>
          <p:spPr>
            <a:xfrm>
              <a:off x="3600112" y="4049984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t129"/>
            <p:cNvSpPr/>
            <p:nvPr/>
          </p:nvSpPr>
          <p:spPr>
            <a:xfrm>
              <a:off x="2721505" y="2580569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t130"/>
            <p:cNvSpPr/>
            <p:nvPr/>
          </p:nvSpPr>
          <p:spPr>
            <a:xfrm>
              <a:off x="3901217" y="2682726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t131"/>
            <p:cNvSpPr/>
            <p:nvPr/>
          </p:nvSpPr>
          <p:spPr>
            <a:xfrm>
              <a:off x="3779105" y="2382852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t132"/>
            <p:cNvSpPr/>
            <p:nvPr/>
          </p:nvSpPr>
          <p:spPr>
            <a:xfrm>
              <a:off x="3185342" y="1973019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t133"/>
            <p:cNvSpPr/>
            <p:nvPr/>
          </p:nvSpPr>
          <p:spPr>
            <a:xfrm>
              <a:off x="3701472" y="1980808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t134"/>
            <p:cNvSpPr/>
            <p:nvPr/>
          </p:nvSpPr>
          <p:spPr>
            <a:xfrm>
              <a:off x="3155397" y="2661546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t135"/>
            <p:cNvSpPr/>
            <p:nvPr/>
          </p:nvSpPr>
          <p:spPr>
            <a:xfrm>
              <a:off x="3139382" y="3597622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t136"/>
            <p:cNvSpPr/>
            <p:nvPr/>
          </p:nvSpPr>
          <p:spPr>
            <a:xfrm>
              <a:off x="3344911" y="2004704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t137"/>
            <p:cNvSpPr/>
            <p:nvPr/>
          </p:nvSpPr>
          <p:spPr>
            <a:xfrm>
              <a:off x="689766" y="1828118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t138"/>
            <p:cNvSpPr/>
            <p:nvPr/>
          </p:nvSpPr>
          <p:spPr>
            <a:xfrm>
              <a:off x="3570543" y="1388221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t139"/>
            <p:cNvSpPr/>
            <p:nvPr/>
          </p:nvSpPr>
          <p:spPr>
            <a:xfrm>
              <a:off x="1525258" y="3432289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t140"/>
            <p:cNvSpPr/>
            <p:nvPr/>
          </p:nvSpPr>
          <p:spPr>
            <a:xfrm>
              <a:off x="1150667" y="3432289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t141"/>
            <p:cNvSpPr/>
            <p:nvPr/>
          </p:nvSpPr>
          <p:spPr>
            <a:xfrm>
              <a:off x="2030178" y="3894368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t142"/>
            <p:cNvSpPr/>
            <p:nvPr/>
          </p:nvSpPr>
          <p:spPr>
            <a:xfrm>
              <a:off x="3464661" y="3362315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t143"/>
            <p:cNvSpPr/>
            <p:nvPr/>
          </p:nvSpPr>
          <p:spPr>
            <a:xfrm>
              <a:off x="2077951" y="3894368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t144"/>
            <p:cNvSpPr/>
            <p:nvPr/>
          </p:nvSpPr>
          <p:spPr>
            <a:xfrm>
              <a:off x="1293050" y="2656429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t145"/>
            <p:cNvSpPr/>
            <p:nvPr/>
          </p:nvSpPr>
          <p:spPr>
            <a:xfrm>
              <a:off x="1476280" y="2317684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t146"/>
            <p:cNvSpPr/>
            <p:nvPr/>
          </p:nvSpPr>
          <p:spPr>
            <a:xfrm>
              <a:off x="1605529" y="1973019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t147"/>
            <p:cNvSpPr/>
            <p:nvPr/>
          </p:nvSpPr>
          <p:spPr>
            <a:xfrm>
              <a:off x="1556381" y="3661736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t148"/>
            <p:cNvSpPr/>
            <p:nvPr/>
          </p:nvSpPr>
          <p:spPr>
            <a:xfrm>
              <a:off x="1868956" y="3432289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t149"/>
            <p:cNvSpPr/>
            <p:nvPr/>
          </p:nvSpPr>
          <p:spPr>
            <a:xfrm>
              <a:off x="3866563" y="3894368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t150"/>
            <p:cNvSpPr/>
            <p:nvPr/>
          </p:nvSpPr>
          <p:spPr>
            <a:xfrm>
              <a:off x="3405139" y="1728804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t151"/>
            <p:cNvSpPr/>
            <p:nvPr/>
          </p:nvSpPr>
          <p:spPr>
            <a:xfrm>
              <a:off x="4721285" y="3217511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t152"/>
            <p:cNvSpPr/>
            <p:nvPr/>
          </p:nvSpPr>
          <p:spPr>
            <a:xfrm>
              <a:off x="2631989" y="2104562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t153"/>
            <p:cNvSpPr/>
            <p:nvPr/>
          </p:nvSpPr>
          <p:spPr>
            <a:xfrm>
              <a:off x="1325170" y="1644843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t154"/>
            <p:cNvSpPr/>
            <p:nvPr/>
          </p:nvSpPr>
          <p:spPr>
            <a:xfrm>
              <a:off x="1706224" y="1101306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t155"/>
            <p:cNvSpPr/>
            <p:nvPr/>
          </p:nvSpPr>
          <p:spPr>
            <a:xfrm>
              <a:off x="4346170" y="3080621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t156"/>
            <p:cNvSpPr/>
            <p:nvPr/>
          </p:nvSpPr>
          <p:spPr>
            <a:xfrm>
              <a:off x="2396144" y="3432289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t157"/>
            <p:cNvSpPr/>
            <p:nvPr/>
          </p:nvSpPr>
          <p:spPr>
            <a:xfrm>
              <a:off x="2945563" y="4316011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t158"/>
            <p:cNvSpPr/>
            <p:nvPr/>
          </p:nvSpPr>
          <p:spPr>
            <a:xfrm>
              <a:off x="2759363" y="3395710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t159"/>
            <p:cNvSpPr/>
            <p:nvPr/>
          </p:nvSpPr>
          <p:spPr>
            <a:xfrm>
              <a:off x="1422166" y="3472726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t160"/>
            <p:cNvSpPr/>
            <p:nvPr/>
          </p:nvSpPr>
          <p:spPr>
            <a:xfrm>
              <a:off x="2060486" y="1982122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t161"/>
            <p:cNvSpPr/>
            <p:nvPr/>
          </p:nvSpPr>
          <p:spPr>
            <a:xfrm>
              <a:off x="3783186" y="1957489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t162"/>
            <p:cNvSpPr/>
            <p:nvPr/>
          </p:nvSpPr>
          <p:spPr>
            <a:xfrm>
              <a:off x="913428" y="2317684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t163"/>
            <p:cNvSpPr/>
            <p:nvPr/>
          </p:nvSpPr>
          <p:spPr>
            <a:xfrm>
              <a:off x="1000479" y="2876968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t164"/>
            <p:cNvSpPr/>
            <p:nvPr/>
          </p:nvSpPr>
          <p:spPr>
            <a:xfrm>
              <a:off x="1731049" y="3661736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t165"/>
            <p:cNvSpPr/>
            <p:nvPr/>
          </p:nvSpPr>
          <p:spPr>
            <a:xfrm>
              <a:off x="1315491" y="3378649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t166"/>
            <p:cNvSpPr/>
            <p:nvPr/>
          </p:nvSpPr>
          <p:spPr>
            <a:xfrm>
              <a:off x="1716839" y="2613206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t167"/>
            <p:cNvSpPr/>
            <p:nvPr/>
          </p:nvSpPr>
          <p:spPr>
            <a:xfrm>
              <a:off x="2800022" y="1312794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t168"/>
            <p:cNvSpPr/>
            <p:nvPr/>
          </p:nvSpPr>
          <p:spPr>
            <a:xfrm>
              <a:off x="1736943" y="2193081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t169"/>
            <p:cNvSpPr/>
            <p:nvPr/>
          </p:nvSpPr>
          <p:spPr>
            <a:xfrm>
              <a:off x="2127040" y="3228636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t170"/>
            <p:cNvSpPr/>
            <p:nvPr/>
          </p:nvSpPr>
          <p:spPr>
            <a:xfrm>
              <a:off x="573258" y="2664130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t171"/>
            <p:cNvSpPr/>
            <p:nvPr/>
          </p:nvSpPr>
          <p:spPr>
            <a:xfrm>
              <a:off x="1712169" y="3894368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t172"/>
            <p:cNvSpPr/>
            <p:nvPr/>
          </p:nvSpPr>
          <p:spPr>
            <a:xfrm>
              <a:off x="3034553" y="3030333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t173"/>
            <p:cNvSpPr/>
            <p:nvPr/>
          </p:nvSpPr>
          <p:spPr>
            <a:xfrm>
              <a:off x="4660471" y="2154090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t174"/>
            <p:cNvSpPr/>
            <p:nvPr/>
          </p:nvSpPr>
          <p:spPr>
            <a:xfrm>
              <a:off x="3340413" y="896402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t175"/>
            <p:cNvSpPr/>
            <p:nvPr/>
          </p:nvSpPr>
          <p:spPr>
            <a:xfrm>
              <a:off x="4362270" y="2822348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t176"/>
            <p:cNvSpPr/>
            <p:nvPr/>
          </p:nvSpPr>
          <p:spPr>
            <a:xfrm>
              <a:off x="2908833" y="1362065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t177"/>
            <p:cNvSpPr/>
            <p:nvPr/>
          </p:nvSpPr>
          <p:spPr>
            <a:xfrm>
              <a:off x="2203215" y="2951484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t178"/>
            <p:cNvSpPr/>
            <p:nvPr/>
          </p:nvSpPr>
          <p:spPr>
            <a:xfrm>
              <a:off x="4030290" y="2550491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t179"/>
            <p:cNvSpPr/>
            <p:nvPr/>
          </p:nvSpPr>
          <p:spPr>
            <a:xfrm>
              <a:off x="3237953" y="1822868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t180"/>
            <p:cNvSpPr/>
            <p:nvPr/>
          </p:nvSpPr>
          <p:spPr>
            <a:xfrm>
              <a:off x="2693731" y="2940673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t181"/>
            <p:cNvSpPr/>
            <p:nvPr/>
          </p:nvSpPr>
          <p:spPr>
            <a:xfrm>
              <a:off x="1146399" y="2544749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t182"/>
            <p:cNvSpPr/>
            <p:nvPr/>
          </p:nvSpPr>
          <p:spPr>
            <a:xfrm>
              <a:off x="3231097" y="3597622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t183"/>
            <p:cNvSpPr/>
            <p:nvPr/>
          </p:nvSpPr>
          <p:spPr>
            <a:xfrm>
              <a:off x="4092188" y="2767688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t184"/>
            <p:cNvSpPr/>
            <p:nvPr/>
          </p:nvSpPr>
          <p:spPr>
            <a:xfrm>
              <a:off x="2976546" y="3597622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t185"/>
            <p:cNvSpPr/>
            <p:nvPr/>
          </p:nvSpPr>
          <p:spPr>
            <a:xfrm>
              <a:off x="3648751" y="2985877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t186"/>
            <p:cNvSpPr/>
            <p:nvPr/>
          </p:nvSpPr>
          <p:spPr>
            <a:xfrm>
              <a:off x="2090285" y="3432289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t187"/>
            <p:cNvSpPr/>
            <p:nvPr/>
          </p:nvSpPr>
          <p:spPr>
            <a:xfrm>
              <a:off x="1910063" y="4049984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t188"/>
            <p:cNvSpPr/>
            <p:nvPr/>
          </p:nvSpPr>
          <p:spPr>
            <a:xfrm>
              <a:off x="3048910" y="2940673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t189"/>
            <p:cNvSpPr/>
            <p:nvPr/>
          </p:nvSpPr>
          <p:spPr>
            <a:xfrm>
              <a:off x="3626120" y="2738276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t190"/>
            <p:cNvSpPr/>
            <p:nvPr/>
          </p:nvSpPr>
          <p:spPr>
            <a:xfrm>
              <a:off x="2604539" y="4582037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t191"/>
            <p:cNvSpPr/>
            <p:nvPr/>
          </p:nvSpPr>
          <p:spPr>
            <a:xfrm>
              <a:off x="3318196" y="2985877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t192"/>
            <p:cNvSpPr/>
            <p:nvPr/>
          </p:nvSpPr>
          <p:spPr>
            <a:xfrm>
              <a:off x="3146498" y="2576420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t193"/>
            <p:cNvSpPr/>
            <p:nvPr/>
          </p:nvSpPr>
          <p:spPr>
            <a:xfrm>
              <a:off x="3752892" y="2738276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t194"/>
            <p:cNvSpPr/>
            <p:nvPr/>
          </p:nvSpPr>
          <p:spPr>
            <a:xfrm>
              <a:off x="3220939" y="2295221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t195"/>
            <p:cNvSpPr/>
            <p:nvPr/>
          </p:nvSpPr>
          <p:spPr>
            <a:xfrm>
              <a:off x="5136663" y="3096288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t196"/>
            <p:cNvSpPr/>
            <p:nvPr/>
          </p:nvSpPr>
          <p:spPr>
            <a:xfrm>
              <a:off x="3038938" y="2096796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t197"/>
            <p:cNvSpPr/>
            <p:nvPr/>
          </p:nvSpPr>
          <p:spPr>
            <a:xfrm>
              <a:off x="2854252" y="2226406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t198"/>
            <p:cNvSpPr/>
            <p:nvPr/>
          </p:nvSpPr>
          <p:spPr>
            <a:xfrm>
              <a:off x="4883691" y="3030333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t199"/>
            <p:cNvSpPr/>
            <p:nvPr/>
          </p:nvSpPr>
          <p:spPr>
            <a:xfrm>
              <a:off x="3478833" y="2138615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t200"/>
            <p:cNvSpPr/>
            <p:nvPr/>
          </p:nvSpPr>
          <p:spPr>
            <a:xfrm>
              <a:off x="3916377" y="4582037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t201"/>
            <p:cNvSpPr/>
            <p:nvPr/>
          </p:nvSpPr>
          <p:spPr>
            <a:xfrm>
              <a:off x="1895476" y="2337094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t202"/>
            <p:cNvSpPr/>
            <p:nvPr/>
          </p:nvSpPr>
          <p:spPr>
            <a:xfrm>
              <a:off x="2880172" y="2337094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t203"/>
            <p:cNvSpPr/>
            <p:nvPr/>
          </p:nvSpPr>
          <p:spPr>
            <a:xfrm>
              <a:off x="3754681" y="2337094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t204"/>
            <p:cNvSpPr/>
            <p:nvPr/>
          </p:nvSpPr>
          <p:spPr>
            <a:xfrm>
              <a:off x="3258820" y="1657058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t205"/>
            <p:cNvSpPr/>
            <p:nvPr/>
          </p:nvSpPr>
          <p:spPr>
            <a:xfrm>
              <a:off x="1061294" y="3073021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t206"/>
            <p:cNvSpPr/>
            <p:nvPr/>
          </p:nvSpPr>
          <p:spPr>
            <a:xfrm>
              <a:off x="1930875" y="2951484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t207"/>
            <p:cNvSpPr/>
            <p:nvPr/>
          </p:nvSpPr>
          <p:spPr>
            <a:xfrm>
              <a:off x="2236981" y="2096796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t208"/>
            <p:cNvSpPr/>
            <p:nvPr/>
          </p:nvSpPr>
          <p:spPr>
            <a:xfrm>
              <a:off x="3529563" y="3196184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t209"/>
            <p:cNvSpPr/>
            <p:nvPr/>
          </p:nvSpPr>
          <p:spPr>
            <a:xfrm>
              <a:off x="4079139" y="3121058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t210"/>
            <p:cNvSpPr/>
            <p:nvPr/>
          </p:nvSpPr>
          <p:spPr>
            <a:xfrm>
              <a:off x="1851265" y="3206699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t211"/>
            <p:cNvSpPr/>
            <p:nvPr/>
          </p:nvSpPr>
          <p:spPr>
            <a:xfrm>
              <a:off x="4265324" y="3240094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t212"/>
            <p:cNvSpPr/>
            <p:nvPr/>
          </p:nvSpPr>
          <p:spPr>
            <a:xfrm>
              <a:off x="663376" y="1828118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t213"/>
            <p:cNvSpPr/>
            <p:nvPr/>
          </p:nvSpPr>
          <p:spPr>
            <a:xfrm>
              <a:off x="2641925" y="896402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t214"/>
            <p:cNvSpPr/>
            <p:nvPr/>
          </p:nvSpPr>
          <p:spPr>
            <a:xfrm>
              <a:off x="1886539" y="3088375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t215"/>
            <p:cNvSpPr/>
            <p:nvPr/>
          </p:nvSpPr>
          <p:spPr>
            <a:xfrm>
              <a:off x="2824540" y="2337094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t216"/>
            <p:cNvSpPr/>
            <p:nvPr/>
          </p:nvSpPr>
          <p:spPr>
            <a:xfrm>
              <a:off x="4129577" y="3217511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t217"/>
            <p:cNvSpPr/>
            <p:nvPr/>
          </p:nvSpPr>
          <p:spPr>
            <a:xfrm>
              <a:off x="4128649" y="3413564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t218"/>
            <p:cNvSpPr/>
            <p:nvPr/>
          </p:nvSpPr>
          <p:spPr>
            <a:xfrm>
              <a:off x="3035217" y="2876968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t219"/>
            <p:cNvSpPr/>
            <p:nvPr/>
          </p:nvSpPr>
          <p:spPr>
            <a:xfrm>
              <a:off x="2920033" y="2822348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t220"/>
            <p:cNvSpPr/>
            <p:nvPr/>
          </p:nvSpPr>
          <p:spPr>
            <a:xfrm>
              <a:off x="1488814" y="1828118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t221"/>
            <p:cNvSpPr/>
            <p:nvPr/>
          </p:nvSpPr>
          <p:spPr>
            <a:xfrm>
              <a:off x="3257396" y="2134679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t222"/>
            <p:cNvSpPr/>
            <p:nvPr/>
          </p:nvSpPr>
          <p:spPr>
            <a:xfrm>
              <a:off x="3669106" y="1498632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t223"/>
            <p:cNvSpPr/>
            <p:nvPr/>
          </p:nvSpPr>
          <p:spPr>
            <a:xfrm>
              <a:off x="4199926" y="2738276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t224"/>
            <p:cNvSpPr/>
            <p:nvPr/>
          </p:nvSpPr>
          <p:spPr>
            <a:xfrm>
              <a:off x="2073138" y="2449352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t225"/>
            <p:cNvSpPr/>
            <p:nvPr/>
          </p:nvSpPr>
          <p:spPr>
            <a:xfrm>
              <a:off x="1958748" y="1697265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t226"/>
            <p:cNvSpPr/>
            <p:nvPr/>
          </p:nvSpPr>
          <p:spPr>
            <a:xfrm>
              <a:off x="3849086" y="2822348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t227"/>
            <p:cNvSpPr/>
            <p:nvPr/>
          </p:nvSpPr>
          <p:spPr>
            <a:xfrm>
              <a:off x="3683152" y="2935379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t228"/>
            <p:cNvSpPr/>
            <p:nvPr/>
          </p:nvSpPr>
          <p:spPr>
            <a:xfrm>
              <a:off x="3281954" y="2624732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t229"/>
            <p:cNvSpPr/>
            <p:nvPr/>
          </p:nvSpPr>
          <p:spPr>
            <a:xfrm>
              <a:off x="1109213" y="2760954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t230"/>
            <p:cNvSpPr/>
            <p:nvPr/>
          </p:nvSpPr>
          <p:spPr>
            <a:xfrm>
              <a:off x="2816947" y="2096796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t231"/>
            <p:cNvSpPr/>
            <p:nvPr/>
          </p:nvSpPr>
          <p:spPr>
            <a:xfrm>
              <a:off x="3128637" y="2052710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t232"/>
            <p:cNvSpPr/>
            <p:nvPr/>
          </p:nvSpPr>
          <p:spPr>
            <a:xfrm>
              <a:off x="3150788" y="2389133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t233"/>
            <p:cNvSpPr/>
            <p:nvPr/>
          </p:nvSpPr>
          <p:spPr>
            <a:xfrm>
              <a:off x="3053077" y="2732036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t234"/>
            <p:cNvSpPr/>
            <p:nvPr/>
          </p:nvSpPr>
          <p:spPr>
            <a:xfrm>
              <a:off x="1436923" y="1910688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t235"/>
            <p:cNvSpPr/>
            <p:nvPr/>
          </p:nvSpPr>
          <p:spPr>
            <a:xfrm>
              <a:off x="3878245" y="3240094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t236"/>
            <p:cNvSpPr/>
            <p:nvPr/>
          </p:nvSpPr>
          <p:spPr>
            <a:xfrm>
              <a:off x="4856378" y="2940673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t237"/>
            <p:cNvSpPr/>
            <p:nvPr/>
          </p:nvSpPr>
          <p:spPr>
            <a:xfrm>
              <a:off x="1613677" y="2156847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t238"/>
            <p:cNvSpPr/>
            <p:nvPr/>
          </p:nvSpPr>
          <p:spPr>
            <a:xfrm>
              <a:off x="2167986" y="3156786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t239"/>
            <p:cNvSpPr/>
            <p:nvPr/>
          </p:nvSpPr>
          <p:spPr>
            <a:xfrm>
              <a:off x="2238550" y="1822868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t240"/>
            <p:cNvSpPr/>
            <p:nvPr/>
          </p:nvSpPr>
          <p:spPr>
            <a:xfrm>
              <a:off x="1364251" y="1828118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t241"/>
            <p:cNvSpPr/>
            <p:nvPr/>
          </p:nvSpPr>
          <p:spPr>
            <a:xfrm>
              <a:off x="1823522" y="2669352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t242"/>
            <p:cNvSpPr/>
            <p:nvPr/>
          </p:nvSpPr>
          <p:spPr>
            <a:xfrm>
              <a:off x="2499921" y="3894368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t243"/>
            <p:cNvSpPr/>
            <p:nvPr/>
          </p:nvSpPr>
          <p:spPr>
            <a:xfrm>
              <a:off x="2811543" y="1808652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t244"/>
            <p:cNvSpPr/>
            <p:nvPr/>
          </p:nvSpPr>
          <p:spPr>
            <a:xfrm>
              <a:off x="4086786" y="2962610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t245"/>
            <p:cNvSpPr/>
            <p:nvPr/>
          </p:nvSpPr>
          <p:spPr>
            <a:xfrm>
              <a:off x="1729749" y="2550491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t246"/>
            <p:cNvSpPr/>
            <p:nvPr/>
          </p:nvSpPr>
          <p:spPr>
            <a:xfrm>
              <a:off x="2392204" y="1836129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t247"/>
            <p:cNvSpPr/>
            <p:nvPr/>
          </p:nvSpPr>
          <p:spPr>
            <a:xfrm>
              <a:off x="2666960" y="2494928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t248"/>
            <p:cNvSpPr/>
            <p:nvPr/>
          </p:nvSpPr>
          <p:spPr>
            <a:xfrm>
              <a:off x="2318122" y="3331595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t249"/>
            <p:cNvSpPr/>
            <p:nvPr/>
          </p:nvSpPr>
          <p:spPr>
            <a:xfrm>
              <a:off x="3654524" y="3542700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t250"/>
            <p:cNvSpPr/>
            <p:nvPr/>
          </p:nvSpPr>
          <p:spPr>
            <a:xfrm>
              <a:off x="3018563" y="2389133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t251"/>
            <p:cNvSpPr/>
            <p:nvPr/>
          </p:nvSpPr>
          <p:spPr>
            <a:xfrm>
              <a:off x="2291503" y="1728804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t252"/>
            <p:cNvSpPr/>
            <p:nvPr/>
          </p:nvSpPr>
          <p:spPr>
            <a:xfrm>
              <a:off x="2256582" y="1644843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t253"/>
            <p:cNvSpPr/>
            <p:nvPr/>
          </p:nvSpPr>
          <p:spPr>
            <a:xfrm>
              <a:off x="2349486" y="896402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t254"/>
            <p:cNvSpPr/>
            <p:nvPr/>
          </p:nvSpPr>
          <p:spPr>
            <a:xfrm>
              <a:off x="3055864" y="2337094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t255"/>
            <p:cNvSpPr/>
            <p:nvPr/>
          </p:nvSpPr>
          <p:spPr>
            <a:xfrm>
              <a:off x="2686581" y="2056951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t256"/>
            <p:cNvSpPr/>
            <p:nvPr/>
          </p:nvSpPr>
          <p:spPr>
            <a:xfrm>
              <a:off x="2762792" y="3964342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t257"/>
            <p:cNvSpPr/>
            <p:nvPr/>
          </p:nvSpPr>
          <p:spPr>
            <a:xfrm>
              <a:off x="1161842" y="4049984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t258"/>
            <p:cNvSpPr/>
            <p:nvPr/>
          </p:nvSpPr>
          <p:spPr>
            <a:xfrm>
              <a:off x="2976427" y="2624732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t259"/>
            <p:cNvSpPr/>
            <p:nvPr/>
          </p:nvSpPr>
          <p:spPr>
            <a:xfrm>
              <a:off x="3348374" y="4582037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t260"/>
            <p:cNvSpPr/>
            <p:nvPr/>
          </p:nvSpPr>
          <p:spPr>
            <a:xfrm>
              <a:off x="2467051" y="3432289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t261"/>
            <p:cNvSpPr/>
            <p:nvPr/>
          </p:nvSpPr>
          <p:spPr>
            <a:xfrm>
              <a:off x="3991991" y="2666732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t262"/>
            <p:cNvSpPr/>
            <p:nvPr/>
          </p:nvSpPr>
          <p:spPr>
            <a:xfrm>
              <a:off x="3962442" y="3395710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t263"/>
            <p:cNvSpPr/>
            <p:nvPr/>
          </p:nvSpPr>
          <p:spPr>
            <a:xfrm>
              <a:off x="4343187" y="2682726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t264"/>
            <p:cNvSpPr/>
            <p:nvPr/>
          </p:nvSpPr>
          <p:spPr>
            <a:xfrm>
              <a:off x="1164829" y="2052710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t265"/>
            <p:cNvSpPr/>
            <p:nvPr/>
          </p:nvSpPr>
          <p:spPr>
            <a:xfrm>
              <a:off x="3002532" y="2382852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t266"/>
            <p:cNvSpPr/>
            <p:nvPr/>
          </p:nvSpPr>
          <p:spPr>
            <a:xfrm>
              <a:off x="1880491" y="1704644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t267"/>
            <p:cNvSpPr/>
            <p:nvPr/>
          </p:nvSpPr>
          <p:spPr>
            <a:xfrm>
              <a:off x="2267367" y="1973019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t268"/>
            <p:cNvSpPr/>
            <p:nvPr/>
          </p:nvSpPr>
          <p:spPr>
            <a:xfrm>
              <a:off x="1740463" y="2699416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t269"/>
            <p:cNvSpPr/>
            <p:nvPr/>
          </p:nvSpPr>
          <p:spPr>
            <a:xfrm>
              <a:off x="2407132" y="3894368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t270"/>
            <p:cNvSpPr/>
            <p:nvPr/>
          </p:nvSpPr>
          <p:spPr>
            <a:xfrm>
              <a:off x="3015726" y="2459868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t271"/>
            <p:cNvSpPr/>
            <p:nvPr/>
          </p:nvSpPr>
          <p:spPr>
            <a:xfrm>
              <a:off x="3097021" y="2863656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t272"/>
            <p:cNvSpPr/>
            <p:nvPr/>
          </p:nvSpPr>
          <p:spPr>
            <a:xfrm>
              <a:off x="3801601" y="2052710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t273"/>
            <p:cNvSpPr/>
            <p:nvPr/>
          </p:nvSpPr>
          <p:spPr>
            <a:xfrm>
              <a:off x="3361139" y="2760954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t274"/>
            <p:cNvSpPr/>
            <p:nvPr/>
          </p:nvSpPr>
          <p:spPr>
            <a:xfrm>
              <a:off x="4062471" y="3894368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t275"/>
            <p:cNvSpPr/>
            <p:nvPr/>
          </p:nvSpPr>
          <p:spPr>
            <a:xfrm>
              <a:off x="2525458" y="3783957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t276"/>
            <p:cNvSpPr/>
            <p:nvPr/>
          </p:nvSpPr>
          <p:spPr>
            <a:xfrm>
              <a:off x="2571228" y="3432289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t277"/>
            <p:cNvSpPr/>
            <p:nvPr/>
          </p:nvSpPr>
          <p:spPr>
            <a:xfrm>
              <a:off x="3080831" y="2214973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t278"/>
            <p:cNvSpPr/>
            <p:nvPr/>
          </p:nvSpPr>
          <p:spPr>
            <a:xfrm>
              <a:off x="2194151" y="3894368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t279"/>
            <p:cNvSpPr/>
            <p:nvPr/>
          </p:nvSpPr>
          <p:spPr>
            <a:xfrm>
              <a:off x="3150480" y="1141674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t280"/>
            <p:cNvSpPr/>
            <p:nvPr/>
          </p:nvSpPr>
          <p:spPr>
            <a:xfrm>
              <a:off x="2704305" y="1044360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t281"/>
            <p:cNvSpPr/>
            <p:nvPr/>
          </p:nvSpPr>
          <p:spPr>
            <a:xfrm>
              <a:off x="4303380" y="2905063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t282"/>
            <p:cNvSpPr/>
            <p:nvPr/>
          </p:nvSpPr>
          <p:spPr>
            <a:xfrm>
              <a:off x="2049794" y="2096796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t283"/>
            <p:cNvSpPr/>
            <p:nvPr/>
          </p:nvSpPr>
          <p:spPr>
            <a:xfrm>
              <a:off x="1063478" y="3432289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t284"/>
            <p:cNvSpPr/>
            <p:nvPr/>
          </p:nvSpPr>
          <p:spPr>
            <a:xfrm>
              <a:off x="2854483" y="1554819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t285"/>
            <p:cNvSpPr/>
            <p:nvPr/>
          </p:nvSpPr>
          <p:spPr>
            <a:xfrm>
              <a:off x="3297122" y="4582037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t286"/>
            <p:cNvSpPr/>
            <p:nvPr/>
          </p:nvSpPr>
          <p:spPr>
            <a:xfrm>
              <a:off x="2396979" y="3894368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t287"/>
            <p:cNvSpPr/>
            <p:nvPr/>
          </p:nvSpPr>
          <p:spPr>
            <a:xfrm>
              <a:off x="3616025" y="2608691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t288"/>
            <p:cNvSpPr/>
            <p:nvPr/>
          </p:nvSpPr>
          <p:spPr>
            <a:xfrm>
              <a:off x="4092456" y="3058258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t289"/>
            <p:cNvSpPr/>
            <p:nvPr/>
          </p:nvSpPr>
          <p:spPr>
            <a:xfrm>
              <a:off x="3683691" y="1367156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t290"/>
            <p:cNvSpPr/>
            <p:nvPr/>
          </p:nvSpPr>
          <p:spPr>
            <a:xfrm>
              <a:off x="4233755" y="3166262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t291"/>
            <p:cNvSpPr/>
            <p:nvPr/>
          </p:nvSpPr>
          <p:spPr>
            <a:xfrm>
              <a:off x="4999080" y="3240094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t292"/>
            <p:cNvSpPr/>
            <p:nvPr/>
          </p:nvSpPr>
          <p:spPr>
            <a:xfrm>
              <a:off x="2856137" y="2895468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t293"/>
            <p:cNvSpPr/>
            <p:nvPr/>
          </p:nvSpPr>
          <p:spPr>
            <a:xfrm>
              <a:off x="3152462" y="2430556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t294"/>
            <p:cNvSpPr/>
            <p:nvPr/>
          </p:nvSpPr>
          <p:spPr>
            <a:xfrm>
              <a:off x="2194253" y="1657058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t295"/>
            <p:cNvSpPr/>
            <p:nvPr/>
          </p:nvSpPr>
          <p:spPr>
            <a:xfrm>
              <a:off x="2369447" y="2651378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t296"/>
            <p:cNvSpPr/>
            <p:nvPr/>
          </p:nvSpPr>
          <p:spPr>
            <a:xfrm>
              <a:off x="2625043" y="2602016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t297"/>
            <p:cNvSpPr/>
            <p:nvPr/>
          </p:nvSpPr>
          <p:spPr>
            <a:xfrm>
              <a:off x="2661586" y="1230805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t298"/>
            <p:cNvSpPr/>
            <p:nvPr/>
          </p:nvSpPr>
          <p:spPr>
            <a:xfrm>
              <a:off x="4445056" y="3894368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t299"/>
            <p:cNvSpPr/>
            <p:nvPr/>
          </p:nvSpPr>
          <p:spPr>
            <a:xfrm>
              <a:off x="3249870" y="1827824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t300"/>
            <p:cNvSpPr/>
            <p:nvPr/>
          </p:nvSpPr>
          <p:spPr>
            <a:xfrm>
              <a:off x="3638370" y="3331595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t301"/>
            <p:cNvSpPr/>
            <p:nvPr/>
          </p:nvSpPr>
          <p:spPr>
            <a:xfrm>
              <a:off x="4258355" y="3112622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t302"/>
            <p:cNvSpPr/>
            <p:nvPr/>
          </p:nvSpPr>
          <p:spPr>
            <a:xfrm>
              <a:off x="1919346" y="1976029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t303"/>
            <p:cNvSpPr/>
            <p:nvPr/>
          </p:nvSpPr>
          <p:spPr>
            <a:xfrm>
              <a:off x="3191131" y="3196184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t304"/>
            <p:cNvSpPr/>
            <p:nvPr/>
          </p:nvSpPr>
          <p:spPr>
            <a:xfrm>
              <a:off x="3867301" y="3166262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t305"/>
            <p:cNvSpPr/>
            <p:nvPr/>
          </p:nvSpPr>
          <p:spPr>
            <a:xfrm>
              <a:off x="1788937" y="2156847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t306"/>
            <p:cNvSpPr/>
            <p:nvPr/>
          </p:nvSpPr>
          <p:spPr>
            <a:xfrm>
              <a:off x="3113563" y="2337094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t307"/>
            <p:cNvSpPr/>
            <p:nvPr/>
          </p:nvSpPr>
          <p:spPr>
            <a:xfrm>
              <a:off x="2897608" y="2661546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t308"/>
            <p:cNvSpPr/>
            <p:nvPr/>
          </p:nvSpPr>
          <p:spPr>
            <a:xfrm>
              <a:off x="3398920" y="2935379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t309"/>
            <p:cNvSpPr/>
            <p:nvPr/>
          </p:nvSpPr>
          <p:spPr>
            <a:xfrm>
              <a:off x="4183701" y="3030333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t310"/>
            <p:cNvSpPr/>
            <p:nvPr/>
          </p:nvSpPr>
          <p:spPr>
            <a:xfrm>
              <a:off x="2580915" y="3331595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t311"/>
            <p:cNvSpPr/>
            <p:nvPr/>
          </p:nvSpPr>
          <p:spPr>
            <a:xfrm>
              <a:off x="3105407" y="1836129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t312"/>
            <p:cNvSpPr/>
            <p:nvPr/>
          </p:nvSpPr>
          <p:spPr>
            <a:xfrm>
              <a:off x="3455277" y="3017097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t313"/>
            <p:cNvSpPr/>
            <p:nvPr/>
          </p:nvSpPr>
          <p:spPr>
            <a:xfrm>
              <a:off x="3394838" y="1640857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t314"/>
            <p:cNvSpPr/>
            <p:nvPr/>
          </p:nvSpPr>
          <p:spPr>
            <a:xfrm>
              <a:off x="1541361" y="2314542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t315"/>
            <p:cNvSpPr/>
            <p:nvPr/>
          </p:nvSpPr>
          <p:spPr>
            <a:xfrm>
              <a:off x="2973183" y="1957489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t316"/>
            <p:cNvSpPr/>
            <p:nvPr/>
          </p:nvSpPr>
          <p:spPr>
            <a:xfrm>
              <a:off x="2420393" y="1562679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t317"/>
            <p:cNvSpPr/>
            <p:nvPr/>
          </p:nvSpPr>
          <p:spPr>
            <a:xfrm>
              <a:off x="2674153" y="2914905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t318"/>
            <p:cNvSpPr/>
            <p:nvPr/>
          </p:nvSpPr>
          <p:spPr>
            <a:xfrm>
              <a:off x="2580881" y="1973019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t319"/>
            <p:cNvSpPr/>
            <p:nvPr/>
          </p:nvSpPr>
          <p:spPr>
            <a:xfrm>
              <a:off x="3435224" y="2180373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t320"/>
            <p:cNvSpPr/>
            <p:nvPr/>
          </p:nvSpPr>
          <p:spPr>
            <a:xfrm>
              <a:off x="2330373" y="3129683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t321"/>
            <p:cNvSpPr/>
            <p:nvPr/>
          </p:nvSpPr>
          <p:spPr>
            <a:xfrm>
              <a:off x="3459532" y="2051657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t322"/>
            <p:cNvSpPr/>
            <p:nvPr/>
          </p:nvSpPr>
          <p:spPr>
            <a:xfrm>
              <a:off x="3018101" y="2562241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t323"/>
            <p:cNvSpPr/>
            <p:nvPr/>
          </p:nvSpPr>
          <p:spPr>
            <a:xfrm>
              <a:off x="3664254" y="3217511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t324"/>
            <p:cNvSpPr/>
            <p:nvPr/>
          </p:nvSpPr>
          <p:spPr>
            <a:xfrm>
              <a:off x="2674456" y="1980808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t325"/>
            <p:cNvSpPr/>
            <p:nvPr/>
          </p:nvSpPr>
          <p:spPr>
            <a:xfrm>
              <a:off x="4185307" y="3894368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t326"/>
            <p:cNvSpPr/>
            <p:nvPr/>
          </p:nvSpPr>
          <p:spPr>
            <a:xfrm>
              <a:off x="2622147" y="1827824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t327"/>
            <p:cNvSpPr/>
            <p:nvPr/>
          </p:nvSpPr>
          <p:spPr>
            <a:xfrm>
              <a:off x="2498440" y="1391784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t328"/>
            <p:cNvSpPr/>
            <p:nvPr/>
          </p:nvSpPr>
          <p:spPr>
            <a:xfrm>
              <a:off x="2044898" y="1658565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t329"/>
            <p:cNvSpPr/>
            <p:nvPr/>
          </p:nvSpPr>
          <p:spPr>
            <a:xfrm>
              <a:off x="2903308" y="2389133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t330"/>
            <p:cNvSpPr/>
            <p:nvPr/>
          </p:nvSpPr>
          <p:spPr>
            <a:xfrm>
              <a:off x="4076776" y="3129683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t331"/>
            <p:cNvSpPr/>
            <p:nvPr/>
          </p:nvSpPr>
          <p:spPr>
            <a:xfrm>
              <a:off x="1479194" y="2624732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t332"/>
            <p:cNvSpPr/>
            <p:nvPr/>
          </p:nvSpPr>
          <p:spPr>
            <a:xfrm>
              <a:off x="3661393" y="3080621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t333"/>
            <p:cNvSpPr/>
            <p:nvPr/>
          </p:nvSpPr>
          <p:spPr>
            <a:xfrm>
              <a:off x="4204316" y="2180373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t334"/>
            <p:cNvSpPr/>
            <p:nvPr/>
          </p:nvSpPr>
          <p:spPr>
            <a:xfrm>
              <a:off x="3759355" y="1623240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t335"/>
            <p:cNvSpPr/>
            <p:nvPr/>
          </p:nvSpPr>
          <p:spPr>
            <a:xfrm>
              <a:off x="1582758" y="2651378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t336"/>
            <p:cNvSpPr/>
            <p:nvPr/>
          </p:nvSpPr>
          <p:spPr>
            <a:xfrm>
              <a:off x="2757680" y="2501661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t337"/>
            <p:cNvSpPr/>
            <p:nvPr/>
          </p:nvSpPr>
          <p:spPr>
            <a:xfrm>
              <a:off x="2943846" y="2071620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t338"/>
            <p:cNvSpPr/>
            <p:nvPr/>
          </p:nvSpPr>
          <p:spPr>
            <a:xfrm>
              <a:off x="2160584" y="1391784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t339"/>
            <p:cNvSpPr/>
            <p:nvPr/>
          </p:nvSpPr>
          <p:spPr>
            <a:xfrm>
              <a:off x="2423154" y="2580569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t340"/>
            <p:cNvSpPr/>
            <p:nvPr/>
          </p:nvSpPr>
          <p:spPr>
            <a:xfrm>
              <a:off x="2483859" y="3228636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t341"/>
            <p:cNvSpPr/>
            <p:nvPr/>
          </p:nvSpPr>
          <p:spPr>
            <a:xfrm>
              <a:off x="2922198" y="1854869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t342"/>
            <p:cNvSpPr/>
            <p:nvPr/>
          </p:nvSpPr>
          <p:spPr>
            <a:xfrm>
              <a:off x="2888556" y="3166262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t343"/>
            <p:cNvSpPr/>
            <p:nvPr/>
          </p:nvSpPr>
          <p:spPr>
            <a:xfrm>
              <a:off x="3515499" y="3894368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t344"/>
            <p:cNvSpPr/>
            <p:nvPr/>
          </p:nvSpPr>
          <p:spPr>
            <a:xfrm>
              <a:off x="2124446" y="3432289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t345"/>
            <p:cNvSpPr/>
            <p:nvPr/>
          </p:nvSpPr>
          <p:spPr>
            <a:xfrm>
              <a:off x="2634897" y="2051657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t346"/>
            <p:cNvSpPr/>
            <p:nvPr/>
          </p:nvSpPr>
          <p:spPr>
            <a:xfrm>
              <a:off x="1278910" y="3378649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t347"/>
            <p:cNvSpPr/>
            <p:nvPr/>
          </p:nvSpPr>
          <p:spPr>
            <a:xfrm>
              <a:off x="1869312" y="3894368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t348"/>
            <p:cNvSpPr/>
            <p:nvPr/>
          </p:nvSpPr>
          <p:spPr>
            <a:xfrm>
              <a:off x="2305419" y="2859319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t349"/>
            <p:cNvSpPr/>
            <p:nvPr/>
          </p:nvSpPr>
          <p:spPr>
            <a:xfrm>
              <a:off x="2737046" y="2364601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t350"/>
            <p:cNvSpPr/>
            <p:nvPr/>
          </p:nvSpPr>
          <p:spPr>
            <a:xfrm>
              <a:off x="4250838" y="2682726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t351"/>
            <p:cNvSpPr/>
            <p:nvPr/>
          </p:nvSpPr>
          <p:spPr>
            <a:xfrm>
              <a:off x="4454296" y="2930157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t352"/>
            <p:cNvSpPr/>
            <p:nvPr/>
          </p:nvSpPr>
          <p:spPr>
            <a:xfrm>
              <a:off x="3725032" y="3964342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t353"/>
            <p:cNvSpPr/>
            <p:nvPr/>
          </p:nvSpPr>
          <p:spPr>
            <a:xfrm>
              <a:off x="1577333" y="2096796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t354"/>
            <p:cNvSpPr/>
            <p:nvPr/>
          </p:nvSpPr>
          <p:spPr>
            <a:xfrm>
              <a:off x="2241554" y="1402289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t355"/>
            <p:cNvSpPr/>
            <p:nvPr/>
          </p:nvSpPr>
          <p:spPr>
            <a:xfrm>
              <a:off x="2109695" y="4582037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t356"/>
            <p:cNvSpPr/>
            <p:nvPr/>
          </p:nvSpPr>
          <p:spPr>
            <a:xfrm>
              <a:off x="1759969" y="3835206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t357"/>
            <p:cNvSpPr/>
            <p:nvPr/>
          </p:nvSpPr>
          <p:spPr>
            <a:xfrm>
              <a:off x="2939136" y="3331595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t358"/>
            <p:cNvSpPr/>
            <p:nvPr/>
          </p:nvSpPr>
          <p:spPr>
            <a:xfrm>
              <a:off x="3779022" y="3289685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t359"/>
            <p:cNvSpPr/>
            <p:nvPr/>
          </p:nvSpPr>
          <p:spPr>
            <a:xfrm>
              <a:off x="2800548" y="3542700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t360"/>
            <p:cNvSpPr/>
            <p:nvPr/>
          </p:nvSpPr>
          <p:spPr>
            <a:xfrm>
              <a:off x="4525280" y="2738276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t361"/>
            <p:cNvSpPr/>
            <p:nvPr/>
          </p:nvSpPr>
          <p:spPr>
            <a:xfrm>
              <a:off x="2136299" y="2107591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t362"/>
            <p:cNvSpPr/>
            <p:nvPr/>
          </p:nvSpPr>
          <p:spPr>
            <a:xfrm>
              <a:off x="3375014" y="2376671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t363"/>
            <p:cNvSpPr/>
            <p:nvPr/>
          </p:nvSpPr>
          <p:spPr>
            <a:xfrm>
              <a:off x="3111378" y="1075499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t364"/>
            <p:cNvSpPr/>
            <p:nvPr/>
          </p:nvSpPr>
          <p:spPr>
            <a:xfrm>
              <a:off x="3184493" y="896402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t365"/>
            <p:cNvSpPr/>
            <p:nvPr/>
          </p:nvSpPr>
          <p:spPr>
            <a:xfrm>
              <a:off x="4216107" y="2940673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t366"/>
            <p:cNvSpPr/>
            <p:nvPr/>
          </p:nvSpPr>
          <p:spPr>
            <a:xfrm>
              <a:off x="2993026" y="2347179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t367"/>
            <p:cNvSpPr/>
            <p:nvPr/>
          </p:nvSpPr>
          <p:spPr>
            <a:xfrm>
              <a:off x="4128782" y="2501661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t368"/>
            <p:cNvSpPr/>
            <p:nvPr/>
          </p:nvSpPr>
          <p:spPr>
            <a:xfrm>
              <a:off x="4985447" y="1747858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t369"/>
            <p:cNvSpPr/>
            <p:nvPr/>
          </p:nvSpPr>
          <p:spPr>
            <a:xfrm>
              <a:off x="2836137" y="2822348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t370"/>
            <p:cNvSpPr/>
            <p:nvPr/>
          </p:nvSpPr>
          <p:spPr>
            <a:xfrm>
              <a:off x="2891033" y="2389133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t371"/>
            <p:cNvSpPr/>
            <p:nvPr/>
          </p:nvSpPr>
          <p:spPr>
            <a:xfrm>
              <a:off x="3619713" y="2738276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t372"/>
            <p:cNvSpPr/>
            <p:nvPr/>
          </p:nvSpPr>
          <p:spPr>
            <a:xfrm>
              <a:off x="2229854" y="1605081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t373"/>
            <p:cNvSpPr/>
            <p:nvPr/>
          </p:nvSpPr>
          <p:spPr>
            <a:xfrm>
              <a:off x="4930027" y="2462926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t374"/>
            <p:cNvSpPr/>
            <p:nvPr/>
          </p:nvSpPr>
          <p:spPr>
            <a:xfrm>
              <a:off x="3929056" y="2738276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t375"/>
            <p:cNvSpPr/>
            <p:nvPr/>
          </p:nvSpPr>
          <p:spPr>
            <a:xfrm>
              <a:off x="3082933" y="2134679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t376"/>
            <p:cNvSpPr/>
            <p:nvPr/>
          </p:nvSpPr>
          <p:spPr>
            <a:xfrm>
              <a:off x="2100212" y="1828118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t377"/>
            <p:cNvSpPr/>
            <p:nvPr/>
          </p:nvSpPr>
          <p:spPr>
            <a:xfrm>
              <a:off x="3191728" y="1808652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t378"/>
            <p:cNvSpPr/>
            <p:nvPr/>
          </p:nvSpPr>
          <p:spPr>
            <a:xfrm>
              <a:off x="4606239" y="2462926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t379"/>
            <p:cNvSpPr/>
            <p:nvPr/>
          </p:nvSpPr>
          <p:spPr>
            <a:xfrm>
              <a:off x="3734856" y="2056951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t380"/>
            <p:cNvSpPr/>
            <p:nvPr/>
          </p:nvSpPr>
          <p:spPr>
            <a:xfrm>
              <a:off x="4117026" y="1909234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t381"/>
            <p:cNvSpPr/>
            <p:nvPr/>
          </p:nvSpPr>
          <p:spPr>
            <a:xfrm>
              <a:off x="1553295" y="3264089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t382"/>
            <p:cNvSpPr/>
            <p:nvPr/>
          </p:nvSpPr>
          <p:spPr>
            <a:xfrm>
              <a:off x="3214811" y="2400706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t383"/>
            <p:cNvSpPr/>
            <p:nvPr/>
          </p:nvSpPr>
          <p:spPr>
            <a:xfrm>
              <a:off x="3870105" y="2962610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t384"/>
            <p:cNvSpPr/>
            <p:nvPr/>
          </p:nvSpPr>
          <p:spPr>
            <a:xfrm>
              <a:off x="2968687" y="2389133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t385"/>
            <p:cNvSpPr/>
            <p:nvPr/>
          </p:nvSpPr>
          <p:spPr>
            <a:xfrm>
              <a:off x="1507275" y="3597622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t386"/>
            <p:cNvSpPr/>
            <p:nvPr/>
          </p:nvSpPr>
          <p:spPr>
            <a:xfrm>
              <a:off x="3215247" y="2501661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t387"/>
            <p:cNvSpPr/>
            <p:nvPr/>
          </p:nvSpPr>
          <p:spPr>
            <a:xfrm>
              <a:off x="4335705" y="2930157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t388"/>
            <p:cNvSpPr/>
            <p:nvPr/>
          </p:nvSpPr>
          <p:spPr>
            <a:xfrm>
              <a:off x="2607997" y="1230805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t389"/>
            <p:cNvSpPr/>
            <p:nvPr/>
          </p:nvSpPr>
          <p:spPr>
            <a:xfrm>
              <a:off x="2384533" y="2520811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t390"/>
            <p:cNvSpPr/>
            <p:nvPr/>
          </p:nvSpPr>
          <p:spPr>
            <a:xfrm>
              <a:off x="4794554" y="2544749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t391"/>
            <p:cNvSpPr/>
            <p:nvPr/>
          </p:nvSpPr>
          <p:spPr>
            <a:xfrm>
              <a:off x="2881994" y="2914905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t392"/>
            <p:cNvSpPr/>
            <p:nvPr/>
          </p:nvSpPr>
          <p:spPr>
            <a:xfrm>
              <a:off x="3495673" y="896402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t393"/>
            <p:cNvSpPr/>
            <p:nvPr/>
          </p:nvSpPr>
          <p:spPr>
            <a:xfrm>
              <a:off x="3670049" y="1822868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t394"/>
            <p:cNvSpPr/>
            <p:nvPr/>
          </p:nvSpPr>
          <p:spPr>
            <a:xfrm>
              <a:off x="3420097" y="2951484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t395"/>
            <p:cNvSpPr/>
            <p:nvPr/>
          </p:nvSpPr>
          <p:spPr>
            <a:xfrm>
              <a:off x="2741934" y="3783957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t396"/>
            <p:cNvSpPr/>
            <p:nvPr/>
          </p:nvSpPr>
          <p:spPr>
            <a:xfrm>
              <a:off x="3633132" y="2154090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t397"/>
            <p:cNvSpPr/>
            <p:nvPr/>
          </p:nvSpPr>
          <p:spPr>
            <a:xfrm>
              <a:off x="2915665" y="2459868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t398"/>
            <p:cNvSpPr/>
            <p:nvPr/>
          </p:nvSpPr>
          <p:spPr>
            <a:xfrm>
              <a:off x="2145733" y="3217511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t399"/>
            <p:cNvSpPr/>
            <p:nvPr/>
          </p:nvSpPr>
          <p:spPr>
            <a:xfrm>
              <a:off x="664710" y="1982122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t400"/>
            <p:cNvSpPr/>
            <p:nvPr/>
          </p:nvSpPr>
          <p:spPr>
            <a:xfrm>
              <a:off x="1559415" y="1822868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t401"/>
            <p:cNvSpPr/>
            <p:nvPr/>
          </p:nvSpPr>
          <p:spPr>
            <a:xfrm>
              <a:off x="3364355" y="2134679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t402"/>
            <p:cNvSpPr/>
            <p:nvPr/>
          </p:nvSpPr>
          <p:spPr>
            <a:xfrm>
              <a:off x="2206811" y="3628342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t403"/>
            <p:cNvSpPr/>
            <p:nvPr/>
          </p:nvSpPr>
          <p:spPr>
            <a:xfrm>
              <a:off x="2918352" y="1827824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t404"/>
            <p:cNvSpPr/>
            <p:nvPr/>
          </p:nvSpPr>
          <p:spPr>
            <a:xfrm>
              <a:off x="2193366" y="2914905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t405"/>
            <p:cNvSpPr/>
            <p:nvPr/>
          </p:nvSpPr>
          <p:spPr>
            <a:xfrm>
              <a:off x="2371146" y="1644843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t406"/>
            <p:cNvSpPr/>
            <p:nvPr/>
          </p:nvSpPr>
          <p:spPr>
            <a:xfrm>
              <a:off x="2621176" y="1728804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t407"/>
            <p:cNvSpPr/>
            <p:nvPr/>
          </p:nvSpPr>
          <p:spPr>
            <a:xfrm>
              <a:off x="3132960" y="3494663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t408"/>
            <p:cNvSpPr/>
            <p:nvPr/>
          </p:nvSpPr>
          <p:spPr>
            <a:xfrm>
              <a:off x="1140482" y="2589004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t409"/>
            <p:cNvSpPr/>
            <p:nvPr/>
          </p:nvSpPr>
          <p:spPr>
            <a:xfrm>
              <a:off x="3433346" y="2962610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t410"/>
            <p:cNvSpPr/>
            <p:nvPr/>
          </p:nvSpPr>
          <p:spPr>
            <a:xfrm>
              <a:off x="3619716" y="3240094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t411"/>
            <p:cNvSpPr/>
            <p:nvPr/>
          </p:nvSpPr>
          <p:spPr>
            <a:xfrm>
              <a:off x="1408978" y="1822868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t412"/>
            <p:cNvSpPr/>
            <p:nvPr/>
          </p:nvSpPr>
          <p:spPr>
            <a:xfrm>
              <a:off x="966993" y="2608691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t413"/>
            <p:cNvSpPr/>
            <p:nvPr/>
          </p:nvSpPr>
          <p:spPr>
            <a:xfrm>
              <a:off x="1826652" y="1391784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t414"/>
            <p:cNvSpPr/>
            <p:nvPr/>
          </p:nvSpPr>
          <p:spPr>
            <a:xfrm>
              <a:off x="1892644" y="896402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t415"/>
            <p:cNvSpPr/>
            <p:nvPr/>
          </p:nvSpPr>
          <p:spPr>
            <a:xfrm>
              <a:off x="1223318" y="3104368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t416"/>
            <p:cNvSpPr/>
            <p:nvPr/>
          </p:nvSpPr>
          <p:spPr>
            <a:xfrm>
              <a:off x="2316375" y="2760954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t417"/>
            <p:cNvSpPr/>
            <p:nvPr/>
          </p:nvSpPr>
          <p:spPr>
            <a:xfrm>
              <a:off x="1976602" y="3894368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t418"/>
            <p:cNvSpPr/>
            <p:nvPr/>
          </p:nvSpPr>
          <p:spPr>
            <a:xfrm>
              <a:off x="2059137" y="2337094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t419"/>
            <p:cNvSpPr/>
            <p:nvPr/>
          </p:nvSpPr>
          <p:spPr>
            <a:xfrm>
              <a:off x="2968029" y="1728804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t420"/>
            <p:cNvSpPr/>
            <p:nvPr/>
          </p:nvSpPr>
          <p:spPr>
            <a:xfrm>
              <a:off x="3656909" y="3166262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t421"/>
            <p:cNvSpPr/>
            <p:nvPr/>
          </p:nvSpPr>
          <p:spPr>
            <a:xfrm>
              <a:off x="2703792" y="2708041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t422"/>
            <p:cNvSpPr/>
            <p:nvPr/>
          </p:nvSpPr>
          <p:spPr>
            <a:xfrm>
              <a:off x="2404796" y="2359877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t423"/>
            <p:cNvSpPr/>
            <p:nvPr/>
          </p:nvSpPr>
          <p:spPr>
            <a:xfrm>
              <a:off x="3391742" y="1980808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t424"/>
            <p:cNvSpPr/>
            <p:nvPr/>
          </p:nvSpPr>
          <p:spPr>
            <a:xfrm>
              <a:off x="2992952" y="3597622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t425"/>
            <p:cNvSpPr/>
            <p:nvPr/>
          </p:nvSpPr>
          <p:spPr>
            <a:xfrm>
              <a:off x="2066975" y="2379131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t426"/>
            <p:cNvSpPr/>
            <p:nvPr/>
          </p:nvSpPr>
          <p:spPr>
            <a:xfrm>
              <a:off x="3320886" y="1312794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t427"/>
            <p:cNvSpPr/>
            <p:nvPr/>
          </p:nvSpPr>
          <p:spPr>
            <a:xfrm>
              <a:off x="2707837" y="2682726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t428"/>
            <p:cNvSpPr/>
            <p:nvPr/>
          </p:nvSpPr>
          <p:spPr>
            <a:xfrm>
              <a:off x="2840850" y="3331595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t429"/>
            <p:cNvSpPr/>
            <p:nvPr/>
          </p:nvSpPr>
          <p:spPr>
            <a:xfrm>
              <a:off x="3093223" y="3894368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t430"/>
            <p:cNvSpPr/>
            <p:nvPr/>
          </p:nvSpPr>
          <p:spPr>
            <a:xfrm>
              <a:off x="2996259" y="3597622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t431"/>
            <p:cNvSpPr/>
            <p:nvPr/>
          </p:nvSpPr>
          <p:spPr>
            <a:xfrm>
              <a:off x="1556852" y="3112622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t432"/>
            <p:cNvSpPr/>
            <p:nvPr/>
          </p:nvSpPr>
          <p:spPr>
            <a:xfrm>
              <a:off x="2668447" y="4316011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t433"/>
            <p:cNvSpPr/>
            <p:nvPr/>
          </p:nvSpPr>
          <p:spPr>
            <a:xfrm>
              <a:off x="3470402" y="3240094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t434"/>
            <p:cNvSpPr/>
            <p:nvPr/>
          </p:nvSpPr>
          <p:spPr>
            <a:xfrm>
              <a:off x="1927672" y="3964342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t435"/>
            <p:cNvSpPr/>
            <p:nvPr/>
          </p:nvSpPr>
          <p:spPr>
            <a:xfrm>
              <a:off x="3039643" y="2693771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t436"/>
            <p:cNvSpPr/>
            <p:nvPr/>
          </p:nvSpPr>
          <p:spPr>
            <a:xfrm>
              <a:off x="1591605" y="3661736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t437"/>
            <p:cNvSpPr/>
            <p:nvPr/>
          </p:nvSpPr>
          <p:spPr>
            <a:xfrm>
              <a:off x="2621977" y="2985877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t438"/>
            <p:cNvSpPr/>
            <p:nvPr/>
          </p:nvSpPr>
          <p:spPr>
            <a:xfrm>
              <a:off x="2479977" y="2876968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t439"/>
            <p:cNvSpPr/>
            <p:nvPr/>
          </p:nvSpPr>
          <p:spPr>
            <a:xfrm>
              <a:off x="2489034" y="1075499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t440"/>
            <p:cNvSpPr/>
            <p:nvPr/>
          </p:nvSpPr>
          <p:spPr>
            <a:xfrm>
              <a:off x="2632212" y="1691668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t441"/>
            <p:cNvSpPr/>
            <p:nvPr/>
          </p:nvSpPr>
          <p:spPr>
            <a:xfrm>
              <a:off x="2971323" y="3251904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t442"/>
            <p:cNvSpPr/>
            <p:nvPr/>
          </p:nvSpPr>
          <p:spPr>
            <a:xfrm>
              <a:off x="2509880" y="2282541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t443"/>
            <p:cNvSpPr/>
            <p:nvPr/>
          </p:nvSpPr>
          <p:spPr>
            <a:xfrm>
              <a:off x="2741482" y="1101306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t444"/>
            <p:cNvSpPr/>
            <p:nvPr/>
          </p:nvSpPr>
          <p:spPr>
            <a:xfrm>
              <a:off x="1449033" y="2822348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t445"/>
            <p:cNvSpPr/>
            <p:nvPr/>
          </p:nvSpPr>
          <p:spPr>
            <a:xfrm>
              <a:off x="814841" y="1924026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t446"/>
            <p:cNvSpPr/>
            <p:nvPr/>
          </p:nvSpPr>
          <p:spPr>
            <a:xfrm>
              <a:off x="901988" y="1828118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t447"/>
            <p:cNvSpPr/>
            <p:nvPr/>
          </p:nvSpPr>
          <p:spPr>
            <a:xfrm>
              <a:off x="1681188" y="3661736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t448"/>
            <p:cNvSpPr/>
            <p:nvPr/>
          </p:nvSpPr>
          <p:spPr>
            <a:xfrm>
              <a:off x="2076185" y="2499967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t449"/>
            <p:cNvSpPr/>
            <p:nvPr/>
          </p:nvSpPr>
          <p:spPr>
            <a:xfrm>
              <a:off x="2944905" y="1736127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t450"/>
            <p:cNvSpPr/>
            <p:nvPr/>
          </p:nvSpPr>
          <p:spPr>
            <a:xfrm>
              <a:off x="1564782" y="2728953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t451"/>
            <p:cNvSpPr/>
            <p:nvPr/>
          </p:nvSpPr>
          <p:spPr>
            <a:xfrm>
              <a:off x="1964623" y="3331595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t452"/>
            <p:cNvSpPr/>
            <p:nvPr/>
          </p:nvSpPr>
          <p:spPr>
            <a:xfrm>
              <a:off x="2280812" y="3017097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t453"/>
            <p:cNvSpPr/>
            <p:nvPr/>
          </p:nvSpPr>
          <p:spPr>
            <a:xfrm>
              <a:off x="2725755" y="896402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t454"/>
            <p:cNvSpPr/>
            <p:nvPr/>
          </p:nvSpPr>
          <p:spPr>
            <a:xfrm>
              <a:off x="3996072" y="3894368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t455"/>
            <p:cNvSpPr/>
            <p:nvPr/>
          </p:nvSpPr>
          <p:spPr>
            <a:xfrm>
              <a:off x="2591651" y="3894368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t456"/>
            <p:cNvSpPr/>
            <p:nvPr/>
          </p:nvSpPr>
          <p:spPr>
            <a:xfrm>
              <a:off x="1520468" y="2624732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t457"/>
            <p:cNvSpPr/>
            <p:nvPr/>
          </p:nvSpPr>
          <p:spPr>
            <a:xfrm>
              <a:off x="2188328" y="2376671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t458"/>
            <p:cNvSpPr/>
            <p:nvPr/>
          </p:nvSpPr>
          <p:spPr>
            <a:xfrm>
              <a:off x="1770810" y="2708041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t459"/>
            <p:cNvSpPr/>
            <p:nvPr/>
          </p:nvSpPr>
          <p:spPr>
            <a:xfrm>
              <a:off x="3609889" y="3362315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t460"/>
            <p:cNvSpPr/>
            <p:nvPr/>
          </p:nvSpPr>
          <p:spPr>
            <a:xfrm>
              <a:off x="1394461" y="2156847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t461"/>
            <p:cNvSpPr/>
            <p:nvPr/>
          </p:nvSpPr>
          <p:spPr>
            <a:xfrm>
              <a:off x="1615335" y="2754337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t462"/>
            <p:cNvSpPr/>
            <p:nvPr/>
          </p:nvSpPr>
          <p:spPr>
            <a:xfrm>
              <a:off x="1706088" y="1883288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t463"/>
            <p:cNvSpPr/>
            <p:nvPr/>
          </p:nvSpPr>
          <p:spPr>
            <a:xfrm>
              <a:off x="2357353" y="3569179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t464"/>
            <p:cNvSpPr/>
            <p:nvPr/>
          </p:nvSpPr>
          <p:spPr>
            <a:xfrm>
              <a:off x="1215520" y="3228636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t465"/>
            <p:cNvSpPr/>
            <p:nvPr/>
          </p:nvSpPr>
          <p:spPr>
            <a:xfrm>
              <a:off x="1854076" y="3894368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t466"/>
            <p:cNvSpPr/>
            <p:nvPr/>
          </p:nvSpPr>
          <p:spPr>
            <a:xfrm>
              <a:off x="3511252" y="4316011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t467"/>
            <p:cNvSpPr/>
            <p:nvPr/>
          </p:nvSpPr>
          <p:spPr>
            <a:xfrm>
              <a:off x="620504" y="2671990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t468"/>
            <p:cNvSpPr/>
            <p:nvPr/>
          </p:nvSpPr>
          <p:spPr>
            <a:xfrm>
              <a:off x="3504121" y="2940673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t469"/>
            <p:cNvSpPr/>
            <p:nvPr/>
          </p:nvSpPr>
          <p:spPr>
            <a:xfrm>
              <a:off x="3560794" y="3217511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t470"/>
            <p:cNvSpPr/>
            <p:nvPr/>
          </p:nvSpPr>
          <p:spPr>
            <a:xfrm>
              <a:off x="3707497" y="4582037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t471"/>
            <p:cNvSpPr/>
            <p:nvPr/>
          </p:nvSpPr>
          <p:spPr>
            <a:xfrm>
              <a:off x="3116855" y="2754337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t472"/>
            <p:cNvSpPr/>
            <p:nvPr/>
          </p:nvSpPr>
          <p:spPr>
            <a:xfrm>
              <a:off x="2315291" y="1822868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t473"/>
            <p:cNvSpPr/>
            <p:nvPr/>
          </p:nvSpPr>
          <p:spPr>
            <a:xfrm>
              <a:off x="4876982" y="3121058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t474"/>
            <p:cNvSpPr/>
            <p:nvPr/>
          </p:nvSpPr>
          <p:spPr>
            <a:xfrm>
              <a:off x="2481639" y="2580569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t475"/>
            <p:cNvSpPr/>
            <p:nvPr/>
          </p:nvSpPr>
          <p:spPr>
            <a:xfrm>
              <a:off x="1790553" y="3494663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t476"/>
            <p:cNvSpPr/>
            <p:nvPr/>
          </p:nvSpPr>
          <p:spPr>
            <a:xfrm>
              <a:off x="1229700" y="2760954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t477"/>
            <p:cNvSpPr/>
            <p:nvPr/>
          </p:nvSpPr>
          <p:spPr>
            <a:xfrm>
              <a:off x="4287527" y="2178174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t478"/>
            <p:cNvSpPr/>
            <p:nvPr/>
          </p:nvSpPr>
          <p:spPr>
            <a:xfrm>
              <a:off x="2674548" y="1808652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t479"/>
            <p:cNvSpPr/>
            <p:nvPr/>
          </p:nvSpPr>
          <p:spPr>
            <a:xfrm>
              <a:off x="3286418" y="1822868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t480"/>
            <p:cNvSpPr/>
            <p:nvPr/>
          </p:nvSpPr>
          <p:spPr>
            <a:xfrm>
              <a:off x="1957179" y="3331595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t481"/>
            <p:cNvSpPr/>
            <p:nvPr/>
          </p:nvSpPr>
          <p:spPr>
            <a:xfrm>
              <a:off x="4382153" y="3112622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t482"/>
            <p:cNvSpPr/>
            <p:nvPr/>
          </p:nvSpPr>
          <p:spPr>
            <a:xfrm>
              <a:off x="2531991" y="1644843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t483"/>
            <p:cNvSpPr/>
            <p:nvPr/>
          </p:nvSpPr>
          <p:spPr>
            <a:xfrm>
              <a:off x="2334780" y="1808652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t484"/>
            <p:cNvSpPr/>
            <p:nvPr/>
          </p:nvSpPr>
          <p:spPr>
            <a:xfrm>
              <a:off x="3527444" y="3217511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t485"/>
            <p:cNvSpPr/>
            <p:nvPr/>
          </p:nvSpPr>
          <p:spPr>
            <a:xfrm>
              <a:off x="3985183" y="2767688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t486"/>
            <p:cNvSpPr/>
            <p:nvPr/>
          </p:nvSpPr>
          <p:spPr>
            <a:xfrm>
              <a:off x="2574967" y="3303153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t487"/>
            <p:cNvSpPr/>
            <p:nvPr/>
          </p:nvSpPr>
          <p:spPr>
            <a:xfrm>
              <a:off x="1929048" y="2295221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t488"/>
            <p:cNvSpPr/>
            <p:nvPr/>
          </p:nvSpPr>
          <p:spPr>
            <a:xfrm>
              <a:off x="2412470" y="1644843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t489"/>
            <p:cNvSpPr/>
            <p:nvPr/>
          </p:nvSpPr>
          <p:spPr>
            <a:xfrm>
              <a:off x="3049137" y="1845846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t490"/>
            <p:cNvSpPr/>
            <p:nvPr/>
          </p:nvSpPr>
          <p:spPr>
            <a:xfrm>
              <a:off x="2912615" y="2754337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t491"/>
            <p:cNvSpPr/>
            <p:nvPr/>
          </p:nvSpPr>
          <p:spPr>
            <a:xfrm>
              <a:off x="2632868" y="2096796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t492"/>
            <p:cNvSpPr/>
            <p:nvPr/>
          </p:nvSpPr>
          <p:spPr>
            <a:xfrm>
              <a:off x="4037890" y="3303153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t493"/>
            <p:cNvSpPr/>
            <p:nvPr/>
          </p:nvSpPr>
          <p:spPr>
            <a:xfrm>
              <a:off x="3363679" y="1498632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t494"/>
            <p:cNvSpPr/>
            <p:nvPr/>
          </p:nvSpPr>
          <p:spPr>
            <a:xfrm>
              <a:off x="2827958" y="3080621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t495"/>
            <p:cNvSpPr/>
            <p:nvPr/>
          </p:nvSpPr>
          <p:spPr>
            <a:xfrm>
              <a:off x="633468" y="3362315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t496"/>
            <p:cNvSpPr/>
            <p:nvPr/>
          </p:nvSpPr>
          <p:spPr>
            <a:xfrm>
              <a:off x="1979612" y="2876968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t497"/>
            <p:cNvSpPr/>
            <p:nvPr/>
          </p:nvSpPr>
          <p:spPr>
            <a:xfrm>
              <a:off x="2776731" y="1736127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t498"/>
            <p:cNvSpPr/>
            <p:nvPr/>
          </p:nvSpPr>
          <p:spPr>
            <a:xfrm>
              <a:off x="1855228" y="3156786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t499"/>
            <p:cNvSpPr/>
            <p:nvPr/>
          </p:nvSpPr>
          <p:spPr>
            <a:xfrm>
              <a:off x="1723058" y="3661736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t500"/>
            <p:cNvSpPr/>
            <p:nvPr/>
          </p:nvSpPr>
          <p:spPr>
            <a:xfrm>
              <a:off x="2427424" y="2708041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t501"/>
            <p:cNvSpPr/>
            <p:nvPr/>
          </p:nvSpPr>
          <p:spPr>
            <a:xfrm>
              <a:off x="3942382" y="2738276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t502"/>
            <p:cNvSpPr/>
            <p:nvPr/>
          </p:nvSpPr>
          <p:spPr>
            <a:xfrm>
              <a:off x="3452776" y="3346648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t503"/>
            <p:cNvSpPr/>
            <p:nvPr/>
          </p:nvSpPr>
          <p:spPr>
            <a:xfrm>
              <a:off x="1758707" y="3964342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t504"/>
            <p:cNvSpPr/>
            <p:nvPr/>
          </p:nvSpPr>
          <p:spPr>
            <a:xfrm>
              <a:off x="3903705" y="3217511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t505"/>
            <p:cNvSpPr/>
            <p:nvPr/>
          </p:nvSpPr>
          <p:spPr>
            <a:xfrm>
              <a:off x="2294614" y="3228636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t506"/>
            <p:cNvSpPr/>
            <p:nvPr/>
          </p:nvSpPr>
          <p:spPr>
            <a:xfrm>
              <a:off x="1851575" y="2562241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t507"/>
            <p:cNvSpPr/>
            <p:nvPr/>
          </p:nvSpPr>
          <p:spPr>
            <a:xfrm>
              <a:off x="2903042" y="2462926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t508"/>
            <p:cNvSpPr/>
            <p:nvPr/>
          </p:nvSpPr>
          <p:spPr>
            <a:xfrm>
              <a:off x="2429617" y="4316011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t509"/>
            <p:cNvSpPr/>
            <p:nvPr/>
          </p:nvSpPr>
          <p:spPr>
            <a:xfrm>
              <a:off x="2903336" y="2962610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t510"/>
            <p:cNvSpPr/>
            <p:nvPr/>
          </p:nvSpPr>
          <p:spPr>
            <a:xfrm>
              <a:off x="3799789" y="3240094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t511"/>
            <p:cNvSpPr/>
            <p:nvPr/>
          </p:nvSpPr>
          <p:spPr>
            <a:xfrm>
              <a:off x="1522996" y="3451975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t512"/>
            <p:cNvSpPr/>
            <p:nvPr/>
          </p:nvSpPr>
          <p:spPr>
            <a:xfrm>
              <a:off x="3461082" y="2935379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t513"/>
            <p:cNvSpPr/>
            <p:nvPr/>
          </p:nvSpPr>
          <p:spPr>
            <a:xfrm>
              <a:off x="639990" y="3096288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t514"/>
            <p:cNvSpPr/>
            <p:nvPr/>
          </p:nvSpPr>
          <p:spPr>
            <a:xfrm>
              <a:off x="1909823" y="2822348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t515"/>
            <p:cNvSpPr/>
            <p:nvPr/>
          </p:nvSpPr>
          <p:spPr>
            <a:xfrm>
              <a:off x="2847223" y="1723849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t516"/>
            <p:cNvSpPr/>
            <p:nvPr/>
          </p:nvSpPr>
          <p:spPr>
            <a:xfrm>
              <a:off x="2683163" y="1293941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t517"/>
            <p:cNvSpPr/>
            <p:nvPr/>
          </p:nvSpPr>
          <p:spPr>
            <a:xfrm>
              <a:off x="3674978" y="2016994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t518"/>
            <p:cNvSpPr/>
            <p:nvPr/>
          </p:nvSpPr>
          <p:spPr>
            <a:xfrm>
              <a:off x="1815816" y="1808652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t519"/>
            <p:cNvSpPr/>
            <p:nvPr/>
          </p:nvSpPr>
          <p:spPr>
            <a:xfrm>
              <a:off x="851037" y="3569179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t520"/>
            <p:cNvSpPr/>
            <p:nvPr/>
          </p:nvSpPr>
          <p:spPr>
            <a:xfrm>
              <a:off x="4023370" y="2962610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t521"/>
            <p:cNvSpPr/>
            <p:nvPr/>
          </p:nvSpPr>
          <p:spPr>
            <a:xfrm>
              <a:off x="3304696" y="3303153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t522"/>
            <p:cNvSpPr/>
            <p:nvPr/>
          </p:nvSpPr>
          <p:spPr>
            <a:xfrm>
              <a:off x="1024443" y="3835206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t523"/>
            <p:cNvSpPr/>
            <p:nvPr/>
          </p:nvSpPr>
          <p:spPr>
            <a:xfrm>
              <a:off x="3424045" y="2710959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t524"/>
            <p:cNvSpPr/>
            <p:nvPr/>
          </p:nvSpPr>
          <p:spPr>
            <a:xfrm>
              <a:off x="3195133" y="2935379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t525"/>
            <p:cNvSpPr/>
            <p:nvPr/>
          </p:nvSpPr>
          <p:spPr>
            <a:xfrm>
              <a:off x="2191195" y="2096796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t526"/>
            <p:cNvSpPr/>
            <p:nvPr/>
          </p:nvSpPr>
          <p:spPr>
            <a:xfrm>
              <a:off x="3973397" y="2134679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t527"/>
            <p:cNvSpPr/>
            <p:nvPr/>
          </p:nvSpPr>
          <p:spPr>
            <a:xfrm>
              <a:off x="3582748" y="2930157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t528"/>
            <p:cNvSpPr/>
            <p:nvPr/>
          </p:nvSpPr>
          <p:spPr>
            <a:xfrm>
              <a:off x="3543543" y="3395710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t529"/>
            <p:cNvSpPr/>
            <p:nvPr/>
          </p:nvSpPr>
          <p:spPr>
            <a:xfrm>
              <a:off x="4128976" y="2710959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t530"/>
            <p:cNvSpPr/>
            <p:nvPr/>
          </p:nvSpPr>
          <p:spPr>
            <a:xfrm>
              <a:off x="3257625" y="3395710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t531"/>
            <p:cNvSpPr/>
            <p:nvPr/>
          </p:nvSpPr>
          <p:spPr>
            <a:xfrm>
              <a:off x="4187031" y="2710959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t532"/>
            <p:cNvSpPr/>
            <p:nvPr/>
          </p:nvSpPr>
          <p:spPr>
            <a:xfrm>
              <a:off x="3298899" y="2738276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t533"/>
            <p:cNvSpPr/>
            <p:nvPr/>
          </p:nvSpPr>
          <p:spPr>
            <a:xfrm>
              <a:off x="2897017" y="3395710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t534"/>
            <p:cNvSpPr/>
            <p:nvPr/>
          </p:nvSpPr>
          <p:spPr>
            <a:xfrm>
              <a:off x="544781" y="2589004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t535"/>
            <p:cNvSpPr/>
            <p:nvPr/>
          </p:nvSpPr>
          <p:spPr>
            <a:xfrm>
              <a:off x="1808256" y="3331595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t536"/>
            <p:cNvSpPr/>
            <p:nvPr/>
          </p:nvSpPr>
          <p:spPr>
            <a:xfrm>
              <a:off x="2210269" y="896402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t537"/>
            <p:cNvSpPr/>
            <p:nvPr/>
          </p:nvSpPr>
          <p:spPr>
            <a:xfrm>
              <a:off x="2514248" y="3432289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t538"/>
            <p:cNvSpPr/>
            <p:nvPr/>
          </p:nvSpPr>
          <p:spPr>
            <a:xfrm>
              <a:off x="1858879" y="4316011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t539"/>
            <p:cNvSpPr/>
            <p:nvPr/>
          </p:nvSpPr>
          <p:spPr>
            <a:xfrm>
              <a:off x="4338226" y="3451975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t540"/>
            <p:cNvSpPr/>
            <p:nvPr/>
          </p:nvSpPr>
          <p:spPr>
            <a:xfrm>
              <a:off x="2908328" y="1976029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t541"/>
            <p:cNvSpPr/>
            <p:nvPr/>
          </p:nvSpPr>
          <p:spPr>
            <a:xfrm>
              <a:off x="2631549" y="3395710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t542"/>
            <p:cNvSpPr/>
            <p:nvPr/>
          </p:nvSpPr>
          <p:spPr>
            <a:xfrm>
              <a:off x="2618893" y="1617940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t543"/>
            <p:cNvSpPr/>
            <p:nvPr/>
          </p:nvSpPr>
          <p:spPr>
            <a:xfrm>
              <a:off x="1872470" y="3964342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t544"/>
            <p:cNvSpPr/>
            <p:nvPr/>
          </p:nvSpPr>
          <p:spPr>
            <a:xfrm>
              <a:off x="2837770" y="4316011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t545"/>
            <p:cNvSpPr/>
            <p:nvPr/>
          </p:nvSpPr>
          <p:spPr>
            <a:xfrm>
              <a:off x="3845026" y="3964342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t546"/>
            <p:cNvSpPr/>
            <p:nvPr/>
          </p:nvSpPr>
          <p:spPr>
            <a:xfrm>
              <a:off x="2050188" y="3378649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t547"/>
            <p:cNvSpPr/>
            <p:nvPr/>
          </p:nvSpPr>
          <p:spPr>
            <a:xfrm>
              <a:off x="4047543" y="3037126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t548"/>
            <p:cNvSpPr/>
            <p:nvPr/>
          </p:nvSpPr>
          <p:spPr>
            <a:xfrm>
              <a:off x="3057579" y="1822868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t549"/>
            <p:cNvSpPr/>
            <p:nvPr/>
          </p:nvSpPr>
          <p:spPr>
            <a:xfrm>
              <a:off x="2312915" y="3597622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t550"/>
            <p:cNvSpPr/>
            <p:nvPr/>
          </p:nvSpPr>
          <p:spPr>
            <a:xfrm>
              <a:off x="4288655" y="1312794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t551"/>
            <p:cNvSpPr/>
            <p:nvPr/>
          </p:nvSpPr>
          <p:spPr>
            <a:xfrm>
              <a:off x="2880574" y="3597622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t552"/>
            <p:cNvSpPr/>
            <p:nvPr/>
          </p:nvSpPr>
          <p:spPr>
            <a:xfrm>
              <a:off x="4387227" y="3185949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t553"/>
            <p:cNvSpPr/>
            <p:nvPr/>
          </p:nvSpPr>
          <p:spPr>
            <a:xfrm>
              <a:off x="2820396" y="3228636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t554"/>
            <p:cNvSpPr/>
            <p:nvPr/>
          </p:nvSpPr>
          <p:spPr>
            <a:xfrm>
              <a:off x="2929709" y="2214973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t555"/>
            <p:cNvSpPr/>
            <p:nvPr/>
          </p:nvSpPr>
          <p:spPr>
            <a:xfrm>
              <a:off x="2325412" y="2289317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t556"/>
            <p:cNvSpPr/>
            <p:nvPr/>
          </p:nvSpPr>
          <p:spPr>
            <a:xfrm>
              <a:off x="1732800" y="2096796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t557"/>
            <p:cNvSpPr/>
            <p:nvPr/>
          </p:nvSpPr>
          <p:spPr>
            <a:xfrm>
              <a:off x="2992556" y="2696583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t558"/>
            <p:cNvSpPr/>
            <p:nvPr/>
          </p:nvSpPr>
          <p:spPr>
            <a:xfrm>
              <a:off x="3669201" y="3964342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t559"/>
            <p:cNvSpPr/>
            <p:nvPr/>
          </p:nvSpPr>
          <p:spPr>
            <a:xfrm>
              <a:off x="2426830" y="2895468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t560"/>
            <p:cNvSpPr/>
            <p:nvPr/>
          </p:nvSpPr>
          <p:spPr>
            <a:xfrm>
              <a:off x="3425831" y="3597622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t561"/>
            <p:cNvSpPr/>
            <p:nvPr/>
          </p:nvSpPr>
          <p:spPr>
            <a:xfrm>
              <a:off x="2440924" y="1644843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t562"/>
            <p:cNvSpPr/>
            <p:nvPr/>
          </p:nvSpPr>
          <p:spPr>
            <a:xfrm>
              <a:off x="1455967" y="2680014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t563"/>
            <p:cNvSpPr/>
            <p:nvPr/>
          </p:nvSpPr>
          <p:spPr>
            <a:xfrm>
              <a:off x="1709222" y="1828118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t564"/>
            <p:cNvSpPr/>
            <p:nvPr/>
          </p:nvSpPr>
          <p:spPr>
            <a:xfrm>
              <a:off x="4288129" y="3129683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t565"/>
            <p:cNvSpPr/>
            <p:nvPr/>
          </p:nvSpPr>
          <p:spPr>
            <a:xfrm>
              <a:off x="2297678" y="1766155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t566"/>
            <p:cNvSpPr/>
            <p:nvPr/>
          </p:nvSpPr>
          <p:spPr>
            <a:xfrm>
              <a:off x="1812999" y="2317684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t567"/>
            <p:cNvSpPr/>
            <p:nvPr/>
          </p:nvSpPr>
          <p:spPr>
            <a:xfrm>
              <a:off x="1826482" y="2708041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t568"/>
            <p:cNvSpPr/>
            <p:nvPr/>
          </p:nvSpPr>
          <p:spPr>
            <a:xfrm>
              <a:off x="2897068" y="3185949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t569"/>
            <p:cNvSpPr/>
            <p:nvPr/>
          </p:nvSpPr>
          <p:spPr>
            <a:xfrm>
              <a:off x="1595671" y="3432289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t570"/>
            <p:cNvSpPr/>
            <p:nvPr/>
          </p:nvSpPr>
          <p:spPr>
            <a:xfrm>
              <a:off x="1154067" y="2608691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t571"/>
            <p:cNvSpPr/>
            <p:nvPr/>
          </p:nvSpPr>
          <p:spPr>
            <a:xfrm>
              <a:off x="2704540" y="2661546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t572"/>
            <p:cNvSpPr/>
            <p:nvPr/>
          </p:nvSpPr>
          <p:spPr>
            <a:xfrm>
              <a:off x="2789140" y="2531674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t573"/>
            <p:cNvSpPr/>
            <p:nvPr/>
          </p:nvSpPr>
          <p:spPr>
            <a:xfrm>
              <a:off x="3375000" y="2940673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t574"/>
            <p:cNvSpPr/>
            <p:nvPr/>
          </p:nvSpPr>
          <p:spPr>
            <a:xfrm>
              <a:off x="3262406" y="2738276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t575"/>
            <p:cNvSpPr/>
            <p:nvPr/>
          </p:nvSpPr>
          <p:spPr>
            <a:xfrm>
              <a:off x="2099617" y="4316011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t576"/>
            <p:cNvSpPr/>
            <p:nvPr/>
          </p:nvSpPr>
          <p:spPr>
            <a:xfrm>
              <a:off x="2502252" y="1367156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t577"/>
            <p:cNvSpPr/>
            <p:nvPr/>
          </p:nvSpPr>
          <p:spPr>
            <a:xfrm>
              <a:off x="3866323" y="2754337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t578"/>
            <p:cNvSpPr/>
            <p:nvPr/>
          </p:nvSpPr>
          <p:spPr>
            <a:xfrm>
              <a:off x="3124429" y="3894368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t579"/>
            <p:cNvSpPr/>
            <p:nvPr/>
          </p:nvSpPr>
          <p:spPr>
            <a:xfrm>
              <a:off x="1752985" y="3112622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t580"/>
            <p:cNvSpPr/>
            <p:nvPr/>
          </p:nvSpPr>
          <p:spPr>
            <a:xfrm>
              <a:off x="957019" y="1957489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t581"/>
            <p:cNvSpPr/>
            <p:nvPr/>
          </p:nvSpPr>
          <p:spPr>
            <a:xfrm>
              <a:off x="2427068" y="3894368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t582"/>
            <p:cNvSpPr/>
            <p:nvPr/>
          </p:nvSpPr>
          <p:spPr>
            <a:xfrm>
              <a:off x="3348941" y="1822868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t583"/>
            <p:cNvSpPr/>
            <p:nvPr/>
          </p:nvSpPr>
          <p:spPr>
            <a:xfrm>
              <a:off x="4432975" y="3362315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t584"/>
            <p:cNvSpPr/>
            <p:nvPr/>
          </p:nvSpPr>
          <p:spPr>
            <a:xfrm>
              <a:off x="2783216" y="1141772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t585"/>
            <p:cNvSpPr/>
            <p:nvPr/>
          </p:nvSpPr>
          <p:spPr>
            <a:xfrm>
              <a:off x="2822514" y="2431970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t586"/>
            <p:cNvSpPr/>
            <p:nvPr/>
          </p:nvSpPr>
          <p:spPr>
            <a:xfrm>
              <a:off x="2462479" y="2708041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t587"/>
            <p:cNvSpPr/>
            <p:nvPr/>
          </p:nvSpPr>
          <p:spPr>
            <a:xfrm>
              <a:off x="3583218" y="2608691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t588"/>
            <p:cNvSpPr/>
            <p:nvPr/>
          </p:nvSpPr>
          <p:spPr>
            <a:xfrm>
              <a:off x="3712802" y="3147537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t589"/>
            <p:cNvSpPr/>
            <p:nvPr/>
          </p:nvSpPr>
          <p:spPr>
            <a:xfrm>
              <a:off x="2223078" y="2651378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t590"/>
            <p:cNvSpPr/>
            <p:nvPr/>
          </p:nvSpPr>
          <p:spPr>
            <a:xfrm>
              <a:off x="4099401" y="2180373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t591"/>
            <p:cNvSpPr/>
            <p:nvPr/>
          </p:nvSpPr>
          <p:spPr>
            <a:xfrm>
              <a:off x="3277866" y="2985877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t592"/>
            <p:cNvSpPr/>
            <p:nvPr/>
          </p:nvSpPr>
          <p:spPr>
            <a:xfrm>
              <a:off x="3160743" y="2317684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t593"/>
            <p:cNvSpPr/>
            <p:nvPr/>
          </p:nvSpPr>
          <p:spPr>
            <a:xfrm>
              <a:off x="2045510" y="4316011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t594"/>
            <p:cNvSpPr/>
            <p:nvPr/>
          </p:nvSpPr>
          <p:spPr>
            <a:xfrm>
              <a:off x="3819141" y="2052710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t595"/>
            <p:cNvSpPr/>
            <p:nvPr/>
          </p:nvSpPr>
          <p:spPr>
            <a:xfrm>
              <a:off x="1448864" y="4316011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t596"/>
            <p:cNvSpPr/>
            <p:nvPr/>
          </p:nvSpPr>
          <p:spPr>
            <a:xfrm>
              <a:off x="1526303" y="3017097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t597"/>
            <p:cNvSpPr/>
            <p:nvPr/>
          </p:nvSpPr>
          <p:spPr>
            <a:xfrm>
              <a:off x="2606608" y="2900236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t598"/>
            <p:cNvSpPr/>
            <p:nvPr/>
          </p:nvSpPr>
          <p:spPr>
            <a:xfrm>
              <a:off x="2499684" y="4316011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t599"/>
            <p:cNvSpPr/>
            <p:nvPr/>
          </p:nvSpPr>
          <p:spPr>
            <a:xfrm>
              <a:off x="2918562" y="2639037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t600"/>
            <p:cNvSpPr/>
            <p:nvPr/>
          </p:nvSpPr>
          <p:spPr>
            <a:xfrm>
              <a:off x="2421003" y="2135332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t601"/>
            <p:cNvSpPr/>
            <p:nvPr/>
          </p:nvSpPr>
          <p:spPr>
            <a:xfrm>
              <a:off x="1595117" y="2064487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t602"/>
            <p:cNvSpPr/>
            <p:nvPr/>
          </p:nvSpPr>
          <p:spPr>
            <a:xfrm>
              <a:off x="834015" y="3661736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t603"/>
            <p:cNvSpPr/>
            <p:nvPr/>
          </p:nvSpPr>
          <p:spPr>
            <a:xfrm>
              <a:off x="806186" y="2519030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t604"/>
            <p:cNvSpPr/>
            <p:nvPr/>
          </p:nvSpPr>
          <p:spPr>
            <a:xfrm>
              <a:off x="3949212" y="1909234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t605"/>
            <p:cNvSpPr/>
            <p:nvPr/>
          </p:nvSpPr>
          <p:spPr>
            <a:xfrm>
              <a:off x="2383326" y="1644843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t606"/>
            <p:cNvSpPr/>
            <p:nvPr/>
          </p:nvSpPr>
          <p:spPr>
            <a:xfrm>
              <a:off x="3522345" y="2382852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t607"/>
            <p:cNvSpPr/>
            <p:nvPr/>
          </p:nvSpPr>
          <p:spPr>
            <a:xfrm>
              <a:off x="2860789" y="1490383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t608"/>
            <p:cNvSpPr/>
            <p:nvPr/>
          </p:nvSpPr>
          <p:spPr>
            <a:xfrm>
              <a:off x="3642429" y="1883288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t609"/>
            <p:cNvSpPr/>
            <p:nvPr/>
          </p:nvSpPr>
          <p:spPr>
            <a:xfrm>
              <a:off x="4029226" y="2754337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t610"/>
            <p:cNvSpPr/>
            <p:nvPr/>
          </p:nvSpPr>
          <p:spPr>
            <a:xfrm>
              <a:off x="3246161" y="3597622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t611"/>
            <p:cNvSpPr/>
            <p:nvPr/>
          </p:nvSpPr>
          <p:spPr>
            <a:xfrm>
              <a:off x="3578688" y="2289317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t612"/>
            <p:cNvSpPr/>
            <p:nvPr/>
          </p:nvSpPr>
          <p:spPr>
            <a:xfrm>
              <a:off x="4389756" y="2154090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t613"/>
            <p:cNvSpPr/>
            <p:nvPr/>
          </p:nvSpPr>
          <p:spPr>
            <a:xfrm>
              <a:off x="1841090" y="1179518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t614"/>
            <p:cNvSpPr/>
            <p:nvPr/>
          </p:nvSpPr>
          <p:spPr>
            <a:xfrm>
              <a:off x="4173014" y="1312794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t615"/>
            <p:cNvSpPr/>
            <p:nvPr/>
          </p:nvSpPr>
          <p:spPr>
            <a:xfrm>
              <a:off x="2808234" y="3597622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t616"/>
            <p:cNvSpPr/>
            <p:nvPr/>
          </p:nvSpPr>
          <p:spPr>
            <a:xfrm>
              <a:off x="3184691" y="1611540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t617"/>
            <p:cNvSpPr/>
            <p:nvPr/>
          </p:nvSpPr>
          <p:spPr>
            <a:xfrm>
              <a:off x="1612192" y="1179518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t618"/>
            <p:cNvSpPr/>
            <p:nvPr/>
          </p:nvSpPr>
          <p:spPr>
            <a:xfrm>
              <a:off x="3463439" y="1980808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t619"/>
            <p:cNvSpPr/>
            <p:nvPr/>
          </p:nvSpPr>
          <p:spPr>
            <a:xfrm>
              <a:off x="2264031" y="2358705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t620"/>
            <p:cNvSpPr/>
            <p:nvPr/>
          </p:nvSpPr>
          <p:spPr>
            <a:xfrm>
              <a:off x="4312572" y="2544749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t621"/>
            <p:cNvSpPr/>
            <p:nvPr/>
          </p:nvSpPr>
          <p:spPr>
            <a:xfrm>
              <a:off x="2532632" y="2951484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t622"/>
            <p:cNvSpPr/>
            <p:nvPr/>
          </p:nvSpPr>
          <p:spPr>
            <a:xfrm>
              <a:off x="2860056" y="2459868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t623"/>
            <p:cNvSpPr/>
            <p:nvPr/>
          </p:nvSpPr>
          <p:spPr>
            <a:xfrm>
              <a:off x="4087901" y="3037126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t624"/>
            <p:cNvSpPr/>
            <p:nvPr/>
          </p:nvSpPr>
          <p:spPr>
            <a:xfrm>
              <a:off x="3946183" y="2962610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t625"/>
            <p:cNvSpPr/>
            <p:nvPr/>
          </p:nvSpPr>
          <p:spPr>
            <a:xfrm>
              <a:off x="3744329" y="2430556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t626"/>
            <p:cNvSpPr/>
            <p:nvPr/>
          </p:nvSpPr>
          <p:spPr>
            <a:xfrm>
              <a:off x="3237047" y="1391784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t627"/>
            <p:cNvSpPr/>
            <p:nvPr/>
          </p:nvSpPr>
          <p:spPr>
            <a:xfrm>
              <a:off x="1868649" y="2163121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t628"/>
            <p:cNvSpPr/>
            <p:nvPr/>
          </p:nvSpPr>
          <p:spPr>
            <a:xfrm>
              <a:off x="3647198" y="2379131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t629"/>
            <p:cNvSpPr/>
            <p:nvPr/>
          </p:nvSpPr>
          <p:spPr>
            <a:xfrm>
              <a:off x="2361037" y="1498632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t630"/>
            <p:cNvSpPr/>
            <p:nvPr/>
          </p:nvSpPr>
          <p:spPr>
            <a:xfrm>
              <a:off x="553938" y="3096288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t631"/>
            <p:cNvSpPr/>
            <p:nvPr/>
          </p:nvSpPr>
          <p:spPr>
            <a:xfrm>
              <a:off x="1761548" y="2608691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t632"/>
            <p:cNvSpPr/>
            <p:nvPr/>
          </p:nvSpPr>
          <p:spPr>
            <a:xfrm>
              <a:off x="2521710" y="2580569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t633"/>
            <p:cNvSpPr/>
            <p:nvPr/>
          </p:nvSpPr>
          <p:spPr>
            <a:xfrm>
              <a:off x="3869032" y="2905063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t634"/>
            <p:cNvSpPr/>
            <p:nvPr/>
          </p:nvSpPr>
          <p:spPr>
            <a:xfrm>
              <a:off x="2442892" y="3542700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t635"/>
            <p:cNvSpPr/>
            <p:nvPr/>
          </p:nvSpPr>
          <p:spPr>
            <a:xfrm>
              <a:off x="4315242" y="2016994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t636"/>
            <p:cNvSpPr/>
            <p:nvPr/>
          </p:nvSpPr>
          <p:spPr>
            <a:xfrm>
              <a:off x="3855735" y="2544749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t637"/>
            <p:cNvSpPr/>
            <p:nvPr/>
          </p:nvSpPr>
          <p:spPr>
            <a:xfrm>
              <a:off x="2577369" y="2096796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t638"/>
            <p:cNvSpPr/>
            <p:nvPr/>
          </p:nvSpPr>
          <p:spPr>
            <a:xfrm>
              <a:off x="2238660" y="2459868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t639"/>
            <p:cNvSpPr/>
            <p:nvPr/>
          </p:nvSpPr>
          <p:spPr>
            <a:xfrm>
              <a:off x="3378816" y="3138506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t640"/>
            <p:cNvSpPr/>
            <p:nvPr/>
          </p:nvSpPr>
          <p:spPr>
            <a:xfrm>
              <a:off x="1321787" y="1845846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t641"/>
            <p:cNvSpPr/>
            <p:nvPr/>
          </p:nvSpPr>
          <p:spPr>
            <a:xfrm>
              <a:off x="1775008" y="2501661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t642"/>
            <p:cNvSpPr/>
            <p:nvPr/>
          </p:nvSpPr>
          <p:spPr>
            <a:xfrm>
              <a:off x="1300784" y="2096796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t643"/>
            <p:cNvSpPr/>
            <p:nvPr/>
          </p:nvSpPr>
          <p:spPr>
            <a:xfrm>
              <a:off x="3155894" y="1101306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t644"/>
            <p:cNvSpPr/>
            <p:nvPr/>
          </p:nvSpPr>
          <p:spPr>
            <a:xfrm>
              <a:off x="2971212" y="2859319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t645"/>
            <p:cNvSpPr/>
            <p:nvPr/>
          </p:nvSpPr>
          <p:spPr>
            <a:xfrm>
              <a:off x="2740124" y="896402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t646"/>
            <p:cNvSpPr/>
            <p:nvPr/>
          </p:nvSpPr>
          <p:spPr>
            <a:xfrm>
              <a:off x="3956656" y="3217511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t647"/>
            <p:cNvSpPr/>
            <p:nvPr/>
          </p:nvSpPr>
          <p:spPr>
            <a:xfrm>
              <a:off x="1508501" y="3432289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t648"/>
            <p:cNvSpPr/>
            <p:nvPr/>
          </p:nvSpPr>
          <p:spPr>
            <a:xfrm>
              <a:off x="1231678" y="2806994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t649"/>
            <p:cNvSpPr/>
            <p:nvPr/>
          </p:nvSpPr>
          <p:spPr>
            <a:xfrm>
              <a:off x="1472012" y="3432289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t650"/>
            <p:cNvSpPr/>
            <p:nvPr/>
          </p:nvSpPr>
          <p:spPr>
            <a:xfrm>
              <a:off x="3487818" y="2930157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t651"/>
            <p:cNvSpPr/>
            <p:nvPr/>
          </p:nvSpPr>
          <p:spPr>
            <a:xfrm>
              <a:off x="4028939" y="2962610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t652"/>
            <p:cNvSpPr/>
            <p:nvPr/>
          </p:nvSpPr>
          <p:spPr>
            <a:xfrm>
              <a:off x="2836422" y="2494928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t653"/>
            <p:cNvSpPr/>
            <p:nvPr/>
          </p:nvSpPr>
          <p:spPr>
            <a:xfrm>
              <a:off x="1876860" y="2876968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t654"/>
            <p:cNvSpPr/>
            <p:nvPr/>
          </p:nvSpPr>
          <p:spPr>
            <a:xfrm>
              <a:off x="1902842" y="3331595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t655"/>
            <p:cNvSpPr/>
            <p:nvPr/>
          </p:nvSpPr>
          <p:spPr>
            <a:xfrm>
              <a:off x="3983869" y="2962610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t656"/>
            <p:cNvSpPr/>
            <p:nvPr/>
          </p:nvSpPr>
          <p:spPr>
            <a:xfrm>
              <a:off x="3929689" y="2430556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t657"/>
            <p:cNvSpPr/>
            <p:nvPr/>
          </p:nvSpPr>
          <p:spPr>
            <a:xfrm>
              <a:off x="2939580" y="2842447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t658"/>
            <p:cNvSpPr/>
            <p:nvPr/>
          </p:nvSpPr>
          <p:spPr>
            <a:xfrm>
              <a:off x="3672014" y="2389133"/>
              <a:ext cx="28076" cy="28076"/>
            </a:xfrm>
            <a:prstGeom prst="ellipse">
              <a:avLst/>
            </a:prstGeom>
            <a:solidFill>
              <a:srgbClr val="FFFFFF">
                <a:alpha val="74901"/>
              </a:srgbClr>
            </a:solidFill>
            <a:ln w="5040" cap="rnd">
              <a:solidFill>
                <a:srgbClr val="262626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l659"/>
            <p:cNvSpPr/>
            <p:nvPr/>
          </p:nvSpPr>
          <p:spPr>
            <a:xfrm>
              <a:off x="550714" y="602274"/>
              <a:ext cx="0" cy="4039072"/>
            </a:xfrm>
            <a:custGeom>
              <a:avLst/>
              <a:pathLst>
                <a:path w="0" h="4039072">
                  <a:moveTo>
                    <a:pt x="0" y="4039072"/>
                  </a:moveTo>
                  <a:lnTo>
                    <a:pt x="0" y="0"/>
                  </a:lnTo>
                </a:path>
              </a:pathLst>
            </a:custGeom>
            <a:ln w="9485" cap="sq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tx660"/>
            <p:cNvSpPr/>
            <p:nvPr/>
          </p:nvSpPr>
          <p:spPr>
            <a:xfrm>
              <a:off x="418364" y="4608656"/>
              <a:ext cx="81107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-2</a:t>
              </a:r>
            </a:p>
          </p:txBody>
        </p:sp>
        <p:sp>
          <p:nvSpPr>
            <p:cNvPr id="661" name="tx661"/>
            <p:cNvSpPr/>
            <p:nvPr/>
          </p:nvSpPr>
          <p:spPr>
            <a:xfrm>
              <a:off x="418364" y="3800842"/>
              <a:ext cx="81107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-1</a:t>
              </a:r>
            </a:p>
          </p:txBody>
        </p:sp>
        <p:sp>
          <p:nvSpPr>
            <p:cNvPr id="662" name="tx662"/>
            <p:cNvSpPr/>
            <p:nvPr/>
          </p:nvSpPr>
          <p:spPr>
            <a:xfrm>
              <a:off x="448722" y="2993027"/>
              <a:ext cx="50749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663" name="tx663"/>
            <p:cNvSpPr/>
            <p:nvPr/>
          </p:nvSpPr>
          <p:spPr>
            <a:xfrm>
              <a:off x="448722" y="2185213"/>
              <a:ext cx="50749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664" name="tx664"/>
            <p:cNvSpPr/>
            <p:nvPr/>
          </p:nvSpPr>
          <p:spPr>
            <a:xfrm>
              <a:off x="448722" y="1377398"/>
              <a:ext cx="50749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665" name="tx665"/>
            <p:cNvSpPr/>
            <p:nvPr/>
          </p:nvSpPr>
          <p:spPr>
            <a:xfrm>
              <a:off x="448722" y="569584"/>
              <a:ext cx="50749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3</a:t>
              </a:r>
            </a:p>
          </p:txBody>
        </p:sp>
        <p:sp>
          <p:nvSpPr>
            <p:cNvPr id="666" name="pl666"/>
            <p:cNvSpPr/>
            <p:nvPr/>
          </p:nvSpPr>
          <p:spPr>
            <a:xfrm>
              <a:off x="522246" y="4641346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l667"/>
            <p:cNvSpPr/>
            <p:nvPr/>
          </p:nvSpPr>
          <p:spPr>
            <a:xfrm>
              <a:off x="522246" y="3833532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l668"/>
            <p:cNvSpPr/>
            <p:nvPr/>
          </p:nvSpPr>
          <p:spPr>
            <a:xfrm>
              <a:off x="522246" y="3025717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l669"/>
            <p:cNvSpPr/>
            <p:nvPr/>
          </p:nvSpPr>
          <p:spPr>
            <a:xfrm>
              <a:off x="522246" y="2217903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l670"/>
            <p:cNvSpPr/>
            <p:nvPr/>
          </p:nvSpPr>
          <p:spPr>
            <a:xfrm>
              <a:off x="522246" y="1410088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l671"/>
            <p:cNvSpPr/>
            <p:nvPr/>
          </p:nvSpPr>
          <p:spPr>
            <a:xfrm>
              <a:off x="522246" y="602274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l672"/>
            <p:cNvSpPr/>
            <p:nvPr/>
          </p:nvSpPr>
          <p:spPr>
            <a:xfrm>
              <a:off x="550714" y="4641346"/>
              <a:ext cx="4824437" cy="0"/>
            </a:xfrm>
            <a:custGeom>
              <a:avLst/>
              <a:pathLst>
                <a:path w="4824437" h="0">
                  <a:moveTo>
                    <a:pt x="0" y="0"/>
                  </a:moveTo>
                  <a:lnTo>
                    <a:pt x="4824437" y="0"/>
                  </a:lnTo>
                </a:path>
              </a:pathLst>
            </a:custGeom>
            <a:ln w="9485" cap="sq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l673"/>
            <p:cNvSpPr/>
            <p:nvPr/>
          </p:nvSpPr>
          <p:spPr>
            <a:xfrm>
              <a:off x="550714" y="4641346"/>
              <a:ext cx="0" cy="28468"/>
            </a:xfrm>
            <a:custGeom>
              <a:avLst/>
              <a:pathLst>
                <a:path w="0" h="28468">
                  <a:moveTo>
                    <a:pt x="0" y="28468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l674"/>
            <p:cNvSpPr/>
            <p:nvPr/>
          </p:nvSpPr>
          <p:spPr>
            <a:xfrm>
              <a:off x="1515602" y="4641346"/>
              <a:ext cx="0" cy="28468"/>
            </a:xfrm>
            <a:custGeom>
              <a:avLst/>
              <a:pathLst>
                <a:path w="0" h="28468">
                  <a:moveTo>
                    <a:pt x="0" y="28468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l675"/>
            <p:cNvSpPr/>
            <p:nvPr/>
          </p:nvSpPr>
          <p:spPr>
            <a:xfrm>
              <a:off x="2480489" y="4641346"/>
              <a:ext cx="0" cy="28468"/>
            </a:xfrm>
            <a:custGeom>
              <a:avLst/>
              <a:pathLst>
                <a:path w="0" h="28468">
                  <a:moveTo>
                    <a:pt x="0" y="28468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l676"/>
            <p:cNvSpPr/>
            <p:nvPr/>
          </p:nvSpPr>
          <p:spPr>
            <a:xfrm>
              <a:off x="3445377" y="4641346"/>
              <a:ext cx="0" cy="28468"/>
            </a:xfrm>
            <a:custGeom>
              <a:avLst/>
              <a:pathLst>
                <a:path w="0" h="28468">
                  <a:moveTo>
                    <a:pt x="0" y="28468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l677"/>
            <p:cNvSpPr/>
            <p:nvPr/>
          </p:nvSpPr>
          <p:spPr>
            <a:xfrm>
              <a:off x="4410264" y="4641346"/>
              <a:ext cx="0" cy="28468"/>
            </a:xfrm>
            <a:custGeom>
              <a:avLst/>
              <a:pathLst>
                <a:path w="0" h="28468">
                  <a:moveTo>
                    <a:pt x="0" y="28468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l678"/>
            <p:cNvSpPr/>
            <p:nvPr/>
          </p:nvSpPr>
          <p:spPr>
            <a:xfrm>
              <a:off x="5375152" y="4641346"/>
              <a:ext cx="0" cy="28468"/>
            </a:xfrm>
            <a:custGeom>
              <a:avLst/>
              <a:pathLst>
                <a:path w="0" h="28468">
                  <a:moveTo>
                    <a:pt x="0" y="28468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tx679"/>
            <p:cNvSpPr/>
            <p:nvPr/>
          </p:nvSpPr>
          <p:spPr>
            <a:xfrm>
              <a:off x="510161" y="4692589"/>
              <a:ext cx="81107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-2</a:t>
              </a:r>
            </a:p>
          </p:txBody>
        </p:sp>
        <p:sp>
          <p:nvSpPr>
            <p:cNvPr id="680" name="tx680"/>
            <p:cNvSpPr/>
            <p:nvPr/>
          </p:nvSpPr>
          <p:spPr>
            <a:xfrm>
              <a:off x="1475048" y="4692589"/>
              <a:ext cx="81107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-1</a:t>
              </a:r>
            </a:p>
          </p:txBody>
        </p:sp>
        <p:sp>
          <p:nvSpPr>
            <p:cNvPr id="681" name="tx681"/>
            <p:cNvSpPr/>
            <p:nvPr/>
          </p:nvSpPr>
          <p:spPr>
            <a:xfrm>
              <a:off x="2455115" y="4692589"/>
              <a:ext cx="50749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682" name="tx682"/>
            <p:cNvSpPr/>
            <p:nvPr/>
          </p:nvSpPr>
          <p:spPr>
            <a:xfrm>
              <a:off x="3420002" y="4692589"/>
              <a:ext cx="50749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683" name="tx683"/>
            <p:cNvSpPr/>
            <p:nvPr/>
          </p:nvSpPr>
          <p:spPr>
            <a:xfrm>
              <a:off x="4384890" y="4692589"/>
              <a:ext cx="50749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684" name="tx684"/>
            <p:cNvSpPr/>
            <p:nvPr/>
          </p:nvSpPr>
          <p:spPr>
            <a:xfrm>
              <a:off x="5349777" y="4692589"/>
              <a:ext cx="50749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3</a:t>
              </a:r>
            </a:p>
          </p:txBody>
        </p:sp>
        <p:sp>
          <p:nvSpPr>
            <p:cNvPr id="685" name="tx685"/>
            <p:cNvSpPr/>
            <p:nvPr/>
          </p:nvSpPr>
          <p:spPr>
            <a:xfrm>
              <a:off x="2099099" y="4805548"/>
              <a:ext cx="1727667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Accumulated climate change (SD)</a:t>
              </a:r>
            </a:p>
          </p:txBody>
        </p:sp>
        <p:sp>
          <p:nvSpPr>
            <p:cNvPr id="686" name="tx686"/>
            <p:cNvSpPr/>
            <p:nvPr/>
          </p:nvSpPr>
          <p:spPr>
            <a:xfrm rot="-5400000">
              <a:off x="-131128" y="2580890"/>
              <a:ext cx="912296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Survey effort (SD)</a:t>
              </a:r>
            </a:p>
          </p:txBody>
        </p:sp>
        <p:sp>
          <p:nvSpPr>
            <p:cNvPr id="687" name="rc687"/>
            <p:cNvSpPr/>
            <p:nvPr/>
          </p:nvSpPr>
          <p:spPr>
            <a:xfrm>
              <a:off x="5489025" y="2149767"/>
              <a:ext cx="627674" cy="94408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8" name="tx688"/>
            <p:cNvSpPr/>
            <p:nvPr/>
          </p:nvSpPr>
          <p:spPr>
            <a:xfrm>
              <a:off x="5545961" y="2217402"/>
              <a:ext cx="344363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Annual</a:t>
              </a:r>
            </a:p>
          </p:txBody>
        </p:sp>
        <p:sp>
          <p:nvSpPr>
            <p:cNvPr id="689" name="tx689"/>
            <p:cNvSpPr/>
            <p:nvPr/>
          </p:nvSpPr>
          <p:spPr>
            <a:xfrm>
              <a:off x="5545961" y="2327130"/>
              <a:ext cx="513801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hazard (%)</a:t>
              </a:r>
            </a:p>
          </p:txBody>
        </p:sp>
        <p:pic>
          <p:nvPicPr>
            <p:cNvPr id="690" name="pic69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545961" y="2467551"/>
              <a:ext cx="113872" cy="569364"/>
            </a:xfrm>
            <a:prstGeom prst="rect">
              <a:avLst/>
            </a:prstGeom>
          </p:spPr>
        </p:pic>
        <p:sp>
          <p:nvSpPr>
            <p:cNvPr id="691" name="pl691"/>
            <p:cNvSpPr/>
            <p:nvPr/>
          </p:nvSpPr>
          <p:spPr>
            <a:xfrm>
              <a:off x="5637060" y="2880447"/>
              <a:ext cx="22774" cy="0"/>
            </a:xfrm>
            <a:custGeom>
              <a:avLst/>
              <a:pathLst>
                <a:path w="22774" h="0">
                  <a:moveTo>
                    <a:pt x="0" y="0"/>
                  </a:moveTo>
                  <a:lnTo>
                    <a:pt x="22774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l692"/>
            <p:cNvSpPr/>
            <p:nvPr/>
          </p:nvSpPr>
          <p:spPr>
            <a:xfrm>
              <a:off x="5637060" y="2716464"/>
              <a:ext cx="22774" cy="0"/>
            </a:xfrm>
            <a:custGeom>
              <a:avLst/>
              <a:pathLst>
                <a:path w="22774" h="0">
                  <a:moveTo>
                    <a:pt x="0" y="0"/>
                  </a:moveTo>
                  <a:lnTo>
                    <a:pt x="22774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l693"/>
            <p:cNvSpPr/>
            <p:nvPr/>
          </p:nvSpPr>
          <p:spPr>
            <a:xfrm>
              <a:off x="5637060" y="2552482"/>
              <a:ext cx="22774" cy="0"/>
            </a:xfrm>
            <a:custGeom>
              <a:avLst/>
              <a:pathLst>
                <a:path w="22774" h="0">
                  <a:moveTo>
                    <a:pt x="0" y="0"/>
                  </a:moveTo>
                  <a:lnTo>
                    <a:pt x="22774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l694"/>
            <p:cNvSpPr/>
            <p:nvPr/>
          </p:nvSpPr>
          <p:spPr>
            <a:xfrm>
              <a:off x="5545961" y="2880447"/>
              <a:ext cx="22774" cy="0"/>
            </a:xfrm>
            <a:custGeom>
              <a:avLst/>
              <a:pathLst>
                <a:path w="22774" h="0">
                  <a:moveTo>
                    <a:pt x="22774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l695"/>
            <p:cNvSpPr/>
            <p:nvPr/>
          </p:nvSpPr>
          <p:spPr>
            <a:xfrm>
              <a:off x="5545961" y="2716464"/>
              <a:ext cx="22774" cy="0"/>
            </a:xfrm>
            <a:custGeom>
              <a:avLst/>
              <a:pathLst>
                <a:path w="22774" h="0">
                  <a:moveTo>
                    <a:pt x="22774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l696"/>
            <p:cNvSpPr/>
            <p:nvPr/>
          </p:nvSpPr>
          <p:spPr>
            <a:xfrm>
              <a:off x="5545961" y="2552482"/>
              <a:ext cx="22774" cy="0"/>
            </a:xfrm>
            <a:custGeom>
              <a:avLst/>
              <a:pathLst>
                <a:path w="22774" h="0">
                  <a:moveTo>
                    <a:pt x="22774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tx697"/>
            <p:cNvSpPr/>
            <p:nvPr/>
          </p:nvSpPr>
          <p:spPr>
            <a:xfrm>
              <a:off x="5716771" y="2844054"/>
              <a:ext cx="14127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0.5</a:t>
              </a:r>
            </a:p>
          </p:txBody>
        </p:sp>
        <p:sp>
          <p:nvSpPr>
            <p:cNvPr id="698" name="tx698"/>
            <p:cNvSpPr/>
            <p:nvPr/>
          </p:nvSpPr>
          <p:spPr>
            <a:xfrm>
              <a:off x="5716771" y="2680071"/>
              <a:ext cx="14127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1.0</a:t>
              </a:r>
            </a:p>
          </p:txBody>
        </p:sp>
        <p:sp>
          <p:nvSpPr>
            <p:cNvPr id="699" name="tx699"/>
            <p:cNvSpPr/>
            <p:nvPr/>
          </p:nvSpPr>
          <p:spPr>
            <a:xfrm>
              <a:off x="5716771" y="2516089"/>
              <a:ext cx="14127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1.5</a:t>
              </a:r>
            </a:p>
          </p:txBody>
        </p:sp>
        <p:sp>
          <p:nvSpPr>
            <p:cNvPr id="700" name="tx700"/>
            <p:cNvSpPr/>
            <p:nvPr/>
          </p:nvSpPr>
          <p:spPr>
            <a:xfrm>
              <a:off x="550714" y="445210"/>
              <a:ext cx="3362157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White contours = iso-hazard lines; open circles = 655 observed events</a:t>
              </a:r>
            </a:p>
          </p:txBody>
        </p:sp>
        <p:sp>
          <p:nvSpPr>
            <p:cNvPr id="701" name="tx701"/>
            <p:cNvSpPr/>
            <p:nvPr/>
          </p:nvSpPr>
          <p:spPr>
            <a:xfrm>
              <a:off x="550714" y="258795"/>
              <a:ext cx="4332792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Interaction surface: predicted hazard of a new distribution record</a:t>
              </a:r>
            </a:p>
          </p:txBody>
        </p:sp>
        <p:sp>
          <p:nvSpPr>
            <p:cNvPr id="702" name="tx702"/>
            <p:cNvSpPr/>
            <p:nvPr/>
          </p:nvSpPr>
          <p:spPr>
            <a:xfrm>
              <a:off x="550714" y="4968280"/>
              <a:ext cx="4276648" cy="591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50" i="0" b="0">
                  <a:solidFill>
                    <a:srgbClr val="737373">
                      <a:alpha val="100000"/>
                    </a:srgbClr>
                  </a:solidFill>
                  <a:latin typeface="Arial"/>
                  <a:cs typeface="Arial"/>
                </a:rPr>
                <a:t>Converging contours toward the upper right show the negative interaction: the climate gradient flattens as effort rises.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dingchenchen</cp:lastModifiedBy>
  <cp:revision>3</cp:revision>
  <dcterms:created xsi:type="dcterms:W3CDTF">2017-02-13T16:18:36Z</dcterms:created>
  <dcterms:modified xsi:type="dcterms:W3CDTF">2026-07-26T10:08:13Z</dcterms:modified>
  <cp:category/>
</cp:coreProperties>
</file>