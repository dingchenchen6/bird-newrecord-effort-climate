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82880" y="182880"/>
            <a:ext cx="8412480" cy="4023360"/>
            <a:chOff x="182880" y="182880"/>
            <a:chExt cx="8412480" cy="4023360"/>
          </a:xfrm>
        </p:grpSpPr>
        <p:sp>
          <p:nvSpPr>
            <p:cNvPr id="3" name="rc3"/>
            <p:cNvSpPr/>
            <p:nvPr/>
          </p:nvSpPr>
          <p:spPr>
            <a:xfrm>
              <a:off x="182880" y="182880"/>
              <a:ext cx="8412480" cy="40233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2880" y="182880"/>
              <a:ext cx="8412480" cy="40233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71105" y="799168"/>
              <a:ext cx="2603053" cy="269198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571105" y="3491151"/>
              <a:ext cx="2603053" cy="0"/>
            </a:xfrm>
            <a:custGeom>
              <a:avLst/>
              <a:pathLst>
                <a:path w="2603053" h="0">
                  <a:moveTo>
                    <a:pt x="0" y="0"/>
                  </a:moveTo>
                  <a:lnTo>
                    <a:pt x="2603053" y="0"/>
                  </a:lnTo>
                  <a:lnTo>
                    <a:pt x="260305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71105" y="2799812"/>
              <a:ext cx="2603053" cy="0"/>
            </a:xfrm>
            <a:custGeom>
              <a:avLst/>
              <a:pathLst>
                <a:path w="2603053" h="0">
                  <a:moveTo>
                    <a:pt x="0" y="0"/>
                  </a:moveTo>
                  <a:lnTo>
                    <a:pt x="2603053" y="0"/>
                  </a:lnTo>
                  <a:lnTo>
                    <a:pt x="260305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71105" y="2108472"/>
              <a:ext cx="2603053" cy="0"/>
            </a:xfrm>
            <a:custGeom>
              <a:avLst/>
              <a:pathLst>
                <a:path w="2603053" h="0">
                  <a:moveTo>
                    <a:pt x="0" y="0"/>
                  </a:moveTo>
                  <a:lnTo>
                    <a:pt x="2603053" y="0"/>
                  </a:lnTo>
                  <a:lnTo>
                    <a:pt x="260305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71105" y="1417133"/>
              <a:ext cx="2603053" cy="0"/>
            </a:xfrm>
            <a:custGeom>
              <a:avLst/>
              <a:pathLst>
                <a:path w="2603053" h="0">
                  <a:moveTo>
                    <a:pt x="0" y="0"/>
                  </a:moveTo>
                  <a:lnTo>
                    <a:pt x="2603053" y="0"/>
                  </a:lnTo>
                  <a:lnTo>
                    <a:pt x="260305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726049" y="1712105"/>
              <a:ext cx="433842" cy="1779046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1345824" y="1354913"/>
              <a:ext cx="433842" cy="357191"/>
            </a:xfrm>
            <a:prstGeom prst="rect">
              <a:avLst/>
            </a:prstGeom>
            <a:solidFill>
              <a:srgbClr val="D55E00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965598" y="1198209"/>
              <a:ext cx="433842" cy="156703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85373" y="1099117"/>
              <a:ext cx="433842" cy="99091"/>
            </a:xfrm>
            <a:prstGeom prst="rect">
              <a:avLst/>
            </a:prstGeom>
            <a:solidFill>
              <a:srgbClr val="CC79A7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tx14"/>
            <p:cNvSpPr/>
            <p:nvPr/>
          </p:nvSpPr>
          <p:spPr>
            <a:xfrm>
              <a:off x="852628" y="1618365"/>
              <a:ext cx="180685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77%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1472402" y="1261173"/>
              <a:ext cx="180685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16%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2117277" y="1104469"/>
              <a:ext cx="130484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7%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2737052" y="1005377"/>
              <a:ext cx="130484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4%</a:t>
              </a:r>
            </a:p>
          </p:txBody>
        </p:sp>
        <p:sp>
          <p:nvSpPr>
            <p:cNvPr id="18" name="rc18"/>
            <p:cNvSpPr/>
            <p:nvPr/>
          </p:nvSpPr>
          <p:spPr>
            <a:xfrm>
              <a:off x="3231096" y="799168"/>
              <a:ext cx="2603053" cy="269198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231096" y="3491151"/>
              <a:ext cx="2603053" cy="0"/>
            </a:xfrm>
            <a:custGeom>
              <a:avLst/>
              <a:pathLst>
                <a:path w="2603053" h="0">
                  <a:moveTo>
                    <a:pt x="0" y="0"/>
                  </a:moveTo>
                  <a:lnTo>
                    <a:pt x="2603053" y="0"/>
                  </a:lnTo>
                  <a:lnTo>
                    <a:pt x="260305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231096" y="2799812"/>
              <a:ext cx="2603053" cy="0"/>
            </a:xfrm>
            <a:custGeom>
              <a:avLst/>
              <a:pathLst>
                <a:path w="2603053" h="0">
                  <a:moveTo>
                    <a:pt x="0" y="0"/>
                  </a:moveTo>
                  <a:lnTo>
                    <a:pt x="2603053" y="0"/>
                  </a:lnTo>
                  <a:lnTo>
                    <a:pt x="260305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231096" y="2108472"/>
              <a:ext cx="2603053" cy="0"/>
            </a:xfrm>
            <a:custGeom>
              <a:avLst/>
              <a:pathLst>
                <a:path w="2603053" h="0">
                  <a:moveTo>
                    <a:pt x="0" y="0"/>
                  </a:moveTo>
                  <a:lnTo>
                    <a:pt x="2603053" y="0"/>
                  </a:lnTo>
                  <a:lnTo>
                    <a:pt x="260305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231096" y="1417133"/>
              <a:ext cx="2603053" cy="0"/>
            </a:xfrm>
            <a:custGeom>
              <a:avLst/>
              <a:pathLst>
                <a:path w="2603053" h="0">
                  <a:moveTo>
                    <a:pt x="0" y="0"/>
                  </a:moveTo>
                  <a:lnTo>
                    <a:pt x="2603053" y="0"/>
                  </a:lnTo>
                  <a:lnTo>
                    <a:pt x="260305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386039" y="1695973"/>
              <a:ext cx="433842" cy="1795177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005814" y="1357217"/>
              <a:ext cx="433842" cy="338756"/>
            </a:xfrm>
            <a:prstGeom prst="rect">
              <a:avLst/>
            </a:prstGeom>
            <a:solidFill>
              <a:srgbClr val="D55E00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4625588" y="1198209"/>
              <a:ext cx="433842" cy="159008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245363" y="1099117"/>
              <a:ext cx="433842" cy="99091"/>
            </a:xfrm>
            <a:prstGeom prst="rect">
              <a:avLst/>
            </a:prstGeom>
            <a:solidFill>
              <a:srgbClr val="CC79A7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3512618" y="1602234"/>
              <a:ext cx="180685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78%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4132392" y="1263477"/>
              <a:ext cx="180685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15%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4777267" y="1104469"/>
              <a:ext cx="130484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7%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5397042" y="1005377"/>
              <a:ext cx="130484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4%</a:t>
              </a:r>
            </a:p>
          </p:txBody>
        </p:sp>
        <p:sp>
          <p:nvSpPr>
            <p:cNvPr id="31" name="rc31"/>
            <p:cNvSpPr/>
            <p:nvPr/>
          </p:nvSpPr>
          <p:spPr>
            <a:xfrm>
              <a:off x="5891086" y="799168"/>
              <a:ext cx="2603053" cy="269198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891086" y="3491151"/>
              <a:ext cx="2603053" cy="0"/>
            </a:xfrm>
            <a:custGeom>
              <a:avLst/>
              <a:pathLst>
                <a:path w="2603053" h="0">
                  <a:moveTo>
                    <a:pt x="0" y="0"/>
                  </a:moveTo>
                  <a:lnTo>
                    <a:pt x="2603053" y="0"/>
                  </a:lnTo>
                  <a:lnTo>
                    <a:pt x="260305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891086" y="2799812"/>
              <a:ext cx="2603053" cy="0"/>
            </a:xfrm>
            <a:custGeom>
              <a:avLst/>
              <a:pathLst>
                <a:path w="2603053" h="0">
                  <a:moveTo>
                    <a:pt x="0" y="0"/>
                  </a:moveTo>
                  <a:lnTo>
                    <a:pt x="2603053" y="0"/>
                  </a:lnTo>
                  <a:lnTo>
                    <a:pt x="260305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891086" y="2108472"/>
              <a:ext cx="2603053" cy="0"/>
            </a:xfrm>
            <a:custGeom>
              <a:avLst/>
              <a:pathLst>
                <a:path w="2603053" h="0">
                  <a:moveTo>
                    <a:pt x="0" y="0"/>
                  </a:moveTo>
                  <a:lnTo>
                    <a:pt x="2603053" y="0"/>
                  </a:lnTo>
                  <a:lnTo>
                    <a:pt x="260305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891086" y="1417133"/>
              <a:ext cx="2603053" cy="0"/>
            </a:xfrm>
            <a:custGeom>
              <a:avLst/>
              <a:pathLst>
                <a:path w="2603053" h="0">
                  <a:moveTo>
                    <a:pt x="0" y="0"/>
                  </a:moveTo>
                  <a:lnTo>
                    <a:pt x="2603053" y="0"/>
                  </a:lnTo>
                  <a:lnTo>
                    <a:pt x="260305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046029" y="1702887"/>
              <a:ext cx="433842" cy="1788264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665804" y="1347999"/>
              <a:ext cx="433842" cy="354887"/>
            </a:xfrm>
            <a:prstGeom prst="rect">
              <a:avLst/>
            </a:prstGeom>
            <a:solidFill>
              <a:srgbClr val="D55E00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285579" y="1188991"/>
              <a:ext cx="433842" cy="159008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905353" y="1087595"/>
              <a:ext cx="433842" cy="101396"/>
            </a:xfrm>
            <a:prstGeom prst="rect">
              <a:avLst/>
            </a:prstGeom>
            <a:solidFill>
              <a:srgbClr val="CC79A7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6172608" y="1609147"/>
              <a:ext cx="180685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78%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792382" y="1254260"/>
              <a:ext cx="180685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15%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437257" y="1095252"/>
              <a:ext cx="130484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7%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057032" y="993855"/>
              <a:ext cx="130484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4%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16655" y="659801"/>
              <a:ext cx="102888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SDM threshold 100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276645" y="659801"/>
              <a:ext cx="102888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SDM threshold 200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36635" y="659801"/>
              <a:ext cx="96533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SDM threshold 50</a:t>
              </a:r>
            </a:p>
          </p:txBody>
        </p:sp>
        <p:sp>
          <p:nvSpPr>
            <p:cNvPr id="47" name="pl47"/>
            <p:cNvSpPr/>
            <p:nvPr/>
          </p:nvSpPr>
          <p:spPr>
            <a:xfrm>
              <a:off x="571105" y="3491151"/>
              <a:ext cx="2603053" cy="0"/>
            </a:xfrm>
            <a:custGeom>
              <a:avLst/>
              <a:pathLst>
                <a:path w="2603053" h="0">
                  <a:moveTo>
                    <a:pt x="0" y="0"/>
                  </a:moveTo>
                  <a:lnTo>
                    <a:pt x="2603053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942970" y="3491151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562745" y="3491151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182520" y="3491151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802294" y="3491151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tx52"/>
            <p:cNvSpPr/>
            <p:nvPr/>
          </p:nvSpPr>
          <p:spPr>
            <a:xfrm rot="-1320000">
              <a:off x="458447" y="3636575"/>
              <a:ext cx="51553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Survey effort</a:t>
              </a:r>
            </a:p>
          </p:txBody>
        </p:sp>
        <p:sp>
          <p:nvSpPr>
            <p:cNvPr id="53" name="tx53"/>
            <p:cNvSpPr/>
            <p:nvPr/>
          </p:nvSpPr>
          <p:spPr>
            <a:xfrm rot="-1320000">
              <a:off x="680842" y="3713818"/>
              <a:ext cx="927933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Climate change (15-yr)</a:t>
              </a:r>
            </a:p>
          </p:txBody>
        </p:sp>
        <p:sp>
          <p:nvSpPr>
            <p:cNvPr id="54" name="tx54"/>
            <p:cNvSpPr/>
            <p:nvPr/>
          </p:nvSpPr>
          <p:spPr>
            <a:xfrm rot="-1320000">
              <a:off x="1227044" y="3728119"/>
              <a:ext cx="1004285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Annual climate variability</a:t>
              </a:r>
            </a:p>
          </p:txBody>
        </p:sp>
        <p:sp>
          <p:nvSpPr>
            <p:cNvPr id="55" name="tx55"/>
            <p:cNvSpPr/>
            <p:nvPr/>
          </p:nvSpPr>
          <p:spPr>
            <a:xfrm rot="-1320000">
              <a:off x="1912109" y="3715428"/>
              <a:ext cx="93652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Climate change x effort</a:t>
              </a:r>
            </a:p>
          </p:txBody>
        </p:sp>
        <p:sp>
          <p:nvSpPr>
            <p:cNvPr id="56" name="pl56"/>
            <p:cNvSpPr/>
            <p:nvPr/>
          </p:nvSpPr>
          <p:spPr>
            <a:xfrm>
              <a:off x="3231096" y="3491151"/>
              <a:ext cx="2603053" cy="0"/>
            </a:xfrm>
            <a:custGeom>
              <a:avLst/>
              <a:pathLst>
                <a:path w="2603053" h="0">
                  <a:moveTo>
                    <a:pt x="0" y="0"/>
                  </a:moveTo>
                  <a:lnTo>
                    <a:pt x="2603053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602960" y="3491151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4222735" y="3491151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842510" y="3491151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462284" y="3491151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 rot="-1320000">
              <a:off x="3118437" y="3636575"/>
              <a:ext cx="51553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Survey effort</a:t>
              </a:r>
            </a:p>
          </p:txBody>
        </p:sp>
        <p:sp>
          <p:nvSpPr>
            <p:cNvPr id="62" name="tx62"/>
            <p:cNvSpPr/>
            <p:nvPr/>
          </p:nvSpPr>
          <p:spPr>
            <a:xfrm rot="-1320000">
              <a:off x="3340832" y="3713818"/>
              <a:ext cx="927933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Climate change (15-yr)</a:t>
              </a:r>
            </a:p>
          </p:txBody>
        </p:sp>
        <p:sp>
          <p:nvSpPr>
            <p:cNvPr id="63" name="tx63"/>
            <p:cNvSpPr/>
            <p:nvPr/>
          </p:nvSpPr>
          <p:spPr>
            <a:xfrm rot="-1320000">
              <a:off x="3887034" y="3728119"/>
              <a:ext cx="1004285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Annual climate variability</a:t>
              </a:r>
            </a:p>
          </p:txBody>
        </p:sp>
        <p:sp>
          <p:nvSpPr>
            <p:cNvPr id="64" name="tx64"/>
            <p:cNvSpPr/>
            <p:nvPr/>
          </p:nvSpPr>
          <p:spPr>
            <a:xfrm rot="-1320000">
              <a:off x="4572099" y="3715428"/>
              <a:ext cx="93652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Climate change x effort</a:t>
              </a:r>
            </a:p>
          </p:txBody>
        </p:sp>
        <p:sp>
          <p:nvSpPr>
            <p:cNvPr id="65" name="pl65"/>
            <p:cNvSpPr/>
            <p:nvPr/>
          </p:nvSpPr>
          <p:spPr>
            <a:xfrm>
              <a:off x="5891086" y="3491151"/>
              <a:ext cx="2603053" cy="0"/>
            </a:xfrm>
            <a:custGeom>
              <a:avLst/>
              <a:pathLst>
                <a:path w="2603053" h="0">
                  <a:moveTo>
                    <a:pt x="0" y="0"/>
                  </a:moveTo>
                  <a:lnTo>
                    <a:pt x="2603053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6262950" y="3491151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6882725" y="3491151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7502500" y="3491151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8122274" y="3491151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70"/>
            <p:cNvSpPr/>
            <p:nvPr/>
          </p:nvSpPr>
          <p:spPr>
            <a:xfrm rot="-1320000">
              <a:off x="5778427" y="3636575"/>
              <a:ext cx="51553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Survey effort</a:t>
              </a:r>
            </a:p>
          </p:txBody>
        </p:sp>
        <p:sp>
          <p:nvSpPr>
            <p:cNvPr id="71" name="tx71"/>
            <p:cNvSpPr/>
            <p:nvPr/>
          </p:nvSpPr>
          <p:spPr>
            <a:xfrm rot="-1320000">
              <a:off x="6000822" y="3713818"/>
              <a:ext cx="927933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Climate change (15-yr)</a:t>
              </a:r>
            </a:p>
          </p:txBody>
        </p:sp>
        <p:sp>
          <p:nvSpPr>
            <p:cNvPr id="72" name="tx72"/>
            <p:cNvSpPr/>
            <p:nvPr/>
          </p:nvSpPr>
          <p:spPr>
            <a:xfrm rot="-1320000">
              <a:off x="6547024" y="3728119"/>
              <a:ext cx="1004285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Annual climate variability</a:t>
              </a:r>
            </a:p>
          </p:txBody>
        </p:sp>
        <p:sp>
          <p:nvSpPr>
            <p:cNvPr id="73" name="tx73"/>
            <p:cNvSpPr/>
            <p:nvPr/>
          </p:nvSpPr>
          <p:spPr>
            <a:xfrm rot="-1320000">
              <a:off x="7232089" y="3715428"/>
              <a:ext cx="93652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Climate change x effort</a:t>
              </a:r>
            </a:p>
          </p:txBody>
        </p:sp>
        <p:sp>
          <p:nvSpPr>
            <p:cNvPr id="74" name="pl74"/>
            <p:cNvSpPr/>
            <p:nvPr/>
          </p:nvSpPr>
          <p:spPr>
            <a:xfrm>
              <a:off x="571105" y="799168"/>
              <a:ext cx="0" cy="2691982"/>
            </a:xfrm>
            <a:custGeom>
              <a:avLst/>
              <a:pathLst>
                <a:path w="0" h="2691982">
                  <a:moveTo>
                    <a:pt x="0" y="2691982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469113" y="3458461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18364" y="2767122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18364" y="2075783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18364" y="1384443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90</a:t>
              </a:r>
            </a:p>
          </p:txBody>
        </p:sp>
        <p:sp>
          <p:nvSpPr>
            <p:cNvPr id="79" name="pl79"/>
            <p:cNvSpPr/>
            <p:nvPr/>
          </p:nvSpPr>
          <p:spPr>
            <a:xfrm>
              <a:off x="542637" y="3491151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42637" y="2799812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42637" y="2108472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42637" y="1417133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tx83"/>
            <p:cNvSpPr/>
            <p:nvPr/>
          </p:nvSpPr>
          <p:spPr>
            <a:xfrm rot="-5400000">
              <a:off x="-570634" y="2104240"/>
              <a:ext cx="1791309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Cumulative deviance explained (%)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71105" y="445210"/>
              <a:ext cx="405042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Survey effort sets the level; climate change adds a further ~15%; the interaction ~4%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71105" y="258795"/>
              <a:ext cx="4200845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Cumulative contribution of each process to explained deviance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71105" y="4053880"/>
              <a:ext cx="3360054" cy="59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50" i="0" b="0">
                  <a:solidFill>
                    <a:srgbClr val="737373">
                      <a:alpha val="100000"/>
                    </a:srgbClr>
                  </a:solidFill>
                  <a:latin typeface="Arial"/>
                  <a:cs typeface="Arial"/>
                </a:rPr>
                <a:t>Drop-term contributions; components overlap slightly so the cumulative total exceeds 100%.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2026-07-26T10:08:21Z</dcterms:modified>
  <cp:category/>
</cp:coreProperties>
</file>