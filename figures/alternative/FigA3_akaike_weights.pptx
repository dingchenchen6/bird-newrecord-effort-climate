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6766560" cy="3840480"/>
            <a:chOff x="182880" y="182880"/>
            <a:chExt cx="6766560" cy="384048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6766560" cy="38404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6766560" cy="38404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93655" y="943893"/>
              <a:ext cx="5754564" cy="26001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93655" y="3327385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93655" y="2966250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93655" y="2605115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93655" y="2243979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93655" y="1882844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93655" y="1521709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93655" y="1160574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  <a:lnTo>
                    <a:pt x="575456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93655" y="1160574"/>
              <a:ext cx="0" cy="72227"/>
            </a:xfrm>
            <a:custGeom>
              <a:avLst/>
              <a:pathLst>
                <a:path w="0" h="72227">
                  <a:moveTo>
                    <a:pt x="0" y="7222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93655" y="1521709"/>
              <a:ext cx="0" cy="72227"/>
            </a:xfrm>
            <a:custGeom>
              <a:avLst/>
              <a:pathLst>
                <a:path w="0" h="72227">
                  <a:moveTo>
                    <a:pt x="0" y="7222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93655" y="1882844"/>
              <a:ext cx="0" cy="72227"/>
            </a:xfrm>
            <a:custGeom>
              <a:avLst/>
              <a:pathLst>
                <a:path w="0" h="72227">
                  <a:moveTo>
                    <a:pt x="0" y="7222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93655" y="2243979"/>
              <a:ext cx="490" cy="72227"/>
            </a:xfrm>
            <a:custGeom>
              <a:avLst/>
              <a:pathLst>
                <a:path w="490" h="72227">
                  <a:moveTo>
                    <a:pt x="0" y="72227"/>
                  </a:moveTo>
                  <a:lnTo>
                    <a:pt x="490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93655" y="2605115"/>
              <a:ext cx="11693" cy="72227"/>
            </a:xfrm>
            <a:custGeom>
              <a:avLst/>
              <a:pathLst>
                <a:path w="11693" h="72227">
                  <a:moveTo>
                    <a:pt x="0" y="72227"/>
                  </a:moveTo>
                  <a:lnTo>
                    <a:pt x="11693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93655" y="2966250"/>
              <a:ext cx="9322" cy="72227"/>
            </a:xfrm>
            <a:custGeom>
              <a:avLst/>
              <a:pathLst>
                <a:path w="9322" h="72227">
                  <a:moveTo>
                    <a:pt x="0" y="72227"/>
                  </a:moveTo>
                  <a:lnTo>
                    <a:pt x="9322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93655" y="3327385"/>
              <a:ext cx="5308743" cy="72227"/>
            </a:xfrm>
            <a:custGeom>
              <a:avLst/>
              <a:pathLst>
                <a:path w="5308743" h="72227">
                  <a:moveTo>
                    <a:pt x="0" y="72227"/>
                  </a:moveTo>
                  <a:lnTo>
                    <a:pt x="5308743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93655" y="11605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93655" y="15217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93655" y="18828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93655" y="2243979"/>
              <a:ext cx="49" cy="0"/>
            </a:xfrm>
            <a:custGeom>
              <a:avLst/>
              <a:pathLst>
                <a:path w="49" h="0">
                  <a:moveTo>
                    <a:pt x="0" y="0"/>
                  </a:moveTo>
                  <a:lnTo>
                    <a:pt x="49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93655" y="2605115"/>
              <a:ext cx="1049" cy="0"/>
            </a:xfrm>
            <a:custGeom>
              <a:avLst/>
              <a:pathLst>
                <a:path w="1049" h="0">
                  <a:moveTo>
                    <a:pt x="0" y="0"/>
                  </a:moveTo>
                  <a:lnTo>
                    <a:pt x="1049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93655" y="2966250"/>
              <a:ext cx="851" cy="0"/>
            </a:xfrm>
            <a:custGeom>
              <a:avLst/>
              <a:pathLst>
                <a:path w="851" h="0">
                  <a:moveTo>
                    <a:pt x="0" y="0"/>
                  </a:moveTo>
                  <a:lnTo>
                    <a:pt x="851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93655" y="3327385"/>
              <a:ext cx="5328300" cy="0"/>
            </a:xfrm>
            <a:custGeom>
              <a:avLst/>
              <a:pathLst>
                <a:path w="5328300" h="0">
                  <a:moveTo>
                    <a:pt x="0" y="0"/>
                  </a:moveTo>
                  <a:lnTo>
                    <a:pt x="5328300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93655" y="1088347"/>
              <a:ext cx="0" cy="72227"/>
            </a:xfrm>
            <a:custGeom>
              <a:avLst/>
              <a:pathLst>
                <a:path w="0" h="72227">
                  <a:moveTo>
                    <a:pt x="0" y="0"/>
                  </a:moveTo>
                  <a:lnTo>
                    <a:pt x="0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93655" y="1449482"/>
              <a:ext cx="0" cy="72227"/>
            </a:xfrm>
            <a:custGeom>
              <a:avLst/>
              <a:pathLst>
                <a:path w="0" h="72227">
                  <a:moveTo>
                    <a:pt x="0" y="0"/>
                  </a:moveTo>
                  <a:lnTo>
                    <a:pt x="0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93655" y="1810617"/>
              <a:ext cx="0" cy="72227"/>
            </a:xfrm>
            <a:custGeom>
              <a:avLst/>
              <a:pathLst>
                <a:path w="0" h="72227">
                  <a:moveTo>
                    <a:pt x="0" y="0"/>
                  </a:moveTo>
                  <a:lnTo>
                    <a:pt x="0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93655" y="2171752"/>
              <a:ext cx="83" cy="72227"/>
            </a:xfrm>
            <a:custGeom>
              <a:avLst/>
              <a:pathLst>
                <a:path w="83" h="72227">
                  <a:moveTo>
                    <a:pt x="0" y="0"/>
                  </a:moveTo>
                  <a:lnTo>
                    <a:pt x="83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93655" y="2532888"/>
              <a:ext cx="1829" cy="72227"/>
            </a:xfrm>
            <a:custGeom>
              <a:avLst/>
              <a:pathLst>
                <a:path w="1829" h="72227">
                  <a:moveTo>
                    <a:pt x="0" y="0"/>
                  </a:moveTo>
                  <a:lnTo>
                    <a:pt x="1829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93655" y="2894023"/>
              <a:ext cx="1512" cy="72227"/>
            </a:xfrm>
            <a:custGeom>
              <a:avLst/>
              <a:pathLst>
                <a:path w="1512" h="72227">
                  <a:moveTo>
                    <a:pt x="0" y="0"/>
                  </a:moveTo>
                  <a:lnTo>
                    <a:pt x="1512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93655" y="3255158"/>
              <a:ext cx="5326824" cy="72227"/>
            </a:xfrm>
            <a:custGeom>
              <a:avLst/>
              <a:pathLst>
                <a:path w="5326824" h="72227">
                  <a:moveTo>
                    <a:pt x="0" y="0"/>
                  </a:moveTo>
                  <a:lnTo>
                    <a:pt x="5326824" y="72227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057451" y="1196597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057451" y="1557733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57451" y="1918868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057942" y="2280003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069145" y="2641138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066774" y="3002274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366195" y="3363409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057451" y="1124370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057451" y="1485506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057451" y="1846641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057501" y="2207776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058501" y="2568911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058302" y="2930046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385752" y="3291182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057451" y="1052143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057451" y="1413279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057451" y="1774414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057535" y="2135549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059281" y="2496684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058964" y="2857819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384276" y="3218955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093655" y="943893"/>
              <a:ext cx="0" cy="2600173"/>
            </a:xfrm>
            <a:custGeom>
              <a:avLst/>
              <a:pathLst>
                <a:path w="0" h="2600173">
                  <a:moveTo>
                    <a:pt x="0" y="26001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19853" y="3294695"/>
              <a:ext cx="72255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Static mismatch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4100" y="2933560"/>
              <a:ext cx="75831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Both interactions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1948" y="2572425"/>
              <a:ext cx="69046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Climate x effort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17708" y="2211290"/>
              <a:ext cx="32470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Additive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40315" y="1850154"/>
              <a:ext cx="50209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only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065" y="1489019"/>
              <a:ext cx="2163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85135" y="1127884"/>
              <a:ext cx="1572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Null</a:t>
              </a:r>
            </a:p>
          </p:txBody>
        </p:sp>
        <p:sp>
          <p:nvSpPr>
            <p:cNvPr id="63" name="pl63"/>
            <p:cNvSpPr/>
            <p:nvPr/>
          </p:nvSpPr>
          <p:spPr>
            <a:xfrm>
              <a:off x="1065186" y="332738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065186" y="29662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065186" y="260511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065186" y="224397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065186" y="188284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065186" y="152170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065186" y="11605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093655" y="3544066"/>
              <a:ext cx="5754564" cy="0"/>
            </a:xfrm>
            <a:custGeom>
              <a:avLst/>
              <a:pathLst>
                <a:path w="5754564" h="0">
                  <a:moveTo>
                    <a:pt x="0" y="0"/>
                  </a:moveTo>
                  <a:lnTo>
                    <a:pt x="5754564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093655" y="35440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426217" y="35440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758780" y="35440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91342" y="35440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423905" y="35440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1027726" y="3595309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334914" y="3595309"/>
              <a:ext cx="18260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667477" y="3595309"/>
              <a:ext cx="18260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00040" y="3595309"/>
              <a:ext cx="18260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307227" y="3595309"/>
              <a:ext cx="23335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694160" y="3708268"/>
              <a:ext cx="255355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Akaike weight (probability of being the best model)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2987897" y="602274"/>
              <a:ext cx="1966079" cy="227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3044833" y="679753"/>
              <a:ext cx="71688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SDM threshold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3818660" y="659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830047" y="71614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0072B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839393" y="679943"/>
              <a:ext cx="72406" cy="7240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159425" y="659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170813" y="71614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E6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180159" y="679943"/>
              <a:ext cx="72406" cy="72406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556701" y="659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568088" y="71614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009E73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577434" y="679943"/>
              <a:ext cx="72406" cy="72406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3989469" y="679753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330235" y="679753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727511" y="679753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093655" y="445210"/>
              <a:ext cx="3799972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two interaction models together carry essentially all the non-static evidence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093655" y="258795"/>
              <a:ext cx="30084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 evidence expressed as Akaike weights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093655" y="3871000"/>
              <a:ext cx="2963753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Weights are computed within each threshold across the seven candidate models.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2026-07-26T10:08:18Z</dcterms:modified>
  <cp:category/>
</cp:coreProperties>
</file>