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9144000" cy="5669280"/>
            <a:chOff x="182880" y="182880"/>
            <a:chExt cx="9144000" cy="566928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9144000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9143999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3348856"/>
              <a:ext cx="9004821" cy="24337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477231"/>
              <a:ext cx="4735720" cy="28716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988189" y="477231"/>
              <a:ext cx="4269101" cy="28716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63091" y="710210"/>
              <a:ext cx="3723876" cy="22927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163091" y="2976384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163091" y="2441878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63091" y="1907371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163091" y="1372865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63091" y="838358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63091" y="2441878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44335" y="2004155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356311" y="2004155"/>
              <a:ext cx="0" cy="558428"/>
            </a:xfrm>
            <a:custGeom>
              <a:avLst/>
              <a:pathLst>
                <a:path w="0" h="558428">
                  <a:moveTo>
                    <a:pt x="0" y="0"/>
                  </a:moveTo>
                  <a:lnTo>
                    <a:pt x="0" y="558428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44335" y="2562583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08908" y="1334222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20884" y="1334222"/>
              <a:ext cx="0" cy="736126"/>
            </a:xfrm>
            <a:custGeom>
              <a:avLst/>
              <a:pathLst>
                <a:path w="0" h="736126">
                  <a:moveTo>
                    <a:pt x="0" y="0"/>
                  </a:moveTo>
                  <a:lnTo>
                    <a:pt x="0" y="736126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08908" y="207034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73481" y="931520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485458" y="931520"/>
              <a:ext cx="0" cy="851577"/>
            </a:xfrm>
            <a:custGeom>
              <a:avLst/>
              <a:pathLst>
                <a:path w="0" h="851577">
                  <a:moveTo>
                    <a:pt x="0" y="0"/>
                  </a:moveTo>
                  <a:lnTo>
                    <a:pt x="0" y="851577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73481" y="178309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38054" y="814425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50031" y="814425"/>
              <a:ext cx="0" cy="900599"/>
            </a:xfrm>
            <a:custGeom>
              <a:avLst/>
              <a:pathLst>
                <a:path w="0" h="900599">
                  <a:moveTo>
                    <a:pt x="0" y="0"/>
                  </a:moveTo>
                  <a:lnTo>
                    <a:pt x="0" y="900599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38054" y="1715024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392241" y="2452476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404217" y="2452476"/>
              <a:ext cx="0" cy="446252"/>
            </a:xfrm>
            <a:custGeom>
              <a:avLst/>
              <a:pathLst>
                <a:path w="0" h="446252">
                  <a:moveTo>
                    <a:pt x="0" y="0"/>
                  </a:moveTo>
                  <a:lnTo>
                    <a:pt x="0" y="446252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392241" y="289872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456814" y="230988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68790" y="2309888"/>
              <a:ext cx="0" cy="477075"/>
            </a:xfrm>
            <a:custGeom>
              <a:avLst/>
              <a:pathLst>
                <a:path w="0" h="477075">
                  <a:moveTo>
                    <a:pt x="0" y="0"/>
                  </a:moveTo>
                  <a:lnTo>
                    <a:pt x="0" y="477075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56814" y="2786963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521387" y="2148593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533363" y="2148593"/>
              <a:ext cx="0" cy="530772"/>
            </a:xfrm>
            <a:custGeom>
              <a:avLst/>
              <a:pathLst>
                <a:path w="0" h="530772">
                  <a:moveTo>
                    <a:pt x="0" y="0"/>
                  </a:moveTo>
                  <a:lnTo>
                    <a:pt x="0" y="530772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521387" y="2679365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5960" y="2126549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97937" y="2126549"/>
              <a:ext cx="0" cy="574223"/>
            </a:xfrm>
            <a:custGeom>
              <a:avLst/>
              <a:pathLst>
                <a:path w="0" h="574223">
                  <a:moveTo>
                    <a:pt x="0" y="0"/>
                  </a:moveTo>
                  <a:lnTo>
                    <a:pt x="0" y="574223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585960" y="2700773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440146" y="2283909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452123" y="2283909"/>
              <a:ext cx="0" cy="496014"/>
            </a:xfrm>
            <a:custGeom>
              <a:avLst/>
              <a:pathLst>
                <a:path w="0" h="496014">
                  <a:moveTo>
                    <a:pt x="0" y="0"/>
                  </a:moveTo>
                  <a:lnTo>
                    <a:pt x="0" y="496014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440146" y="2779924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04720" y="176167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16696" y="1761678"/>
              <a:ext cx="0" cy="628809"/>
            </a:xfrm>
            <a:custGeom>
              <a:avLst/>
              <a:pathLst>
                <a:path w="0" h="628809">
                  <a:moveTo>
                    <a:pt x="0" y="0"/>
                  </a:moveTo>
                  <a:lnTo>
                    <a:pt x="0" y="628809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04720" y="2390487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569293" y="1650329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581269" y="1650329"/>
              <a:ext cx="0" cy="669658"/>
            </a:xfrm>
            <a:custGeom>
              <a:avLst/>
              <a:pathLst>
                <a:path w="0" h="669658">
                  <a:moveTo>
                    <a:pt x="0" y="0"/>
                  </a:moveTo>
                  <a:lnTo>
                    <a:pt x="0" y="669658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569293" y="2319987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633866" y="1593472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645842" y="1593472"/>
              <a:ext cx="0" cy="718095"/>
            </a:xfrm>
            <a:custGeom>
              <a:avLst/>
              <a:pathLst>
                <a:path w="0" h="718095">
                  <a:moveTo>
                    <a:pt x="0" y="0"/>
                  </a:moveTo>
                  <a:lnTo>
                    <a:pt x="0" y="718095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633866" y="2311568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488052" y="2258249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00029" y="2258249"/>
              <a:ext cx="0" cy="468508"/>
            </a:xfrm>
            <a:custGeom>
              <a:avLst/>
              <a:pathLst>
                <a:path w="0" h="468508">
                  <a:moveTo>
                    <a:pt x="0" y="0"/>
                  </a:moveTo>
                  <a:lnTo>
                    <a:pt x="0" y="468508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488052" y="2726757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552625" y="2147699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64602" y="2147699"/>
              <a:ext cx="0" cy="501085"/>
            </a:xfrm>
            <a:custGeom>
              <a:avLst/>
              <a:pathLst>
                <a:path w="0" h="501085">
                  <a:moveTo>
                    <a:pt x="0" y="0"/>
                  </a:moveTo>
                  <a:lnTo>
                    <a:pt x="0" y="501085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52625" y="2648785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617199" y="1952994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629175" y="1952994"/>
              <a:ext cx="0" cy="551131"/>
            </a:xfrm>
            <a:custGeom>
              <a:avLst/>
              <a:pathLst>
                <a:path w="0" h="551131">
                  <a:moveTo>
                    <a:pt x="0" y="0"/>
                  </a:moveTo>
                  <a:lnTo>
                    <a:pt x="0" y="551131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617199" y="2504125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681772" y="1994657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693748" y="1994657"/>
              <a:ext cx="0" cy="576457"/>
            </a:xfrm>
            <a:custGeom>
              <a:avLst/>
              <a:pathLst>
                <a:path w="0" h="576457">
                  <a:moveTo>
                    <a:pt x="0" y="0"/>
                  </a:moveTo>
                  <a:lnTo>
                    <a:pt x="0" y="576457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681772" y="2571114"/>
              <a:ext cx="23952" cy="0"/>
            </a:xfrm>
            <a:custGeom>
              <a:avLst/>
              <a:pathLst>
                <a:path w="23952" h="0">
                  <a:moveTo>
                    <a:pt x="0" y="0"/>
                  </a:moveTo>
                  <a:lnTo>
                    <a:pt x="23952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356311" y="1291151"/>
              <a:ext cx="3193719" cy="1006020"/>
            </a:xfrm>
            <a:custGeom>
              <a:avLst/>
              <a:pathLst>
                <a:path w="3193719" h="1006020">
                  <a:moveTo>
                    <a:pt x="0" y="1006020"/>
                  </a:moveTo>
                  <a:lnTo>
                    <a:pt x="1064573" y="431043"/>
                  </a:lnTo>
                  <a:lnTo>
                    <a:pt x="2129146" y="90362"/>
                  </a:lnTo>
                  <a:lnTo>
                    <a:pt x="3193719" y="0"/>
                  </a:lnTo>
                </a:path>
              </a:pathLst>
            </a:custGeom>
            <a:ln w="1626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04217" y="2427051"/>
              <a:ext cx="3193719" cy="258778"/>
            </a:xfrm>
            <a:custGeom>
              <a:avLst/>
              <a:pathLst>
                <a:path w="3193719" h="258778">
                  <a:moveTo>
                    <a:pt x="0" y="258778"/>
                  </a:moveTo>
                  <a:lnTo>
                    <a:pt x="1064573" y="132485"/>
                  </a:lnTo>
                  <a:lnTo>
                    <a:pt x="2129146" y="0"/>
                  </a:lnTo>
                  <a:lnTo>
                    <a:pt x="3193719" y="1914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52123" y="1972972"/>
              <a:ext cx="3193719" cy="570880"/>
            </a:xfrm>
            <a:custGeom>
              <a:avLst/>
              <a:pathLst>
                <a:path w="3193719" h="570880">
                  <a:moveTo>
                    <a:pt x="0" y="570880"/>
                  </a:moveTo>
                  <a:lnTo>
                    <a:pt x="1064573" y="119421"/>
                  </a:lnTo>
                  <a:lnTo>
                    <a:pt x="2129146" y="30150"/>
                  </a:lnTo>
                  <a:lnTo>
                    <a:pt x="3193719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00029" y="2241746"/>
              <a:ext cx="3193719" cy="261242"/>
            </a:xfrm>
            <a:custGeom>
              <a:avLst/>
              <a:pathLst>
                <a:path w="3193719" h="261242">
                  <a:moveTo>
                    <a:pt x="0" y="261242"/>
                  </a:moveTo>
                  <a:lnTo>
                    <a:pt x="1064573" y="168075"/>
                  </a:lnTo>
                  <a:lnTo>
                    <a:pt x="2129146" y="0"/>
                  </a:lnTo>
                  <a:lnTo>
                    <a:pt x="3193719" y="55847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329593" y="2270454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394167" y="1695477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458740" y="1354796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523313" y="1264433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377499" y="2659112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442072" y="2532819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06646" y="2400333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571219" y="2402248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425405" y="2517135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489978" y="2065675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54551" y="1976405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619125" y="1946254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473311" y="2476271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537884" y="2383104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02457" y="2215029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667030" y="2270876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163091" y="710210"/>
              <a:ext cx="0" cy="2292733"/>
            </a:xfrm>
            <a:custGeom>
              <a:avLst/>
              <a:pathLst>
                <a:path w="0" h="2292733">
                  <a:moveTo>
                    <a:pt x="0" y="229273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985021" y="2943694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985021" y="2409188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85021" y="1874681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985021" y="134017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985021" y="805668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89" name="pl89"/>
            <p:cNvSpPr/>
            <p:nvPr/>
          </p:nvSpPr>
          <p:spPr>
            <a:xfrm>
              <a:off x="1134623" y="297638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1134623" y="244187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134623" y="190737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1134623" y="137286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134623" y="8383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1163091" y="3002943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428170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492743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557316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621890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1402795" y="305418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441994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506567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571140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450192" y="3167145"/>
              <a:ext cx="114967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Rolling window (years)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5400000">
              <a:off x="-345277" y="1815657"/>
              <a:ext cx="14797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Climate-change HR (95% CI)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1563762" y="769437"/>
              <a:ext cx="1284030" cy="5693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1620698" y="82637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1632085" y="88331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9485" cap="flat">
              <a:solidFill>
                <a:srgbClr val="D55E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632085" y="88331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650917" y="856592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1620698" y="940247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632085" y="99718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9485" cap="flat">
              <a:solidFill>
                <a:srgbClr val="0072B2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632085" y="997183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650917" y="970465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1620698" y="105412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632085" y="1111056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9485" cap="flat">
              <a:solidFill>
                <a:srgbClr val="E69F00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632085" y="1111056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650917" y="1084338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1620698" y="116799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632085" y="122492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9485" cap="flat">
              <a:solidFill>
                <a:srgbClr val="009E73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632085" y="122492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650917" y="1198211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1791508" y="846917"/>
              <a:ext cx="6872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mean T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791508" y="960790"/>
              <a:ext cx="6644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Winter mean T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791508" y="1074663"/>
              <a:ext cx="9993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Warmest-month Tmax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791508" y="1188536"/>
              <a:ext cx="9129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Coldest-month Tmin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163091" y="553147"/>
              <a:ext cx="193313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Signal requires &gt;= 10 yr of accumulation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33973" y="53935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8" name="rc128"/>
            <p:cNvSpPr/>
            <p:nvPr/>
          </p:nvSpPr>
          <p:spPr>
            <a:xfrm>
              <a:off x="5432193" y="710210"/>
              <a:ext cx="3723876" cy="22927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432193" y="2798523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432193" y="2317504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432193" y="1836485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432193" y="1355466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432193" y="874447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432193" y="874447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  <a:lnTo>
                    <a:pt x="3723876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601460" y="910783"/>
              <a:ext cx="3385342" cy="1987944"/>
            </a:xfrm>
            <a:custGeom>
              <a:avLst/>
              <a:pathLst>
                <a:path w="3385342" h="1987944">
                  <a:moveTo>
                    <a:pt x="0" y="0"/>
                  </a:moveTo>
                  <a:lnTo>
                    <a:pt x="1128447" y="1197076"/>
                  </a:lnTo>
                  <a:lnTo>
                    <a:pt x="2256895" y="1987944"/>
                  </a:lnTo>
                  <a:lnTo>
                    <a:pt x="3385342" y="1900682"/>
                  </a:lnTo>
                </a:path>
              </a:pathLst>
            </a:custGeom>
            <a:ln w="1626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601460" y="891892"/>
              <a:ext cx="3385342" cy="141494"/>
            </a:xfrm>
            <a:custGeom>
              <a:avLst/>
              <a:pathLst>
                <a:path w="3385342" h="141494">
                  <a:moveTo>
                    <a:pt x="0" y="141494"/>
                  </a:moveTo>
                  <a:lnTo>
                    <a:pt x="1128447" y="45675"/>
                  </a:lnTo>
                  <a:lnTo>
                    <a:pt x="2256895" y="0"/>
                  </a:lnTo>
                  <a:lnTo>
                    <a:pt x="3385342" y="34629"/>
                  </a:lnTo>
                </a:path>
              </a:pathLst>
            </a:custGeom>
            <a:ln w="1626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601460" y="999176"/>
              <a:ext cx="3385342" cy="1306788"/>
            </a:xfrm>
            <a:custGeom>
              <a:avLst/>
              <a:pathLst>
                <a:path w="3385342" h="1306788">
                  <a:moveTo>
                    <a:pt x="0" y="0"/>
                  </a:moveTo>
                  <a:lnTo>
                    <a:pt x="1128447" y="638367"/>
                  </a:lnTo>
                  <a:lnTo>
                    <a:pt x="2256895" y="905207"/>
                  </a:lnTo>
                  <a:lnTo>
                    <a:pt x="3385342" y="1306788"/>
                  </a:lnTo>
                </a:path>
              </a:pathLst>
            </a:custGeom>
            <a:ln w="1626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601460" y="814425"/>
              <a:ext cx="3385342" cy="153488"/>
            </a:xfrm>
            <a:custGeom>
              <a:avLst/>
              <a:pathLst>
                <a:path w="3385342" h="153488">
                  <a:moveTo>
                    <a:pt x="0" y="153488"/>
                  </a:moveTo>
                  <a:lnTo>
                    <a:pt x="1128447" y="59691"/>
                  </a:lnTo>
                  <a:lnTo>
                    <a:pt x="2256895" y="0"/>
                  </a:lnTo>
                  <a:lnTo>
                    <a:pt x="3385342" y="67959"/>
                  </a:lnTo>
                </a:path>
              </a:pathLst>
            </a:custGeom>
            <a:ln w="1626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574742" y="884066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6703190" y="2081143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831637" y="2872010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8960085" y="2784748"/>
              <a:ext cx="53435" cy="5343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5574742" y="1006668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6703190" y="910849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7831637" y="865174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960085" y="899804"/>
              <a:ext cx="53435" cy="53435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7363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5574742" y="972458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6703190" y="1610826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7831637" y="1877666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960085" y="2279247"/>
              <a:ext cx="53435" cy="53435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7363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574742" y="941196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6703190" y="847399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7831637" y="787707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8960085" y="855667"/>
              <a:ext cx="53435" cy="53435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7363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432193" y="710210"/>
              <a:ext cx="0" cy="2292733"/>
            </a:xfrm>
            <a:custGeom>
              <a:avLst/>
              <a:pathLst>
                <a:path w="0" h="2292733">
                  <a:moveTo>
                    <a:pt x="0" y="229273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5249094" y="2765833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5249094" y="2284814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-30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5249094" y="1803795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5249094" y="1322776"/>
              <a:ext cx="13185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5330201" y="84175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1" name="pl161"/>
            <p:cNvSpPr/>
            <p:nvPr/>
          </p:nvSpPr>
          <p:spPr>
            <a:xfrm>
              <a:off x="5403725" y="279852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403725" y="231750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403725" y="183648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403725" y="13554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403725" y="87444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432193" y="3002943"/>
              <a:ext cx="3723876" cy="0"/>
            </a:xfrm>
            <a:custGeom>
              <a:avLst/>
              <a:pathLst>
                <a:path w="3723876" h="0">
                  <a:moveTo>
                    <a:pt x="0" y="0"/>
                  </a:moveTo>
                  <a:lnTo>
                    <a:pt x="372387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601460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729908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858355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986803" y="300294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5576086" y="305418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679159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807606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8936054" y="305418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719294" y="3167145"/>
              <a:ext cx="114967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Rolling window (years)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5400000">
              <a:off x="5087352" y="2414818"/>
              <a:ext cx="69951" cy="1007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Symbol"/>
                  <a:cs typeface="Symbol"/>
                </a:rPr>
                <a:t>Δ</a:t>
              </a:r>
            </a:p>
          </p:txBody>
        </p:sp>
        <p:sp>
          <p:nvSpPr>
            <p:cNvPr id="177" name="tx177"/>
            <p:cNvSpPr/>
            <p:nvPr/>
          </p:nvSpPr>
          <p:spPr>
            <a:xfrm rot="-5400000">
              <a:off x="4523167" y="1780681"/>
              <a:ext cx="121724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AIC vs effort-only model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5432193" y="553147"/>
              <a:ext cx="1892259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More negative = better than effort alone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5063199" y="539354"/>
              <a:ext cx="9308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80" name="rc180"/>
            <p:cNvSpPr/>
            <p:nvPr/>
          </p:nvSpPr>
          <p:spPr>
            <a:xfrm>
              <a:off x="1163091" y="3923454"/>
              <a:ext cx="7992978" cy="1513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163091" y="5262057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  <a:lnTo>
                    <a:pt x="79929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63091" y="4971056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  <a:lnTo>
                    <a:pt x="79929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163091" y="4680055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  <a:lnTo>
                    <a:pt x="79929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163091" y="4389055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  <a:lnTo>
                    <a:pt x="79929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1163091" y="4098054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  <a:lnTo>
                    <a:pt x="799297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3616967" y="3923454"/>
              <a:ext cx="0" cy="1513203"/>
            </a:xfrm>
            <a:custGeom>
              <a:avLst/>
              <a:pathLst>
                <a:path w="0" h="1513203">
                  <a:moveTo>
                    <a:pt x="0" y="151320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733309" y="5286792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5848586" y="5298432"/>
              <a:ext cx="2884722" cy="0"/>
            </a:xfrm>
            <a:custGeom>
              <a:avLst/>
              <a:pathLst>
                <a:path w="2884722" h="0">
                  <a:moveTo>
                    <a:pt x="288472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5848586" y="5286792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792753" y="499579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983050" y="5007431"/>
              <a:ext cx="2809702" cy="0"/>
            </a:xfrm>
            <a:custGeom>
              <a:avLst/>
              <a:pathLst>
                <a:path w="2809702" h="0">
                  <a:moveTo>
                    <a:pt x="280970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83050" y="499579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470992" y="470479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5645552" y="4716431"/>
              <a:ext cx="2825439" cy="0"/>
            </a:xfrm>
            <a:custGeom>
              <a:avLst/>
              <a:pathLst>
                <a:path w="2825439" h="0">
                  <a:moveTo>
                    <a:pt x="282543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5645552" y="470479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781487" y="441379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829091" y="4425430"/>
              <a:ext cx="2952395" cy="0"/>
            </a:xfrm>
            <a:custGeom>
              <a:avLst/>
              <a:pathLst>
                <a:path w="2952395" h="0">
                  <a:moveTo>
                    <a:pt x="295239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829091" y="441379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628094" y="4122789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769167" y="4134429"/>
              <a:ext cx="2858927" cy="0"/>
            </a:xfrm>
            <a:custGeom>
              <a:avLst/>
              <a:pathLst>
                <a:path w="2858927" h="0">
                  <a:moveTo>
                    <a:pt x="285892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769167" y="4122789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213512" y="5214042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1790354" y="5225682"/>
              <a:ext cx="1423158" cy="0"/>
            </a:xfrm>
            <a:custGeom>
              <a:avLst/>
              <a:pathLst>
                <a:path w="1423158" h="0">
                  <a:moveTo>
                    <a:pt x="142315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1790354" y="5214042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850965" y="492304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1526408" y="4934681"/>
              <a:ext cx="1324556" cy="0"/>
            </a:xfrm>
            <a:custGeom>
              <a:avLst/>
              <a:pathLst>
                <a:path w="1324556" h="0">
                  <a:moveTo>
                    <a:pt x="132455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526408" y="4923041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384897" y="463204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2005695" y="4643680"/>
              <a:ext cx="1379202" cy="0"/>
            </a:xfrm>
            <a:custGeom>
              <a:avLst/>
              <a:pathLst>
                <a:path w="1379202" h="0">
                  <a:moveTo>
                    <a:pt x="137920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2005695" y="463204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533237" y="434104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852904" y="4352680"/>
              <a:ext cx="1680332" cy="0"/>
            </a:xfrm>
            <a:custGeom>
              <a:avLst/>
              <a:pathLst>
                <a:path w="1680332" h="0">
                  <a:moveTo>
                    <a:pt x="168033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852904" y="4341040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229046" y="4050039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804579" y="4061679"/>
              <a:ext cx="1424467" cy="0"/>
            </a:xfrm>
            <a:custGeom>
              <a:avLst/>
              <a:pathLst>
                <a:path w="1424467" h="0">
                  <a:moveTo>
                    <a:pt x="142446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804579" y="4050039"/>
              <a:ext cx="0" cy="23280"/>
            </a:xfrm>
            <a:custGeom>
              <a:avLst/>
              <a:pathLst>
                <a:path w="0" h="23280">
                  <a:moveTo>
                    <a:pt x="0" y="2328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7179525" y="5269004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7281292" y="4978003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948721" y="4687003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7190058" y="4396002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7088080" y="4105001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440548" y="5196254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2130443" y="4905253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636574" y="4614252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620110" y="4323252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2455429" y="4032251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1163091" y="3923454"/>
              <a:ext cx="0" cy="1513203"/>
            </a:xfrm>
            <a:custGeom>
              <a:avLst/>
              <a:pathLst>
                <a:path w="0" h="1513203">
                  <a:moveTo>
                    <a:pt x="0" y="151320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895410" y="5229367"/>
              <a:ext cx="21643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Visits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772057" y="4938366"/>
              <a:ext cx="339791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Records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91042" y="4647366"/>
              <a:ext cx="42080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Observers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609660" y="4356365"/>
              <a:ext cx="50218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Birding days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87953" y="4065364"/>
              <a:ext cx="62389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PCA composite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1134623" y="526205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1134623" y="497105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1134623" y="468005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1134623" y="438905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1134623" y="40980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163091" y="5436657"/>
              <a:ext cx="7992978" cy="0"/>
            </a:xfrm>
            <a:custGeom>
              <a:avLst/>
              <a:pathLst>
                <a:path w="7992978" h="0">
                  <a:moveTo>
                    <a:pt x="0" y="0"/>
                  </a:moveTo>
                  <a:lnTo>
                    <a:pt x="7992978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806325" y="54366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616967" y="54366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427609" y="54366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7238251" y="54366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9048893" y="5436657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1742912" y="548790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3553554" y="548790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364196" y="548790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7174838" y="548790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8985480" y="5487900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4365744" y="5600859"/>
              <a:ext cx="158767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250" name="rc250"/>
            <p:cNvSpPr/>
            <p:nvPr/>
          </p:nvSpPr>
          <p:spPr>
            <a:xfrm>
              <a:off x="3865065" y="3581835"/>
              <a:ext cx="2589030" cy="227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922002" y="363877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933389" y="3695708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219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949510" y="3666280"/>
              <a:ext cx="58856" cy="58856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7363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5183203" y="363877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94590" y="3695708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219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210711" y="3666280"/>
              <a:ext cx="58856" cy="58856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7363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tx257"/>
            <p:cNvSpPr/>
            <p:nvPr/>
          </p:nvSpPr>
          <p:spPr>
            <a:xfrm>
              <a:off x="4092811" y="3659314"/>
              <a:ext cx="103345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(15-yr)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5354012" y="3659314"/>
              <a:ext cx="10431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Climate change x effort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1163091" y="3424771"/>
              <a:ext cx="184690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Consistent across all five effort proxies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355318" y="340441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353689" y="252469"/>
              <a:ext cx="600312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Specification robustness: climate indicator, accumulation window and effort proxy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2026-07-26T10:33:22Z</dcterms:modified>
  <cp:category/>
</cp:coreProperties>
</file>