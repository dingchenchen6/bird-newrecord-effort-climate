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1b44167fd9cf9b3da2dd243f2e131b7fd1f4fd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2026-07-26T10:33:25Z</dcterms:modified>
  <cp:category/>
</cp:coreProperties>
</file>