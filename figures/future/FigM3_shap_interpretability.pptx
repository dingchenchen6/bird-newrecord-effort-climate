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69dcdb968f12d84efe5e54532474835856d51f2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82880" y="182880"/>
            <a:ext cx="8595360" cy="3474720"/>
            <a:chOff x="182880" y="182880"/>
            <a:chExt cx="8595360" cy="3474720"/>
          </a:xfrm>
        </p:grpSpPr>
        <p:sp>
          <p:nvSpPr>
            <p:cNvPr id="3" name="rc3"/>
            <p:cNvSpPr/>
            <p:nvPr/>
          </p:nvSpPr>
          <p:spPr>
            <a:xfrm>
              <a:off x="182880" y="182880"/>
              <a:ext cx="8595360" cy="347471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82880" y="182880"/>
              <a:ext cx="8595359" cy="347471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52469" y="477231"/>
              <a:ext cx="3662212" cy="31107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914681" y="477231"/>
              <a:ext cx="4793969" cy="31107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493982" y="851393"/>
              <a:ext cx="2319478" cy="23907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93982" y="2793840"/>
              <a:ext cx="2319478" cy="0"/>
            </a:xfrm>
            <a:custGeom>
              <a:avLst/>
              <a:pathLst>
                <a:path w="2319478" h="0">
                  <a:moveTo>
                    <a:pt x="0" y="0"/>
                  </a:moveTo>
                  <a:lnTo>
                    <a:pt x="2319478" y="0"/>
                  </a:lnTo>
                  <a:lnTo>
                    <a:pt x="231947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493982" y="2046745"/>
              <a:ext cx="2319478" cy="0"/>
            </a:xfrm>
            <a:custGeom>
              <a:avLst/>
              <a:pathLst>
                <a:path w="2319478" h="0">
                  <a:moveTo>
                    <a:pt x="0" y="0"/>
                  </a:moveTo>
                  <a:lnTo>
                    <a:pt x="2319478" y="0"/>
                  </a:lnTo>
                  <a:lnTo>
                    <a:pt x="231947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493982" y="1299650"/>
              <a:ext cx="2319478" cy="0"/>
            </a:xfrm>
            <a:custGeom>
              <a:avLst/>
              <a:pathLst>
                <a:path w="2319478" h="0">
                  <a:moveTo>
                    <a:pt x="0" y="0"/>
                  </a:moveTo>
                  <a:lnTo>
                    <a:pt x="2319478" y="0"/>
                  </a:lnTo>
                  <a:lnTo>
                    <a:pt x="231947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1493982" y="1822617"/>
              <a:ext cx="1092537" cy="448257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493982" y="2569712"/>
              <a:ext cx="1034818" cy="448257"/>
            </a:xfrm>
            <a:prstGeom prst="rect">
              <a:avLst/>
            </a:prstGeom>
            <a:solidFill>
              <a:srgbClr val="D55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93982" y="1075522"/>
              <a:ext cx="1999550" cy="448257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tx14"/>
            <p:cNvSpPr/>
            <p:nvPr/>
          </p:nvSpPr>
          <p:spPr>
            <a:xfrm>
              <a:off x="2629520" y="2010581"/>
              <a:ext cx="286664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26.5%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2571801" y="2757676"/>
              <a:ext cx="286664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25.1%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3536532" y="1263486"/>
              <a:ext cx="286664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48.5%</a:t>
              </a:r>
            </a:p>
          </p:txBody>
        </p:sp>
        <p:sp>
          <p:nvSpPr>
            <p:cNvPr id="17" name="pl17"/>
            <p:cNvSpPr/>
            <p:nvPr/>
          </p:nvSpPr>
          <p:spPr>
            <a:xfrm>
              <a:off x="1493982" y="851393"/>
              <a:ext cx="0" cy="2390704"/>
            </a:xfrm>
            <a:custGeom>
              <a:avLst/>
              <a:pathLst>
                <a:path w="0" h="2390704">
                  <a:moveTo>
                    <a:pt x="0" y="2390704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tx18"/>
            <p:cNvSpPr/>
            <p:nvPr/>
          </p:nvSpPr>
          <p:spPr>
            <a:xfrm>
              <a:off x="438454" y="2761151"/>
              <a:ext cx="1004285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Annual climate variability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514806" y="2014056"/>
              <a:ext cx="927933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Climate change (15-yr)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927201" y="1266960"/>
              <a:ext cx="51553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Survey effort</a:t>
              </a:r>
            </a:p>
          </p:txBody>
        </p:sp>
        <p:sp>
          <p:nvSpPr>
            <p:cNvPr id="21" name="pl21"/>
            <p:cNvSpPr/>
            <p:nvPr/>
          </p:nvSpPr>
          <p:spPr>
            <a:xfrm>
              <a:off x="1465514" y="2793840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65514" y="204674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465514" y="1299650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493982" y="3242097"/>
              <a:ext cx="2319478" cy="0"/>
            </a:xfrm>
            <a:custGeom>
              <a:avLst/>
              <a:pathLst>
                <a:path w="2319478" h="0">
                  <a:moveTo>
                    <a:pt x="0" y="0"/>
                  </a:moveTo>
                  <a:lnTo>
                    <a:pt x="2319478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493982" y="3242097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906261" y="3242097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318539" y="3242097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730817" y="3242097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143096" y="3242097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555374" y="3242097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tx31"/>
            <p:cNvSpPr/>
            <p:nvPr/>
          </p:nvSpPr>
          <p:spPr>
            <a:xfrm>
              <a:off x="1468608" y="3293340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1855511" y="3293340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2267790" y="3293340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680068" y="3293340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092346" y="3293340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504625" y="3293340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2017482" y="3406299"/>
              <a:ext cx="1272479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Mean |SHAP| (% of total)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493982" y="694330"/>
              <a:ext cx="2142987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Global feature importance (exact TreeSHAP)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53689" y="569149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40" name="rc40"/>
            <p:cNvSpPr/>
            <p:nvPr/>
          </p:nvSpPr>
          <p:spPr>
            <a:xfrm>
              <a:off x="4375601" y="851393"/>
              <a:ext cx="3479217" cy="23907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4375601" y="2746561"/>
              <a:ext cx="3479217" cy="0"/>
            </a:xfrm>
            <a:custGeom>
              <a:avLst/>
              <a:pathLst>
                <a:path w="3479217" h="0">
                  <a:moveTo>
                    <a:pt x="0" y="0"/>
                  </a:moveTo>
                  <a:lnTo>
                    <a:pt x="3479217" y="0"/>
                  </a:lnTo>
                  <a:lnTo>
                    <a:pt x="347921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375601" y="2136829"/>
              <a:ext cx="3479217" cy="0"/>
            </a:xfrm>
            <a:custGeom>
              <a:avLst/>
              <a:pathLst>
                <a:path w="3479217" h="0">
                  <a:moveTo>
                    <a:pt x="0" y="0"/>
                  </a:moveTo>
                  <a:lnTo>
                    <a:pt x="3479217" y="0"/>
                  </a:lnTo>
                  <a:lnTo>
                    <a:pt x="347921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4375601" y="1527098"/>
              <a:ext cx="3479217" cy="0"/>
            </a:xfrm>
            <a:custGeom>
              <a:avLst/>
              <a:pathLst>
                <a:path w="3479217" h="0">
                  <a:moveTo>
                    <a:pt x="0" y="0"/>
                  </a:moveTo>
                  <a:lnTo>
                    <a:pt x="3479217" y="0"/>
                  </a:lnTo>
                  <a:lnTo>
                    <a:pt x="347921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4375601" y="917367"/>
              <a:ext cx="3479217" cy="0"/>
            </a:xfrm>
            <a:custGeom>
              <a:avLst/>
              <a:pathLst>
                <a:path w="3479217" h="0">
                  <a:moveTo>
                    <a:pt x="0" y="0"/>
                  </a:moveTo>
                  <a:lnTo>
                    <a:pt x="3479217" y="0"/>
                  </a:lnTo>
                  <a:lnTo>
                    <a:pt x="347921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4375601" y="2136829"/>
              <a:ext cx="3479217" cy="0"/>
            </a:xfrm>
            <a:custGeom>
              <a:avLst/>
              <a:pathLst>
                <a:path w="3479217" h="0">
                  <a:moveTo>
                    <a:pt x="0" y="0"/>
                  </a:moveTo>
                  <a:lnTo>
                    <a:pt x="3479217" y="0"/>
                  </a:lnTo>
                  <a:lnTo>
                    <a:pt x="3479217" y="0"/>
                  </a:lnTo>
                </a:path>
              </a:pathLst>
            </a:custGeom>
            <a:ln w="813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6464696" y="2134572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6729598" y="1993482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6391663" y="2216881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5512954" y="213487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7144883" y="1870647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6218271" y="227277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5458033" y="2451269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6500258" y="2197236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6187094" y="228624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5629394" y="2444743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6195985" y="2245762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6088473" y="227052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6956703" y="188311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6884787" y="2207976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6641627" y="2142464"/>
              <a:ext cx="16849" cy="16849"/>
            </a:xfrm>
            <a:prstGeom prst="ellipse">
              <a:avLst/>
            </a:prstGeom>
            <a:solidFill>
              <a:srgbClr val="7BD151">
                <a:alpha val="45098"/>
              </a:srgbClr>
            </a:solidFill>
            <a:ln w="7363" cap="rnd">
              <a:solidFill>
                <a:srgbClr val="7BD15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6359433" y="234469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6444745" y="1981751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5616944" y="2448501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6523211" y="2155132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5897428" y="2180972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6217432" y="2301751"/>
              <a:ext cx="16849" cy="16849"/>
            </a:xfrm>
            <a:prstGeom prst="ellipse">
              <a:avLst/>
            </a:prstGeom>
            <a:solidFill>
              <a:srgbClr val="45B279">
                <a:alpha val="45098"/>
              </a:srgbClr>
            </a:solidFill>
            <a:ln w="7363" cap="rnd">
              <a:solidFill>
                <a:srgbClr val="45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6587053" y="2116126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5687797" y="2381637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6543893" y="2057023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6174753" y="2202683"/>
              <a:ext cx="16849" cy="16849"/>
            </a:xfrm>
            <a:prstGeom prst="ellipse">
              <a:avLst/>
            </a:prstGeom>
            <a:solidFill>
              <a:srgbClr val="5EBE6A">
                <a:alpha val="45098"/>
              </a:srgbClr>
            </a:solidFill>
            <a:ln w="7363" cap="rnd">
              <a:solidFill>
                <a:srgbClr val="5EBE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5620746" y="2487089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6524570" y="2234332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6422726" y="2284168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6083652" y="2361482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5315408" y="2137337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7043518" y="1844077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6440443" y="1820016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5935134" y="1919678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7039246" y="2060753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6049180" y="212645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5550873" y="2325289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5701582" y="2460841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6386716" y="233668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5572543" y="226783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6845610" y="1928092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5951803" y="194071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5270110" y="2354644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6228577" y="2242471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6407963" y="2166179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6135888" y="232242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5825132" y="244253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6651213" y="219836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6070026" y="243059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5903703" y="2242812"/>
              <a:ext cx="16849" cy="16849"/>
            </a:xfrm>
            <a:prstGeom prst="ellipse">
              <a:avLst/>
            </a:prstGeom>
            <a:solidFill>
              <a:srgbClr val="6AC661">
                <a:alpha val="45098"/>
              </a:srgbClr>
            </a:solidFill>
            <a:ln w="7363" cap="rnd">
              <a:solidFill>
                <a:srgbClr val="6AC66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5863961" y="1980128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5801784" y="2196142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6184396" y="1987872"/>
              <a:ext cx="16849" cy="16849"/>
            </a:xfrm>
            <a:prstGeom prst="ellipse">
              <a:avLst/>
            </a:prstGeom>
            <a:solidFill>
              <a:srgbClr val="72CC59">
                <a:alpha val="45098"/>
              </a:srgbClr>
            </a:solidFill>
            <a:ln w="7363" cap="rnd">
              <a:solidFill>
                <a:srgbClr val="72CC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6089804" y="2250502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6661739" y="2080593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6393978" y="2177092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6257509" y="2273495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6326032" y="2188736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6750841" y="2063426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7230907" y="2133007"/>
              <a:ext cx="16849" cy="16849"/>
            </a:xfrm>
            <a:prstGeom prst="ellipse">
              <a:avLst/>
            </a:prstGeom>
            <a:solidFill>
              <a:srgbClr val="30AB80">
                <a:alpha val="45098"/>
              </a:srgbClr>
            </a:solidFill>
            <a:ln w="7363" cap="rnd">
              <a:solidFill>
                <a:srgbClr val="30AB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6677669" y="209223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5598581" y="2494665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7112820" y="1171067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6478690" y="221566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4907546" y="2631639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5700830" y="2249262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6182883" y="2241236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6428123" y="1777484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6540123" y="2203035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5489389" y="2476964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6265724" y="2468044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6458891" y="2068855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5991693" y="2579041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5977143" y="2433187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6075911" y="242108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6454017" y="209199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6887618" y="1946434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6210216" y="230720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5912041" y="219014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5917272" y="2151673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6213280" y="2297691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7180222" y="1770704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5684932" y="2237130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6541572" y="2127502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6506330" y="2038819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5646027" y="2350159"/>
              <a:ext cx="16849" cy="16849"/>
            </a:xfrm>
            <a:prstGeom prst="ellipse">
              <a:avLst/>
            </a:prstGeom>
            <a:solidFill>
              <a:srgbClr val="299987">
                <a:alpha val="45098"/>
              </a:srgbClr>
            </a:solidFill>
            <a:ln w="7363" cap="rnd">
              <a:solidFill>
                <a:srgbClr val="2999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7022406" y="1805375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6451675" y="2006770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6604729" y="218996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6185264" y="2261804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6069061" y="2379940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5732099" y="2092703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5741168" y="2305747"/>
              <a:ext cx="16849" cy="16849"/>
            </a:xfrm>
            <a:prstGeom prst="ellipse">
              <a:avLst/>
            </a:prstGeom>
            <a:solidFill>
              <a:srgbClr val="6FC95C">
                <a:alpha val="45098"/>
              </a:srgbClr>
            </a:solidFill>
            <a:ln w="7363" cap="rnd">
              <a:solidFill>
                <a:srgbClr val="6FC95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5203788" y="2323521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6305675" y="2191974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5943133" y="1848494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7003241" y="1812458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6262600" y="245250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5841206" y="2217397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6462607" y="2048433"/>
              <a:ext cx="16849" cy="16849"/>
            </a:xfrm>
            <a:prstGeom prst="ellipse">
              <a:avLst/>
            </a:prstGeom>
            <a:solidFill>
              <a:srgbClr val="4FB773">
                <a:alpha val="45098"/>
              </a:srgbClr>
            </a:solidFill>
            <a:ln w="7363" cap="rnd">
              <a:solidFill>
                <a:srgbClr val="4FB7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5741800" y="2223465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6255440" y="2287997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6546287" y="2069385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5922059" y="2093839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6494632" y="2175765"/>
              <a:ext cx="16849" cy="16849"/>
            </a:xfrm>
            <a:prstGeom prst="ellipse">
              <a:avLst/>
            </a:prstGeom>
            <a:solidFill>
              <a:srgbClr val="81D250">
                <a:alpha val="45098"/>
              </a:srgbClr>
            </a:solidFill>
            <a:ln w="7363" cap="rnd">
              <a:solidFill>
                <a:srgbClr val="81D25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6653480" y="2191253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6505111" y="2113739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6093009" y="2175924"/>
              <a:ext cx="16849" cy="16849"/>
            </a:xfrm>
            <a:prstGeom prst="ellipse">
              <a:avLst/>
            </a:prstGeom>
            <a:solidFill>
              <a:srgbClr val="30AB80">
                <a:alpha val="45098"/>
              </a:srgbClr>
            </a:solidFill>
            <a:ln w="7363" cap="rnd">
              <a:solidFill>
                <a:srgbClr val="30AB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6010209" y="2373832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6878072" y="1904144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6904132" y="170978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6248151" y="225780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6279705" y="2001985"/>
              <a:ext cx="16849" cy="16849"/>
            </a:xfrm>
            <a:prstGeom prst="ellipse">
              <a:avLst/>
            </a:prstGeom>
            <a:solidFill>
              <a:srgbClr val="72CC59">
                <a:alpha val="45098"/>
              </a:srgbClr>
            </a:solidFill>
            <a:ln w="7363" cap="rnd">
              <a:solidFill>
                <a:srgbClr val="72CC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5575064" y="2529595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5766413" y="2100907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6049264" y="2335265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5528316" y="236036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6882484" y="1878417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6042955" y="217848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5151734" y="2410358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5445135" y="247246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6243157" y="230633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6164075" y="2311691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6659389" y="2074762"/>
              <a:ext cx="16849" cy="16849"/>
            </a:xfrm>
            <a:prstGeom prst="ellipse">
              <a:avLst/>
            </a:prstGeom>
            <a:solidFill>
              <a:srgbClr val="2AAA82">
                <a:alpha val="45098"/>
              </a:srgbClr>
            </a:solidFill>
            <a:ln w="7363" cap="rnd">
              <a:solidFill>
                <a:srgbClr val="2A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5647845" y="2286620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6566473" y="2218143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6516580" y="2350274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6421021" y="234026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6291048" y="2053151"/>
              <a:ext cx="16849" cy="16849"/>
            </a:xfrm>
            <a:prstGeom prst="ellipse">
              <a:avLst/>
            </a:prstGeom>
            <a:solidFill>
              <a:srgbClr val="5EBF6A">
                <a:alpha val="45098"/>
              </a:srgbClr>
            </a:solidFill>
            <a:ln w="7363" cap="rnd">
              <a:solidFill>
                <a:srgbClr val="5EBF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6439448" y="2014884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6579663" y="2047862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5731056" y="207077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6333703" y="228239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5628716" y="2478871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6414068" y="2232385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7091507" y="1449039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6255554" y="2299323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6312696" y="2247360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5846681" y="2489914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6527132" y="2242489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7030423" y="1552750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5525883" y="2489167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6369687" y="2246433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6391261" y="2132749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6644905" y="2152261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6583233" y="2177414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6399683" y="218446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5589783" y="1994295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5542392" y="185043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6663370" y="210983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6772791" y="2141690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6546770" y="2129848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6168404" y="233644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5617707" y="2380843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6614477" y="2182254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5629236" y="2509137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6422730" y="2188771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6775786" y="1928091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6327547" y="2061451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6576979" y="2039204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6418080" y="234266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6154492" y="2303215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6291266" y="2098965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6405722" y="2215689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5776651" y="1835056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6896426" y="1848757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6216916" y="230669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6378749" y="2166830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6211762" y="2119352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6577526" y="2230826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6476930" y="2127612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5148513" y="2041468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6422594" y="234338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6773218" y="1921953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6721727" y="1903762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5598110" y="2477293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6213972" y="232930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6127594" y="230788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5958391" y="177845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6206695" y="2317965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6879540" y="1856382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5989676" y="2495252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6045238" y="2318046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6715090" y="2085219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6850270" y="1909622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6206373" y="2324495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6486277" y="2054692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6271702" y="2392876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6488482" y="206765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6706285" y="2168308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5745693" y="2297306"/>
              <a:ext cx="16849" cy="16849"/>
            </a:xfrm>
            <a:prstGeom prst="ellipse">
              <a:avLst/>
            </a:prstGeom>
            <a:solidFill>
              <a:srgbClr val="8DD44D">
                <a:alpha val="45098"/>
              </a:srgbClr>
            </a:solidFill>
            <a:ln w="7363" cap="rnd">
              <a:solidFill>
                <a:srgbClr val="8D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6684041" y="2152689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4970250" y="3125005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5986538" y="247824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6169081" y="2237798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6173373" y="2279041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6956888" y="1708860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4834087" y="261293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6260633" y="2398465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6341987" y="224920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6582848" y="2141997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6363667" y="2248567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6646500" y="2051130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6668490" y="2172703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6466372" y="2068617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5653727" y="2434313"/>
              <a:ext cx="16849" cy="16849"/>
            </a:xfrm>
            <a:prstGeom prst="ellipse">
              <a:avLst/>
            </a:prstGeom>
            <a:solidFill>
              <a:srgbClr val="6AC661">
                <a:alpha val="45098"/>
              </a:srgbClr>
            </a:solidFill>
            <a:ln w="7363" cap="rnd">
              <a:solidFill>
                <a:srgbClr val="6AC66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6765775" y="2057526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6590450" y="2341100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6344765" y="231405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5730938" y="2340573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5997591" y="2638187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6213853" y="230297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6533926" y="2320665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6809988" y="181320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6178973" y="2293561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6112068" y="2236522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7036509" y="1782625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6180044" y="2326662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5652072" y="2432414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6098202" y="2194137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5618079" y="2414957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6427304" y="206637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6950059" y="2030553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6309099" y="2244393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6328815" y="2129432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5347009" y="1989292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5302660" y="2335816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4690978" y="2683487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5947886" y="169198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5234350" y="1942617"/>
              <a:ext cx="16849" cy="16849"/>
            </a:xfrm>
            <a:prstGeom prst="ellipse">
              <a:avLst/>
            </a:prstGeom>
            <a:solidFill>
              <a:srgbClr val="76CE56">
                <a:alpha val="45098"/>
              </a:srgbClr>
            </a:solidFill>
            <a:ln w="7363" cap="rnd">
              <a:solidFill>
                <a:srgbClr val="76CE5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6324941" y="2174211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6435608" y="198381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6357111" y="2235187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6133079" y="2314031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6542113" y="2162703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6109604" y="2187958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5862580" y="2050304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5507177" y="2499487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7107493" y="1496109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5579451" y="2555754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6033434" y="2212449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6233035" y="221883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5807329" y="2265695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5599542" y="251472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6334152" y="237472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6251367" y="234993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5258297" y="2539459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6422911" y="230571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7239809" y="2124064"/>
              <a:ext cx="16849" cy="16849"/>
            </a:xfrm>
            <a:prstGeom prst="ellipse">
              <a:avLst/>
            </a:prstGeom>
            <a:solidFill>
              <a:srgbClr val="6EC85E">
                <a:alpha val="45098"/>
              </a:srgbClr>
            </a:solidFill>
            <a:ln w="7363" cap="rnd">
              <a:solidFill>
                <a:srgbClr val="6EC85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6992034" y="1776372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6252663" y="2343263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5614428" y="251324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6550750" y="2160950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5905968" y="2276043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5298343" y="2047275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5805790" y="201057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5663194" y="2437420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6565981" y="2182799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5613908" y="243047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5850671" y="2403429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6143649" y="233944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5412380" y="2473696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5758339" y="2124807"/>
              <a:ext cx="16849" cy="16849"/>
            </a:xfrm>
            <a:prstGeom prst="ellipse">
              <a:avLst/>
            </a:prstGeom>
            <a:solidFill>
              <a:srgbClr val="2A9488">
                <a:alpha val="45098"/>
              </a:srgbClr>
            </a:solidFill>
            <a:ln w="7363" cap="rnd">
              <a:solidFill>
                <a:srgbClr val="2A94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6456678" y="2029629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5353014" y="2515142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6189625" y="224125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6369511" y="2163093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5985028" y="212786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6528213" y="234484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6024426" y="208624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5559356" y="2502816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6310983" y="231100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6805061" y="1799055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6209174" y="2266108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6729337" y="1985422"/>
              <a:ext cx="16849" cy="16849"/>
            </a:xfrm>
            <a:prstGeom prst="ellipse">
              <a:avLst/>
            </a:prstGeom>
            <a:solidFill>
              <a:srgbClr val="6FC95D">
                <a:alpha val="45098"/>
              </a:srgbClr>
            </a:solidFill>
            <a:ln w="7363" cap="rnd">
              <a:solidFill>
                <a:srgbClr val="6F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6168106" y="2306892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5799426" y="1871558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6241389" y="2312946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6197469" y="2164565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6755896" y="2206120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6176709" y="2234184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5398798" y="250213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6385240" y="2381311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6006762" y="2642666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5891903" y="194686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6201378" y="213271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5975416" y="2439851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7071153" y="1768599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5407777" y="2273207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6352735" y="2057779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5977142" y="2453477"/>
              <a:ext cx="16849" cy="16849"/>
            </a:xfrm>
            <a:prstGeom prst="ellipse">
              <a:avLst/>
            </a:prstGeom>
            <a:solidFill>
              <a:srgbClr val="26A983">
                <a:alpha val="45098"/>
              </a:srgbClr>
            </a:solidFill>
            <a:ln w="7363" cap="rnd">
              <a:solidFill>
                <a:srgbClr val="26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5890672" y="2168687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5373280" y="243605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6743475" y="206439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5743045" y="2112266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5610219" y="2448241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5937800" y="1823715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5979758" y="2338847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6542084" y="2149883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6411825" y="2101949"/>
              <a:ext cx="16849" cy="16849"/>
            </a:xfrm>
            <a:prstGeom prst="ellipse">
              <a:avLst/>
            </a:prstGeom>
            <a:solidFill>
              <a:srgbClr val="5EBE6A">
                <a:alpha val="45098"/>
              </a:srgbClr>
            </a:solidFill>
            <a:ln w="7363" cap="rnd">
              <a:solidFill>
                <a:srgbClr val="5EBE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6072504" y="2443099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6295345" y="215908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6440374" y="1946415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5813342" y="2234997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6106763" y="2299786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7191963" y="1835613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6456788" y="2049622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6602570" y="219779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5774293" y="2140104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5789470" y="2201050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5881737" y="2129954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6369457" y="2357390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5954479" y="2125291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6421858" y="2203787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5651339" y="2080028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6390103" y="2247175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5700132" y="2543814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6587057" y="238401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6395703" y="2107088"/>
              <a:ext cx="16849" cy="16849"/>
            </a:xfrm>
            <a:prstGeom prst="ellipse">
              <a:avLst/>
            </a:prstGeom>
            <a:solidFill>
              <a:srgbClr val="5ABC6D">
                <a:alpha val="45098"/>
              </a:srgbClr>
            </a:solidFill>
            <a:ln w="7363" cap="rnd">
              <a:solidFill>
                <a:srgbClr val="5A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6896881" y="180102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5905540" y="195082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6144355" y="240203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5791552" y="2045242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6832522" y="1871650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5543907" y="1742598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5280976" y="2081287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6705891" y="206125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6042259" y="2344656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5996508" y="231815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6449343" y="212523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6552229" y="2025983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6117070" y="2320840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6101250" y="2198032"/>
              <a:ext cx="16849" cy="16849"/>
            </a:xfrm>
            <a:prstGeom prst="ellipse">
              <a:avLst/>
            </a:prstGeom>
            <a:solidFill>
              <a:srgbClr val="4FB773">
                <a:alpha val="45098"/>
              </a:srgbClr>
            </a:solidFill>
            <a:ln w="7363" cap="rnd">
              <a:solidFill>
                <a:srgbClr val="4FB7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6164045" y="2232476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6380244" y="2355515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6884244" y="2003355"/>
              <a:ext cx="16849" cy="16849"/>
            </a:xfrm>
            <a:prstGeom prst="ellipse">
              <a:avLst/>
            </a:prstGeom>
            <a:solidFill>
              <a:srgbClr val="97D64B">
                <a:alpha val="45098"/>
              </a:srgbClr>
            </a:solidFill>
            <a:ln w="7363" cap="rnd">
              <a:solidFill>
                <a:srgbClr val="97D64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6575344" y="2206525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6907811" y="1792051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6220280" y="2177314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5940881" y="2009780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6105761" y="2054945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6730659" y="2093577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5811466" y="2156097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6117642" y="234414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6472816" y="2109722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7081463" y="1655745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5958875" y="2258586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5496288" y="2279874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5891536" y="2150702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5560811" y="2445854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6059158" y="2226212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7241842" y="1931874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6584147" y="231864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6752876" y="1999858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6650976" y="2044354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5369632" y="2614363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5998209" y="2660735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5832058" y="2422831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5665529" y="2252278"/>
              <a:ext cx="16849" cy="16849"/>
            </a:xfrm>
            <a:prstGeom prst="ellipse">
              <a:avLst/>
            </a:prstGeom>
            <a:solidFill>
              <a:srgbClr val="CCDF3C">
                <a:alpha val="45098"/>
              </a:srgbClr>
            </a:solidFill>
            <a:ln w="7363" cap="rnd">
              <a:solidFill>
                <a:srgbClr val="CCDF3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6161234" y="2307620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6101443" y="2144789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5648155" y="2471465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5826342" y="2486365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6549128" y="194806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6968815" y="179895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6415109" y="2268154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5675308" y="2382943"/>
              <a:ext cx="16849" cy="16849"/>
            </a:xfrm>
            <a:prstGeom prst="ellipse">
              <a:avLst/>
            </a:prstGeom>
            <a:solidFill>
              <a:srgbClr val="336E8D">
                <a:alpha val="45098"/>
              </a:srgbClr>
            </a:solidFill>
            <a:ln w="7363" cap="rnd">
              <a:solidFill>
                <a:srgbClr val="336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6797732" y="178220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5897331" y="208389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5277521" y="2238090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5842430" y="2371580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6927199" y="1884244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6535807" y="2197738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5924991" y="2082496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6535297" y="2252689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6212855" y="228513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6419042" y="2316612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6609284" y="2182810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5896688" y="2150793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6568106" y="2076914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6403449" y="2110842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7199937" y="1870754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6262858" y="2505754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6655497" y="215929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5871599" y="2063005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6532907" y="230627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6648787" y="2028035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6289802" y="2123723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6468174" y="211716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5813381" y="2284311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5519633" y="2555596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6639399" y="224633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7158477" y="1625306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6762052" y="213006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7067855" y="1643434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5994535" y="2585728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5237984" y="2338503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5645818" y="2472468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7274272" y="2230603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6926128" y="2082697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5701372" y="2515480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5636160" y="2474016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6655129" y="2100403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6223232" y="2275099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6633648" y="2135650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6144237" y="2314319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6834841" y="1710933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5380420" y="2596986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6930629" y="1763352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6481406" y="2073216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6228317" y="2261283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5842160" y="2409787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6533060" y="2313479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5585881" y="2107141"/>
              <a:ext cx="16849" cy="16849"/>
            </a:xfrm>
            <a:prstGeom prst="ellipse">
              <a:avLst/>
            </a:prstGeom>
            <a:solidFill>
              <a:srgbClr val="72CC59">
                <a:alpha val="45098"/>
              </a:srgbClr>
            </a:solidFill>
            <a:ln w="7363" cap="rnd">
              <a:solidFill>
                <a:srgbClr val="72CC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5669827" y="2354169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6267243" y="2406808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5839840" y="2447631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5856779" y="212156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6171424" y="231241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5978020" y="211656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5655552" y="2294918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7098788" y="1617093"/>
              <a:ext cx="16849" cy="16849"/>
            </a:xfrm>
            <a:prstGeom prst="ellipse">
              <a:avLst/>
            </a:prstGeom>
            <a:solidFill>
              <a:srgbClr val="97D64B">
                <a:alpha val="45098"/>
              </a:srgbClr>
            </a:solidFill>
            <a:ln w="7363" cap="rnd">
              <a:solidFill>
                <a:srgbClr val="97D64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5866541" y="200552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6676547" y="210060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5734548" y="219904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6506991" y="2055806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5769970" y="206530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6483598" y="217781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6207361" y="2358107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5889703" y="2176176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6785544" y="185684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5293346" y="2358273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6287156" y="2046981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5475916" y="2513632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6341782" y="2218940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6599945" y="2119458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6543145" y="2181448"/>
              <a:ext cx="16849" cy="16849"/>
            </a:xfrm>
            <a:prstGeom prst="ellipse">
              <a:avLst/>
            </a:prstGeom>
            <a:solidFill>
              <a:srgbClr val="6FC95D">
                <a:alpha val="45098"/>
              </a:srgbClr>
            </a:solidFill>
            <a:ln w="7363" cap="rnd">
              <a:solidFill>
                <a:srgbClr val="6F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6382385" y="233946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5666093" y="2390609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5795423" y="2156668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6332980" y="2179308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6889711" y="2017022"/>
              <a:ext cx="16849" cy="16849"/>
            </a:xfrm>
            <a:prstGeom prst="ellipse">
              <a:avLst/>
            </a:prstGeom>
            <a:solidFill>
              <a:srgbClr val="81D250">
                <a:alpha val="45098"/>
              </a:srgbClr>
            </a:solidFill>
            <a:ln w="7363" cap="rnd">
              <a:solidFill>
                <a:srgbClr val="81D25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6246572" y="2314498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6744519" y="205027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5852394" y="203669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6051804" y="2359216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6223898" y="2281673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5779935" y="208020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5790761" y="2080201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5784249" y="1867741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5517044" y="228259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6744566" y="2030432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6581636" y="2024159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6187202" y="221425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7238027" y="2057705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6728215" y="1882108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6202682" y="2117637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6881340" y="1691287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5799336" y="2146287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6731978" y="1901864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6377098" y="2253520"/>
              <a:ext cx="16849" cy="16849"/>
            </a:xfrm>
            <a:prstGeom prst="ellipse">
              <a:avLst/>
            </a:prstGeom>
            <a:solidFill>
              <a:srgbClr val="49B476">
                <a:alpha val="45098"/>
              </a:srgbClr>
            </a:solidFill>
            <a:ln w="7363" cap="rnd">
              <a:solidFill>
                <a:srgbClr val="49B4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6542041" y="2135870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6460147" y="2086107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6248785" y="233064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6809501" y="1819375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6183709" y="2247783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6206970" y="2290965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7040641" y="1798986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6661797" y="183286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6440170" y="201604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5995869" y="2626701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5761664" y="2049675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5313728" y="2216255"/>
              <a:ext cx="16849" cy="16849"/>
            </a:xfrm>
            <a:prstGeom prst="ellipse">
              <a:avLst/>
            </a:prstGeom>
            <a:solidFill>
              <a:srgbClr val="6AC661">
                <a:alpha val="45098"/>
              </a:srgbClr>
            </a:solidFill>
            <a:ln w="7363" cap="rnd">
              <a:solidFill>
                <a:srgbClr val="6AC66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6646219" y="2065701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6453160" y="2005738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6137694" y="2363884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6067211" y="2331169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6220910" y="2252743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6512914" y="2269465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5340313" y="1890708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5699286" y="245870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5897955" y="2215855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6285071" y="216513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4843810" y="2809830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6581650" y="2189598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6259857" y="236272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6038040" y="2355767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6809373" y="1759413"/>
              <a:ext cx="16849" cy="16849"/>
            </a:xfrm>
            <a:prstGeom prst="ellipse">
              <a:avLst/>
            </a:prstGeom>
            <a:solidFill>
              <a:srgbClr val="89D34E">
                <a:alpha val="45098"/>
              </a:srgbClr>
            </a:solidFill>
            <a:ln w="7363" cap="rnd">
              <a:solidFill>
                <a:srgbClr val="89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5771467" y="213530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6401751" y="2118905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6179932" y="2290879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6201120" y="2133772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6019075" y="2161996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6920859" y="180051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5835800" y="2443930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6903632" y="2035054"/>
              <a:ext cx="16849" cy="16849"/>
            </a:xfrm>
            <a:prstGeom prst="ellipse">
              <a:avLst/>
            </a:prstGeom>
            <a:solidFill>
              <a:srgbClr val="63C266">
                <a:alpha val="45098"/>
              </a:srgbClr>
            </a:solidFill>
            <a:ln w="7363" cap="rnd">
              <a:solidFill>
                <a:srgbClr val="63C26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6330518" y="2177083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5804711" y="2179835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6408313" y="2193249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6651779" y="2085704"/>
              <a:ext cx="16849" cy="16849"/>
            </a:xfrm>
            <a:prstGeom prst="ellipse">
              <a:avLst/>
            </a:prstGeom>
            <a:solidFill>
              <a:srgbClr val="6EC85D">
                <a:alpha val="45098"/>
              </a:srgbClr>
            </a:solidFill>
            <a:ln w="7363" cap="rnd">
              <a:solidFill>
                <a:srgbClr val="6EC8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6400449" y="1994251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7445073" y="1440336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6852214" y="2002522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6378983" y="2325586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6545001" y="2133462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5929078" y="178115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6900876" y="1791087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6316937" y="221189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5898294" y="202423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6639621" y="2071253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7340503" y="1934538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6223478" y="226918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5914543" y="2146442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5955810" y="2293683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4909856" y="2743930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6647018" y="214858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6799960" y="1801020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6297641" y="207150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6683169" y="2074318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6494281" y="2132860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6696524" y="2148897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6230099" y="2300510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6840240" y="201063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7156656" y="1876562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5617667" y="252288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6089372" y="224102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5605527" y="245139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5643011" y="229474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6641198" y="2060526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6061450" y="2297860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6315157" y="225917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5734628" y="2314402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6702440" y="199856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6073417" y="2495834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6047231" y="222947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6535877" y="227284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4924124" y="300783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7206395" y="1804679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5767519" y="2292593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5872622" y="195472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6099631" y="2261223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6128032" y="2365150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5926956" y="1942003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6581878" y="2158419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6704400" y="195580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6634371" y="2129483"/>
              <a:ext cx="16849" cy="16849"/>
            </a:xfrm>
            <a:prstGeom prst="ellipse">
              <a:avLst/>
            </a:prstGeom>
            <a:solidFill>
              <a:srgbClr val="30AB80">
                <a:alpha val="45098"/>
              </a:srgbClr>
            </a:solidFill>
            <a:ln w="7363" cap="rnd">
              <a:solidFill>
                <a:srgbClr val="30AB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6187299" y="227002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6202494" y="202049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5550920" y="2462037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5076025" y="242364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6862295" y="184438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5655462" y="2231476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6195085" y="2168805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6736362" y="1898500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6325098" y="2191631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5228045" y="2226079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5612033" y="2386276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7070147" y="1490024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5756686" y="2206056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6079812" y="2345793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5220041" y="2140736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6505033" y="2093236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5573747" y="2436860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6806369" y="1577086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6495437" y="2254918"/>
              <a:ext cx="16849" cy="16849"/>
            </a:xfrm>
            <a:prstGeom prst="ellipse">
              <a:avLst/>
            </a:prstGeom>
            <a:solidFill>
              <a:srgbClr val="A1D749">
                <a:alpha val="45098"/>
              </a:srgbClr>
            </a:solidFill>
            <a:ln w="7363" cap="rnd">
              <a:solidFill>
                <a:srgbClr val="A1D74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6881780" y="1945595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6709698" y="2124137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6635179" y="2066895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6027485" y="2241746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6222998" y="2304117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6582060" y="2237034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6324887" y="2170401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6299283" y="2156909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6399619" y="2126953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6093691" y="2211333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6576656" y="2162890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6086263" y="2405380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6565372" y="2141286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5939592" y="2141868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6132090" y="2345241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5497737" y="2460498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6287473" y="216402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6768163" y="2133006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6435705" y="1826653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5335773" y="1989767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6358050" y="2174024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5768736" y="203028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6156614" y="221925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6756924" y="199017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5636996" y="2404248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6771357" y="1998109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6323341" y="2281215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5451152" y="2491053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6750879" y="2113639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6169202" y="2221208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6608955" y="218594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6180990" y="2239385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5622729" y="236634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5916239" y="2126533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6437613" y="196693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5936695" y="2053945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6124659" y="2341088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5848826" y="2506881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6046883" y="215524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6915012" y="1858447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6626889" y="2345208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6120567" y="2130315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6771231" y="2102676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7153468" y="1756190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5924251" y="1953298"/>
              <a:ext cx="16849" cy="16849"/>
            </a:xfrm>
            <a:prstGeom prst="ellipse">
              <a:avLst/>
            </a:prstGeom>
            <a:solidFill>
              <a:srgbClr val="62C167">
                <a:alpha val="45098"/>
              </a:srgbClr>
            </a:solidFill>
            <a:ln w="7363" cap="rnd">
              <a:solidFill>
                <a:srgbClr val="62C16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6413110" y="2111052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6158371" y="2358402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6256336" y="2457486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6129792" y="242593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6681384" y="2001815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6510677" y="2152929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5999199" y="2481403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5663526" y="2298684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6348221" y="2250974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7014644" y="1821578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6305912" y="2290835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6813548" y="1736059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6441046" y="1884244"/>
              <a:ext cx="16849" cy="16849"/>
            </a:xfrm>
            <a:prstGeom prst="ellipse">
              <a:avLst/>
            </a:prstGeom>
            <a:solidFill>
              <a:srgbClr val="68C562">
                <a:alpha val="45098"/>
              </a:srgbClr>
            </a:solidFill>
            <a:ln w="7363" cap="rnd">
              <a:solidFill>
                <a:srgbClr val="68C56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6842011" y="1760312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6403426" y="2277125"/>
              <a:ext cx="16849" cy="16849"/>
            </a:xfrm>
            <a:prstGeom prst="ellipse">
              <a:avLst/>
            </a:prstGeom>
            <a:solidFill>
              <a:srgbClr val="FDE725">
                <a:alpha val="45098"/>
              </a:srgbClr>
            </a:solidFill>
            <a:ln w="7363" cap="rnd">
              <a:solidFill>
                <a:srgbClr val="FDE72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6663284" y="1970223"/>
              <a:ext cx="16849" cy="16849"/>
            </a:xfrm>
            <a:prstGeom prst="ellipse">
              <a:avLst/>
            </a:prstGeom>
            <a:solidFill>
              <a:srgbClr val="336E8D">
                <a:alpha val="45098"/>
              </a:srgbClr>
            </a:solidFill>
            <a:ln w="7363" cap="rnd">
              <a:solidFill>
                <a:srgbClr val="336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5909729" y="2235132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6497806" y="2151995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6324092" y="2199078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6179063" y="2042208"/>
              <a:ext cx="16849" cy="16849"/>
            </a:xfrm>
            <a:prstGeom prst="ellipse">
              <a:avLst/>
            </a:prstGeom>
            <a:solidFill>
              <a:srgbClr val="76CE56">
                <a:alpha val="45098"/>
              </a:srgbClr>
            </a:solidFill>
            <a:ln w="7363" cap="rnd">
              <a:solidFill>
                <a:srgbClr val="76CE5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6423645" y="192608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6532650" y="2347928"/>
              <a:ext cx="16849" cy="16849"/>
            </a:xfrm>
            <a:prstGeom prst="ellipse">
              <a:avLst/>
            </a:prstGeom>
            <a:solidFill>
              <a:srgbClr val="A1D749">
                <a:alpha val="45098"/>
              </a:srgbClr>
            </a:solidFill>
            <a:ln w="7363" cap="rnd">
              <a:solidFill>
                <a:srgbClr val="A1D74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6507766" y="2132312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6223475" y="2333054"/>
              <a:ext cx="16849" cy="16849"/>
            </a:xfrm>
            <a:prstGeom prst="ellipse">
              <a:avLst/>
            </a:prstGeom>
            <a:solidFill>
              <a:srgbClr val="299987">
                <a:alpha val="45098"/>
              </a:srgbClr>
            </a:solidFill>
            <a:ln w="7363" cap="rnd">
              <a:solidFill>
                <a:srgbClr val="2999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6516275" y="2246261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6134990" y="2345433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5930008" y="2010804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5803259" y="2196757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5934999" y="1969940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6810719" y="1617846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6294512" y="216840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6571220" y="220340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5560358" y="2501516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6008198" y="2407390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6336023" y="2260238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5751441" y="2215782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6487981" y="220831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6656017" y="2345539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6070949" y="241364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5501684" y="242791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5536244" y="2114971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5747608" y="2181063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6281919" y="2174503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6531988" y="2291785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6162225" y="2161223"/>
              <a:ext cx="16849" cy="16849"/>
            </a:xfrm>
            <a:prstGeom prst="ellipse">
              <a:avLst/>
            </a:prstGeom>
            <a:solidFill>
              <a:srgbClr val="AEDA45">
                <a:alpha val="45098"/>
              </a:srgbClr>
            </a:solidFill>
            <a:ln w="7363" cap="rnd">
              <a:solidFill>
                <a:srgbClr val="AEDA4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5951371" y="2239947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6239281" y="2173492"/>
              <a:ext cx="16849" cy="16849"/>
            </a:xfrm>
            <a:prstGeom prst="ellipse">
              <a:avLst/>
            </a:prstGeom>
            <a:solidFill>
              <a:srgbClr val="62C167">
                <a:alpha val="45098"/>
              </a:srgbClr>
            </a:solidFill>
            <a:ln w="7363" cap="rnd">
              <a:solidFill>
                <a:srgbClr val="62C16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6524369" y="2221281"/>
              <a:ext cx="16849" cy="16849"/>
            </a:xfrm>
            <a:prstGeom prst="ellipse">
              <a:avLst/>
            </a:prstGeom>
            <a:solidFill>
              <a:srgbClr val="2AAA82">
                <a:alpha val="45098"/>
              </a:srgbClr>
            </a:solidFill>
            <a:ln w="7363" cap="rnd">
              <a:solidFill>
                <a:srgbClr val="2A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7125197" y="1469880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5802569" y="223688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6513637" y="238986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6212151" y="2337629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6060701" y="236270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6211739" y="2337499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5815868" y="2471953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6486017" y="2096924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6271083" y="244475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5673224" y="2513552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6253005" y="2220344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6807159" y="1883538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6602103" y="2122170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6878651" y="1966941"/>
              <a:ext cx="16849" cy="16849"/>
            </a:xfrm>
            <a:prstGeom prst="ellipse">
              <a:avLst/>
            </a:prstGeom>
            <a:solidFill>
              <a:srgbClr val="63C266">
                <a:alpha val="45098"/>
              </a:srgbClr>
            </a:solidFill>
            <a:ln w="7363" cap="rnd">
              <a:solidFill>
                <a:srgbClr val="63C26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5769637" y="219289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5819514" y="241067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6274269" y="2228025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6079107" y="2447097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6800488" y="1691421"/>
              <a:ext cx="16849" cy="16849"/>
            </a:xfrm>
            <a:prstGeom prst="ellipse">
              <a:avLst/>
            </a:prstGeom>
            <a:solidFill>
              <a:srgbClr val="2C898B">
                <a:alpha val="45098"/>
              </a:srgbClr>
            </a:solidFill>
            <a:ln w="7363" cap="rnd">
              <a:solidFill>
                <a:srgbClr val="2C89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5617381" y="2469975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5906922" y="2138425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5229158" y="1796529"/>
              <a:ext cx="16849" cy="16849"/>
            </a:xfrm>
            <a:prstGeom prst="ellipse">
              <a:avLst/>
            </a:prstGeom>
            <a:solidFill>
              <a:srgbClr val="45B279">
                <a:alpha val="45098"/>
              </a:srgbClr>
            </a:solidFill>
            <a:ln w="7363" cap="rnd">
              <a:solidFill>
                <a:srgbClr val="45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6255021" y="2340367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6687714" y="2200101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7228977" y="1959274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6186908" y="223851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6480780" y="2040933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5715537" y="2467619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5759454" y="2169240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6315056" y="231292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5396986" y="241732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5622579" y="241362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6662888" y="2125633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6611121" y="2098178"/>
              <a:ext cx="16849" cy="16849"/>
            </a:xfrm>
            <a:prstGeom prst="ellipse">
              <a:avLst/>
            </a:prstGeom>
            <a:solidFill>
              <a:srgbClr val="5ABC6D">
                <a:alpha val="45098"/>
              </a:srgbClr>
            </a:solidFill>
            <a:ln w="7363" cap="rnd">
              <a:solidFill>
                <a:srgbClr val="5A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6570568" y="2158904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6533066" y="234576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6324038" y="2186996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6215432" y="2302378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5567032" y="2321812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6020008" y="2243298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5374120" y="2355611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5438234" y="2260934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5951461" y="2349743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5357103" y="2478812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5973949" y="2469193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6408218" y="2152136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5544046" y="2161406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5437018" y="2475567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7444674" y="1544020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6448000" y="222910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6345601" y="2212766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6009923" y="2393868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6103132" y="2233841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5756339" y="212936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5686083" y="2452113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6760496" y="202985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6182418" y="2275990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6917851" y="1874630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5505319" y="2531559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5993398" y="233650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5849027" y="2398282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5926620" y="168541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6337140" y="2274871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6288154" y="2077711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7041001" y="1967800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6333988" y="2208236"/>
              <a:ext cx="16849" cy="16849"/>
            </a:xfrm>
            <a:prstGeom prst="ellipse">
              <a:avLst/>
            </a:prstGeom>
            <a:solidFill>
              <a:srgbClr val="49B476">
                <a:alpha val="45098"/>
              </a:srgbClr>
            </a:solidFill>
            <a:ln w="7363" cap="rnd">
              <a:solidFill>
                <a:srgbClr val="49B4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6316628" y="222895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5828137" y="2162106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6102708" y="2210570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6282530" y="2239964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7266089" y="212355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6783210" y="2105134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6057731" y="229278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6348616" y="2101002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6398740" y="223800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4983116" y="2820377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6636017" y="2048549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6208981" y="224318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7500358" y="1564325"/>
              <a:ext cx="16849" cy="16849"/>
            </a:xfrm>
            <a:prstGeom prst="ellipse">
              <a:avLst/>
            </a:prstGeom>
            <a:solidFill>
              <a:srgbClr val="6EC85E">
                <a:alpha val="45098"/>
              </a:srgbClr>
            </a:solidFill>
            <a:ln w="7363" cap="rnd">
              <a:solidFill>
                <a:srgbClr val="6EC85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6687074" y="1998676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6490032" y="2158456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5984791" y="2452026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6566572" y="2150156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4904454" y="2719352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6742755" y="209071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5979993" y="2551028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5660832" y="2376708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6520392" y="242603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6938726" y="1849352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6282640" y="221425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6763667" y="1830710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6692265" y="228205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6021732" y="2253578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6645277" y="216595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6292453" y="2030697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5939406" y="2042722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6466351" y="2091272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6397647" y="225518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6549772" y="2089780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6385875" y="2371621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5804102" y="2198443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6390314" y="2257497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6537181" y="220889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6027089" y="2232009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5774120" y="2159023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7171542" y="1524397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7079975" y="1603225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6923916" y="182340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6287096" y="2060999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6997181" y="1627093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6663500" y="2101077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7217431" y="1901119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4763823" y="2888023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5543412" y="2328761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7290236" y="201728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6167235" y="2302649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6233412" y="225882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5200060" y="223407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6223781" y="2277141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6263631" y="2431535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6664179" y="1935605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6422876" y="232939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6525767" y="2228823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6730966" y="1971305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6060694" y="2402481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5595247" y="2433853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6244263" y="2185053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6358011" y="2215895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6212918" y="2398367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6223061" y="2274820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6440551" y="1809103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7113431" y="1589535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7146148" y="1576779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6165734" y="2229674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6523817" y="2470396"/>
              <a:ext cx="16849" cy="16849"/>
            </a:xfrm>
            <a:prstGeom prst="ellipse">
              <a:avLst/>
            </a:prstGeom>
            <a:solidFill>
              <a:srgbClr val="DCE236">
                <a:alpha val="45098"/>
              </a:srgbClr>
            </a:solidFill>
            <a:ln w="7363" cap="rnd">
              <a:solidFill>
                <a:srgbClr val="DCE23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6392130" y="2148814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6448182" y="2088128"/>
              <a:ext cx="16849" cy="16849"/>
            </a:xfrm>
            <a:prstGeom prst="ellipse">
              <a:avLst/>
            </a:prstGeom>
            <a:solidFill>
              <a:srgbClr val="49B476">
                <a:alpha val="45098"/>
              </a:srgbClr>
            </a:solidFill>
            <a:ln w="7363" cap="rnd">
              <a:solidFill>
                <a:srgbClr val="49B4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6494683" y="2109644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6232779" y="2281172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6499185" y="2076935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5553703" y="2336742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6109113" y="229778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6390321" y="2167888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6146867" y="2362145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6564765" y="2130549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6706781" y="2074553"/>
              <a:ext cx="16849" cy="16849"/>
            </a:xfrm>
            <a:prstGeom prst="ellipse">
              <a:avLst/>
            </a:prstGeom>
            <a:solidFill>
              <a:srgbClr val="6FC95C">
                <a:alpha val="45098"/>
              </a:srgbClr>
            </a:solidFill>
            <a:ln w="7363" cap="rnd">
              <a:solidFill>
                <a:srgbClr val="6FC95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6378774" y="2260739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6575995" y="2149890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6407758" y="2206119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6660261" y="2117135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5765264" y="2109075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6057822" y="2343258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6025227" y="2243682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6596758" y="2096420"/>
              <a:ext cx="16849" cy="16849"/>
            </a:xfrm>
            <a:prstGeom prst="ellipse">
              <a:avLst/>
            </a:prstGeom>
            <a:solidFill>
              <a:srgbClr val="6FC95C">
                <a:alpha val="45098"/>
              </a:srgbClr>
            </a:solidFill>
            <a:ln w="7363" cap="rnd">
              <a:solidFill>
                <a:srgbClr val="6FC95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6099417" y="2087921"/>
              <a:ext cx="16849" cy="16849"/>
            </a:xfrm>
            <a:prstGeom prst="ellipse">
              <a:avLst/>
            </a:prstGeom>
            <a:solidFill>
              <a:srgbClr val="81D250">
                <a:alpha val="45098"/>
              </a:srgbClr>
            </a:solidFill>
            <a:ln w="7363" cap="rnd">
              <a:solidFill>
                <a:srgbClr val="81D25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6271045" y="2423783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6805198" y="1804003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6223327" y="2306671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6706310" y="2014560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6446687" y="2058654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6676220" y="213617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5607296" y="243580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6111012" y="2197370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6408065" y="2205725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5646338" y="2382154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6795688" y="1853657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5759976" y="1957638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6227689" y="225339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5982525" y="2466313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6214442" y="2298417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5988830" y="245012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5551642" y="2569915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5312255" y="2058252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6165335" y="2292909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5773648" y="1969349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7489907" y="1867266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6708518" y="221342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5985566" y="231139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6080531" y="2311573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6343805" y="2273133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6307099" y="2288938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6045396" y="2289762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6802429" y="2099588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5731484" y="2048168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6147045" y="2341291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6191262" y="220680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6536846" y="2155964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6978949" y="1648604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6454598" y="214178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6437652" y="1800790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5300516" y="2062316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6373714" y="2184617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6204127" y="214713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5778475" y="2098026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5839238" y="2443206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5722846" y="2391688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6711177" y="2068722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6132746" y="2289528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6263962" y="2465769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6321703" y="2216248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4854107" y="2839413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6449637" y="216598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6072183" y="2385906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6364299" y="228760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6093554" y="2265498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6307346" y="2205857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5113511" y="2237190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6167132" y="232992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5938712" y="2100982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5367511" y="2567274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6652764" y="2161882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6325768" y="2321309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6148842" y="2366273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6772618" y="1978279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6594411" y="229395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6427536" y="1887124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6870415" y="1829014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7120931" y="1365021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5585897" y="1946139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5959396" y="2267694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6473017" y="2071190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6439674" y="1945469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6151986" y="2299638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6047141" y="213063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5618653" y="2342801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6288532" y="216986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6085123" y="2382360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5666650" y="2340807"/>
              <a:ext cx="16849" cy="16849"/>
            </a:xfrm>
            <a:prstGeom prst="ellipse">
              <a:avLst/>
            </a:prstGeom>
            <a:solidFill>
              <a:srgbClr val="66C364">
                <a:alpha val="45098"/>
              </a:srgbClr>
            </a:solidFill>
            <a:ln w="7363" cap="rnd">
              <a:solidFill>
                <a:srgbClr val="66C36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6620572" y="2160922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6066063" y="2363955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6315833" y="2339704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6044253" y="2334561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6045109" y="2292060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6267595" y="242584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6698460" y="2199960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6981345" y="1801019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6164086" y="2329270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6185316" y="2304763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6020186" y="2211651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6101857" y="2276804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7031201" y="1833091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7043374" y="1967788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6828664" y="1857423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5876348" y="1956352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5810835" y="2188120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6269791" y="233603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6217188" y="2285306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6723956" y="2109220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5898163" y="2288867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6209130" y="2304530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5732927" y="2202462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6424194" y="2008189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6386896" y="228079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6059180" y="234516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5965347" y="2395950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6046063" y="2391679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5869001" y="1997943"/>
              <a:ext cx="16849" cy="16849"/>
            </a:xfrm>
            <a:prstGeom prst="ellipse">
              <a:avLst/>
            </a:prstGeom>
            <a:solidFill>
              <a:srgbClr val="45B279">
                <a:alpha val="45098"/>
              </a:srgbClr>
            </a:solidFill>
            <a:ln w="7363" cap="rnd">
              <a:solidFill>
                <a:srgbClr val="45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5650082" y="2265180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5751589" y="2215347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6385451" y="2210637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6804408" y="1752001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6531152" y="2157333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t965"/>
            <p:cNvSpPr/>
            <p:nvPr/>
          </p:nvSpPr>
          <p:spPr>
            <a:xfrm>
              <a:off x="6320400" y="220345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t966"/>
            <p:cNvSpPr/>
            <p:nvPr/>
          </p:nvSpPr>
          <p:spPr>
            <a:xfrm>
              <a:off x="5801940" y="2077329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t967"/>
            <p:cNvSpPr/>
            <p:nvPr/>
          </p:nvSpPr>
          <p:spPr>
            <a:xfrm>
              <a:off x="5442641" y="2561002"/>
              <a:ext cx="16849" cy="16849"/>
            </a:xfrm>
            <a:prstGeom prst="ellipse">
              <a:avLst/>
            </a:prstGeom>
            <a:solidFill>
              <a:srgbClr val="86D34F">
                <a:alpha val="45098"/>
              </a:srgbClr>
            </a:solidFill>
            <a:ln w="7363" cap="rnd">
              <a:solidFill>
                <a:srgbClr val="86D34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t968"/>
            <p:cNvSpPr/>
            <p:nvPr/>
          </p:nvSpPr>
          <p:spPr>
            <a:xfrm>
              <a:off x="6511732" y="222445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t969"/>
            <p:cNvSpPr/>
            <p:nvPr/>
          </p:nvSpPr>
          <p:spPr>
            <a:xfrm>
              <a:off x="5767460" y="2137631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t970"/>
            <p:cNvSpPr/>
            <p:nvPr/>
          </p:nvSpPr>
          <p:spPr>
            <a:xfrm>
              <a:off x="6610740" y="2212762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t971"/>
            <p:cNvSpPr/>
            <p:nvPr/>
          </p:nvSpPr>
          <p:spPr>
            <a:xfrm>
              <a:off x="6273301" y="222034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t972"/>
            <p:cNvSpPr/>
            <p:nvPr/>
          </p:nvSpPr>
          <p:spPr>
            <a:xfrm>
              <a:off x="7044421" y="1820582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t973"/>
            <p:cNvSpPr/>
            <p:nvPr/>
          </p:nvSpPr>
          <p:spPr>
            <a:xfrm>
              <a:off x="6013199" y="2438493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t974"/>
            <p:cNvSpPr/>
            <p:nvPr/>
          </p:nvSpPr>
          <p:spPr>
            <a:xfrm>
              <a:off x="5715071" y="2372535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t975"/>
            <p:cNvSpPr/>
            <p:nvPr/>
          </p:nvSpPr>
          <p:spPr>
            <a:xfrm>
              <a:off x="7097755" y="165729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t976"/>
            <p:cNvSpPr/>
            <p:nvPr/>
          </p:nvSpPr>
          <p:spPr>
            <a:xfrm>
              <a:off x="6045437" y="2373883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t977"/>
            <p:cNvSpPr/>
            <p:nvPr/>
          </p:nvSpPr>
          <p:spPr>
            <a:xfrm>
              <a:off x="6091627" y="2224685"/>
              <a:ext cx="16849" cy="16849"/>
            </a:xfrm>
            <a:prstGeom prst="ellipse">
              <a:avLst/>
            </a:prstGeom>
            <a:solidFill>
              <a:srgbClr val="59BC6D">
                <a:alpha val="45098"/>
              </a:srgbClr>
            </a:solidFill>
            <a:ln w="7363" cap="rnd">
              <a:solidFill>
                <a:srgbClr val="59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t978"/>
            <p:cNvSpPr/>
            <p:nvPr/>
          </p:nvSpPr>
          <p:spPr>
            <a:xfrm>
              <a:off x="6941635" y="176255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t979"/>
            <p:cNvSpPr/>
            <p:nvPr/>
          </p:nvSpPr>
          <p:spPr>
            <a:xfrm>
              <a:off x="5501018" y="2451558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t980"/>
            <p:cNvSpPr/>
            <p:nvPr/>
          </p:nvSpPr>
          <p:spPr>
            <a:xfrm>
              <a:off x="5753810" y="2068991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t981"/>
            <p:cNvSpPr/>
            <p:nvPr/>
          </p:nvSpPr>
          <p:spPr>
            <a:xfrm>
              <a:off x="6549111" y="2121745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t982"/>
            <p:cNvSpPr/>
            <p:nvPr/>
          </p:nvSpPr>
          <p:spPr>
            <a:xfrm>
              <a:off x="6421548" y="2317207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t983"/>
            <p:cNvSpPr/>
            <p:nvPr/>
          </p:nvSpPr>
          <p:spPr>
            <a:xfrm>
              <a:off x="5683163" y="2486217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t984"/>
            <p:cNvSpPr/>
            <p:nvPr/>
          </p:nvSpPr>
          <p:spPr>
            <a:xfrm>
              <a:off x="6249922" y="2466618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t985"/>
            <p:cNvSpPr/>
            <p:nvPr/>
          </p:nvSpPr>
          <p:spPr>
            <a:xfrm>
              <a:off x="5343656" y="1974025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t986"/>
            <p:cNvSpPr/>
            <p:nvPr/>
          </p:nvSpPr>
          <p:spPr>
            <a:xfrm>
              <a:off x="6203550" y="2138264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t987"/>
            <p:cNvSpPr/>
            <p:nvPr/>
          </p:nvSpPr>
          <p:spPr>
            <a:xfrm>
              <a:off x="5780192" y="2169120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t988"/>
            <p:cNvSpPr/>
            <p:nvPr/>
          </p:nvSpPr>
          <p:spPr>
            <a:xfrm>
              <a:off x="5972603" y="2490306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t989"/>
            <p:cNvSpPr/>
            <p:nvPr/>
          </p:nvSpPr>
          <p:spPr>
            <a:xfrm>
              <a:off x="6358592" y="2281225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t990"/>
            <p:cNvSpPr/>
            <p:nvPr/>
          </p:nvSpPr>
          <p:spPr>
            <a:xfrm>
              <a:off x="5879950" y="2105080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t991"/>
            <p:cNvSpPr/>
            <p:nvPr/>
          </p:nvSpPr>
          <p:spPr>
            <a:xfrm>
              <a:off x="6302715" y="206951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t992"/>
            <p:cNvSpPr/>
            <p:nvPr/>
          </p:nvSpPr>
          <p:spPr>
            <a:xfrm>
              <a:off x="6412378" y="223429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t993"/>
            <p:cNvSpPr/>
            <p:nvPr/>
          </p:nvSpPr>
          <p:spPr>
            <a:xfrm>
              <a:off x="6510390" y="2145826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t994"/>
            <p:cNvSpPr/>
            <p:nvPr/>
          </p:nvSpPr>
          <p:spPr>
            <a:xfrm>
              <a:off x="5677583" y="250135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t995"/>
            <p:cNvSpPr/>
            <p:nvPr/>
          </p:nvSpPr>
          <p:spPr>
            <a:xfrm>
              <a:off x="6160104" y="2334628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t996"/>
            <p:cNvSpPr/>
            <p:nvPr/>
          </p:nvSpPr>
          <p:spPr>
            <a:xfrm>
              <a:off x="6284740" y="2170149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t997"/>
            <p:cNvSpPr/>
            <p:nvPr/>
          </p:nvSpPr>
          <p:spPr>
            <a:xfrm>
              <a:off x="5468433" y="2450446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t998"/>
            <p:cNvSpPr/>
            <p:nvPr/>
          </p:nvSpPr>
          <p:spPr>
            <a:xfrm>
              <a:off x="6237831" y="2277438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t999"/>
            <p:cNvSpPr/>
            <p:nvPr/>
          </p:nvSpPr>
          <p:spPr>
            <a:xfrm>
              <a:off x="6360002" y="2229937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t1000"/>
            <p:cNvSpPr/>
            <p:nvPr/>
          </p:nvSpPr>
          <p:spPr>
            <a:xfrm>
              <a:off x="6260775" y="243680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t1001"/>
            <p:cNvSpPr/>
            <p:nvPr/>
          </p:nvSpPr>
          <p:spPr>
            <a:xfrm>
              <a:off x="5921065" y="2046846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t1002"/>
            <p:cNvSpPr/>
            <p:nvPr/>
          </p:nvSpPr>
          <p:spPr>
            <a:xfrm>
              <a:off x="5998456" y="2613329"/>
              <a:ext cx="16849" cy="16849"/>
            </a:xfrm>
            <a:prstGeom prst="ellipse">
              <a:avLst/>
            </a:prstGeom>
            <a:solidFill>
              <a:srgbClr val="336E8D">
                <a:alpha val="45098"/>
              </a:srgbClr>
            </a:solidFill>
            <a:ln w="7363" cap="rnd">
              <a:solidFill>
                <a:srgbClr val="336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t1003"/>
            <p:cNvSpPr/>
            <p:nvPr/>
          </p:nvSpPr>
          <p:spPr>
            <a:xfrm>
              <a:off x="6673215" y="2028212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t1004"/>
            <p:cNvSpPr/>
            <p:nvPr/>
          </p:nvSpPr>
          <p:spPr>
            <a:xfrm>
              <a:off x="5611271" y="2505065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t1005"/>
            <p:cNvSpPr/>
            <p:nvPr/>
          </p:nvSpPr>
          <p:spPr>
            <a:xfrm>
              <a:off x="5882217" y="2098954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t1006"/>
            <p:cNvSpPr/>
            <p:nvPr/>
          </p:nvSpPr>
          <p:spPr>
            <a:xfrm>
              <a:off x="5586807" y="2005888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t1007"/>
            <p:cNvSpPr/>
            <p:nvPr/>
          </p:nvSpPr>
          <p:spPr>
            <a:xfrm>
              <a:off x="5660142" y="2469783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t1008"/>
            <p:cNvSpPr/>
            <p:nvPr/>
          </p:nvSpPr>
          <p:spPr>
            <a:xfrm>
              <a:off x="5879421" y="2164421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t1009"/>
            <p:cNvSpPr/>
            <p:nvPr/>
          </p:nvSpPr>
          <p:spPr>
            <a:xfrm>
              <a:off x="6015056" y="2449453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t1010"/>
            <p:cNvSpPr/>
            <p:nvPr/>
          </p:nvSpPr>
          <p:spPr>
            <a:xfrm>
              <a:off x="6592421" y="225661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t1011"/>
            <p:cNvSpPr/>
            <p:nvPr/>
          </p:nvSpPr>
          <p:spPr>
            <a:xfrm>
              <a:off x="6221716" y="2281500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t1012"/>
            <p:cNvSpPr/>
            <p:nvPr/>
          </p:nvSpPr>
          <p:spPr>
            <a:xfrm>
              <a:off x="6815230" y="1834286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t1013"/>
            <p:cNvSpPr/>
            <p:nvPr/>
          </p:nvSpPr>
          <p:spPr>
            <a:xfrm>
              <a:off x="6262201" y="2241153"/>
              <a:ext cx="16849" cy="16849"/>
            </a:xfrm>
            <a:prstGeom prst="ellipse">
              <a:avLst/>
            </a:prstGeom>
            <a:solidFill>
              <a:srgbClr val="C0DD40">
                <a:alpha val="45098"/>
              </a:srgbClr>
            </a:solidFill>
            <a:ln w="7363" cap="rnd">
              <a:solidFill>
                <a:srgbClr val="C0DD4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t1014"/>
            <p:cNvSpPr/>
            <p:nvPr/>
          </p:nvSpPr>
          <p:spPr>
            <a:xfrm>
              <a:off x="6556798" y="2037254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t1015"/>
            <p:cNvSpPr/>
            <p:nvPr/>
          </p:nvSpPr>
          <p:spPr>
            <a:xfrm>
              <a:off x="5232651" y="2465662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t1016"/>
            <p:cNvSpPr/>
            <p:nvPr/>
          </p:nvSpPr>
          <p:spPr>
            <a:xfrm>
              <a:off x="6854222" y="2032558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t1017"/>
            <p:cNvSpPr/>
            <p:nvPr/>
          </p:nvSpPr>
          <p:spPr>
            <a:xfrm>
              <a:off x="5916731" y="2131949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t1018"/>
            <p:cNvSpPr/>
            <p:nvPr/>
          </p:nvSpPr>
          <p:spPr>
            <a:xfrm>
              <a:off x="6120654" y="2291743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t1019"/>
            <p:cNvSpPr/>
            <p:nvPr/>
          </p:nvSpPr>
          <p:spPr>
            <a:xfrm>
              <a:off x="6094013" y="220319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t1020"/>
            <p:cNvSpPr/>
            <p:nvPr/>
          </p:nvSpPr>
          <p:spPr>
            <a:xfrm>
              <a:off x="5885922" y="2300371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t1021"/>
            <p:cNvSpPr/>
            <p:nvPr/>
          </p:nvSpPr>
          <p:spPr>
            <a:xfrm>
              <a:off x="6178961" y="2261068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t1022"/>
            <p:cNvSpPr/>
            <p:nvPr/>
          </p:nvSpPr>
          <p:spPr>
            <a:xfrm>
              <a:off x="6419519" y="2316856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t1023"/>
            <p:cNvSpPr/>
            <p:nvPr/>
          </p:nvSpPr>
          <p:spPr>
            <a:xfrm>
              <a:off x="5461828" y="2430288"/>
              <a:ext cx="16849" cy="16849"/>
            </a:xfrm>
            <a:prstGeom prst="ellipse">
              <a:avLst/>
            </a:prstGeom>
            <a:solidFill>
              <a:srgbClr val="4FB773">
                <a:alpha val="45098"/>
              </a:srgbClr>
            </a:solidFill>
            <a:ln w="7363" cap="rnd">
              <a:solidFill>
                <a:srgbClr val="4FB7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t1024"/>
            <p:cNvSpPr/>
            <p:nvPr/>
          </p:nvSpPr>
          <p:spPr>
            <a:xfrm>
              <a:off x="6496653" y="227036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t1025"/>
            <p:cNvSpPr/>
            <p:nvPr/>
          </p:nvSpPr>
          <p:spPr>
            <a:xfrm>
              <a:off x="6895688" y="1865407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t1026"/>
            <p:cNvSpPr/>
            <p:nvPr/>
          </p:nvSpPr>
          <p:spPr>
            <a:xfrm>
              <a:off x="6440958" y="208193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t1027"/>
            <p:cNvSpPr/>
            <p:nvPr/>
          </p:nvSpPr>
          <p:spPr>
            <a:xfrm>
              <a:off x="5457352" y="2587036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t1028"/>
            <p:cNvSpPr/>
            <p:nvPr/>
          </p:nvSpPr>
          <p:spPr>
            <a:xfrm>
              <a:off x="6125507" y="228763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t1029"/>
            <p:cNvSpPr/>
            <p:nvPr/>
          </p:nvSpPr>
          <p:spPr>
            <a:xfrm>
              <a:off x="6632244" y="236384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t1030"/>
            <p:cNvSpPr/>
            <p:nvPr/>
          </p:nvSpPr>
          <p:spPr>
            <a:xfrm>
              <a:off x="6839721" y="1833434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t1031"/>
            <p:cNvSpPr/>
            <p:nvPr/>
          </p:nvSpPr>
          <p:spPr>
            <a:xfrm>
              <a:off x="5147660" y="2593816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t1032"/>
            <p:cNvSpPr/>
            <p:nvPr/>
          </p:nvSpPr>
          <p:spPr>
            <a:xfrm>
              <a:off x="6627472" y="2123929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t1033"/>
            <p:cNvSpPr/>
            <p:nvPr/>
          </p:nvSpPr>
          <p:spPr>
            <a:xfrm>
              <a:off x="6675228" y="1844623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t1034"/>
            <p:cNvSpPr/>
            <p:nvPr/>
          </p:nvSpPr>
          <p:spPr>
            <a:xfrm>
              <a:off x="5903393" y="211080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t1035"/>
            <p:cNvSpPr/>
            <p:nvPr/>
          </p:nvSpPr>
          <p:spPr>
            <a:xfrm>
              <a:off x="6596837" y="2234339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t1036"/>
            <p:cNvSpPr/>
            <p:nvPr/>
          </p:nvSpPr>
          <p:spPr>
            <a:xfrm>
              <a:off x="5577692" y="2485932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t1037"/>
            <p:cNvSpPr/>
            <p:nvPr/>
          </p:nvSpPr>
          <p:spPr>
            <a:xfrm>
              <a:off x="6156525" y="2372997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t1038"/>
            <p:cNvSpPr/>
            <p:nvPr/>
          </p:nvSpPr>
          <p:spPr>
            <a:xfrm>
              <a:off x="6563068" y="229270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t1039"/>
            <p:cNvSpPr/>
            <p:nvPr/>
          </p:nvSpPr>
          <p:spPr>
            <a:xfrm>
              <a:off x="5808473" y="2307530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t1040"/>
            <p:cNvSpPr/>
            <p:nvPr/>
          </p:nvSpPr>
          <p:spPr>
            <a:xfrm>
              <a:off x="6395617" y="2208320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t1041"/>
            <p:cNvSpPr/>
            <p:nvPr/>
          </p:nvSpPr>
          <p:spPr>
            <a:xfrm>
              <a:off x="5951132" y="2357112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t1042"/>
            <p:cNvSpPr/>
            <p:nvPr/>
          </p:nvSpPr>
          <p:spPr>
            <a:xfrm>
              <a:off x="6956735" y="1801958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t1043"/>
            <p:cNvSpPr/>
            <p:nvPr/>
          </p:nvSpPr>
          <p:spPr>
            <a:xfrm>
              <a:off x="5809837" y="2137209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t1044"/>
            <p:cNvSpPr/>
            <p:nvPr/>
          </p:nvSpPr>
          <p:spPr>
            <a:xfrm>
              <a:off x="6065438" y="240448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t1045"/>
            <p:cNvSpPr/>
            <p:nvPr/>
          </p:nvSpPr>
          <p:spPr>
            <a:xfrm>
              <a:off x="5997895" y="231158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t1046"/>
            <p:cNvSpPr/>
            <p:nvPr/>
          </p:nvSpPr>
          <p:spPr>
            <a:xfrm>
              <a:off x="5756874" y="192152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t1047"/>
            <p:cNvSpPr/>
            <p:nvPr/>
          </p:nvSpPr>
          <p:spPr>
            <a:xfrm>
              <a:off x="6503108" y="2092499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t1048"/>
            <p:cNvSpPr/>
            <p:nvPr/>
          </p:nvSpPr>
          <p:spPr>
            <a:xfrm>
              <a:off x="6668028" y="2039291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t1049"/>
            <p:cNvSpPr/>
            <p:nvPr/>
          </p:nvSpPr>
          <p:spPr>
            <a:xfrm>
              <a:off x="6571442" y="226270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t1050"/>
            <p:cNvSpPr/>
            <p:nvPr/>
          </p:nvSpPr>
          <p:spPr>
            <a:xfrm>
              <a:off x="6185134" y="2190501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t1051"/>
            <p:cNvSpPr/>
            <p:nvPr/>
          </p:nvSpPr>
          <p:spPr>
            <a:xfrm>
              <a:off x="7365728" y="1581809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t1052"/>
            <p:cNvSpPr/>
            <p:nvPr/>
          </p:nvSpPr>
          <p:spPr>
            <a:xfrm>
              <a:off x="5525865" y="2402330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t1053"/>
            <p:cNvSpPr/>
            <p:nvPr/>
          </p:nvSpPr>
          <p:spPr>
            <a:xfrm>
              <a:off x="6289680" y="2127914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t1054"/>
            <p:cNvSpPr/>
            <p:nvPr/>
          </p:nvSpPr>
          <p:spPr>
            <a:xfrm>
              <a:off x="5994992" y="2560810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t1055"/>
            <p:cNvSpPr/>
            <p:nvPr/>
          </p:nvSpPr>
          <p:spPr>
            <a:xfrm>
              <a:off x="5654325" y="2366986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t1056"/>
            <p:cNvSpPr/>
            <p:nvPr/>
          </p:nvSpPr>
          <p:spPr>
            <a:xfrm>
              <a:off x="6106088" y="2254766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t1057"/>
            <p:cNvSpPr/>
            <p:nvPr/>
          </p:nvSpPr>
          <p:spPr>
            <a:xfrm>
              <a:off x="6756888" y="2083810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t1058"/>
            <p:cNvSpPr/>
            <p:nvPr/>
          </p:nvSpPr>
          <p:spPr>
            <a:xfrm>
              <a:off x="5708032" y="2480993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t1059"/>
            <p:cNvSpPr/>
            <p:nvPr/>
          </p:nvSpPr>
          <p:spPr>
            <a:xfrm>
              <a:off x="6085440" y="243797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t1060"/>
            <p:cNvSpPr/>
            <p:nvPr/>
          </p:nvSpPr>
          <p:spPr>
            <a:xfrm>
              <a:off x="6431993" y="206016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t1061"/>
            <p:cNvSpPr/>
            <p:nvPr/>
          </p:nvSpPr>
          <p:spPr>
            <a:xfrm>
              <a:off x="6336829" y="228303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t1062"/>
            <p:cNvSpPr/>
            <p:nvPr/>
          </p:nvSpPr>
          <p:spPr>
            <a:xfrm>
              <a:off x="5607571" y="255456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t1063"/>
            <p:cNvSpPr/>
            <p:nvPr/>
          </p:nvSpPr>
          <p:spPr>
            <a:xfrm>
              <a:off x="6488359" y="217406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t1064"/>
            <p:cNvSpPr/>
            <p:nvPr/>
          </p:nvSpPr>
          <p:spPr>
            <a:xfrm>
              <a:off x="6542982" y="229441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t1065"/>
            <p:cNvSpPr/>
            <p:nvPr/>
          </p:nvSpPr>
          <p:spPr>
            <a:xfrm>
              <a:off x="6053333" y="2365990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t1066"/>
            <p:cNvSpPr/>
            <p:nvPr/>
          </p:nvSpPr>
          <p:spPr>
            <a:xfrm>
              <a:off x="5919465" y="2107660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t1067"/>
            <p:cNvSpPr/>
            <p:nvPr/>
          </p:nvSpPr>
          <p:spPr>
            <a:xfrm>
              <a:off x="5972148" y="2454331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t1068"/>
            <p:cNvSpPr/>
            <p:nvPr/>
          </p:nvSpPr>
          <p:spPr>
            <a:xfrm>
              <a:off x="6514050" y="2174002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t1069"/>
            <p:cNvSpPr/>
            <p:nvPr/>
          </p:nvSpPr>
          <p:spPr>
            <a:xfrm>
              <a:off x="6324416" y="2281653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t1070"/>
            <p:cNvSpPr/>
            <p:nvPr/>
          </p:nvSpPr>
          <p:spPr>
            <a:xfrm>
              <a:off x="6428791" y="1977858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t1071"/>
            <p:cNvSpPr/>
            <p:nvPr/>
          </p:nvSpPr>
          <p:spPr>
            <a:xfrm>
              <a:off x="6511689" y="2104839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t1072"/>
            <p:cNvSpPr/>
            <p:nvPr/>
          </p:nvSpPr>
          <p:spPr>
            <a:xfrm>
              <a:off x="6448899" y="2180873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t1073"/>
            <p:cNvSpPr/>
            <p:nvPr/>
          </p:nvSpPr>
          <p:spPr>
            <a:xfrm>
              <a:off x="5878485" y="2194370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t1074"/>
            <p:cNvSpPr/>
            <p:nvPr/>
          </p:nvSpPr>
          <p:spPr>
            <a:xfrm>
              <a:off x="5982742" y="2579084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t1075"/>
            <p:cNvSpPr/>
            <p:nvPr/>
          </p:nvSpPr>
          <p:spPr>
            <a:xfrm>
              <a:off x="5570545" y="2593068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t1076"/>
            <p:cNvSpPr/>
            <p:nvPr/>
          </p:nvSpPr>
          <p:spPr>
            <a:xfrm>
              <a:off x="6153105" y="2307870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t1077"/>
            <p:cNvSpPr/>
            <p:nvPr/>
          </p:nvSpPr>
          <p:spPr>
            <a:xfrm>
              <a:off x="5689558" y="2365400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t1078"/>
            <p:cNvSpPr/>
            <p:nvPr/>
          </p:nvSpPr>
          <p:spPr>
            <a:xfrm>
              <a:off x="6342655" y="214916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t1079"/>
            <p:cNvSpPr/>
            <p:nvPr/>
          </p:nvSpPr>
          <p:spPr>
            <a:xfrm>
              <a:off x="6273919" y="220522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t1080"/>
            <p:cNvSpPr/>
            <p:nvPr/>
          </p:nvSpPr>
          <p:spPr>
            <a:xfrm>
              <a:off x="6145795" y="2272039"/>
              <a:ext cx="16849" cy="16849"/>
            </a:xfrm>
            <a:prstGeom prst="ellipse">
              <a:avLst/>
            </a:prstGeom>
            <a:solidFill>
              <a:srgbClr val="49B476">
                <a:alpha val="45098"/>
              </a:srgbClr>
            </a:solidFill>
            <a:ln w="7363" cap="rnd">
              <a:solidFill>
                <a:srgbClr val="49B4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t1081"/>
            <p:cNvSpPr/>
            <p:nvPr/>
          </p:nvSpPr>
          <p:spPr>
            <a:xfrm>
              <a:off x="6011474" y="2400416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t1082"/>
            <p:cNvSpPr/>
            <p:nvPr/>
          </p:nvSpPr>
          <p:spPr>
            <a:xfrm>
              <a:off x="5738714" y="2100281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t1083"/>
            <p:cNvSpPr/>
            <p:nvPr/>
          </p:nvSpPr>
          <p:spPr>
            <a:xfrm>
              <a:off x="6015889" y="2422062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t1084"/>
            <p:cNvSpPr/>
            <p:nvPr/>
          </p:nvSpPr>
          <p:spPr>
            <a:xfrm>
              <a:off x="6404350" y="1995177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t1085"/>
            <p:cNvSpPr/>
            <p:nvPr/>
          </p:nvSpPr>
          <p:spPr>
            <a:xfrm>
              <a:off x="6314762" y="2186531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t1086"/>
            <p:cNvSpPr/>
            <p:nvPr/>
          </p:nvSpPr>
          <p:spPr>
            <a:xfrm>
              <a:off x="6411187" y="2054643"/>
              <a:ext cx="16849" cy="16849"/>
            </a:xfrm>
            <a:prstGeom prst="ellipse">
              <a:avLst/>
            </a:prstGeom>
            <a:solidFill>
              <a:srgbClr val="28A983">
                <a:alpha val="45098"/>
              </a:srgbClr>
            </a:solidFill>
            <a:ln w="7363" cap="rnd">
              <a:solidFill>
                <a:srgbClr val="28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t1087"/>
            <p:cNvSpPr/>
            <p:nvPr/>
          </p:nvSpPr>
          <p:spPr>
            <a:xfrm>
              <a:off x="6414532" y="2269771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t1088"/>
            <p:cNvSpPr/>
            <p:nvPr/>
          </p:nvSpPr>
          <p:spPr>
            <a:xfrm>
              <a:off x="6160449" y="2338524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t1089"/>
            <p:cNvSpPr/>
            <p:nvPr/>
          </p:nvSpPr>
          <p:spPr>
            <a:xfrm>
              <a:off x="6428220" y="1851795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t1090"/>
            <p:cNvSpPr/>
            <p:nvPr/>
          </p:nvSpPr>
          <p:spPr>
            <a:xfrm>
              <a:off x="6263562" y="2406946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t1091"/>
            <p:cNvSpPr/>
            <p:nvPr/>
          </p:nvSpPr>
          <p:spPr>
            <a:xfrm>
              <a:off x="5641337" y="220186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t1092"/>
            <p:cNvSpPr/>
            <p:nvPr/>
          </p:nvSpPr>
          <p:spPr>
            <a:xfrm>
              <a:off x="6152615" y="2433477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t1093"/>
            <p:cNvSpPr/>
            <p:nvPr/>
          </p:nvSpPr>
          <p:spPr>
            <a:xfrm>
              <a:off x="6178466" y="229978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t1094"/>
            <p:cNvSpPr/>
            <p:nvPr/>
          </p:nvSpPr>
          <p:spPr>
            <a:xfrm>
              <a:off x="6018164" y="2395482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t1095"/>
            <p:cNvSpPr/>
            <p:nvPr/>
          </p:nvSpPr>
          <p:spPr>
            <a:xfrm>
              <a:off x="6911907" y="2017514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t1096"/>
            <p:cNvSpPr/>
            <p:nvPr/>
          </p:nvSpPr>
          <p:spPr>
            <a:xfrm>
              <a:off x="6642774" y="2066579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t1097"/>
            <p:cNvSpPr/>
            <p:nvPr/>
          </p:nvSpPr>
          <p:spPr>
            <a:xfrm>
              <a:off x="6339375" y="2140168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t1098"/>
            <p:cNvSpPr/>
            <p:nvPr/>
          </p:nvSpPr>
          <p:spPr>
            <a:xfrm>
              <a:off x="5766364" y="1837154"/>
              <a:ext cx="16849" cy="16849"/>
            </a:xfrm>
            <a:prstGeom prst="ellipse">
              <a:avLst/>
            </a:prstGeom>
            <a:solidFill>
              <a:srgbClr val="33AC80">
                <a:alpha val="45098"/>
              </a:srgbClr>
            </a:solidFill>
            <a:ln w="7363" cap="rnd">
              <a:solidFill>
                <a:srgbClr val="33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t1099"/>
            <p:cNvSpPr/>
            <p:nvPr/>
          </p:nvSpPr>
          <p:spPr>
            <a:xfrm>
              <a:off x="6126498" y="2407675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t1100"/>
            <p:cNvSpPr/>
            <p:nvPr/>
          </p:nvSpPr>
          <p:spPr>
            <a:xfrm>
              <a:off x="6772999" y="209200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t1101"/>
            <p:cNvSpPr/>
            <p:nvPr/>
          </p:nvSpPr>
          <p:spPr>
            <a:xfrm>
              <a:off x="6339472" y="223439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t1102"/>
            <p:cNvSpPr/>
            <p:nvPr/>
          </p:nvSpPr>
          <p:spPr>
            <a:xfrm>
              <a:off x="6609053" y="2197351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t1103"/>
            <p:cNvSpPr/>
            <p:nvPr/>
          </p:nvSpPr>
          <p:spPr>
            <a:xfrm>
              <a:off x="5926222" y="1965386"/>
              <a:ext cx="16849" cy="16849"/>
            </a:xfrm>
            <a:prstGeom prst="ellipse">
              <a:avLst/>
            </a:prstGeom>
            <a:solidFill>
              <a:srgbClr val="66C364">
                <a:alpha val="45098"/>
              </a:srgbClr>
            </a:solidFill>
            <a:ln w="7363" cap="rnd">
              <a:solidFill>
                <a:srgbClr val="66C36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t1104"/>
            <p:cNvSpPr/>
            <p:nvPr/>
          </p:nvSpPr>
          <p:spPr>
            <a:xfrm>
              <a:off x="6171769" y="234730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t1105"/>
            <p:cNvSpPr/>
            <p:nvPr/>
          </p:nvSpPr>
          <p:spPr>
            <a:xfrm>
              <a:off x="6914838" y="1933297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t1106"/>
            <p:cNvSpPr/>
            <p:nvPr/>
          </p:nvSpPr>
          <p:spPr>
            <a:xfrm>
              <a:off x="6221955" y="2330999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t1107"/>
            <p:cNvSpPr/>
            <p:nvPr/>
          </p:nvSpPr>
          <p:spPr>
            <a:xfrm>
              <a:off x="5477989" y="2371772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t1108"/>
            <p:cNvSpPr/>
            <p:nvPr/>
          </p:nvSpPr>
          <p:spPr>
            <a:xfrm>
              <a:off x="6490096" y="2058371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t1109"/>
            <p:cNvSpPr/>
            <p:nvPr/>
          </p:nvSpPr>
          <p:spPr>
            <a:xfrm>
              <a:off x="5715775" y="2484239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t1110"/>
            <p:cNvSpPr/>
            <p:nvPr/>
          </p:nvSpPr>
          <p:spPr>
            <a:xfrm>
              <a:off x="6849059" y="196104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t1111"/>
            <p:cNvSpPr/>
            <p:nvPr/>
          </p:nvSpPr>
          <p:spPr>
            <a:xfrm>
              <a:off x="6082532" y="241891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t1112"/>
            <p:cNvSpPr/>
            <p:nvPr/>
          </p:nvSpPr>
          <p:spPr>
            <a:xfrm>
              <a:off x="6695541" y="206041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t1113"/>
            <p:cNvSpPr/>
            <p:nvPr/>
          </p:nvSpPr>
          <p:spPr>
            <a:xfrm>
              <a:off x="6266998" y="2387298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t1114"/>
            <p:cNvSpPr/>
            <p:nvPr/>
          </p:nvSpPr>
          <p:spPr>
            <a:xfrm>
              <a:off x="5662178" y="2407645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t1115"/>
            <p:cNvSpPr/>
            <p:nvPr/>
          </p:nvSpPr>
          <p:spPr>
            <a:xfrm>
              <a:off x="5231653" y="2537782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t1116"/>
            <p:cNvSpPr/>
            <p:nvPr/>
          </p:nvSpPr>
          <p:spPr>
            <a:xfrm>
              <a:off x="7006928" y="1804942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t1117"/>
            <p:cNvSpPr/>
            <p:nvPr/>
          </p:nvSpPr>
          <p:spPr>
            <a:xfrm>
              <a:off x="6912445" y="1852905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t1118"/>
            <p:cNvSpPr/>
            <p:nvPr/>
          </p:nvSpPr>
          <p:spPr>
            <a:xfrm>
              <a:off x="5907924" y="195313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t1119"/>
            <p:cNvSpPr/>
            <p:nvPr/>
          </p:nvSpPr>
          <p:spPr>
            <a:xfrm>
              <a:off x="5713721" y="2582995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t1120"/>
            <p:cNvSpPr/>
            <p:nvPr/>
          </p:nvSpPr>
          <p:spPr>
            <a:xfrm>
              <a:off x="6409722" y="2097655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t1121"/>
            <p:cNvSpPr/>
            <p:nvPr/>
          </p:nvSpPr>
          <p:spPr>
            <a:xfrm>
              <a:off x="6845078" y="1880776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t1122"/>
            <p:cNvSpPr/>
            <p:nvPr/>
          </p:nvSpPr>
          <p:spPr>
            <a:xfrm>
              <a:off x="6210684" y="2281713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t1123"/>
            <p:cNvSpPr/>
            <p:nvPr/>
          </p:nvSpPr>
          <p:spPr>
            <a:xfrm>
              <a:off x="5970888" y="2314968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t1124"/>
            <p:cNvSpPr/>
            <p:nvPr/>
          </p:nvSpPr>
          <p:spPr>
            <a:xfrm>
              <a:off x="5426011" y="227347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t1125"/>
            <p:cNvSpPr/>
            <p:nvPr/>
          </p:nvSpPr>
          <p:spPr>
            <a:xfrm>
              <a:off x="5999156" y="233027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t1126"/>
            <p:cNvSpPr/>
            <p:nvPr/>
          </p:nvSpPr>
          <p:spPr>
            <a:xfrm>
              <a:off x="6358363" y="2250101"/>
              <a:ext cx="16849" cy="16849"/>
            </a:xfrm>
            <a:prstGeom prst="ellipse">
              <a:avLst/>
            </a:prstGeom>
            <a:solidFill>
              <a:srgbClr val="2B7B8D">
                <a:alpha val="45098"/>
              </a:srgbClr>
            </a:solidFill>
            <a:ln w="7363" cap="rnd">
              <a:solidFill>
                <a:srgbClr val="2B7B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t1127"/>
            <p:cNvSpPr/>
            <p:nvPr/>
          </p:nvSpPr>
          <p:spPr>
            <a:xfrm>
              <a:off x="5658450" y="2373234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t1128"/>
            <p:cNvSpPr/>
            <p:nvPr/>
          </p:nvSpPr>
          <p:spPr>
            <a:xfrm>
              <a:off x="6203876" y="2130682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t1129"/>
            <p:cNvSpPr/>
            <p:nvPr/>
          </p:nvSpPr>
          <p:spPr>
            <a:xfrm>
              <a:off x="6299669" y="1997265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t1130"/>
            <p:cNvSpPr/>
            <p:nvPr/>
          </p:nvSpPr>
          <p:spPr>
            <a:xfrm>
              <a:off x="6254276" y="2334167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t1131"/>
            <p:cNvSpPr/>
            <p:nvPr/>
          </p:nvSpPr>
          <p:spPr>
            <a:xfrm>
              <a:off x="5854603" y="198885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t1132"/>
            <p:cNvSpPr/>
            <p:nvPr/>
          </p:nvSpPr>
          <p:spPr>
            <a:xfrm>
              <a:off x="7033439" y="1752515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t1133"/>
            <p:cNvSpPr/>
            <p:nvPr/>
          </p:nvSpPr>
          <p:spPr>
            <a:xfrm>
              <a:off x="5987607" y="215852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t1134"/>
            <p:cNvSpPr/>
            <p:nvPr/>
          </p:nvSpPr>
          <p:spPr>
            <a:xfrm>
              <a:off x="6184872" y="2231252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t1135"/>
            <p:cNvSpPr/>
            <p:nvPr/>
          </p:nvSpPr>
          <p:spPr>
            <a:xfrm>
              <a:off x="6124035" y="2316102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t1136"/>
            <p:cNvSpPr/>
            <p:nvPr/>
          </p:nvSpPr>
          <p:spPr>
            <a:xfrm>
              <a:off x="6581347" y="2132315"/>
              <a:ext cx="16849" cy="16849"/>
            </a:xfrm>
            <a:prstGeom prst="ellipse">
              <a:avLst/>
            </a:prstGeom>
            <a:solidFill>
              <a:srgbClr val="89D34E">
                <a:alpha val="45098"/>
              </a:srgbClr>
            </a:solidFill>
            <a:ln w="7363" cap="rnd">
              <a:solidFill>
                <a:srgbClr val="89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t1137"/>
            <p:cNvSpPr/>
            <p:nvPr/>
          </p:nvSpPr>
          <p:spPr>
            <a:xfrm>
              <a:off x="6711063" y="2038731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t1138"/>
            <p:cNvSpPr/>
            <p:nvPr/>
          </p:nvSpPr>
          <p:spPr>
            <a:xfrm>
              <a:off x="6037093" y="2385510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t1139"/>
            <p:cNvSpPr/>
            <p:nvPr/>
          </p:nvSpPr>
          <p:spPr>
            <a:xfrm>
              <a:off x="6555402" y="2079328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t1140"/>
            <p:cNvSpPr/>
            <p:nvPr/>
          </p:nvSpPr>
          <p:spPr>
            <a:xfrm>
              <a:off x="6251565" y="232566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t1141"/>
            <p:cNvSpPr/>
            <p:nvPr/>
          </p:nvSpPr>
          <p:spPr>
            <a:xfrm>
              <a:off x="6721217" y="1974088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t1142"/>
            <p:cNvSpPr/>
            <p:nvPr/>
          </p:nvSpPr>
          <p:spPr>
            <a:xfrm>
              <a:off x="5976689" y="2430622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t1143"/>
            <p:cNvSpPr/>
            <p:nvPr/>
          </p:nvSpPr>
          <p:spPr>
            <a:xfrm>
              <a:off x="6102920" y="2172300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t1144"/>
            <p:cNvSpPr/>
            <p:nvPr/>
          </p:nvSpPr>
          <p:spPr>
            <a:xfrm>
              <a:off x="6687914" y="2073520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t1145"/>
            <p:cNvSpPr/>
            <p:nvPr/>
          </p:nvSpPr>
          <p:spPr>
            <a:xfrm>
              <a:off x="6693943" y="2194256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t1146"/>
            <p:cNvSpPr/>
            <p:nvPr/>
          </p:nvSpPr>
          <p:spPr>
            <a:xfrm>
              <a:off x="6443438" y="1985210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t1147"/>
            <p:cNvSpPr/>
            <p:nvPr/>
          </p:nvSpPr>
          <p:spPr>
            <a:xfrm>
              <a:off x="6387742" y="228412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t1148"/>
            <p:cNvSpPr/>
            <p:nvPr/>
          </p:nvSpPr>
          <p:spPr>
            <a:xfrm>
              <a:off x="5788336" y="2126512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t1149"/>
            <p:cNvSpPr/>
            <p:nvPr/>
          </p:nvSpPr>
          <p:spPr>
            <a:xfrm>
              <a:off x="6548280" y="2156627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t1150"/>
            <p:cNvSpPr/>
            <p:nvPr/>
          </p:nvSpPr>
          <p:spPr>
            <a:xfrm>
              <a:off x="6249035" y="2377038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t1151"/>
            <p:cNvSpPr/>
            <p:nvPr/>
          </p:nvSpPr>
          <p:spPr>
            <a:xfrm>
              <a:off x="7370916" y="1416667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t1152"/>
            <p:cNvSpPr/>
            <p:nvPr/>
          </p:nvSpPr>
          <p:spPr>
            <a:xfrm>
              <a:off x="5740029" y="2071726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t1153"/>
            <p:cNvSpPr/>
            <p:nvPr/>
          </p:nvSpPr>
          <p:spPr>
            <a:xfrm>
              <a:off x="6070102" y="2382000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t1154"/>
            <p:cNvSpPr/>
            <p:nvPr/>
          </p:nvSpPr>
          <p:spPr>
            <a:xfrm>
              <a:off x="7233538" y="1842391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t1155"/>
            <p:cNvSpPr/>
            <p:nvPr/>
          </p:nvSpPr>
          <p:spPr>
            <a:xfrm>
              <a:off x="5805517" y="221412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t1156"/>
            <p:cNvSpPr/>
            <p:nvPr/>
          </p:nvSpPr>
          <p:spPr>
            <a:xfrm>
              <a:off x="6437702" y="1833576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t1157"/>
            <p:cNvSpPr/>
            <p:nvPr/>
          </p:nvSpPr>
          <p:spPr>
            <a:xfrm>
              <a:off x="6128211" y="2399704"/>
              <a:ext cx="16849" cy="16849"/>
            </a:xfrm>
            <a:prstGeom prst="ellipse">
              <a:avLst/>
            </a:prstGeom>
            <a:solidFill>
              <a:srgbClr val="2B7B8D">
                <a:alpha val="45098"/>
              </a:srgbClr>
            </a:solidFill>
            <a:ln w="7363" cap="rnd">
              <a:solidFill>
                <a:srgbClr val="2B7B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t1158"/>
            <p:cNvSpPr/>
            <p:nvPr/>
          </p:nvSpPr>
          <p:spPr>
            <a:xfrm>
              <a:off x="6206673" y="2275061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t1159"/>
            <p:cNvSpPr/>
            <p:nvPr/>
          </p:nvSpPr>
          <p:spPr>
            <a:xfrm>
              <a:off x="6094082" y="2216500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t1160"/>
            <p:cNvSpPr/>
            <p:nvPr/>
          </p:nvSpPr>
          <p:spPr>
            <a:xfrm>
              <a:off x="5975377" y="2537307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t1161"/>
            <p:cNvSpPr/>
            <p:nvPr/>
          </p:nvSpPr>
          <p:spPr>
            <a:xfrm>
              <a:off x="6360091" y="2208925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t1162"/>
            <p:cNvSpPr/>
            <p:nvPr/>
          </p:nvSpPr>
          <p:spPr>
            <a:xfrm>
              <a:off x="6505787" y="1964252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t1163"/>
            <p:cNvSpPr/>
            <p:nvPr/>
          </p:nvSpPr>
          <p:spPr>
            <a:xfrm>
              <a:off x="6598692" y="225308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t1164"/>
            <p:cNvSpPr/>
            <p:nvPr/>
          </p:nvSpPr>
          <p:spPr>
            <a:xfrm>
              <a:off x="5925807" y="180640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t1165"/>
            <p:cNvSpPr/>
            <p:nvPr/>
          </p:nvSpPr>
          <p:spPr>
            <a:xfrm>
              <a:off x="7533710" y="1839989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t1166"/>
            <p:cNvSpPr/>
            <p:nvPr/>
          </p:nvSpPr>
          <p:spPr>
            <a:xfrm>
              <a:off x="5999814" y="2621835"/>
              <a:ext cx="16849" cy="16849"/>
            </a:xfrm>
            <a:prstGeom prst="ellipse">
              <a:avLst/>
            </a:prstGeom>
            <a:solidFill>
              <a:srgbClr val="3AAE7D">
                <a:alpha val="45098"/>
              </a:srgbClr>
            </a:solidFill>
            <a:ln w="7363" cap="rnd">
              <a:solidFill>
                <a:srgbClr val="3AAE7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t1167"/>
            <p:cNvSpPr/>
            <p:nvPr/>
          </p:nvSpPr>
          <p:spPr>
            <a:xfrm>
              <a:off x="6502650" y="2046357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t1168"/>
            <p:cNvSpPr/>
            <p:nvPr/>
          </p:nvSpPr>
          <p:spPr>
            <a:xfrm>
              <a:off x="6247008" y="2343468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t1169"/>
            <p:cNvSpPr/>
            <p:nvPr/>
          </p:nvSpPr>
          <p:spPr>
            <a:xfrm>
              <a:off x="6422301" y="2300105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t1170"/>
            <p:cNvSpPr/>
            <p:nvPr/>
          </p:nvSpPr>
          <p:spPr>
            <a:xfrm>
              <a:off x="6887914" y="1945609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t1171"/>
            <p:cNvSpPr/>
            <p:nvPr/>
          </p:nvSpPr>
          <p:spPr>
            <a:xfrm>
              <a:off x="5814489" y="2272026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t1172"/>
            <p:cNvSpPr/>
            <p:nvPr/>
          </p:nvSpPr>
          <p:spPr>
            <a:xfrm>
              <a:off x="6122714" y="2283953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t1173"/>
            <p:cNvSpPr/>
            <p:nvPr/>
          </p:nvSpPr>
          <p:spPr>
            <a:xfrm>
              <a:off x="5390944" y="2429635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t1174"/>
            <p:cNvSpPr/>
            <p:nvPr/>
          </p:nvSpPr>
          <p:spPr>
            <a:xfrm>
              <a:off x="5639326" y="2295224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t1175"/>
            <p:cNvSpPr/>
            <p:nvPr/>
          </p:nvSpPr>
          <p:spPr>
            <a:xfrm>
              <a:off x="6658883" y="2122445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t1176"/>
            <p:cNvSpPr/>
            <p:nvPr/>
          </p:nvSpPr>
          <p:spPr>
            <a:xfrm>
              <a:off x="6233200" y="229346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t1177"/>
            <p:cNvSpPr/>
            <p:nvPr/>
          </p:nvSpPr>
          <p:spPr>
            <a:xfrm>
              <a:off x="5755040" y="2176683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t1178"/>
            <p:cNvSpPr/>
            <p:nvPr/>
          </p:nvSpPr>
          <p:spPr>
            <a:xfrm>
              <a:off x="6842563" y="1982636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t1179"/>
            <p:cNvSpPr/>
            <p:nvPr/>
          </p:nvSpPr>
          <p:spPr>
            <a:xfrm>
              <a:off x="5754846" y="2132089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t1180"/>
            <p:cNvSpPr/>
            <p:nvPr/>
          </p:nvSpPr>
          <p:spPr>
            <a:xfrm>
              <a:off x="6751997" y="2093209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t1181"/>
            <p:cNvSpPr/>
            <p:nvPr/>
          </p:nvSpPr>
          <p:spPr>
            <a:xfrm>
              <a:off x="5685112" y="2481499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t1182"/>
            <p:cNvSpPr/>
            <p:nvPr/>
          </p:nvSpPr>
          <p:spPr>
            <a:xfrm>
              <a:off x="5242867" y="2291413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t1183"/>
            <p:cNvSpPr/>
            <p:nvPr/>
          </p:nvSpPr>
          <p:spPr>
            <a:xfrm>
              <a:off x="5562372" y="246133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t1184"/>
            <p:cNvSpPr/>
            <p:nvPr/>
          </p:nvSpPr>
          <p:spPr>
            <a:xfrm>
              <a:off x="6570763" y="232020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t1185"/>
            <p:cNvSpPr/>
            <p:nvPr/>
          </p:nvSpPr>
          <p:spPr>
            <a:xfrm>
              <a:off x="6186054" y="2261612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t1186"/>
            <p:cNvSpPr/>
            <p:nvPr/>
          </p:nvSpPr>
          <p:spPr>
            <a:xfrm>
              <a:off x="6841935" y="1762537"/>
              <a:ext cx="16849" cy="16849"/>
            </a:xfrm>
            <a:prstGeom prst="ellipse">
              <a:avLst/>
            </a:prstGeom>
            <a:solidFill>
              <a:srgbClr val="2C898B">
                <a:alpha val="45098"/>
              </a:srgbClr>
            </a:solidFill>
            <a:ln w="7363" cap="rnd">
              <a:solidFill>
                <a:srgbClr val="2C89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t1187"/>
            <p:cNvSpPr/>
            <p:nvPr/>
          </p:nvSpPr>
          <p:spPr>
            <a:xfrm>
              <a:off x="6768805" y="201598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t1188"/>
            <p:cNvSpPr/>
            <p:nvPr/>
          </p:nvSpPr>
          <p:spPr>
            <a:xfrm>
              <a:off x="5501154" y="2486626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t1189"/>
            <p:cNvSpPr/>
            <p:nvPr/>
          </p:nvSpPr>
          <p:spPr>
            <a:xfrm>
              <a:off x="6447096" y="213674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t1190"/>
            <p:cNvSpPr/>
            <p:nvPr/>
          </p:nvSpPr>
          <p:spPr>
            <a:xfrm>
              <a:off x="6221060" y="2255701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t1191"/>
            <p:cNvSpPr/>
            <p:nvPr/>
          </p:nvSpPr>
          <p:spPr>
            <a:xfrm>
              <a:off x="5988097" y="2431311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t1192"/>
            <p:cNvSpPr/>
            <p:nvPr/>
          </p:nvSpPr>
          <p:spPr>
            <a:xfrm>
              <a:off x="6550582" y="2173297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t1193"/>
            <p:cNvSpPr/>
            <p:nvPr/>
          </p:nvSpPr>
          <p:spPr>
            <a:xfrm>
              <a:off x="6530730" y="2227290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t1194"/>
            <p:cNvSpPr/>
            <p:nvPr/>
          </p:nvSpPr>
          <p:spPr>
            <a:xfrm>
              <a:off x="6236467" y="2312106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t1195"/>
            <p:cNvSpPr/>
            <p:nvPr/>
          </p:nvSpPr>
          <p:spPr>
            <a:xfrm>
              <a:off x="5964365" y="2409102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t1196"/>
            <p:cNvSpPr/>
            <p:nvPr/>
          </p:nvSpPr>
          <p:spPr>
            <a:xfrm>
              <a:off x="5924043" y="2095076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t1197"/>
            <p:cNvSpPr/>
            <p:nvPr/>
          </p:nvSpPr>
          <p:spPr>
            <a:xfrm>
              <a:off x="7324530" y="2071377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t1198"/>
            <p:cNvSpPr/>
            <p:nvPr/>
          </p:nvSpPr>
          <p:spPr>
            <a:xfrm>
              <a:off x="6721463" y="2041382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t1199"/>
            <p:cNvSpPr/>
            <p:nvPr/>
          </p:nvSpPr>
          <p:spPr>
            <a:xfrm>
              <a:off x="5543939" y="2199685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t1200"/>
            <p:cNvSpPr/>
            <p:nvPr/>
          </p:nvSpPr>
          <p:spPr>
            <a:xfrm>
              <a:off x="6258109" y="240283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t1201"/>
            <p:cNvSpPr/>
            <p:nvPr/>
          </p:nvSpPr>
          <p:spPr>
            <a:xfrm>
              <a:off x="5526142" y="2607938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t1202"/>
            <p:cNvSpPr/>
            <p:nvPr/>
          </p:nvSpPr>
          <p:spPr>
            <a:xfrm>
              <a:off x="6807050" y="176273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t1203"/>
            <p:cNvSpPr/>
            <p:nvPr/>
          </p:nvSpPr>
          <p:spPr>
            <a:xfrm>
              <a:off x="5419549" y="2400155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t1204"/>
            <p:cNvSpPr/>
            <p:nvPr/>
          </p:nvSpPr>
          <p:spPr>
            <a:xfrm>
              <a:off x="6033395" y="2264367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t1205"/>
            <p:cNvSpPr/>
            <p:nvPr/>
          </p:nvSpPr>
          <p:spPr>
            <a:xfrm>
              <a:off x="6171713" y="2107244"/>
              <a:ext cx="16849" cy="16849"/>
            </a:xfrm>
            <a:prstGeom prst="ellipse">
              <a:avLst/>
            </a:prstGeom>
            <a:solidFill>
              <a:srgbClr val="9CD74A">
                <a:alpha val="45098"/>
              </a:srgbClr>
            </a:solidFill>
            <a:ln w="7363" cap="rnd">
              <a:solidFill>
                <a:srgbClr val="9CD7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t1206"/>
            <p:cNvSpPr/>
            <p:nvPr/>
          </p:nvSpPr>
          <p:spPr>
            <a:xfrm>
              <a:off x="6800720" y="1896201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t1207"/>
            <p:cNvSpPr/>
            <p:nvPr/>
          </p:nvSpPr>
          <p:spPr>
            <a:xfrm>
              <a:off x="6021927" y="2226639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t1208"/>
            <p:cNvSpPr/>
            <p:nvPr/>
          </p:nvSpPr>
          <p:spPr>
            <a:xfrm>
              <a:off x="6478968" y="2137299"/>
              <a:ext cx="16849" cy="16849"/>
            </a:xfrm>
            <a:prstGeom prst="ellipse">
              <a:avLst/>
            </a:prstGeom>
            <a:solidFill>
              <a:srgbClr val="6EC85D">
                <a:alpha val="45098"/>
              </a:srgbClr>
            </a:solidFill>
            <a:ln w="7363" cap="rnd">
              <a:solidFill>
                <a:srgbClr val="6EC8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t1209"/>
            <p:cNvSpPr/>
            <p:nvPr/>
          </p:nvSpPr>
          <p:spPr>
            <a:xfrm>
              <a:off x="6485128" y="2069879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t1210"/>
            <p:cNvSpPr/>
            <p:nvPr/>
          </p:nvSpPr>
          <p:spPr>
            <a:xfrm>
              <a:off x="5714234" y="2440144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t1211"/>
            <p:cNvSpPr/>
            <p:nvPr/>
          </p:nvSpPr>
          <p:spPr>
            <a:xfrm>
              <a:off x="5803891" y="1930142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t1212"/>
            <p:cNvSpPr/>
            <p:nvPr/>
          </p:nvSpPr>
          <p:spPr>
            <a:xfrm>
              <a:off x="6530135" y="233171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t1213"/>
            <p:cNvSpPr/>
            <p:nvPr/>
          </p:nvSpPr>
          <p:spPr>
            <a:xfrm>
              <a:off x="6376707" y="2306055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t1214"/>
            <p:cNvSpPr/>
            <p:nvPr/>
          </p:nvSpPr>
          <p:spPr>
            <a:xfrm>
              <a:off x="6373340" y="242075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t1215"/>
            <p:cNvSpPr/>
            <p:nvPr/>
          </p:nvSpPr>
          <p:spPr>
            <a:xfrm>
              <a:off x="6275282" y="2192669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t1216"/>
            <p:cNvSpPr/>
            <p:nvPr/>
          </p:nvSpPr>
          <p:spPr>
            <a:xfrm>
              <a:off x="6940919" y="188850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t1217"/>
            <p:cNvSpPr/>
            <p:nvPr/>
          </p:nvSpPr>
          <p:spPr>
            <a:xfrm>
              <a:off x="6296123" y="211116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t1218"/>
            <p:cNvSpPr/>
            <p:nvPr/>
          </p:nvSpPr>
          <p:spPr>
            <a:xfrm>
              <a:off x="6334771" y="2086700"/>
              <a:ext cx="16849" cy="16849"/>
            </a:xfrm>
            <a:prstGeom prst="ellipse">
              <a:avLst/>
            </a:prstGeom>
            <a:solidFill>
              <a:srgbClr val="76CE56">
                <a:alpha val="45098"/>
              </a:srgbClr>
            </a:solidFill>
            <a:ln w="7363" cap="rnd">
              <a:solidFill>
                <a:srgbClr val="76CE5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t1219"/>
            <p:cNvSpPr/>
            <p:nvPr/>
          </p:nvSpPr>
          <p:spPr>
            <a:xfrm>
              <a:off x="6673055" y="2052708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t1220"/>
            <p:cNvSpPr/>
            <p:nvPr/>
          </p:nvSpPr>
          <p:spPr>
            <a:xfrm>
              <a:off x="5913337" y="2240574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t1221"/>
            <p:cNvSpPr/>
            <p:nvPr/>
          </p:nvSpPr>
          <p:spPr>
            <a:xfrm>
              <a:off x="6140285" y="2346785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t1222"/>
            <p:cNvSpPr/>
            <p:nvPr/>
          </p:nvSpPr>
          <p:spPr>
            <a:xfrm>
              <a:off x="5100246" y="2808951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t1223"/>
            <p:cNvSpPr/>
            <p:nvPr/>
          </p:nvSpPr>
          <p:spPr>
            <a:xfrm>
              <a:off x="6029086" y="2277184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t1224"/>
            <p:cNvSpPr/>
            <p:nvPr/>
          </p:nvSpPr>
          <p:spPr>
            <a:xfrm>
              <a:off x="5983766" y="225689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t1225"/>
            <p:cNvSpPr/>
            <p:nvPr/>
          </p:nvSpPr>
          <p:spPr>
            <a:xfrm>
              <a:off x="7102679" y="1559141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t1226"/>
            <p:cNvSpPr/>
            <p:nvPr/>
          </p:nvSpPr>
          <p:spPr>
            <a:xfrm>
              <a:off x="6528600" y="2168770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t1227"/>
            <p:cNvSpPr/>
            <p:nvPr/>
          </p:nvSpPr>
          <p:spPr>
            <a:xfrm>
              <a:off x="6191873" y="227173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t1228"/>
            <p:cNvSpPr/>
            <p:nvPr/>
          </p:nvSpPr>
          <p:spPr>
            <a:xfrm>
              <a:off x="7165998" y="1723884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t1229"/>
            <p:cNvSpPr/>
            <p:nvPr/>
          </p:nvSpPr>
          <p:spPr>
            <a:xfrm>
              <a:off x="7015887" y="1552311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t1230"/>
            <p:cNvSpPr/>
            <p:nvPr/>
          </p:nvSpPr>
          <p:spPr>
            <a:xfrm>
              <a:off x="6728153" y="187978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t1231"/>
            <p:cNvSpPr/>
            <p:nvPr/>
          </p:nvSpPr>
          <p:spPr>
            <a:xfrm>
              <a:off x="5540185" y="2225748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t1232"/>
            <p:cNvSpPr/>
            <p:nvPr/>
          </p:nvSpPr>
          <p:spPr>
            <a:xfrm>
              <a:off x="6672140" y="2048397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t1233"/>
            <p:cNvSpPr/>
            <p:nvPr/>
          </p:nvSpPr>
          <p:spPr>
            <a:xfrm>
              <a:off x="5835466" y="2375781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t1234"/>
            <p:cNvSpPr/>
            <p:nvPr/>
          </p:nvSpPr>
          <p:spPr>
            <a:xfrm>
              <a:off x="5802524" y="2255954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t1235"/>
            <p:cNvSpPr/>
            <p:nvPr/>
          </p:nvSpPr>
          <p:spPr>
            <a:xfrm>
              <a:off x="6829726" y="1818048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t1236"/>
            <p:cNvSpPr/>
            <p:nvPr/>
          </p:nvSpPr>
          <p:spPr>
            <a:xfrm>
              <a:off x="6074633" y="2330416"/>
              <a:ext cx="16849" cy="16849"/>
            </a:xfrm>
            <a:prstGeom prst="ellipse">
              <a:avLst/>
            </a:prstGeom>
            <a:solidFill>
              <a:srgbClr val="8DD44D">
                <a:alpha val="45098"/>
              </a:srgbClr>
            </a:solidFill>
            <a:ln w="7363" cap="rnd">
              <a:solidFill>
                <a:srgbClr val="8D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t1237"/>
            <p:cNvSpPr/>
            <p:nvPr/>
          </p:nvSpPr>
          <p:spPr>
            <a:xfrm>
              <a:off x="5858929" y="2068040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t1238"/>
            <p:cNvSpPr/>
            <p:nvPr/>
          </p:nvSpPr>
          <p:spPr>
            <a:xfrm>
              <a:off x="6321354" y="2245626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t1239"/>
            <p:cNvSpPr/>
            <p:nvPr/>
          </p:nvSpPr>
          <p:spPr>
            <a:xfrm>
              <a:off x="5252907" y="2513613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t1240"/>
            <p:cNvSpPr/>
            <p:nvPr/>
          </p:nvSpPr>
          <p:spPr>
            <a:xfrm>
              <a:off x="6304745" y="2178610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t1241"/>
            <p:cNvSpPr/>
            <p:nvPr/>
          </p:nvSpPr>
          <p:spPr>
            <a:xfrm>
              <a:off x="6602134" y="2140808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t1242"/>
            <p:cNvSpPr/>
            <p:nvPr/>
          </p:nvSpPr>
          <p:spPr>
            <a:xfrm>
              <a:off x="6114974" y="2310288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t1243"/>
            <p:cNvSpPr/>
            <p:nvPr/>
          </p:nvSpPr>
          <p:spPr>
            <a:xfrm>
              <a:off x="6174566" y="2262666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t1244"/>
            <p:cNvSpPr/>
            <p:nvPr/>
          </p:nvSpPr>
          <p:spPr>
            <a:xfrm>
              <a:off x="6409187" y="2183208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t1245"/>
            <p:cNvSpPr/>
            <p:nvPr/>
          </p:nvSpPr>
          <p:spPr>
            <a:xfrm>
              <a:off x="5947176" y="2109598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t1246"/>
            <p:cNvSpPr/>
            <p:nvPr/>
          </p:nvSpPr>
          <p:spPr>
            <a:xfrm>
              <a:off x="5390594" y="251188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t1247"/>
            <p:cNvSpPr/>
            <p:nvPr/>
          </p:nvSpPr>
          <p:spPr>
            <a:xfrm>
              <a:off x="6295307" y="2044183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t1248"/>
            <p:cNvSpPr/>
            <p:nvPr/>
          </p:nvSpPr>
          <p:spPr>
            <a:xfrm>
              <a:off x="5605949" y="2376728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t1249"/>
            <p:cNvSpPr/>
            <p:nvPr/>
          </p:nvSpPr>
          <p:spPr>
            <a:xfrm>
              <a:off x="6336143" y="225399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t1250"/>
            <p:cNvSpPr/>
            <p:nvPr/>
          </p:nvSpPr>
          <p:spPr>
            <a:xfrm>
              <a:off x="5780997" y="2320843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t1251"/>
            <p:cNvSpPr/>
            <p:nvPr/>
          </p:nvSpPr>
          <p:spPr>
            <a:xfrm>
              <a:off x="6116554" y="2250488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t1252"/>
            <p:cNvSpPr/>
            <p:nvPr/>
          </p:nvSpPr>
          <p:spPr>
            <a:xfrm>
              <a:off x="6267929" y="2301090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t1253"/>
            <p:cNvSpPr/>
            <p:nvPr/>
          </p:nvSpPr>
          <p:spPr>
            <a:xfrm>
              <a:off x="5708116" y="2429835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t1254"/>
            <p:cNvSpPr/>
            <p:nvPr/>
          </p:nvSpPr>
          <p:spPr>
            <a:xfrm>
              <a:off x="6392793" y="2174533"/>
              <a:ext cx="16849" cy="16849"/>
            </a:xfrm>
            <a:prstGeom prst="ellipse">
              <a:avLst/>
            </a:prstGeom>
            <a:solidFill>
              <a:srgbClr val="6FC95D">
                <a:alpha val="45098"/>
              </a:srgbClr>
            </a:solidFill>
            <a:ln w="7363" cap="rnd">
              <a:solidFill>
                <a:srgbClr val="6F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t1255"/>
            <p:cNvSpPr/>
            <p:nvPr/>
          </p:nvSpPr>
          <p:spPr>
            <a:xfrm>
              <a:off x="6415984" y="2312873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t1256"/>
            <p:cNvSpPr/>
            <p:nvPr/>
          </p:nvSpPr>
          <p:spPr>
            <a:xfrm>
              <a:off x="5540222" y="2120603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t1257"/>
            <p:cNvSpPr/>
            <p:nvPr/>
          </p:nvSpPr>
          <p:spPr>
            <a:xfrm>
              <a:off x="6652837" y="2080008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t1258"/>
            <p:cNvSpPr/>
            <p:nvPr/>
          </p:nvSpPr>
          <p:spPr>
            <a:xfrm>
              <a:off x="7033732" y="1711025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t1259"/>
            <p:cNvSpPr/>
            <p:nvPr/>
          </p:nvSpPr>
          <p:spPr>
            <a:xfrm>
              <a:off x="6233018" y="232423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t1260"/>
            <p:cNvSpPr/>
            <p:nvPr/>
          </p:nvSpPr>
          <p:spPr>
            <a:xfrm>
              <a:off x="5737477" y="210775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t1261"/>
            <p:cNvSpPr/>
            <p:nvPr/>
          </p:nvSpPr>
          <p:spPr>
            <a:xfrm>
              <a:off x="6186454" y="213020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t1262"/>
            <p:cNvSpPr/>
            <p:nvPr/>
          </p:nvSpPr>
          <p:spPr>
            <a:xfrm>
              <a:off x="5882844" y="204464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t1263"/>
            <p:cNvSpPr/>
            <p:nvPr/>
          </p:nvSpPr>
          <p:spPr>
            <a:xfrm>
              <a:off x="6374147" y="2262181"/>
              <a:ext cx="16849" cy="16849"/>
            </a:xfrm>
            <a:prstGeom prst="ellipse">
              <a:avLst/>
            </a:prstGeom>
            <a:solidFill>
              <a:srgbClr val="77CF54">
                <a:alpha val="45098"/>
              </a:srgbClr>
            </a:solidFill>
            <a:ln w="7363" cap="rnd">
              <a:solidFill>
                <a:srgbClr val="77CF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t1264"/>
            <p:cNvSpPr/>
            <p:nvPr/>
          </p:nvSpPr>
          <p:spPr>
            <a:xfrm>
              <a:off x="6555910" y="2081666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t1265"/>
            <p:cNvSpPr/>
            <p:nvPr/>
          </p:nvSpPr>
          <p:spPr>
            <a:xfrm>
              <a:off x="6206518" y="2363388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t1266"/>
            <p:cNvSpPr/>
            <p:nvPr/>
          </p:nvSpPr>
          <p:spPr>
            <a:xfrm>
              <a:off x="6038905" y="2367284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t1267"/>
            <p:cNvSpPr/>
            <p:nvPr/>
          </p:nvSpPr>
          <p:spPr>
            <a:xfrm>
              <a:off x="6269733" y="2483175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t1268"/>
            <p:cNvSpPr/>
            <p:nvPr/>
          </p:nvSpPr>
          <p:spPr>
            <a:xfrm>
              <a:off x="6826182" y="1748627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t1269"/>
            <p:cNvSpPr/>
            <p:nvPr/>
          </p:nvSpPr>
          <p:spPr>
            <a:xfrm>
              <a:off x="5929212" y="182541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t1270"/>
            <p:cNvSpPr/>
            <p:nvPr/>
          </p:nvSpPr>
          <p:spPr>
            <a:xfrm>
              <a:off x="6106356" y="2103076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t1271"/>
            <p:cNvSpPr/>
            <p:nvPr/>
          </p:nvSpPr>
          <p:spPr>
            <a:xfrm>
              <a:off x="6315329" y="2166443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t1272"/>
            <p:cNvSpPr/>
            <p:nvPr/>
          </p:nvSpPr>
          <p:spPr>
            <a:xfrm>
              <a:off x="6250618" y="233913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t1273"/>
            <p:cNvSpPr/>
            <p:nvPr/>
          </p:nvSpPr>
          <p:spPr>
            <a:xfrm>
              <a:off x="6759607" y="226608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t1274"/>
            <p:cNvSpPr/>
            <p:nvPr/>
          </p:nvSpPr>
          <p:spPr>
            <a:xfrm>
              <a:off x="6190703" y="2232564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t1275"/>
            <p:cNvSpPr/>
            <p:nvPr/>
          </p:nvSpPr>
          <p:spPr>
            <a:xfrm>
              <a:off x="6174170" y="2030676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t1276"/>
            <p:cNvSpPr/>
            <p:nvPr/>
          </p:nvSpPr>
          <p:spPr>
            <a:xfrm>
              <a:off x="6760021" y="2035532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t1277"/>
            <p:cNvSpPr/>
            <p:nvPr/>
          </p:nvSpPr>
          <p:spPr>
            <a:xfrm>
              <a:off x="6297865" y="1988816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t1278"/>
            <p:cNvSpPr/>
            <p:nvPr/>
          </p:nvSpPr>
          <p:spPr>
            <a:xfrm>
              <a:off x="6427201" y="191375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t1279"/>
            <p:cNvSpPr/>
            <p:nvPr/>
          </p:nvSpPr>
          <p:spPr>
            <a:xfrm>
              <a:off x="6250078" y="2170481"/>
              <a:ext cx="16849" cy="16849"/>
            </a:xfrm>
            <a:prstGeom prst="ellipse">
              <a:avLst/>
            </a:prstGeom>
            <a:solidFill>
              <a:srgbClr val="299987">
                <a:alpha val="45098"/>
              </a:srgbClr>
            </a:solidFill>
            <a:ln w="7363" cap="rnd">
              <a:solidFill>
                <a:srgbClr val="2999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t1280"/>
            <p:cNvSpPr/>
            <p:nvPr/>
          </p:nvSpPr>
          <p:spPr>
            <a:xfrm>
              <a:off x="6134451" y="2343780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t1281"/>
            <p:cNvSpPr/>
            <p:nvPr/>
          </p:nvSpPr>
          <p:spPr>
            <a:xfrm>
              <a:off x="6260122" y="247925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t1282"/>
            <p:cNvSpPr/>
            <p:nvPr/>
          </p:nvSpPr>
          <p:spPr>
            <a:xfrm>
              <a:off x="6381685" y="2208099"/>
              <a:ext cx="16849" cy="16849"/>
            </a:xfrm>
            <a:prstGeom prst="ellipse">
              <a:avLst/>
            </a:prstGeom>
            <a:solidFill>
              <a:srgbClr val="A5D848">
                <a:alpha val="45098"/>
              </a:srgbClr>
            </a:solidFill>
            <a:ln w="7363" cap="rnd">
              <a:solidFill>
                <a:srgbClr val="A5D84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t1283"/>
            <p:cNvSpPr/>
            <p:nvPr/>
          </p:nvSpPr>
          <p:spPr>
            <a:xfrm>
              <a:off x="5226451" y="2453611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t1284"/>
            <p:cNvSpPr/>
            <p:nvPr/>
          </p:nvSpPr>
          <p:spPr>
            <a:xfrm>
              <a:off x="5731470" y="2156779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t1285"/>
            <p:cNvSpPr/>
            <p:nvPr/>
          </p:nvSpPr>
          <p:spPr>
            <a:xfrm>
              <a:off x="6234884" y="2304797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t1286"/>
            <p:cNvSpPr/>
            <p:nvPr/>
          </p:nvSpPr>
          <p:spPr>
            <a:xfrm>
              <a:off x="6312146" y="2310232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t1287"/>
            <p:cNvSpPr/>
            <p:nvPr/>
          </p:nvSpPr>
          <p:spPr>
            <a:xfrm>
              <a:off x="5852780" y="2107126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t1288"/>
            <p:cNvSpPr/>
            <p:nvPr/>
          </p:nvSpPr>
          <p:spPr>
            <a:xfrm>
              <a:off x="5346110" y="178736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t1289"/>
            <p:cNvSpPr/>
            <p:nvPr/>
          </p:nvSpPr>
          <p:spPr>
            <a:xfrm>
              <a:off x="6762194" y="2035794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t1290"/>
            <p:cNvSpPr/>
            <p:nvPr/>
          </p:nvSpPr>
          <p:spPr>
            <a:xfrm>
              <a:off x="5935295" y="191013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t1291"/>
            <p:cNvSpPr/>
            <p:nvPr/>
          </p:nvSpPr>
          <p:spPr>
            <a:xfrm>
              <a:off x="5684934" y="238637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t1292"/>
            <p:cNvSpPr/>
            <p:nvPr/>
          </p:nvSpPr>
          <p:spPr>
            <a:xfrm>
              <a:off x="6557289" y="2042316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t1293"/>
            <p:cNvSpPr/>
            <p:nvPr/>
          </p:nvSpPr>
          <p:spPr>
            <a:xfrm>
              <a:off x="7109901" y="1703489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t1294"/>
            <p:cNvSpPr/>
            <p:nvPr/>
          </p:nvSpPr>
          <p:spPr>
            <a:xfrm>
              <a:off x="5681765" y="2547977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t1295"/>
            <p:cNvSpPr/>
            <p:nvPr/>
          </p:nvSpPr>
          <p:spPr>
            <a:xfrm>
              <a:off x="6178985" y="2227231"/>
              <a:ext cx="16849" cy="16849"/>
            </a:xfrm>
            <a:prstGeom prst="ellipse">
              <a:avLst/>
            </a:prstGeom>
            <a:solidFill>
              <a:srgbClr val="33AC80">
                <a:alpha val="45098"/>
              </a:srgbClr>
            </a:solidFill>
            <a:ln w="7363" cap="rnd">
              <a:solidFill>
                <a:srgbClr val="33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t1296"/>
            <p:cNvSpPr/>
            <p:nvPr/>
          </p:nvSpPr>
          <p:spPr>
            <a:xfrm>
              <a:off x="5864054" y="2004398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t1297"/>
            <p:cNvSpPr/>
            <p:nvPr/>
          </p:nvSpPr>
          <p:spPr>
            <a:xfrm>
              <a:off x="6536910" y="2107557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t1298"/>
            <p:cNvSpPr/>
            <p:nvPr/>
          </p:nvSpPr>
          <p:spPr>
            <a:xfrm>
              <a:off x="5739772" y="2260612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t1299"/>
            <p:cNvSpPr/>
            <p:nvPr/>
          </p:nvSpPr>
          <p:spPr>
            <a:xfrm>
              <a:off x="5985949" y="2531203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t1300"/>
            <p:cNvSpPr/>
            <p:nvPr/>
          </p:nvSpPr>
          <p:spPr>
            <a:xfrm>
              <a:off x="6137351" y="2338502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t1301"/>
            <p:cNvSpPr/>
            <p:nvPr/>
          </p:nvSpPr>
          <p:spPr>
            <a:xfrm>
              <a:off x="6245604" y="2306677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t1302"/>
            <p:cNvSpPr/>
            <p:nvPr/>
          </p:nvSpPr>
          <p:spPr>
            <a:xfrm>
              <a:off x="5924500" y="2020239"/>
              <a:ext cx="16849" cy="16849"/>
            </a:xfrm>
            <a:prstGeom prst="ellipse">
              <a:avLst/>
            </a:prstGeom>
            <a:solidFill>
              <a:srgbClr val="78CF53">
                <a:alpha val="45098"/>
              </a:srgbClr>
            </a:solidFill>
            <a:ln w="7363" cap="rnd">
              <a:solidFill>
                <a:srgbClr val="78CF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t1303"/>
            <p:cNvSpPr/>
            <p:nvPr/>
          </p:nvSpPr>
          <p:spPr>
            <a:xfrm>
              <a:off x="6095769" y="223379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t1304"/>
            <p:cNvSpPr/>
            <p:nvPr/>
          </p:nvSpPr>
          <p:spPr>
            <a:xfrm>
              <a:off x="6845619" y="1861005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t1305"/>
            <p:cNvSpPr/>
            <p:nvPr/>
          </p:nvSpPr>
          <p:spPr>
            <a:xfrm>
              <a:off x="5137129" y="2291614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t1306"/>
            <p:cNvSpPr/>
            <p:nvPr/>
          </p:nvSpPr>
          <p:spPr>
            <a:xfrm>
              <a:off x="6165967" y="2261708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t1307"/>
            <p:cNvSpPr/>
            <p:nvPr/>
          </p:nvSpPr>
          <p:spPr>
            <a:xfrm>
              <a:off x="6392547" y="2148814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t1308"/>
            <p:cNvSpPr/>
            <p:nvPr/>
          </p:nvSpPr>
          <p:spPr>
            <a:xfrm>
              <a:off x="6879777" y="2029909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t1309"/>
            <p:cNvSpPr/>
            <p:nvPr/>
          </p:nvSpPr>
          <p:spPr>
            <a:xfrm>
              <a:off x="5908758" y="192579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t1310"/>
            <p:cNvSpPr/>
            <p:nvPr/>
          </p:nvSpPr>
          <p:spPr>
            <a:xfrm>
              <a:off x="5423706" y="219546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t1311"/>
            <p:cNvSpPr/>
            <p:nvPr/>
          </p:nvSpPr>
          <p:spPr>
            <a:xfrm>
              <a:off x="6010423" y="206796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t1312"/>
            <p:cNvSpPr/>
            <p:nvPr/>
          </p:nvSpPr>
          <p:spPr>
            <a:xfrm>
              <a:off x="6193747" y="2217428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t1313"/>
            <p:cNvSpPr/>
            <p:nvPr/>
          </p:nvSpPr>
          <p:spPr>
            <a:xfrm>
              <a:off x="5441699" y="2533732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t1314"/>
            <p:cNvSpPr/>
            <p:nvPr/>
          </p:nvSpPr>
          <p:spPr>
            <a:xfrm>
              <a:off x="5781412" y="2032753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t1315"/>
            <p:cNvSpPr/>
            <p:nvPr/>
          </p:nvSpPr>
          <p:spPr>
            <a:xfrm>
              <a:off x="7314926" y="1952684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t1316"/>
            <p:cNvSpPr/>
            <p:nvPr/>
          </p:nvSpPr>
          <p:spPr>
            <a:xfrm>
              <a:off x="6231258" y="2357837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t1317"/>
            <p:cNvSpPr/>
            <p:nvPr/>
          </p:nvSpPr>
          <p:spPr>
            <a:xfrm>
              <a:off x="6392377" y="2186294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t1318"/>
            <p:cNvSpPr/>
            <p:nvPr/>
          </p:nvSpPr>
          <p:spPr>
            <a:xfrm>
              <a:off x="5631394" y="2490394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t1319"/>
            <p:cNvSpPr/>
            <p:nvPr/>
          </p:nvSpPr>
          <p:spPr>
            <a:xfrm>
              <a:off x="7206745" y="1866471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t1320"/>
            <p:cNvSpPr/>
            <p:nvPr/>
          </p:nvSpPr>
          <p:spPr>
            <a:xfrm>
              <a:off x="5858691" y="2114128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t1321"/>
            <p:cNvSpPr/>
            <p:nvPr/>
          </p:nvSpPr>
          <p:spPr>
            <a:xfrm>
              <a:off x="6695283" y="2011539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t1322"/>
            <p:cNvSpPr/>
            <p:nvPr/>
          </p:nvSpPr>
          <p:spPr>
            <a:xfrm>
              <a:off x="6770263" y="2043215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t1323"/>
            <p:cNvSpPr/>
            <p:nvPr/>
          </p:nvSpPr>
          <p:spPr>
            <a:xfrm>
              <a:off x="5726154" y="2521725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t1324"/>
            <p:cNvSpPr/>
            <p:nvPr/>
          </p:nvSpPr>
          <p:spPr>
            <a:xfrm>
              <a:off x="6213037" y="2291467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t1325"/>
            <p:cNvSpPr/>
            <p:nvPr/>
          </p:nvSpPr>
          <p:spPr>
            <a:xfrm>
              <a:off x="5716600" y="2279178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t1326"/>
            <p:cNvSpPr/>
            <p:nvPr/>
          </p:nvSpPr>
          <p:spPr>
            <a:xfrm>
              <a:off x="5693287" y="2482099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t1327"/>
            <p:cNvSpPr/>
            <p:nvPr/>
          </p:nvSpPr>
          <p:spPr>
            <a:xfrm>
              <a:off x="5685490" y="2298033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t1328"/>
            <p:cNvSpPr/>
            <p:nvPr/>
          </p:nvSpPr>
          <p:spPr>
            <a:xfrm>
              <a:off x="6305264" y="2230591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t1329"/>
            <p:cNvSpPr/>
            <p:nvPr/>
          </p:nvSpPr>
          <p:spPr>
            <a:xfrm>
              <a:off x="6874958" y="1979446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t1330"/>
            <p:cNvSpPr/>
            <p:nvPr/>
          </p:nvSpPr>
          <p:spPr>
            <a:xfrm>
              <a:off x="6851625" y="2044972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t1331"/>
            <p:cNvSpPr/>
            <p:nvPr/>
          </p:nvSpPr>
          <p:spPr>
            <a:xfrm>
              <a:off x="5696119" y="228856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t1332"/>
            <p:cNvSpPr/>
            <p:nvPr/>
          </p:nvSpPr>
          <p:spPr>
            <a:xfrm>
              <a:off x="6268605" y="2456356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t1333"/>
            <p:cNvSpPr/>
            <p:nvPr/>
          </p:nvSpPr>
          <p:spPr>
            <a:xfrm>
              <a:off x="6244863" y="2217988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t1334"/>
            <p:cNvSpPr/>
            <p:nvPr/>
          </p:nvSpPr>
          <p:spPr>
            <a:xfrm>
              <a:off x="6827817" y="1877542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t1335"/>
            <p:cNvSpPr/>
            <p:nvPr/>
          </p:nvSpPr>
          <p:spPr>
            <a:xfrm>
              <a:off x="6109435" y="2249262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t1336"/>
            <p:cNvSpPr/>
            <p:nvPr/>
          </p:nvSpPr>
          <p:spPr>
            <a:xfrm>
              <a:off x="5589504" y="1929683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t1337"/>
            <p:cNvSpPr/>
            <p:nvPr/>
          </p:nvSpPr>
          <p:spPr>
            <a:xfrm>
              <a:off x="6606739" y="2152375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t1338"/>
            <p:cNvSpPr/>
            <p:nvPr/>
          </p:nvSpPr>
          <p:spPr>
            <a:xfrm>
              <a:off x="6522754" y="2196573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t1339"/>
            <p:cNvSpPr/>
            <p:nvPr/>
          </p:nvSpPr>
          <p:spPr>
            <a:xfrm>
              <a:off x="6126353" y="2206875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t1340"/>
            <p:cNvSpPr/>
            <p:nvPr/>
          </p:nvSpPr>
          <p:spPr>
            <a:xfrm>
              <a:off x="5987575" y="230989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t1341"/>
            <p:cNvSpPr/>
            <p:nvPr/>
          </p:nvSpPr>
          <p:spPr>
            <a:xfrm>
              <a:off x="5386221" y="2452590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t1342"/>
            <p:cNvSpPr/>
            <p:nvPr/>
          </p:nvSpPr>
          <p:spPr>
            <a:xfrm>
              <a:off x="5846072" y="2357138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t1343"/>
            <p:cNvSpPr/>
            <p:nvPr/>
          </p:nvSpPr>
          <p:spPr>
            <a:xfrm>
              <a:off x="6856280" y="1809805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t1344"/>
            <p:cNvSpPr/>
            <p:nvPr/>
          </p:nvSpPr>
          <p:spPr>
            <a:xfrm>
              <a:off x="5977220" y="2460806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t1345"/>
            <p:cNvSpPr/>
            <p:nvPr/>
          </p:nvSpPr>
          <p:spPr>
            <a:xfrm>
              <a:off x="5231299" y="1956775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t1346"/>
            <p:cNvSpPr/>
            <p:nvPr/>
          </p:nvSpPr>
          <p:spPr>
            <a:xfrm>
              <a:off x="5646451" y="2401406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t1347"/>
            <p:cNvSpPr/>
            <p:nvPr/>
          </p:nvSpPr>
          <p:spPr>
            <a:xfrm>
              <a:off x="5355530" y="2245374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t1348"/>
            <p:cNvSpPr/>
            <p:nvPr/>
          </p:nvSpPr>
          <p:spPr>
            <a:xfrm>
              <a:off x="6322630" y="2204824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t1349"/>
            <p:cNvSpPr/>
            <p:nvPr/>
          </p:nvSpPr>
          <p:spPr>
            <a:xfrm>
              <a:off x="6001874" y="2607827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t1350"/>
            <p:cNvSpPr/>
            <p:nvPr/>
          </p:nvSpPr>
          <p:spPr>
            <a:xfrm>
              <a:off x="6154400" y="232484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t1351"/>
            <p:cNvSpPr/>
            <p:nvPr/>
          </p:nvSpPr>
          <p:spPr>
            <a:xfrm>
              <a:off x="6232815" y="2260037"/>
              <a:ext cx="16849" cy="16849"/>
            </a:xfrm>
            <a:prstGeom prst="ellipse">
              <a:avLst/>
            </a:prstGeom>
            <a:solidFill>
              <a:srgbClr val="2A9488">
                <a:alpha val="45098"/>
              </a:srgbClr>
            </a:solidFill>
            <a:ln w="7363" cap="rnd">
              <a:solidFill>
                <a:srgbClr val="2A94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t1352"/>
            <p:cNvSpPr/>
            <p:nvPr/>
          </p:nvSpPr>
          <p:spPr>
            <a:xfrm>
              <a:off x="6464434" y="1999625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t1353"/>
            <p:cNvSpPr/>
            <p:nvPr/>
          </p:nvSpPr>
          <p:spPr>
            <a:xfrm>
              <a:off x="6589599" y="2099393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t1354"/>
            <p:cNvSpPr/>
            <p:nvPr/>
          </p:nvSpPr>
          <p:spPr>
            <a:xfrm>
              <a:off x="6651310" y="210061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t1355"/>
            <p:cNvSpPr/>
            <p:nvPr/>
          </p:nvSpPr>
          <p:spPr>
            <a:xfrm>
              <a:off x="6004355" y="2416492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t1356"/>
            <p:cNvSpPr/>
            <p:nvPr/>
          </p:nvSpPr>
          <p:spPr>
            <a:xfrm>
              <a:off x="6015576" y="2572071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t1357"/>
            <p:cNvSpPr/>
            <p:nvPr/>
          </p:nvSpPr>
          <p:spPr>
            <a:xfrm>
              <a:off x="6027135" y="192661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t1358"/>
            <p:cNvSpPr/>
            <p:nvPr/>
          </p:nvSpPr>
          <p:spPr>
            <a:xfrm>
              <a:off x="5037646" y="2705045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t1359"/>
            <p:cNvSpPr/>
            <p:nvPr/>
          </p:nvSpPr>
          <p:spPr>
            <a:xfrm>
              <a:off x="6393378" y="2113872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t1360"/>
            <p:cNvSpPr/>
            <p:nvPr/>
          </p:nvSpPr>
          <p:spPr>
            <a:xfrm>
              <a:off x="6225536" y="2212535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t1361"/>
            <p:cNvSpPr/>
            <p:nvPr/>
          </p:nvSpPr>
          <p:spPr>
            <a:xfrm>
              <a:off x="5984206" y="215537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t1362"/>
            <p:cNvSpPr/>
            <p:nvPr/>
          </p:nvSpPr>
          <p:spPr>
            <a:xfrm>
              <a:off x="5446325" y="2576283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t1363"/>
            <p:cNvSpPr/>
            <p:nvPr/>
          </p:nvSpPr>
          <p:spPr>
            <a:xfrm>
              <a:off x="6240797" y="2250707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t1364"/>
            <p:cNvSpPr/>
            <p:nvPr/>
          </p:nvSpPr>
          <p:spPr>
            <a:xfrm>
              <a:off x="6339374" y="229685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t1365"/>
            <p:cNvSpPr/>
            <p:nvPr/>
          </p:nvSpPr>
          <p:spPr>
            <a:xfrm>
              <a:off x="6077091" y="241811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t1366"/>
            <p:cNvSpPr/>
            <p:nvPr/>
          </p:nvSpPr>
          <p:spPr>
            <a:xfrm>
              <a:off x="6711782" y="2065323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t1367"/>
            <p:cNvSpPr/>
            <p:nvPr/>
          </p:nvSpPr>
          <p:spPr>
            <a:xfrm>
              <a:off x="6805375" y="1719042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t1368"/>
            <p:cNvSpPr/>
            <p:nvPr/>
          </p:nvSpPr>
          <p:spPr>
            <a:xfrm>
              <a:off x="6193259" y="225709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t1369"/>
            <p:cNvSpPr/>
            <p:nvPr/>
          </p:nvSpPr>
          <p:spPr>
            <a:xfrm>
              <a:off x="6712264" y="2082441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t1370"/>
            <p:cNvSpPr/>
            <p:nvPr/>
          </p:nvSpPr>
          <p:spPr>
            <a:xfrm>
              <a:off x="6141914" y="2306507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t1371"/>
            <p:cNvSpPr/>
            <p:nvPr/>
          </p:nvSpPr>
          <p:spPr>
            <a:xfrm>
              <a:off x="7003248" y="179323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t1372"/>
            <p:cNvSpPr/>
            <p:nvPr/>
          </p:nvSpPr>
          <p:spPr>
            <a:xfrm>
              <a:off x="5751336" y="2166080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t1373"/>
            <p:cNvSpPr/>
            <p:nvPr/>
          </p:nvSpPr>
          <p:spPr>
            <a:xfrm>
              <a:off x="6222541" y="2275336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t1374"/>
            <p:cNvSpPr/>
            <p:nvPr/>
          </p:nvSpPr>
          <p:spPr>
            <a:xfrm>
              <a:off x="6535007" y="2215383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t1375"/>
            <p:cNvSpPr/>
            <p:nvPr/>
          </p:nvSpPr>
          <p:spPr>
            <a:xfrm>
              <a:off x="5859498" y="2107173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t1376"/>
            <p:cNvSpPr/>
            <p:nvPr/>
          </p:nvSpPr>
          <p:spPr>
            <a:xfrm>
              <a:off x="6496481" y="2092452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t1377"/>
            <p:cNvSpPr/>
            <p:nvPr/>
          </p:nvSpPr>
          <p:spPr>
            <a:xfrm>
              <a:off x="6386472" y="2224413"/>
              <a:ext cx="16849" cy="16849"/>
            </a:xfrm>
            <a:prstGeom prst="ellipse">
              <a:avLst/>
            </a:prstGeom>
            <a:solidFill>
              <a:srgbClr val="5EBE6A">
                <a:alpha val="45098"/>
              </a:srgbClr>
            </a:solidFill>
            <a:ln w="7363" cap="rnd">
              <a:solidFill>
                <a:srgbClr val="5EBE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t1378"/>
            <p:cNvSpPr/>
            <p:nvPr/>
          </p:nvSpPr>
          <p:spPr>
            <a:xfrm>
              <a:off x="6174132" y="2043046"/>
              <a:ext cx="16849" cy="16849"/>
            </a:xfrm>
            <a:prstGeom prst="ellipse">
              <a:avLst/>
            </a:prstGeom>
            <a:solidFill>
              <a:srgbClr val="DCE236">
                <a:alpha val="45098"/>
              </a:srgbClr>
            </a:solidFill>
            <a:ln w="7363" cap="rnd">
              <a:solidFill>
                <a:srgbClr val="DCE23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t1379"/>
            <p:cNvSpPr/>
            <p:nvPr/>
          </p:nvSpPr>
          <p:spPr>
            <a:xfrm>
              <a:off x="6579356" y="2228647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t1380"/>
            <p:cNvSpPr/>
            <p:nvPr/>
          </p:nvSpPr>
          <p:spPr>
            <a:xfrm>
              <a:off x="5457240" y="2410401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t1381"/>
            <p:cNvSpPr/>
            <p:nvPr/>
          </p:nvSpPr>
          <p:spPr>
            <a:xfrm>
              <a:off x="6164195" y="2322301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t1382"/>
            <p:cNvSpPr/>
            <p:nvPr/>
          </p:nvSpPr>
          <p:spPr>
            <a:xfrm>
              <a:off x="5773926" y="2165244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t1383"/>
            <p:cNvSpPr/>
            <p:nvPr/>
          </p:nvSpPr>
          <p:spPr>
            <a:xfrm>
              <a:off x="5667083" y="2366945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t1384"/>
            <p:cNvSpPr/>
            <p:nvPr/>
          </p:nvSpPr>
          <p:spPr>
            <a:xfrm>
              <a:off x="6094299" y="2156175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t1385"/>
            <p:cNvSpPr/>
            <p:nvPr/>
          </p:nvSpPr>
          <p:spPr>
            <a:xfrm>
              <a:off x="5797386" y="2158206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t1386"/>
            <p:cNvSpPr/>
            <p:nvPr/>
          </p:nvSpPr>
          <p:spPr>
            <a:xfrm>
              <a:off x="5710787" y="2425752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t1387"/>
            <p:cNvSpPr/>
            <p:nvPr/>
          </p:nvSpPr>
          <p:spPr>
            <a:xfrm>
              <a:off x="6427164" y="1868904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t1388"/>
            <p:cNvSpPr/>
            <p:nvPr/>
          </p:nvSpPr>
          <p:spPr>
            <a:xfrm>
              <a:off x="5643114" y="2327672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t1389"/>
            <p:cNvSpPr/>
            <p:nvPr/>
          </p:nvSpPr>
          <p:spPr>
            <a:xfrm>
              <a:off x="5438720" y="233910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t1390"/>
            <p:cNvSpPr/>
            <p:nvPr/>
          </p:nvSpPr>
          <p:spPr>
            <a:xfrm>
              <a:off x="6247743" y="2316274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t1391"/>
            <p:cNvSpPr/>
            <p:nvPr/>
          </p:nvSpPr>
          <p:spPr>
            <a:xfrm>
              <a:off x="6692274" y="2119442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t1392"/>
            <p:cNvSpPr/>
            <p:nvPr/>
          </p:nvSpPr>
          <p:spPr>
            <a:xfrm>
              <a:off x="5799687" y="2063598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t1393"/>
            <p:cNvSpPr/>
            <p:nvPr/>
          </p:nvSpPr>
          <p:spPr>
            <a:xfrm>
              <a:off x="5832553" y="236603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t1394"/>
            <p:cNvSpPr/>
            <p:nvPr/>
          </p:nvSpPr>
          <p:spPr>
            <a:xfrm>
              <a:off x="5906298" y="2213862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t1395"/>
            <p:cNvSpPr/>
            <p:nvPr/>
          </p:nvSpPr>
          <p:spPr>
            <a:xfrm>
              <a:off x="6818810" y="1837320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t1396"/>
            <p:cNvSpPr/>
            <p:nvPr/>
          </p:nvSpPr>
          <p:spPr>
            <a:xfrm>
              <a:off x="5854749" y="2100185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t1397"/>
            <p:cNvSpPr/>
            <p:nvPr/>
          </p:nvSpPr>
          <p:spPr>
            <a:xfrm>
              <a:off x="6018442" y="2207198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t1398"/>
            <p:cNvSpPr/>
            <p:nvPr/>
          </p:nvSpPr>
          <p:spPr>
            <a:xfrm>
              <a:off x="6242599" y="2277729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t1399"/>
            <p:cNvSpPr/>
            <p:nvPr/>
          </p:nvSpPr>
          <p:spPr>
            <a:xfrm>
              <a:off x="5551151" y="2461721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t1400"/>
            <p:cNvSpPr/>
            <p:nvPr/>
          </p:nvSpPr>
          <p:spPr>
            <a:xfrm>
              <a:off x="5946220" y="2011345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t1401"/>
            <p:cNvSpPr/>
            <p:nvPr/>
          </p:nvSpPr>
          <p:spPr>
            <a:xfrm>
              <a:off x="6205590" y="2266100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t1402"/>
            <p:cNvSpPr/>
            <p:nvPr/>
          </p:nvSpPr>
          <p:spPr>
            <a:xfrm>
              <a:off x="5945472" y="2040506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t1403"/>
            <p:cNvSpPr/>
            <p:nvPr/>
          </p:nvSpPr>
          <p:spPr>
            <a:xfrm>
              <a:off x="5530126" y="2465011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t1404"/>
            <p:cNvSpPr/>
            <p:nvPr/>
          </p:nvSpPr>
          <p:spPr>
            <a:xfrm>
              <a:off x="6691023" y="1963865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t1405"/>
            <p:cNvSpPr/>
            <p:nvPr/>
          </p:nvSpPr>
          <p:spPr>
            <a:xfrm>
              <a:off x="6317267" y="2278938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t1406"/>
            <p:cNvSpPr/>
            <p:nvPr/>
          </p:nvSpPr>
          <p:spPr>
            <a:xfrm>
              <a:off x="6374605" y="2355160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t1407"/>
            <p:cNvSpPr/>
            <p:nvPr/>
          </p:nvSpPr>
          <p:spPr>
            <a:xfrm>
              <a:off x="5861090" y="2227059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t1408"/>
            <p:cNvSpPr/>
            <p:nvPr/>
          </p:nvSpPr>
          <p:spPr>
            <a:xfrm>
              <a:off x="5251916" y="2171894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t1409"/>
            <p:cNvSpPr/>
            <p:nvPr/>
          </p:nvSpPr>
          <p:spPr>
            <a:xfrm>
              <a:off x="6226148" y="2148178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t1410"/>
            <p:cNvSpPr/>
            <p:nvPr/>
          </p:nvSpPr>
          <p:spPr>
            <a:xfrm>
              <a:off x="5266683" y="207663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t1411"/>
            <p:cNvSpPr/>
            <p:nvPr/>
          </p:nvSpPr>
          <p:spPr>
            <a:xfrm>
              <a:off x="6596442" y="219704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t1412"/>
            <p:cNvSpPr/>
            <p:nvPr/>
          </p:nvSpPr>
          <p:spPr>
            <a:xfrm>
              <a:off x="5848120" y="2362109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t1413"/>
            <p:cNvSpPr/>
            <p:nvPr/>
          </p:nvSpPr>
          <p:spPr>
            <a:xfrm>
              <a:off x="6515275" y="231966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t1414"/>
            <p:cNvSpPr/>
            <p:nvPr/>
          </p:nvSpPr>
          <p:spPr>
            <a:xfrm>
              <a:off x="6586009" y="2244064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t1415"/>
            <p:cNvSpPr/>
            <p:nvPr/>
          </p:nvSpPr>
          <p:spPr>
            <a:xfrm>
              <a:off x="6376018" y="2201596"/>
              <a:ext cx="16849" cy="16849"/>
            </a:xfrm>
            <a:prstGeom prst="ellipse">
              <a:avLst/>
            </a:prstGeom>
            <a:solidFill>
              <a:srgbClr val="6FC95C">
                <a:alpha val="45098"/>
              </a:srgbClr>
            </a:solidFill>
            <a:ln w="7363" cap="rnd">
              <a:solidFill>
                <a:srgbClr val="6FC95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t1416"/>
            <p:cNvSpPr/>
            <p:nvPr/>
          </p:nvSpPr>
          <p:spPr>
            <a:xfrm>
              <a:off x="6210465" y="226341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t1417"/>
            <p:cNvSpPr/>
            <p:nvPr/>
          </p:nvSpPr>
          <p:spPr>
            <a:xfrm>
              <a:off x="6029542" y="198221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t1418"/>
            <p:cNvSpPr/>
            <p:nvPr/>
          </p:nvSpPr>
          <p:spPr>
            <a:xfrm>
              <a:off x="5979263" y="2212957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t1419"/>
            <p:cNvSpPr/>
            <p:nvPr/>
          </p:nvSpPr>
          <p:spPr>
            <a:xfrm>
              <a:off x="5626401" y="2510547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t1420"/>
            <p:cNvSpPr/>
            <p:nvPr/>
          </p:nvSpPr>
          <p:spPr>
            <a:xfrm>
              <a:off x="6241069" y="2094882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t1421"/>
            <p:cNvSpPr/>
            <p:nvPr/>
          </p:nvSpPr>
          <p:spPr>
            <a:xfrm>
              <a:off x="6054826" y="2361619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t1422"/>
            <p:cNvSpPr/>
            <p:nvPr/>
          </p:nvSpPr>
          <p:spPr>
            <a:xfrm>
              <a:off x="5590341" y="1941325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t1423"/>
            <p:cNvSpPr/>
            <p:nvPr/>
          </p:nvSpPr>
          <p:spPr>
            <a:xfrm>
              <a:off x="6407046" y="229044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t1424"/>
            <p:cNvSpPr/>
            <p:nvPr/>
          </p:nvSpPr>
          <p:spPr>
            <a:xfrm>
              <a:off x="6144658" y="2341177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t1425"/>
            <p:cNvSpPr/>
            <p:nvPr/>
          </p:nvSpPr>
          <p:spPr>
            <a:xfrm>
              <a:off x="5440778" y="1933659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t1426"/>
            <p:cNvSpPr/>
            <p:nvPr/>
          </p:nvSpPr>
          <p:spPr>
            <a:xfrm>
              <a:off x="6655987" y="2056296"/>
              <a:ext cx="16849" cy="16849"/>
            </a:xfrm>
            <a:prstGeom prst="ellipse">
              <a:avLst/>
            </a:prstGeom>
            <a:solidFill>
              <a:srgbClr val="6EC85D">
                <a:alpha val="45098"/>
              </a:srgbClr>
            </a:solidFill>
            <a:ln w="7363" cap="rnd">
              <a:solidFill>
                <a:srgbClr val="6EC8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t1427"/>
            <p:cNvSpPr/>
            <p:nvPr/>
          </p:nvSpPr>
          <p:spPr>
            <a:xfrm>
              <a:off x="6702132" y="2076033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t1428"/>
            <p:cNvSpPr/>
            <p:nvPr/>
          </p:nvSpPr>
          <p:spPr>
            <a:xfrm>
              <a:off x="6152475" y="2150845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t1429"/>
            <p:cNvSpPr/>
            <p:nvPr/>
          </p:nvSpPr>
          <p:spPr>
            <a:xfrm>
              <a:off x="7260323" y="1906334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t1430"/>
            <p:cNvSpPr/>
            <p:nvPr/>
          </p:nvSpPr>
          <p:spPr>
            <a:xfrm>
              <a:off x="6169273" y="2328904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t1431"/>
            <p:cNvSpPr/>
            <p:nvPr/>
          </p:nvSpPr>
          <p:spPr>
            <a:xfrm>
              <a:off x="5969839" y="2370665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t1432"/>
            <p:cNvSpPr/>
            <p:nvPr/>
          </p:nvSpPr>
          <p:spPr>
            <a:xfrm>
              <a:off x="7070248" y="167346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t1433"/>
            <p:cNvSpPr/>
            <p:nvPr/>
          </p:nvSpPr>
          <p:spPr>
            <a:xfrm>
              <a:off x="6328864" y="2120646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t1434"/>
            <p:cNvSpPr/>
            <p:nvPr/>
          </p:nvSpPr>
          <p:spPr>
            <a:xfrm>
              <a:off x="6650091" y="2039374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t1435"/>
            <p:cNvSpPr/>
            <p:nvPr/>
          </p:nvSpPr>
          <p:spPr>
            <a:xfrm>
              <a:off x="7044468" y="1779629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t1436"/>
            <p:cNvSpPr/>
            <p:nvPr/>
          </p:nvSpPr>
          <p:spPr>
            <a:xfrm>
              <a:off x="5683169" y="2534227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t1437"/>
            <p:cNvSpPr/>
            <p:nvPr/>
          </p:nvSpPr>
          <p:spPr>
            <a:xfrm>
              <a:off x="5444336" y="2509117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t1438"/>
            <p:cNvSpPr/>
            <p:nvPr/>
          </p:nvSpPr>
          <p:spPr>
            <a:xfrm>
              <a:off x="5914170" y="2205453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t1439"/>
            <p:cNvSpPr/>
            <p:nvPr/>
          </p:nvSpPr>
          <p:spPr>
            <a:xfrm>
              <a:off x="6053258" y="237735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t1440"/>
            <p:cNvSpPr/>
            <p:nvPr/>
          </p:nvSpPr>
          <p:spPr>
            <a:xfrm>
              <a:off x="5372989" y="248635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t1441"/>
            <p:cNvSpPr/>
            <p:nvPr/>
          </p:nvSpPr>
          <p:spPr>
            <a:xfrm>
              <a:off x="7029670" y="1665962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t1442"/>
            <p:cNvSpPr/>
            <p:nvPr/>
          </p:nvSpPr>
          <p:spPr>
            <a:xfrm>
              <a:off x="6435268" y="1985915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t1443"/>
            <p:cNvSpPr/>
            <p:nvPr/>
          </p:nvSpPr>
          <p:spPr>
            <a:xfrm>
              <a:off x="4943515" y="2394708"/>
              <a:ext cx="16849" cy="16849"/>
            </a:xfrm>
            <a:prstGeom prst="ellipse">
              <a:avLst/>
            </a:prstGeom>
            <a:solidFill>
              <a:srgbClr val="78CF53">
                <a:alpha val="45098"/>
              </a:srgbClr>
            </a:solidFill>
            <a:ln w="7363" cap="rnd">
              <a:solidFill>
                <a:srgbClr val="78CF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t1444"/>
            <p:cNvSpPr/>
            <p:nvPr/>
          </p:nvSpPr>
          <p:spPr>
            <a:xfrm>
              <a:off x="5839664" y="2481557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t1445"/>
            <p:cNvSpPr/>
            <p:nvPr/>
          </p:nvSpPr>
          <p:spPr>
            <a:xfrm>
              <a:off x="7230631" y="2131999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t1446"/>
            <p:cNvSpPr/>
            <p:nvPr/>
          </p:nvSpPr>
          <p:spPr>
            <a:xfrm>
              <a:off x="6032469" y="204803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t1447"/>
            <p:cNvSpPr/>
            <p:nvPr/>
          </p:nvSpPr>
          <p:spPr>
            <a:xfrm>
              <a:off x="6328975" y="2243659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t1448"/>
            <p:cNvSpPr/>
            <p:nvPr/>
          </p:nvSpPr>
          <p:spPr>
            <a:xfrm>
              <a:off x="6074233" y="2406097"/>
              <a:ext cx="16849" cy="16849"/>
            </a:xfrm>
            <a:prstGeom prst="ellipse">
              <a:avLst/>
            </a:prstGeom>
            <a:solidFill>
              <a:srgbClr val="26A983">
                <a:alpha val="45098"/>
              </a:srgbClr>
            </a:solidFill>
            <a:ln w="7363" cap="rnd">
              <a:solidFill>
                <a:srgbClr val="26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t1449"/>
            <p:cNvSpPr/>
            <p:nvPr/>
          </p:nvSpPr>
          <p:spPr>
            <a:xfrm>
              <a:off x="6528081" y="2124121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t1450"/>
            <p:cNvSpPr/>
            <p:nvPr/>
          </p:nvSpPr>
          <p:spPr>
            <a:xfrm>
              <a:off x="5599512" y="2440680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t1451"/>
            <p:cNvSpPr/>
            <p:nvPr/>
          </p:nvSpPr>
          <p:spPr>
            <a:xfrm>
              <a:off x="6834861" y="2123368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t1452"/>
            <p:cNvSpPr/>
            <p:nvPr/>
          </p:nvSpPr>
          <p:spPr>
            <a:xfrm>
              <a:off x="6483777" y="2062421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t1453"/>
            <p:cNvSpPr/>
            <p:nvPr/>
          </p:nvSpPr>
          <p:spPr>
            <a:xfrm>
              <a:off x="6602718" y="2156630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t1454"/>
            <p:cNvSpPr/>
            <p:nvPr/>
          </p:nvSpPr>
          <p:spPr>
            <a:xfrm>
              <a:off x="6357020" y="2154106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t1455"/>
            <p:cNvSpPr/>
            <p:nvPr/>
          </p:nvSpPr>
          <p:spPr>
            <a:xfrm>
              <a:off x="6527319" y="235536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t1456"/>
            <p:cNvSpPr/>
            <p:nvPr/>
          </p:nvSpPr>
          <p:spPr>
            <a:xfrm>
              <a:off x="6542035" y="2065173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t1457"/>
            <p:cNvSpPr/>
            <p:nvPr/>
          </p:nvSpPr>
          <p:spPr>
            <a:xfrm>
              <a:off x="6432130" y="176440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t1458"/>
            <p:cNvSpPr/>
            <p:nvPr/>
          </p:nvSpPr>
          <p:spPr>
            <a:xfrm>
              <a:off x="6675685" y="2073825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t1459"/>
            <p:cNvSpPr/>
            <p:nvPr/>
          </p:nvSpPr>
          <p:spPr>
            <a:xfrm>
              <a:off x="6017855" y="2485468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t1460"/>
            <p:cNvSpPr/>
            <p:nvPr/>
          </p:nvSpPr>
          <p:spPr>
            <a:xfrm>
              <a:off x="5762495" y="221555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t1461"/>
            <p:cNvSpPr/>
            <p:nvPr/>
          </p:nvSpPr>
          <p:spPr>
            <a:xfrm>
              <a:off x="6224363" y="228053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t1462"/>
            <p:cNvSpPr/>
            <p:nvPr/>
          </p:nvSpPr>
          <p:spPr>
            <a:xfrm>
              <a:off x="6018383" y="222151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t1463"/>
            <p:cNvSpPr/>
            <p:nvPr/>
          </p:nvSpPr>
          <p:spPr>
            <a:xfrm>
              <a:off x="5981675" y="2510227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t1464"/>
            <p:cNvSpPr/>
            <p:nvPr/>
          </p:nvSpPr>
          <p:spPr>
            <a:xfrm>
              <a:off x="6141444" y="235280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t1465"/>
            <p:cNvSpPr/>
            <p:nvPr/>
          </p:nvSpPr>
          <p:spPr>
            <a:xfrm>
              <a:off x="6803515" y="1810311"/>
              <a:ext cx="16849" cy="16849"/>
            </a:xfrm>
            <a:prstGeom prst="ellipse">
              <a:avLst/>
            </a:prstGeom>
            <a:solidFill>
              <a:srgbClr val="299987">
                <a:alpha val="45098"/>
              </a:srgbClr>
            </a:solidFill>
            <a:ln w="7363" cap="rnd">
              <a:solidFill>
                <a:srgbClr val="2999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t1466"/>
            <p:cNvSpPr/>
            <p:nvPr/>
          </p:nvSpPr>
          <p:spPr>
            <a:xfrm>
              <a:off x="5872735" y="2169347"/>
              <a:ext cx="16849" cy="16849"/>
            </a:xfrm>
            <a:prstGeom prst="ellipse">
              <a:avLst/>
            </a:prstGeom>
            <a:solidFill>
              <a:srgbClr val="5EBE6A">
                <a:alpha val="45098"/>
              </a:srgbClr>
            </a:solidFill>
            <a:ln w="7363" cap="rnd">
              <a:solidFill>
                <a:srgbClr val="5EBE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t1467"/>
            <p:cNvSpPr/>
            <p:nvPr/>
          </p:nvSpPr>
          <p:spPr>
            <a:xfrm>
              <a:off x="6139780" y="2377807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t1468"/>
            <p:cNvSpPr/>
            <p:nvPr/>
          </p:nvSpPr>
          <p:spPr>
            <a:xfrm>
              <a:off x="5968577" y="2452475"/>
              <a:ext cx="16849" cy="16849"/>
            </a:xfrm>
            <a:prstGeom prst="ellipse">
              <a:avLst/>
            </a:prstGeom>
            <a:solidFill>
              <a:srgbClr val="38AE7E">
                <a:alpha val="45098"/>
              </a:srgbClr>
            </a:solidFill>
            <a:ln w="7363" cap="rnd">
              <a:solidFill>
                <a:srgbClr val="38AE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t1469"/>
            <p:cNvSpPr/>
            <p:nvPr/>
          </p:nvSpPr>
          <p:spPr>
            <a:xfrm>
              <a:off x="6005661" y="2673524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t1470"/>
            <p:cNvSpPr/>
            <p:nvPr/>
          </p:nvSpPr>
          <p:spPr>
            <a:xfrm>
              <a:off x="5759035" y="2058825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t1471"/>
            <p:cNvSpPr/>
            <p:nvPr/>
          </p:nvSpPr>
          <p:spPr>
            <a:xfrm>
              <a:off x="5767890" y="2296897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t1472"/>
            <p:cNvSpPr/>
            <p:nvPr/>
          </p:nvSpPr>
          <p:spPr>
            <a:xfrm>
              <a:off x="6415899" y="2258649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t1473"/>
            <p:cNvSpPr/>
            <p:nvPr/>
          </p:nvSpPr>
          <p:spPr>
            <a:xfrm>
              <a:off x="6591563" y="2058330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t1474"/>
            <p:cNvSpPr/>
            <p:nvPr/>
          </p:nvSpPr>
          <p:spPr>
            <a:xfrm>
              <a:off x="6317975" y="222658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t1475"/>
            <p:cNvSpPr/>
            <p:nvPr/>
          </p:nvSpPr>
          <p:spPr>
            <a:xfrm>
              <a:off x="6823385" y="2077621"/>
              <a:ext cx="16849" cy="16849"/>
            </a:xfrm>
            <a:prstGeom prst="ellipse">
              <a:avLst/>
            </a:prstGeom>
            <a:solidFill>
              <a:srgbClr val="3AAE7D">
                <a:alpha val="45098"/>
              </a:srgbClr>
            </a:solidFill>
            <a:ln w="7363" cap="rnd">
              <a:solidFill>
                <a:srgbClr val="3AAE7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t1476"/>
            <p:cNvSpPr/>
            <p:nvPr/>
          </p:nvSpPr>
          <p:spPr>
            <a:xfrm>
              <a:off x="6347391" y="232272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t1477"/>
            <p:cNvSpPr/>
            <p:nvPr/>
          </p:nvSpPr>
          <p:spPr>
            <a:xfrm>
              <a:off x="5293888" y="2094097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t1478"/>
            <p:cNvSpPr/>
            <p:nvPr/>
          </p:nvSpPr>
          <p:spPr>
            <a:xfrm>
              <a:off x="6616063" y="2107176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t1479"/>
            <p:cNvSpPr/>
            <p:nvPr/>
          </p:nvSpPr>
          <p:spPr>
            <a:xfrm>
              <a:off x="6446648" y="207448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t1480"/>
            <p:cNvSpPr/>
            <p:nvPr/>
          </p:nvSpPr>
          <p:spPr>
            <a:xfrm>
              <a:off x="5416181" y="2277409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t1481"/>
            <p:cNvSpPr/>
            <p:nvPr/>
          </p:nvSpPr>
          <p:spPr>
            <a:xfrm>
              <a:off x="6345164" y="2201047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t1482"/>
            <p:cNvSpPr/>
            <p:nvPr/>
          </p:nvSpPr>
          <p:spPr>
            <a:xfrm>
              <a:off x="6126074" y="233275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t1483"/>
            <p:cNvSpPr/>
            <p:nvPr/>
          </p:nvSpPr>
          <p:spPr>
            <a:xfrm>
              <a:off x="6112316" y="2301889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t1484"/>
            <p:cNvSpPr/>
            <p:nvPr/>
          </p:nvSpPr>
          <p:spPr>
            <a:xfrm>
              <a:off x="6224864" y="231042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t1485"/>
            <p:cNvSpPr/>
            <p:nvPr/>
          </p:nvSpPr>
          <p:spPr>
            <a:xfrm>
              <a:off x="6158549" y="236794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t1486"/>
            <p:cNvSpPr/>
            <p:nvPr/>
          </p:nvSpPr>
          <p:spPr>
            <a:xfrm>
              <a:off x="6284997" y="2011537"/>
              <a:ext cx="16849" cy="16849"/>
            </a:xfrm>
            <a:prstGeom prst="ellipse">
              <a:avLst/>
            </a:prstGeom>
            <a:solidFill>
              <a:srgbClr val="C0DD40">
                <a:alpha val="45098"/>
              </a:srgbClr>
            </a:solidFill>
            <a:ln w="7363" cap="rnd">
              <a:solidFill>
                <a:srgbClr val="C0DD4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t1487"/>
            <p:cNvSpPr/>
            <p:nvPr/>
          </p:nvSpPr>
          <p:spPr>
            <a:xfrm>
              <a:off x="5838266" y="2449805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t1488"/>
            <p:cNvSpPr/>
            <p:nvPr/>
          </p:nvSpPr>
          <p:spPr>
            <a:xfrm>
              <a:off x="6050029" y="2324933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t1489"/>
            <p:cNvSpPr/>
            <p:nvPr/>
          </p:nvSpPr>
          <p:spPr>
            <a:xfrm>
              <a:off x="5500330" y="219603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t1490"/>
            <p:cNvSpPr/>
            <p:nvPr/>
          </p:nvSpPr>
          <p:spPr>
            <a:xfrm>
              <a:off x="6354841" y="1856449"/>
              <a:ext cx="16849" cy="16849"/>
            </a:xfrm>
            <a:prstGeom prst="ellipse">
              <a:avLst/>
            </a:prstGeom>
            <a:solidFill>
              <a:srgbClr val="CCDF3C">
                <a:alpha val="45098"/>
              </a:srgbClr>
            </a:solidFill>
            <a:ln w="7363" cap="rnd">
              <a:solidFill>
                <a:srgbClr val="CCDF3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t1491"/>
            <p:cNvSpPr/>
            <p:nvPr/>
          </p:nvSpPr>
          <p:spPr>
            <a:xfrm>
              <a:off x="6350105" y="2230224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t1492"/>
            <p:cNvSpPr/>
            <p:nvPr/>
          </p:nvSpPr>
          <p:spPr>
            <a:xfrm>
              <a:off x="5500818" y="2426678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t1493"/>
            <p:cNvSpPr/>
            <p:nvPr/>
          </p:nvSpPr>
          <p:spPr>
            <a:xfrm>
              <a:off x="5970715" y="247902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t1494"/>
            <p:cNvSpPr/>
            <p:nvPr/>
          </p:nvSpPr>
          <p:spPr>
            <a:xfrm>
              <a:off x="6130212" y="241205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t1495"/>
            <p:cNvSpPr/>
            <p:nvPr/>
          </p:nvSpPr>
          <p:spPr>
            <a:xfrm>
              <a:off x="6488213" y="221791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t1496"/>
            <p:cNvSpPr/>
            <p:nvPr/>
          </p:nvSpPr>
          <p:spPr>
            <a:xfrm>
              <a:off x="6770864" y="2167768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t1497"/>
            <p:cNvSpPr/>
            <p:nvPr/>
          </p:nvSpPr>
          <p:spPr>
            <a:xfrm>
              <a:off x="6678478" y="2041668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t1498"/>
            <p:cNvSpPr/>
            <p:nvPr/>
          </p:nvSpPr>
          <p:spPr>
            <a:xfrm>
              <a:off x="5906731" y="2156312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t1499"/>
            <p:cNvSpPr/>
            <p:nvPr/>
          </p:nvSpPr>
          <p:spPr>
            <a:xfrm>
              <a:off x="5449731" y="2408841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t1500"/>
            <p:cNvSpPr/>
            <p:nvPr/>
          </p:nvSpPr>
          <p:spPr>
            <a:xfrm>
              <a:off x="7038158" y="1933044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t1501"/>
            <p:cNvSpPr/>
            <p:nvPr/>
          </p:nvSpPr>
          <p:spPr>
            <a:xfrm>
              <a:off x="6546280" y="2178162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t1502"/>
            <p:cNvSpPr/>
            <p:nvPr/>
          </p:nvSpPr>
          <p:spPr>
            <a:xfrm>
              <a:off x="6522574" y="2265696"/>
              <a:ext cx="16849" cy="16849"/>
            </a:xfrm>
            <a:prstGeom prst="ellipse">
              <a:avLst/>
            </a:prstGeom>
            <a:solidFill>
              <a:srgbClr val="81D250">
                <a:alpha val="45098"/>
              </a:srgbClr>
            </a:solidFill>
            <a:ln w="7363" cap="rnd">
              <a:solidFill>
                <a:srgbClr val="81D25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t1503"/>
            <p:cNvSpPr/>
            <p:nvPr/>
          </p:nvSpPr>
          <p:spPr>
            <a:xfrm>
              <a:off x="6666187" y="2055723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t1504"/>
            <p:cNvSpPr/>
            <p:nvPr/>
          </p:nvSpPr>
          <p:spPr>
            <a:xfrm>
              <a:off x="6530254" y="2255199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t1505"/>
            <p:cNvSpPr/>
            <p:nvPr/>
          </p:nvSpPr>
          <p:spPr>
            <a:xfrm>
              <a:off x="6184528" y="2043778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t1506"/>
            <p:cNvSpPr/>
            <p:nvPr/>
          </p:nvSpPr>
          <p:spPr>
            <a:xfrm>
              <a:off x="6493665" y="2185426"/>
              <a:ext cx="16849" cy="16849"/>
            </a:xfrm>
            <a:prstGeom prst="ellipse">
              <a:avLst/>
            </a:prstGeom>
            <a:solidFill>
              <a:srgbClr val="6EC95D">
                <a:alpha val="45098"/>
              </a:srgbClr>
            </a:solidFill>
            <a:ln w="7363" cap="rnd">
              <a:solidFill>
                <a:srgbClr val="6E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t1507"/>
            <p:cNvSpPr/>
            <p:nvPr/>
          </p:nvSpPr>
          <p:spPr>
            <a:xfrm>
              <a:off x="5394915" y="207944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t1508"/>
            <p:cNvSpPr/>
            <p:nvPr/>
          </p:nvSpPr>
          <p:spPr>
            <a:xfrm>
              <a:off x="6269723" y="2456606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t1509"/>
            <p:cNvSpPr/>
            <p:nvPr/>
          </p:nvSpPr>
          <p:spPr>
            <a:xfrm>
              <a:off x="6315373" y="232006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t1510"/>
            <p:cNvSpPr/>
            <p:nvPr/>
          </p:nvSpPr>
          <p:spPr>
            <a:xfrm>
              <a:off x="6356975" y="2314586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t1511"/>
            <p:cNvSpPr/>
            <p:nvPr/>
          </p:nvSpPr>
          <p:spPr>
            <a:xfrm>
              <a:off x="6926057" y="1895979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t1512"/>
            <p:cNvSpPr/>
            <p:nvPr/>
          </p:nvSpPr>
          <p:spPr>
            <a:xfrm>
              <a:off x="6174429" y="234735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t1513"/>
            <p:cNvSpPr/>
            <p:nvPr/>
          </p:nvSpPr>
          <p:spPr>
            <a:xfrm>
              <a:off x="5965386" y="2368516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t1514"/>
            <p:cNvSpPr/>
            <p:nvPr/>
          </p:nvSpPr>
          <p:spPr>
            <a:xfrm>
              <a:off x="6297883" y="212661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t1515"/>
            <p:cNvSpPr/>
            <p:nvPr/>
          </p:nvSpPr>
          <p:spPr>
            <a:xfrm>
              <a:off x="5285519" y="2133979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t1516"/>
            <p:cNvSpPr/>
            <p:nvPr/>
          </p:nvSpPr>
          <p:spPr>
            <a:xfrm>
              <a:off x="5469712" y="2579083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t1517"/>
            <p:cNvSpPr/>
            <p:nvPr/>
          </p:nvSpPr>
          <p:spPr>
            <a:xfrm>
              <a:off x="5679105" y="238637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t1518"/>
            <p:cNvSpPr/>
            <p:nvPr/>
          </p:nvSpPr>
          <p:spPr>
            <a:xfrm>
              <a:off x="5584647" y="1863181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t1519"/>
            <p:cNvSpPr/>
            <p:nvPr/>
          </p:nvSpPr>
          <p:spPr>
            <a:xfrm>
              <a:off x="5422540" y="2470722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t1520"/>
            <p:cNvSpPr/>
            <p:nvPr/>
          </p:nvSpPr>
          <p:spPr>
            <a:xfrm>
              <a:off x="6599770" y="2206827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t1521"/>
            <p:cNvSpPr/>
            <p:nvPr/>
          </p:nvSpPr>
          <p:spPr>
            <a:xfrm>
              <a:off x="6420794" y="2176070"/>
              <a:ext cx="16849" cy="16849"/>
            </a:xfrm>
            <a:prstGeom prst="ellipse">
              <a:avLst/>
            </a:prstGeom>
            <a:solidFill>
              <a:srgbClr val="7BD151">
                <a:alpha val="45098"/>
              </a:srgbClr>
            </a:solidFill>
            <a:ln w="7363" cap="rnd">
              <a:solidFill>
                <a:srgbClr val="7BD15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t1522"/>
            <p:cNvSpPr/>
            <p:nvPr/>
          </p:nvSpPr>
          <p:spPr>
            <a:xfrm>
              <a:off x="5898232" y="205845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t1523"/>
            <p:cNvSpPr/>
            <p:nvPr/>
          </p:nvSpPr>
          <p:spPr>
            <a:xfrm>
              <a:off x="6396483" y="2149084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t1524"/>
            <p:cNvSpPr/>
            <p:nvPr/>
          </p:nvSpPr>
          <p:spPr>
            <a:xfrm>
              <a:off x="5833084" y="2393872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t1525"/>
            <p:cNvSpPr/>
            <p:nvPr/>
          </p:nvSpPr>
          <p:spPr>
            <a:xfrm>
              <a:off x="6730501" y="1958150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t1526"/>
            <p:cNvSpPr/>
            <p:nvPr/>
          </p:nvSpPr>
          <p:spPr>
            <a:xfrm>
              <a:off x="6071900" y="2361190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t1527"/>
            <p:cNvSpPr/>
            <p:nvPr/>
          </p:nvSpPr>
          <p:spPr>
            <a:xfrm>
              <a:off x="6978328" y="1763010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t1528"/>
            <p:cNvSpPr/>
            <p:nvPr/>
          </p:nvSpPr>
          <p:spPr>
            <a:xfrm>
              <a:off x="6182200" y="2140624"/>
              <a:ext cx="16849" cy="16849"/>
            </a:xfrm>
            <a:prstGeom prst="ellipse">
              <a:avLst/>
            </a:prstGeom>
            <a:solidFill>
              <a:srgbClr val="5EBF6A">
                <a:alpha val="45098"/>
              </a:srgbClr>
            </a:solidFill>
            <a:ln w="7363" cap="rnd">
              <a:solidFill>
                <a:srgbClr val="5EBF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t1529"/>
            <p:cNvSpPr/>
            <p:nvPr/>
          </p:nvSpPr>
          <p:spPr>
            <a:xfrm>
              <a:off x="6245003" y="2286776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t1530"/>
            <p:cNvSpPr/>
            <p:nvPr/>
          </p:nvSpPr>
          <p:spPr>
            <a:xfrm>
              <a:off x="5627470" y="2302299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t1531"/>
            <p:cNvSpPr/>
            <p:nvPr/>
          </p:nvSpPr>
          <p:spPr>
            <a:xfrm>
              <a:off x="6901264" y="1817337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t1532"/>
            <p:cNvSpPr/>
            <p:nvPr/>
          </p:nvSpPr>
          <p:spPr>
            <a:xfrm>
              <a:off x="6108595" y="2272540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t1533"/>
            <p:cNvSpPr/>
            <p:nvPr/>
          </p:nvSpPr>
          <p:spPr>
            <a:xfrm>
              <a:off x="6043312" y="2314539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t1534"/>
            <p:cNvSpPr/>
            <p:nvPr/>
          </p:nvSpPr>
          <p:spPr>
            <a:xfrm>
              <a:off x="5813177" y="217215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t1535"/>
            <p:cNvSpPr/>
            <p:nvPr/>
          </p:nvSpPr>
          <p:spPr>
            <a:xfrm>
              <a:off x="6566303" y="2098533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t1536"/>
            <p:cNvSpPr/>
            <p:nvPr/>
          </p:nvSpPr>
          <p:spPr>
            <a:xfrm>
              <a:off x="6040934" y="2382125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t1537"/>
            <p:cNvSpPr/>
            <p:nvPr/>
          </p:nvSpPr>
          <p:spPr>
            <a:xfrm>
              <a:off x="6505907" y="2014831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t1538"/>
            <p:cNvSpPr/>
            <p:nvPr/>
          </p:nvSpPr>
          <p:spPr>
            <a:xfrm>
              <a:off x="6157952" y="2209764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t1539"/>
            <p:cNvSpPr/>
            <p:nvPr/>
          </p:nvSpPr>
          <p:spPr>
            <a:xfrm>
              <a:off x="6263376" y="2429618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t1540"/>
            <p:cNvSpPr/>
            <p:nvPr/>
          </p:nvSpPr>
          <p:spPr>
            <a:xfrm>
              <a:off x="6264602" y="2416800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t1541"/>
            <p:cNvSpPr/>
            <p:nvPr/>
          </p:nvSpPr>
          <p:spPr>
            <a:xfrm>
              <a:off x="6086428" y="2333692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t1542"/>
            <p:cNvSpPr/>
            <p:nvPr/>
          </p:nvSpPr>
          <p:spPr>
            <a:xfrm>
              <a:off x="6273251" y="2397370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t1543"/>
            <p:cNvSpPr/>
            <p:nvPr/>
          </p:nvSpPr>
          <p:spPr>
            <a:xfrm>
              <a:off x="6105018" y="2277614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t1544"/>
            <p:cNvSpPr/>
            <p:nvPr/>
          </p:nvSpPr>
          <p:spPr>
            <a:xfrm>
              <a:off x="6188988" y="226039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t1545"/>
            <p:cNvSpPr/>
            <p:nvPr/>
          </p:nvSpPr>
          <p:spPr>
            <a:xfrm>
              <a:off x="5564327" y="236885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t1546"/>
            <p:cNvSpPr/>
            <p:nvPr/>
          </p:nvSpPr>
          <p:spPr>
            <a:xfrm>
              <a:off x="6317243" y="2294891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t1547"/>
            <p:cNvSpPr/>
            <p:nvPr/>
          </p:nvSpPr>
          <p:spPr>
            <a:xfrm>
              <a:off x="6075515" y="2564098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t1548"/>
            <p:cNvSpPr/>
            <p:nvPr/>
          </p:nvSpPr>
          <p:spPr>
            <a:xfrm>
              <a:off x="5561611" y="2486677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t1549"/>
            <p:cNvSpPr/>
            <p:nvPr/>
          </p:nvSpPr>
          <p:spPr>
            <a:xfrm>
              <a:off x="6332842" y="232809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t1550"/>
            <p:cNvSpPr/>
            <p:nvPr/>
          </p:nvSpPr>
          <p:spPr>
            <a:xfrm>
              <a:off x="6486420" y="2117515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t1551"/>
            <p:cNvSpPr/>
            <p:nvPr/>
          </p:nvSpPr>
          <p:spPr>
            <a:xfrm>
              <a:off x="6669093" y="206216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t1552"/>
            <p:cNvSpPr/>
            <p:nvPr/>
          </p:nvSpPr>
          <p:spPr>
            <a:xfrm>
              <a:off x="5656710" y="234773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t1553"/>
            <p:cNvSpPr/>
            <p:nvPr/>
          </p:nvSpPr>
          <p:spPr>
            <a:xfrm>
              <a:off x="6024880" y="2066938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t1554"/>
            <p:cNvSpPr/>
            <p:nvPr/>
          </p:nvSpPr>
          <p:spPr>
            <a:xfrm>
              <a:off x="6227559" y="2262317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t1555"/>
            <p:cNvSpPr/>
            <p:nvPr/>
          </p:nvSpPr>
          <p:spPr>
            <a:xfrm>
              <a:off x="6071972" y="2383375"/>
              <a:ext cx="16849" cy="16849"/>
            </a:xfrm>
            <a:prstGeom prst="ellipse">
              <a:avLst/>
            </a:prstGeom>
            <a:solidFill>
              <a:srgbClr val="44B279">
                <a:alpha val="45098"/>
              </a:srgbClr>
            </a:solidFill>
            <a:ln w="7363" cap="rnd">
              <a:solidFill>
                <a:srgbClr val="44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t1556"/>
            <p:cNvSpPr/>
            <p:nvPr/>
          </p:nvSpPr>
          <p:spPr>
            <a:xfrm>
              <a:off x="6620061" y="219100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t1557"/>
            <p:cNvSpPr/>
            <p:nvPr/>
          </p:nvSpPr>
          <p:spPr>
            <a:xfrm>
              <a:off x="6513360" y="238147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t1558"/>
            <p:cNvSpPr/>
            <p:nvPr/>
          </p:nvSpPr>
          <p:spPr>
            <a:xfrm>
              <a:off x="6345346" y="2199286"/>
              <a:ext cx="16849" cy="16849"/>
            </a:xfrm>
            <a:prstGeom prst="ellipse">
              <a:avLst/>
            </a:prstGeom>
            <a:solidFill>
              <a:srgbClr val="2AAA82">
                <a:alpha val="45098"/>
              </a:srgbClr>
            </a:solidFill>
            <a:ln w="7363" cap="rnd">
              <a:solidFill>
                <a:srgbClr val="2A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t1559"/>
            <p:cNvSpPr/>
            <p:nvPr/>
          </p:nvSpPr>
          <p:spPr>
            <a:xfrm>
              <a:off x="5619891" y="2469272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t1560"/>
            <p:cNvSpPr/>
            <p:nvPr/>
          </p:nvSpPr>
          <p:spPr>
            <a:xfrm>
              <a:off x="6128085" y="237749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t1561"/>
            <p:cNvSpPr/>
            <p:nvPr/>
          </p:nvSpPr>
          <p:spPr>
            <a:xfrm>
              <a:off x="7117892" y="1282942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t1562"/>
            <p:cNvSpPr/>
            <p:nvPr/>
          </p:nvSpPr>
          <p:spPr>
            <a:xfrm>
              <a:off x="4998806" y="2312072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t1563"/>
            <p:cNvSpPr/>
            <p:nvPr/>
          </p:nvSpPr>
          <p:spPr>
            <a:xfrm>
              <a:off x="5865785" y="2071055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t1564"/>
            <p:cNvSpPr/>
            <p:nvPr/>
          </p:nvSpPr>
          <p:spPr>
            <a:xfrm>
              <a:off x="6672209" y="1959891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t1565"/>
            <p:cNvSpPr/>
            <p:nvPr/>
          </p:nvSpPr>
          <p:spPr>
            <a:xfrm>
              <a:off x="6316362" y="231147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t1566"/>
            <p:cNvSpPr/>
            <p:nvPr/>
          </p:nvSpPr>
          <p:spPr>
            <a:xfrm>
              <a:off x="5610728" y="2459283"/>
              <a:ext cx="16849" cy="16849"/>
            </a:xfrm>
            <a:prstGeom prst="ellipse">
              <a:avLst/>
            </a:prstGeom>
            <a:solidFill>
              <a:srgbClr val="55BA70">
                <a:alpha val="45098"/>
              </a:srgbClr>
            </a:solidFill>
            <a:ln w="7363" cap="rnd">
              <a:solidFill>
                <a:srgbClr val="55BA7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t1567"/>
            <p:cNvSpPr/>
            <p:nvPr/>
          </p:nvSpPr>
          <p:spPr>
            <a:xfrm>
              <a:off x="5788734" y="1858502"/>
              <a:ext cx="16849" cy="16849"/>
            </a:xfrm>
            <a:prstGeom prst="ellipse">
              <a:avLst/>
            </a:prstGeom>
            <a:solidFill>
              <a:srgbClr val="38AE7E">
                <a:alpha val="45098"/>
              </a:srgbClr>
            </a:solidFill>
            <a:ln w="7363" cap="rnd">
              <a:solidFill>
                <a:srgbClr val="38AE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t1568"/>
            <p:cNvSpPr/>
            <p:nvPr/>
          </p:nvSpPr>
          <p:spPr>
            <a:xfrm>
              <a:off x="6457831" y="2211435"/>
              <a:ext cx="16849" cy="16849"/>
            </a:xfrm>
            <a:prstGeom prst="ellipse">
              <a:avLst/>
            </a:prstGeom>
            <a:solidFill>
              <a:srgbClr val="9CD74A">
                <a:alpha val="45098"/>
              </a:srgbClr>
            </a:solidFill>
            <a:ln w="7363" cap="rnd">
              <a:solidFill>
                <a:srgbClr val="9CD7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t1569"/>
            <p:cNvSpPr/>
            <p:nvPr/>
          </p:nvSpPr>
          <p:spPr>
            <a:xfrm>
              <a:off x="6711830" y="202308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t1570"/>
            <p:cNvSpPr/>
            <p:nvPr/>
          </p:nvSpPr>
          <p:spPr>
            <a:xfrm>
              <a:off x="6212070" y="2292993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t1571"/>
            <p:cNvSpPr/>
            <p:nvPr/>
          </p:nvSpPr>
          <p:spPr>
            <a:xfrm>
              <a:off x="6249101" y="2304771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t1572"/>
            <p:cNvSpPr/>
            <p:nvPr/>
          </p:nvSpPr>
          <p:spPr>
            <a:xfrm>
              <a:off x="6396694" y="2172707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t1573"/>
            <p:cNvSpPr/>
            <p:nvPr/>
          </p:nvSpPr>
          <p:spPr>
            <a:xfrm>
              <a:off x="5848946" y="2534853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t1574"/>
            <p:cNvSpPr/>
            <p:nvPr/>
          </p:nvSpPr>
          <p:spPr>
            <a:xfrm>
              <a:off x="5376087" y="2248160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t1575"/>
            <p:cNvSpPr/>
            <p:nvPr/>
          </p:nvSpPr>
          <p:spPr>
            <a:xfrm>
              <a:off x="5505876" y="2480960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t1576"/>
            <p:cNvSpPr/>
            <p:nvPr/>
          </p:nvSpPr>
          <p:spPr>
            <a:xfrm>
              <a:off x="6309135" y="2257916"/>
              <a:ext cx="16849" cy="16849"/>
            </a:xfrm>
            <a:prstGeom prst="ellipse">
              <a:avLst/>
            </a:prstGeom>
            <a:solidFill>
              <a:srgbClr val="32AC80">
                <a:alpha val="45098"/>
              </a:srgbClr>
            </a:solidFill>
            <a:ln w="7363" cap="rnd">
              <a:solidFill>
                <a:srgbClr val="32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t1577"/>
            <p:cNvSpPr/>
            <p:nvPr/>
          </p:nvSpPr>
          <p:spPr>
            <a:xfrm>
              <a:off x="6045328" y="2381354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t1578"/>
            <p:cNvSpPr/>
            <p:nvPr/>
          </p:nvSpPr>
          <p:spPr>
            <a:xfrm>
              <a:off x="6879163" y="1816226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t1579"/>
            <p:cNvSpPr/>
            <p:nvPr/>
          </p:nvSpPr>
          <p:spPr>
            <a:xfrm>
              <a:off x="5655973" y="2428149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t1580"/>
            <p:cNvSpPr/>
            <p:nvPr/>
          </p:nvSpPr>
          <p:spPr>
            <a:xfrm>
              <a:off x="5731192" y="221077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t1581"/>
            <p:cNvSpPr/>
            <p:nvPr/>
          </p:nvSpPr>
          <p:spPr>
            <a:xfrm>
              <a:off x="6312913" y="2225961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t1582"/>
            <p:cNvSpPr/>
            <p:nvPr/>
          </p:nvSpPr>
          <p:spPr>
            <a:xfrm>
              <a:off x="6439839" y="1833176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t1583"/>
            <p:cNvSpPr/>
            <p:nvPr/>
          </p:nvSpPr>
          <p:spPr>
            <a:xfrm>
              <a:off x="5935745" y="1747306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t1584"/>
            <p:cNvSpPr/>
            <p:nvPr/>
          </p:nvSpPr>
          <p:spPr>
            <a:xfrm>
              <a:off x="6476151" y="225335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t1585"/>
            <p:cNvSpPr/>
            <p:nvPr/>
          </p:nvSpPr>
          <p:spPr>
            <a:xfrm>
              <a:off x="6268762" y="2293234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t1586"/>
            <p:cNvSpPr/>
            <p:nvPr/>
          </p:nvSpPr>
          <p:spPr>
            <a:xfrm>
              <a:off x="6584366" y="2177363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t1587"/>
            <p:cNvSpPr/>
            <p:nvPr/>
          </p:nvSpPr>
          <p:spPr>
            <a:xfrm>
              <a:off x="6765238" y="2042649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t1588"/>
            <p:cNvSpPr/>
            <p:nvPr/>
          </p:nvSpPr>
          <p:spPr>
            <a:xfrm>
              <a:off x="5886231" y="2070689"/>
              <a:ext cx="16849" cy="16849"/>
            </a:xfrm>
            <a:prstGeom prst="ellipse">
              <a:avLst/>
            </a:prstGeom>
            <a:solidFill>
              <a:srgbClr val="AEDA45">
                <a:alpha val="45098"/>
              </a:srgbClr>
            </a:solidFill>
            <a:ln w="7363" cap="rnd">
              <a:solidFill>
                <a:srgbClr val="AEDA4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t1589"/>
            <p:cNvSpPr/>
            <p:nvPr/>
          </p:nvSpPr>
          <p:spPr>
            <a:xfrm>
              <a:off x="6431825" y="1810392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t1590"/>
            <p:cNvSpPr/>
            <p:nvPr/>
          </p:nvSpPr>
          <p:spPr>
            <a:xfrm>
              <a:off x="5343014" y="204160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t1591"/>
            <p:cNvSpPr/>
            <p:nvPr/>
          </p:nvSpPr>
          <p:spPr>
            <a:xfrm>
              <a:off x="6619659" y="2146289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t1592"/>
            <p:cNvSpPr/>
            <p:nvPr/>
          </p:nvSpPr>
          <p:spPr>
            <a:xfrm>
              <a:off x="6285299" y="2226832"/>
              <a:ext cx="16849" cy="16849"/>
            </a:xfrm>
            <a:prstGeom prst="ellipse">
              <a:avLst/>
            </a:prstGeom>
            <a:solidFill>
              <a:srgbClr val="5CBE6B">
                <a:alpha val="45098"/>
              </a:srgbClr>
            </a:solidFill>
            <a:ln w="7363" cap="rnd">
              <a:solidFill>
                <a:srgbClr val="5CBE6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t1593"/>
            <p:cNvSpPr/>
            <p:nvPr/>
          </p:nvSpPr>
          <p:spPr>
            <a:xfrm>
              <a:off x="5981881" y="2405985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t1594"/>
            <p:cNvSpPr/>
            <p:nvPr/>
          </p:nvSpPr>
          <p:spPr>
            <a:xfrm>
              <a:off x="5946633" y="195744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t1595"/>
            <p:cNvSpPr/>
            <p:nvPr/>
          </p:nvSpPr>
          <p:spPr>
            <a:xfrm>
              <a:off x="5536370" y="208715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t1596"/>
            <p:cNvSpPr/>
            <p:nvPr/>
          </p:nvSpPr>
          <p:spPr>
            <a:xfrm>
              <a:off x="5725834" y="2393043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t1597"/>
            <p:cNvSpPr/>
            <p:nvPr/>
          </p:nvSpPr>
          <p:spPr>
            <a:xfrm>
              <a:off x="6283401" y="2210546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t1598"/>
            <p:cNvSpPr/>
            <p:nvPr/>
          </p:nvSpPr>
          <p:spPr>
            <a:xfrm>
              <a:off x="6755005" y="2089999"/>
              <a:ext cx="16849" cy="16849"/>
            </a:xfrm>
            <a:prstGeom prst="ellipse">
              <a:avLst/>
            </a:prstGeom>
            <a:solidFill>
              <a:srgbClr val="5EBF6A">
                <a:alpha val="45098"/>
              </a:srgbClr>
            </a:solidFill>
            <a:ln w="7363" cap="rnd">
              <a:solidFill>
                <a:srgbClr val="5EBF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t1599"/>
            <p:cNvSpPr/>
            <p:nvPr/>
          </p:nvSpPr>
          <p:spPr>
            <a:xfrm>
              <a:off x="6354601" y="2109497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t1600"/>
            <p:cNvSpPr/>
            <p:nvPr/>
          </p:nvSpPr>
          <p:spPr>
            <a:xfrm>
              <a:off x="5649433" y="2227269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t1601"/>
            <p:cNvSpPr/>
            <p:nvPr/>
          </p:nvSpPr>
          <p:spPr>
            <a:xfrm>
              <a:off x="5786928" y="1953042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t1602"/>
            <p:cNvSpPr/>
            <p:nvPr/>
          </p:nvSpPr>
          <p:spPr>
            <a:xfrm>
              <a:off x="6526348" y="238344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t1603"/>
            <p:cNvSpPr/>
            <p:nvPr/>
          </p:nvSpPr>
          <p:spPr>
            <a:xfrm>
              <a:off x="6166751" y="2354013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t1604"/>
            <p:cNvSpPr/>
            <p:nvPr/>
          </p:nvSpPr>
          <p:spPr>
            <a:xfrm>
              <a:off x="6353304" y="2121952"/>
              <a:ext cx="16849" cy="16849"/>
            </a:xfrm>
            <a:prstGeom prst="ellipse">
              <a:avLst/>
            </a:prstGeom>
            <a:solidFill>
              <a:srgbClr val="26A983">
                <a:alpha val="45098"/>
              </a:srgbClr>
            </a:solidFill>
            <a:ln w="7363" cap="rnd">
              <a:solidFill>
                <a:srgbClr val="26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t1605"/>
            <p:cNvSpPr/>
            <p:nvPr/>
          </p:nvSpPr>
          <p:spPr>
            <a:xfrm>
              <a:off x="6345931" y="2207255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t1606"/>
            <p:cNvSpPr/>
            <p:nvPr/>
          </p:nvSpPr>
          <p:spPr>
            <a:xfrm>
              <a:off x="6987876" y="1529811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t1607"/>
            <p:cNvSpPr/>
            <p:nvPr/>
          </p:nvSpPr>
          <p:spPr>
            <a:xfrm>
              <a:off x="6138249" y="2257443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t1608"/>
            <p:cNvSpPr/>
            <p:nvPr/>
          </p:nvSpPr>
          <p:spPr>
            <a:xfrm>
              <a:off x="6406971" y="216646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t1609"/>
            <p:cNvSpPr/>
            <p:nvPr/>
          </p:nvSpPr>
          <p:spPr>
            <a:xfrm>
              <a:off x="5741943" y="2072249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t1610"/>
            <p:cNvSpPr/>
            <p:nvPr/>
          </p:nvSpPr>
          <p:spPr>
            <a:xfrm>
              <a:off x="6939474" y="177149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t1611"/>
            <p:cNvSpPr/>
            <p:nvPr/>
          </p:nvSpPr>
          <p:spPr>
            <a:xfrm>
              <a:off x="6829052" y="183370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t1612"/>
            <p:cNvSpPr/>
            <p:nvPr/>
          </p:nvSpPr>
          <p:spPr>
            <a:xfrm>
              <a:off x="5744569" y="2173309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t1613"/>
            <p:cNvSpPr/>
            <p:nvPr/>
          </p:nvSpPr>
          <p:spPr>
            <a:xfrm>
              <a:off x="5722569" y="2487802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t1614"/>
            <p:cNvSpPr/>
            <p:nvPr/>
          </p:nvSpPr>
          <p:spPr>
            <a:xfrm>
              <a:off x="5973291" y="2415675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t1615"/>
            <p:cNvSpPr/>
            <p:nvPr/>
          </p:nvSpPr>
          <p:spPr>
            <a:xfrm>
              <a:off x="5300935" y="2352090"/>
              <a:ext cx="16849" cy="16849"/>
            </a:xfrm>
            <a:prstGeom prst="ellipse">
              <a:avLst/>
            </a:prstGeom>
            <a:solidFill>
              <a:srgbClr val="6AC661">
                <a:alpha val="45098"/>
              </a:srgbClr>
            </a:solidFill>
            <a:ln w="7363" cap="rnd">
              <a:solidFill>
                <a:srgbClr val="6AC66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t1616"/>
            <p:cNvSpPr/>
            <p:nvPr/>
          </p:nvSpPr>
          <p:spPr>
            <a:xfrm>
              <a:off x="6771067" y="2027478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t1617"/>
            <p:cNvSpPr/>
            <p:nvPr/>
          </p:nvSpPr>
          <p:spPr>
            <a:xfrm>
              <a:off x="6162865" y="237357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t1618"/>
            <p:cNvSpPr/>
            <p:nvPr/>
          </p:nvSpPr>
          <p:spPr>
            <a:xfrm>
              <a:off x="6422792" y="2207145"/>
              <a:ext cx="16849" cy="16849"/>
            </a:xfrm>
            <a:prstGeom prst="ellipse">
              <a:avLst/>
            </a:prstGeom>
            <a:solidFill>
              <a:srgbClr val="6EC95D">
                <a:alpha val="45098"/>
              </a:srgbClr>
            </a:solidFill>
            <a:ln w="7363" cap="rnd">
              <a:solidFill>
                <a:srgbClr val="6E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t1619"/>
            <p:cNvSpPr/>
            <p:nvPr/>
          </p:nvSpPr>
          <p:spPr>
            <a:xfrm>
              <a:off x="5650533" y="2454545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t1620"/>
            <p:cNvSpPr/>
            <p:nvPr/>
          </p:nvSpPr>
          <p:spPr>
            <a:xfrm>
              <a:off x="5591650" y="251594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t1621"/>
            <p:cNvSpPr/>
            <p:nvPr/>
          </p:nvSpPr>
          <p:spPr>
            <a:xfrm>
              <a:off x="6532527" y="2208731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t1622"/>
            <p:cNvSpPr/>
            <p:nvPr/>
          </p:nvSpPr>
          <p:spPr>
            <a:xfrm>
              <a:off x="6487221" y="224748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t1623"/>
            <p:cNvSpPr/>
            <p:nvPr/>
          </p:nvSpPr>
          <p:spPr>
            <a:xfrm>
              <a:off x="6517824" y="2286826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t1624"/>
            <p:cNvSpPr/>
            <p:nvPr/>
          </p:nvSpPr>
          <p:spPr>
            <a:xfrm>
              <a:off x="5764364" y="192188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t1625"/>
            <p:cNvSpPr/>
            <p:nvPr/>
          </p:nvSpPr>
          <p:spPr>
            <a:xfrm>
              <a:off x="6831276" y="184021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t1626"/>
            <p:cNvSpPr/>
            <p:nvPr/>
          </p:nvSpPr>
          <p:spPr>
            <a:xfrm>
              <a:off x="6675369" y="1989752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t1627"/>
            <p:cNvSpPr/>
            <p:nvPr/>
          </p:nvSpPr>
          <p:spPr>
            <a:xfrm>
              <a:off x="6606778" y="230497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t1628"/>
            <p:cNvSpPr/>
            <p:nvPr/>
          </p:nvSpPr>
          <p:spPr>
            <a:xfrm>
              <a:off x="6445476" y="2047280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t1629"/>
            <p:cNvSpPr/>
            <p:nvPr/>
          </p:nvSpPr>
          <p:spPr>
            <a:xfrm>
              <a:off x="6320296" y="234280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t1630"/>
            <p:cNvSpPr/>
            <p:nvPr/>
          </p:nvSpPr>
          <p:spPr>
            <a:xfrm>
              <a:off x="5469536" y="2175315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t1631"/>
            <p:cNvSpPr/>
            <p:nvPr/>
          </p:nvSpPr>
          <p:spPr>
            <a:xfrm>
              <a:off x="5433786" y="2252479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t1632"/>
            <p:cNvSpPr/>
            <p:nvPr/>
          </p:nvSpPr>
          <p:spPr>
            <a:xfrm>
              <a:off x="6971880" y="1829300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t1633"/>
            <p:cNvSpPr/>
            <p:nvPr/>
          </p:nvSpPr>
          <p:spPr>
            <a:xfrm>
              <a:off x="6867441" y="2032165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t1634"/>
            <p:cNvSpPr/>
            <p:nvPr/>
          </p:nvSpPr>
          <p:spPr>
            <a:xfrm>
              <a:off x="7225111" y="1901036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t1635"/>
            <p:cNvSpPr/>
            <p:nvPr/>
          </p:nvSpPr>
          <p:spPr>
            <a:xfrm>
              <a:off x="6225856" y="2065177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t1636"/>
            <p:cNvSpPr/>
            <p:nvPr/>
          </p:nvSpPr>
          <p:spPr>
            <a:xfrm>
              <a:off x="5993482" y="2646101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t1637"/>
            <p:cNvSpPr/>
            <p:nvPr/>
          </p:nvSpPr>
          <p:spPr>
            <a:xfrm>
              <a:off x="6610586" y="2344209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t1638"/>
            <p:cNvSpPr/>
            <p:nvPr/>
          </p:nvSpPr>
          <p:spPr>
            <a:xfrm>
              <a:off x="6740874" y="2065040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t1639"/>
            <p:cNvSpPr/>
            <p:nvPr/>
          </p:nvSpPr>
          <p:spPr>
            <a:xfrm>
              <a:off x="5966718" y="2345297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t1640"/>
            <p:cNvSpPr/>
            <p:nvPr/>
          </p:nvSpPr>
          <p:spPr>
            <a:xfrm>
              <a:off x="5895458" y="209584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t1641"/>
            <p:cNvSpPr/>
            <p:nvPr/>
          </p:nvSpPr>
          <p:spPr>
            <a:xfrm>
              <a:off x="6006314" y="2581509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t1642"/>
            <p:cNvSpPr/>
            <p:nvPr/>
          </p:nvSpPr>
          <p:spPr>
            <a:xfrm>
              <a:off x="5263378" y="1920321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t1643"/>
            <p:cNvSpPr/>
            <p:nvPr/>
          </p:nvSpPr>
          <p:spPr>
            <a:xfrm>
              <a:off x="7063000" y="1827890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t1644"/>
            <p:cNvSpPr/>
            <p:nvPr/>
          </p:nvSpPr>
          <p:spPr>
            <a:xfrm>
              <a:off x="6643631" y="2155698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t1645"/>
            <p:cNvSpPr/>
            <p:nvPr/>
          </p:nvSpPr>
          <p:spPr>
            <a:xfrm>
              <a:off x="6177450" y="2166555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t1646"/>
            <p:cNvSpPr/>
            <p:nvPr/>
          </p:nvSpPr>
          <p:spPr>
            <a:xfrm>
              <a:off x="6297433" y="2059159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t1647"/>
            <p:cNvSpPr/>
            <p:nvPr/>
          </p:nvSpPr>
          <p:spPr>
            <a:xfrm>
              <a:off x="5795626" y="215105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pt1648"/>
            <p:cNvSpPr/>
            <p:nvPr/>
          </p:nvSpPr>
          <p:spPr>
            <a:xfrm>
              <a:off x="6275638" y="2025297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" name="pt1649"/>
            <p:cNvSpPr/>
            <p:nvPr/>
          </p:nvSpPr>
          <p:spPr>
            <a:xfrm>
              <a:off x="5397863" y="242373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" name="pt1650"/>
            <p:cNvSpPr/>
            <p:nvPr/>
          </p:nvSpPr>
          <p:spPr>
            <a:xfrm>
              <a:off x="6857669" y="1817132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" name="pt1651"/>
            <p:cNvSpPr/>
            <p:nvPr/>
          </p:nvSpPr>
          <p:spPr>
            <a:xfrm>
              <a:off x="6041891" y="2327206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" name="pt1652"/>
            <p:cNvSpPr/>
            <p:nvPr/>
          </p:nvSpPr>
          <p:spPr>
            <a:xfrm>
              <a:off x="6870778" y="1882074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pt1653"/>
            <p:cNvSpPr/>
            <p:nvPr/>
          </p:nvSpPr>
          <p:spPr>
            <a:xfrm>
              <a:off x="6221840" y="2342977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" name="pt1654"/>
            <p:cNvSpPr/>
            <p:nvPr/>
          </p:nvSpPr>
          <p:spPr>
            <a:xfrm>
              <a:off x="6305976" y="219806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t1655"/>
            <p:cNvSpPr/>
            <p:nvPr/>
          </p:nvSpPr>
          <p:spPr>
            <a:xfrm>
              <a:off x="5823935" y="2427498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t1656"/>
            <p:cNvSpPr/>
            <p:nvPr/>
          </p:nvSpPr>
          <p:spPr>
            <a:xfrm>
              <a:off x="6565941" y="229840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" name="pt1657"/>
            <p:cNvSpPr/>
            <p:nvPr/>
          </p:nvSpPr>
          <p:spPr>
            <a:xfrm>
              <a:off x="5423633" y="253519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pt1658"/>
            <p:cNvSpPr/>
            <p:nvPr/>
          </p:nvSpPr>
          <p:spPr>
            <a:xfrm>
              <a:off x="6281896" y="2072675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t1659"/>
            <p:cNvSpPr/>
            <p:nvPr/>
          </p:nvSpPr>
          <p:spPr>
            <a:xfrm>
              <a:off x="6701739" y="2040382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t1660"/>
            <p:cNvSpPr/>
            <p:nvPr/>
          </p:nvSpPr>
          <p:spPr>
            <a:xfrm>
              <a:off x="6236840" y="2084119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" name="pt1661"/>
            <p:cNvSpPr/>
            <p:nvPr/>
          </p:nvSpPr>
          <p:spPr>
            <a:xfrm>
              <a:off x="6751902" y="2085780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" name="pt1662"/>
            <p:cNvSpPr/>
            <p:nvPr/>
          </p:nvSpPr>
          <p:spPr>
            <a:xfrm>
              <a:off x="6505804" y="2014411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" name="pt1663"/>
            <p:cNvSpPr/>
            <p:nvPr/>
          </p:nvSpPr>
          <p:spPr>
            <a:xfrm>
              <a:off x="5839796" y="2250281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" name="pt1664"/>
            <p:cNvSpPr/>
            <p:nvPr/>
          </p:nvSpPr>
          <p:spPr>
            <a:xfrm>
              <a:off x="6284585" y="2240050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pt1665"/>
            <p:cNvSpPr/>
            <p:nvPr/>
          </p:nvSpPr>
          <p:spPr>
            <a:xfrm>
              <a:off x="6513496" y="2175681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pt1666"/>
            <p:cNvSpPr/>
            <p:nvPr/>
          </p:nvSpPr>
          <p:spPr>
            <a:xfrm>
              <a:off x="5705367" y="2512853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" name="pt1667"/>
            <p:cNvSpPr/>
            <p:nvPr/>
          </p:nvSpPr>
          <p:spPr>
            <a:xfrm>
              <a:off x="5367305" y="2608847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" name="pt1668"/>
            <p:cNvSpPr/>
            <p:nvPr/>
          </p:nvSpPr>
          <p:spPr>
            <a:xfrm>
              <a:off x="6127147" y="225574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t1669"/>
            <p:cNvSpPr/>
            <p:nvPr/>
          </p:nvSpPr>
          <p:spPr>
            <a:xfrm>
              <a:off x="6647720" y="2154523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t1670"/>
            <p:cNvSpPr/>
            <p:nvPr/>
          </p:nvSpPr>
          <p:spPr>
            <a:xfrm>
              <a:off x="5671725" y="2427352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t1671"/>
            <p:cNvSpPr/>
            <p:nvPr/>
          </p:nvSpPr>
          <p:spPr>
            <a:xfrm>
              <a:off x="6577710" y="2232061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t1672"/>
            <p:cNvSpPr/>
            <p:nvPr/>
          </p:nvSpPr>
          <p:spPr>
            <a:xfrm>
              <a:off x="6353481" y="221249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t1673"/>
            <p:cNvSpPr/>
            <p:nvPr/>
          </p:nvSpPr>
          <p:spPr>
            <a:xfrm>
              <a:off x="6602138" y="2083729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t1674"/>
            <p:cNvSpPr/>
            <p:nvPr/>
          </p:nvSpPr>
          <p:spPr>
            <a:xfrm>
              <a:off x="5705761" y="249969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t1675"/>
            <p:cNvSpPr/>
            <p:nvPr/>
          </p:nvSpPr>
          <p:spPr>
            <a:xfrm>
              <a:off x="5722839" y="2350786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pt1676"/>
            <p:cNvSpPr/>
            <p:nvPr/>
          </p:nvSpPr>
          <p:spPr>
            <a:xfrm>
              <a:off x="6183756" y="230573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" name="pt1677"/>
            <p:cNvSpPr/>
            <p:nvPr/>
          </p:nvSpPr>
          <p:spPr>
            <a:xfrm>
              <a:off x="6201264" y="2144359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" name="pt1678"/>
            <p:cNvSpPr/>
            <p:nvPr/>
          </p:nvSpPr>
          <p:spPr>
            <a:xfrm>
              <a:off x="6286137" y="2231689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" name="pt1679"/>
            <p:cNvSpPr/>
            <p:nvPr/>
          </p:nvSpPr>
          <p:spPr>
            <a:xfrm>
              <a:off x="5993064" y="238665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" name="pt1680"/>
            <p:cNvSpPr/>
            <p:nvPr/>
          </p:nvSpPr>
          <p:spPr>
            <a:xfrm>
              <a:off x="6580752" y="2202777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" name="pt1681"/>
            <p:cNvSpPr/>
            <p:nvPr/>
          </p:nvSpPr>
          <p:spPr>
            <a:xfrm>
              <a:off x="6404179" y="1989550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" name="pt1682"/>
            <p:cNvSpPr/>
            <p:nvPr/>
          </p:nvSpPr>
          <p:spPr>
            <a:xfrm>
              <a:off x="5803294" y="2017210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" name="pt1683"/>
            <p:cNvSpPr/>
            <p:nvPr/>
          </p:nvSpPr>
          <p:spPr>
            <a:xfrm>
              <a:off x="5544209" y="2551843"/>
              <a:ext cx="16849" cy="16849"/>
            </a:xfrm>
            <a:prstGeom prst="ellipse">
              <a:avLst/>
            </a:prstGeom>
            <a:solidFill>
              <a:srgbClr val="299987">
                <a:alpha val="45098"/>
              </a:srgbClr>
            </a:solidFill>
            <a:ln w="7363" cap="rnd">
              <a:solidFill>
                <a:srgbClr val="2999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" name="pt1684"/>
            <p:cNvSpPr/>
            <p:nvPr/>
          </p:nvSpPr>
          <p:spPr>
            <a:xfrm>
              <a:off x="6995575" y="1572927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" name="pt1685"/>
            <p:cNvSpPr/>
            <p:nvPr/>
          </p:nvSpPr>
          <p:spPr>
            <a:xfrm>
              <a:off x="6571668" y="2188266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" name="pt1686"/>
            <p:cNvSpPr/>
            <p:nvPr/>
          </p:nvSpPr>
          <p:spPr>
            <a:xfrm>
              <a:off x="6087800" y="2203198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" name="pt1687"/>
            <p:cNvSpPr/>
            <p:nvPr/>
          </p:nvSpPr>
          <p:spPr>
            <a:xfrm>
              <a:off x="5908447" y="2146531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" name="pt1688"/>
            <p:cNvSpPr/>
            <p:nvPr/>
          </p:nvSpPr>
          <p:spPr>
            <a:xfrm>
              <a:off x="4764850" y="2535557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" name="pt1689"/>
            <p:cNvSpPr/>
            <p:nvPr/>
          </p:nvSpPr>
          <p:spPr>
            <a:xfrm>
              <a:off x="6088310" y="2191799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" name="pt1690"/>
            <p:cNvSpPr/>
            <p:nvPr/>
          </p:nvSpPr>
          <p:spPr>
            <a:xfrm>
              <a:off x="5970508" y="2380267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" name="pt1691"/>
            <p:cNvSpPr/>
            <p:nvPr/>
          </p:nvSpPr>
          <p:spPr>
            <a:xfrm>
              <a:off x="6499117" y="2137990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" name="pt1692"/>
            <p:cNvSpPr/>
            <p:nvPr/>
          </p:nvSpPr>
          <p:spPr>
            <a:xfrm>
              <a:off x="5970368" y="2451412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t1693"/>
            <p:cNvSpPr/>
            <p:nvPr/>
          </p:nvSpPr>
          <p:spPr>
            <a:xfrm>
              <a:off x="6580273" y="228592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t1694"/>
            <p:cNvSpPr/>
            <p:nvPr/>
          </p:nvSpPr>
          <p:spPr>
            <a:xfrm>
              <a:off x="5179260" y="2184370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t1695"/>
            <p:cNvSpPr/>
            <p:nvPr/>
          </p:nvSpPr>
          <p:spPr>
            <a:xfrm>
              <a:off x="6469055" y="2117982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t1696"/>
            <p:cNvSpPr/>
            <p:nvPr/>
          </p:nvSpPr>
          <p:spPr>
            <a:xfrm>
              <a:off x="6028836" y="201175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pt1697"/>
            <p:cNvSpPr/>
            <p:nvPr/>
          </p:nvSpPr>
          <p:spPr>
            <a:xfrm>
              <a:off x="5559189" y="2480363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" name="pt1698"/>
            <p:cNvSpPr/>
            <p:nvPr/>
          </p:nvSpPr>
          <p:spPr>
            <a:xfrm>
              <a:off x="6053439" y="2446553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" name="pt1699"/>
            <p:cNvSpPr/>
            <p:nvPr/>
          </p:nvSpPr>
          <p:spPr>
            <a:xfrm>
              <a:off x="5808941" y="2134456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" name="pt1700"/>
            <p:cNvSpPr/>
            <p:nvPr/>
          </p:nvSpPr>
          <p:spPr>
            <a:xfrm>
              <a:off x="6343363" y="2205317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" name="pt1701"/>
            <p:cNvSpPr/>
            <p:nvPr/>
          </p:nvSpPr>
          <p:spPr>
            <a:xfrm>
              <a:off x="6074696" y="2335568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" name="pt1702"/>
            <p:cNvSpPr/>
            <p:nvPr/>
          </p:nvSpPr>
          <p:spPr>
            <a:xfrm>
              <a:off x="6249356" y="2329663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" name="pt1703"/>
            <p:cNvSpPr/>
            <p:nvPr/>
          </p:nvSpPr>
          <p:spPr>
            <a:xfrm>
              <a:off x="6950380" y="2011180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" name="pt1704"/>
            <p:cNvSpPr/>
            <p:nvPr/>
          </p:nvSpPr>
          <p:spPr>
            <a:xfrm>
              <a:off x="6954592" y="1746281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" name="pt1705"/>
            <p:cNvSpPr/>
            <p:nvPr/>
          </p:nvSpPr>
          <p:spPr>
            <a:xfrm>
              <a:off x="5532283" y="1900815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" name="pt1706"/>
            <p:cNvSpPr/>
            <p:nvPr/>
          </p:nvSpPr>
          <p:spPr>
            <a:xfrm>
              <a:off x="6262604" y="2457080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" name="pt1707"/>
            <p:cNvSpPr/>
            <p:nvPr/>
          </p:nvSpPr>
          <p:spPr>
            <a:xfrm>
              <a:off x="6189639" y="2228222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" name="pt1708"/>
            <p:cNvSpPr/>
            <p:nvPr/>
          </p:nvSpPr>
          <p:spPr>
            <a:xfrm>
              <a:off x="7009608" y="1730778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" name="pt1709"/>
            <p:cNvSpPr/>
            <p:nvPr/>
          </p:nvSpPr>
          <p:spPr>
            <a:xfrm>
              <a:off x="5700533" y="2430352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" name="pt1710"/>
            <p:cNvSpPr/>
            <p:nvPr/>
          </p:nvSpPr>
          <p:spPr>
            <a:xfrm>
              <a:off x="5830441" y="2338978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" name="pt1711"/>
            <p:cNvSpPr/>
            <p:nvPr/>
          </p:nvSpPr>
          <p:spPr>
            <a:xfrm>
              <a:off x="6127955" y="2373724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t1712"/>
            <p:cNvSpPr/>
            <p:nvPr/>
          </p:nvSpPr>
          <p:spPr>
            <a:xfrm>
              <a:off x="6507400" y="224366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" name="pt1713"/>
            <p:cNvSpPr/>
            <p:nvPr/>
          </p:nvSpPr>
          <p:spPr>
            <a:xfrm>
              <a:off x="6669634" y="2161424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t1714"/>
            <p:cNvSpPr/>
            <p:nvPr/>
          </p:nvSpPr>
          <p:spPr>
            <a:xfrm>
              <a:off x="7268854" y="2327419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t1715"/>
            <p:cNvSpPr/>
            <p:nvPr/>
          </p:nvSpPr>
          <p:spPr>
            <a:xfrm>
              <a:off x="5759249" y="2243257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t1716"/>
            <p:cNvSpPr/>
            <p:nvPr/>
          </p:nvSpPr>
          <p:spPr>
            <a:xfrm>
              <a:off x="6949657" y="171647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t1717"/>
            <p:cNvSpPr/>
            <p:nvPr/>
          </p:nvSpPr>
          <p:spPr>
            <a:xfrm>
              <a:off x="6674942" y="188546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t1718"/>
            <p:cNvSpPr/>
            <p:nvPr/>
          </p:nvSpPr>
          <p:spPr>
            <a:xfrm>
              <a:off x="5427403" y="238224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t1719"/>
            <p:cNvSpPr/>
            <p:nvPr/>
          </p:nvSpPr>
          <p:spPr>
            <a:xfrm>
              <a:off x="5975540" y="2457829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t1720"/>
            <p:cNvSpPr/>
            <p:nvPr/>
          </p:nvSpPr>
          <p:spPr>
            <a:xfrm>
              <a:off x="6169076" y="2223160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pt1721"/>
            <p:cNvSpPr/>
            <p:nvPr/>
          </p:nvSpPr>
          <p:spPr>
            <a:xfrm>
              <a:off x="6782119" y="204593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pt1722"/>
            <p:cNvSpPr/>
            <p:nvPr/>
          </p:nvSpPr>
          <p:spPr>
            <a:xfrm>
              <a:off x="7172471" y="1350844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" name="pt1723"/>
            <p:cNvSpPr/>
            <p:nvPr/>
          </p:nvSpPr>
          <p:spPr>
            <a:xfrm>
              <a:off x="6227814" y="2302371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t1724"/>
            <p:cNvSpPr/>
            <p:nvPr/>
          </p:nvSpPr>
          <p:spPr>
            <a:xfrm>
              <a:off x="6123275" y="241532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t1725"/>
            <p:cNvSpPr/>
            <p:nvPr/>
          </p:nvSpPr>
          <p:spPr>
            <a:xfrm>
              <a:off x="7019170" y="1815497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t1726"/>
            <p:cNvSpPr/>
            <p:nvPr/>
          </p:nvSpPr>
          <p:spPr>
            <a:xfrm>
              <a:off x="5879895" y="2178851"/>
              <a:ext cx="16849" cy="16849"/>
            </a:xfrm>
            <a:prstGeom prst="ellipse">
              <a:avLst/>
            </a:prstGeom>
            <a:solidFill>
              <a:srgbClr val="72CC59">
                <a:alpha val="45098"/>
              </a:srgbClr>
            </a:solidFill>
            <a:ln w="7363" cap="rnd">
              <a:solidFill>
                <a:srgbClr val="72CC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t1727"/>
            <p:cNvSpPr/>
            <p:nvPr/>
          </p:nvSpPr>
          <p:spPr>
            <a:xfrm>
              <a:off x="6161960" y="234759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t1728"/>
            <p:cNvSpPr/>
            <p:nvPr/>
          </p:nvSpPr>
          <p:spPr>
            <a:xfrm>
              <a:off x="6417306" y="2180493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" name="pt1729"/>
            <p:cNvSpPr/>
            <p:nvPr/>
          </p:nvSpPr>
          <p:spPr>
            <a:xfrm>
              <a:off x="6147719" y="2241668"/>
              <a:ext cx="16849" cy="16849"/>
            </a:xfrm>
            <a:prstGeom prst="ellipse">
              <a:avLst/>
            </a:prstGeom>
            <a:solidFill>
              <a:srgbClr val="32AC80">
                <a:alpha val="45098"/>
              </a:srgbClr>
            </a:solidFill>
            <a:ln w="7363" cap="rnd">
              <a:solidFill>
                <a:srgbClr val="32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t1730"/>
            <p:cNvSpPr/>
            <p:nvPr/>
          </p:nvSpPr>
          <p:spPr>
            <a:xfrm>
              <a:off x="5474790" y="2260376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t1731"/>
            <p:cNvSpPr/>
            <p:nvPr/>
          </p:nvSpPr>
          <p:spPr>
            <a:xfrm>
              <a:off x="6386919" y="236539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pt1732"/>
            <p:cNvSpPr/>
            <p:nvPr/>
          </p:nvSpPr>
          <p:spPr>
            <a:xfrm>
              <a:off x="7164550" y="1637015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" name="pt1733"/>
            <p:cNvSpPr/>
            <p:nvPr/>
          </p:nvSpPr>
          <p:spPr>
            <a:xfrm>
              <a:off x="6558345" y="2015486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" name="pt1734"/>
            <p:cNvSpPr/>
            <p:nvPr/>
          </p:nvSpPr>
          <p:spPr>
            <a:xfrm>
              <a:off x="6458430" y="1999125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" name="pt1735"/>
            <p:cNvSpPr/>
            <p:nvPr/>
          </p:nvSpPr>
          <p:spPr>
            <a:xfrm>
              <a:off x="6086752" y="2331106"/>
              <a:ext cx="16849" cy="16849"/>
            </a:xfrm>
            <a:prstGeom prst="ellipse">
              <a:avLst/>
            </a:prstGeom>
            <a:solidFill>
              <a:srgbClr val="78CF53">
                <a:alpha val="45098"/>
              </a:srgbClr>
            </a:solidFill>
            <a:ln w="7363" cap="rnd">
              <a:solidFill>
                <a:srgbClr val="78CF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pt1736"/>
            <p:cNvSpPr/>
            <p:nvPr/>
          </p:nvSpPr>
          <p:spPr>
            <a:xfrm>
              <a:off x="6693378" y="219162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" name="pt1737"/>
            <p:cNvSpPr/>
            <p:nvPr/>
          </p:nvSpPr>
          <p:spPr>
            <a:xfrm>
              <a:off x="6786388" y="185788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" name="pt1738"/>
            <p:cNvSpPr/>
            <p:nvPr/>
          </p:nvSpPr>
          <p:spPr>
            <a:xfrm>
              <a:off x="6354181" y="2180566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" name="pt1739"/>
            <p:cNvSpPr/>
            <p:nvPr/>
          </p:nvSpPr>
          <p:spPr>
            <a:xfrm>
              <a:off x="5802553" y="2047830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" name="pt1740"/>
            <p:cNvSpPr/>
            <p:nvPr/>
          </p:nvSpPr>
          <p:spPr>
            <a:xfrm>
              <a:off x="6850639" y="1817684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" name="pt1741"/>
            <p:cNvSpPr/>
            <p:nvPr/>
          </p:nvSpPr>
          <p:spPr>
            <a:xfrm>
              <a:off x="6595347" y="2119998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t1742"/>
            <p:cNvSpPr/>
            <p:nvPr/>
          </p:nvSpPr>
          <p:spPr>
            <a:xfrm>
              <a:off x="6272547" y="2462038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t1743"/>
            <p:cNvSpPr/>
            <p:nvPr/>
          </p:nvSpPr>
          <p:spPr>
            <a:xfrm>
              <a:off x="6870300" y="2038677"/>
              <a:ext cx="16849" cy="16849"/>
            </a:xfrm>
            <a:prstGeom prst="ellipse">
              <a:avLst/>
            </a:prstGeom>
            <a:solidFill>
              <a:srgbClr val="A5D848">
                <a:alpha val="45098"/>
              </a:srgbClr>
            </a:solidFill>
            <a:ln w="7363" cap="rnd">
              <a:solidFill>
                <a:srgbClr val="A5D84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t1744"/>
            <p:cNvSpPr/>
            <p:nvPr/>
          </p:nvSpPr>
          <p:spPr>
            <a:xfrm>
              <a:off x="5891071" y="2135724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t1745"/>
            <p:cNvSpPr/>
            <p:nvPr/>
          </p:nvSpPr>
          <p:spPr>
            <a:xfrm>
              <a:off x="6627666" y="236079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t1746"/>
            <p:cNvSpPr/>
            <p:nvPr/>
          </p:nvSpPr>
          <p:spPr>
            <a:xfrm>
              <a:off x="5654775" y="2463316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t1747"/>
            <p:cNvSpPr/>
            <p:nvPr/>
          </p:nvSpPr>
          <p:spPr>
            <a:xfrm>
              <a:off x="5549803" y="2411054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t1748"/>
            <p:cNvSpPr/>
            <p:nvPr/>
          </p:nvSpPr>
          <p:spPr>
            <a:xfrm>
              <a:off x="6072071" y="2343385"/>
              <a:ext cx="16849" cy="16849"/>
            </a:xfrm>
            <a:prstGeom prst="ellipse">
              <a:avLst/>
            </a:prstGeom>
            <a:solidFill>
              <a:srgbClr val="C5DE3E">
                <a:alpha val="45098"/>
              </a:srgbClr>
            </a:solidFill>
            <a:ln w="7363" cap="rnd">
              <a:solidFill>
                <a:srgbClr val="C5DE3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t1749"/>
            <p:cNvSpPr/>
            <p:nvPr/>
          </p:nvSpPr>
          <p:spPr>
            <a:xfrm>
              <a:off x="6115757" y="2360132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t1750"/>
            <p:cNvSpPr/>
            <p:nvPr/>
          </p:nvSpPr>
          <p:spPr>
            <a:xfrm>
              <a:off x="5422296" y="2440024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t1751"/>
            <p:cNvSpPr/>
            <p:nvPr/>
          </p:nvSpPr>
          <p:spPr>
            <a:xfrm>
              <a:off x="5769777" y="2290713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t1752"/>
            <p:cNvSpPr/>
            <p:nvPr/>
          </p:nvSpPr>
          <p:spPr>
            <a:xfrm>
              <a:off x="6211968" y="2271323"/>
              <a:ext cx="16849" cy="16849"/>
            </a:xfrm>
            <a:prstGeom prst="ellipse">
              <a:avLst/>
            </a:prstGeom>
            <a:solidFill>
              <a:srgbClr val="5EBE6A">
                <a:alpha val="45098"/>
              </a:srgbClr>
            </a:solidFill>
            <a:ln w="7363" cap="rnd">
              <a:solidFill>
                <a:srgbClr val="5EBE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t1753"/>
            <p:cNvSpPr/>
            <p:nvPr/>
          </p:nvSpPr>
          <p:spPr>
            <a:xfrm>
              <a:off x="6129765" y="241255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t1754"/>
            <p:cNvSpPr/>
            <p:nvPr/>
          </p:nvSpPr>
          <p:spPr>
            <a:xfrm>
              <a:off x="5474297" y="2398778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t1755"/>
            <p:cNvSpPr/>
            <p:nvPr/>
          </p:nvSpPr>
          <p:spPr>
            <a:xfrm>
              <a:off x="5933862" y="1993622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t1756"/>
            <p:cNvSpPr/>
            <p:nvPr/>
          </p:nvSpPr>
          <p:spPr>
            <a:xfrm>
              <a:off x="6305224" y="221893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t1757"/>
            <p:cNvSpPr/>
            <p:nvPr/>
          </p:nvSpPr>
          <p:spPr>
            <a:xfrm>
              <a:off x="6045652" y="2383996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t1758"/>
            <p:cNvSpPr/>
            <p:nvPr/>
          </p:nvSpPr>
          <p:spPr>
            <a:xfrm>
              <a:off x="6168072" y="230302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t1759"/>
            <p:cNvSpPr/>
            <p:nvPr/>
          </p:nvSpPr>
          <p:spPr>
            <a:xfrm>
              <a:off x="6003755" y="2602535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t1760"/>
            <p:cNvSpPr/>
            <p:nvPr/>
          </p:nvSpPr>
          <p:spPr>
            <a:xfrm>
              <a:off x="6530863" y="2289799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t1761"/>
            <p:cNvSpPr/>
            <p:nvPr/>
          </p:nvSpPr>
          <p:spPr>
            <a:xfrm>
              <a:off x="4800218" y="2649644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t1762"/>
            <p:cNvSpPr/>
            <p:nvPr/>
          </p:nvSpPr>
          <p:spPr>
            <a:xfrm>
              <a:off x="5653822" y="2388959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" name="pt1763"/>
            <p:cNvSpPr/>
            <p:nvPr/>
          </p:nvSpPr>
          <p:spPr>
            <a:xfrm>
              <a:off x="6406956" y="2138598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" name="pt1764"/>
            <p:cNvSpPr/>
            <p:nvPr/>
          </p:nvSpPr>
          <p:spPr>
            <a:xfrm>
              <a:off x="5981957" y="2585120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" name="pt1765"/>
            <p:cNvSpPr/>
            <p:nvPr/>
          </p:nvSpPr>
          <p:spPr>
            <a:xfrm>
              <a:off x="6227493" y="2241423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pt1766"/>
            <p:cNvSpPr/>
            <p:nvPr/>
          </p:nvSpPr>
          <p:spPr>
            <a:xfrm>
              <a:off x="6366055" y="2170954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pt1767"/>
            <p:cNvSpPr/>
            <p:nvPr/>
          </p:nvSpPr>
          <p:spPr>
            <a:xfrm>
              <a:off x="6281926" y="2043117"/>
              <a:ext cx="16849" cy="16849"/>
            </a:xfrm>
            <a:prstGeom prst="ellipse">
              <a:avLst/>
            </a:prstGeom>
            <a:solidFill>
              <a:srgbClr val="9CD74A">
                <a:alpha val="45098"/>
              </a:srgbClr>
            </a:solidFill>
            <a:ln w="7363" cap="rnd">
              <a:solidFill>
                <a:srgbClr val="9CD7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t1768"/>
            <p:cNvSpPr/>
            <p:nvPr/>
          </p:nvSpPr>
          <p:spPr>
            <a:xfrm>
              <a:off x="6617822" y="230739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t1769"/>
            <p:cNvSpPr/>
            <p:nvPr/>
          </p:nvSpPr>
          <p:spPr>
            <a:xfrm>
              <a:off x="6222885" y="2374154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t1770"/>
            <p:cNvSpPr/>
            <p:nvPr/>
          </p:nvSpPr>
          <p:spPr>
            <a:xfrm>
              <a:off x="6682411" y="2018221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t1771"/>
            <p:cNvSpPr/>
            <p:nvPr/>
          </p:nvSpPr>
          <p:spPr>
            <a:xfrm>
              <a:off x="6391675" y="2230266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t1772"/>
            <p:cNvSpPr/>
            <p:nvPr/>
          </p:nvSpPr>
          <p:spPr>
            <a:xfrm>
              <a:off x="6509206" y="2060040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t1773"/>
            <p:cNvSpPr/>
            <p:nvPr/>
          </p:nvSpPr>
          <p:spPr>
            <a:xfrm>
              <a:off x="6128824" y="2271737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t1774"/>
            <p:cNvSpPr/>
            <p:nvPr/>
          </p:nvSpPr>
          <p:spPr>
            <a:xfrm>
              <a:off x="6225574" y="2246739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t1775"/>
            <p:cNvSpPr/>
            <p:nvPr/>
          </p:nvSpPr>
          <p:spPr>
            <a:xfrm>
              <a:off x="5718749" y="2282465"/>
              <a:ext cx="16849" cy="16849"/>
            </a:xfrm>
            <a:prstGeom prst="ellipse">
              <a:avLst/>
            </a:prstGeom>
            <a:solidFill>
              <a:srgbClr val="FDE725">
                <a:alpha val="45098"/>
              </a:srgbClr>
            </a:solidFill>
            <a:ln w="7363" cap="rnd">
              <a:solidFill>
                <a:srgbClr val="FDE72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t1776"/>
            <p:cNvSpPr/>
            <p:nvPr/>
          </p:nvSpPr>
          <p:spPr>
            <a:xfrm>
              <a:off x="6273624" y="2174219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t1777"/>
            <p:cNvSpPr/>
            <p:nvPr/>
          </p:nvSpPr>
          <p:spPr>
            <a:xfrm>
              <a:off x="5111963" y="2356448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t1778"/>
            <p:cNvSpPr/>
            <p:nvPr/>
          </p:nvSpPr>
          <p:spPr>
            <a:xfrm>
              <a:off x="6437005" y="1911214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t1779"/>
            <p:cNvSpPr/>
            <p:nvPr/>
          </p:nvSpPr>
          <p:spPr>
            <a:xfrm>
              <a:off x="6562534" y="2121178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t1780"/>
            <p:cNvSpPr/>
            <p:nvPr/>
          </p:nvSpPr>
          <p:spPr>
            <a:xfrm>
              <a:off x="6120659" y="2264025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t1781"/>
            <p:cNvSpPr/>
            <p:nvPr/>
          </p:nvSpPr>
          <p:spPr>
            <a:xfrm>
              <a:off x="6601412" y="2104230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t1782"/>
            <p:cNvSpPr/>
            <p:nvPr/>
          </p:nvSpPr>
          <p:spPr>
            <a:xfrm>
              <a:off x="6799126" y="1698135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t1783"/>
            <p:cNvSpPr/>
            <p:nvPr/>
          </p:nvSpPr>
          <p:spPr>
            <a:xfrm>
              <a:off x="6488475" y="233721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t1784"/>
            <p:cNvSpPr/>
            <p:nvPr/>
          </p:nvSpPr>
          <p:spPr>
            <a:xfrm>
              <a:off x="5731149" y="204453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t1785"/>
            <p:cNvSpPr/>
            <p:nvPr/>
          </p:nvSpPr>
          <p:spPr>
            <a:xfrm>
              <a:off x="5972052" y="213985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t1786"/>
            <p:cNvSpPr/>
            <p:nvPr/>
          </p:nvSpPr>
          <p:spPr>
            <a:xfrm>
              <a:off x="5726965" y="250651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t1787"/>
            <p:cNvSpPr/>
            <p:nvPr/>
          </p:nvSpPr>
          <p:spPr>
            <a:xfrm>
              <a:off x="6303086" y="211862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t1788"/>
            <p:cNvSpPr/>
            <p:nvPr/>
          </p:nvSpPr>
          <p:spPr>
            <a:xfrm>
              <a:off x="6001301" y="2452627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t1789"/>
            <p:cNvSpPr/>
            <p:nvPr/>
          </p:nvSpPr>
          <p:spPr>
            <a:xfrm>
              <a:off x="6068455" y="2331537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t1790"/>
            <p:cNvSpPr/>
            <p:nvPr/>
          </p:nvSpPr>
          <p:spPr>
            <a:xfrm>
              <a:off x="5497963" y="2442205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t1791"/>
            <p:cNvSpPr/>
            <p:nvPr/>
          </p:nvSpPr>
          <p:spPr>
            <a:xfrm>
              <a:off x="6289466" y="202224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t1792"/>
            <p:cNvSpPr/>
            <p:nvPr/>
          </p:nvSpPr>
          <p:spPr>
            <a:xfrm>
              <a:off x="6212300" y="224045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t1793"/>
            <p:cNvSpPr/>
            <p:nvPr/>
          </p:nvSpPr>
          <p:spPr>
            <a:xfrm>
              <a:off x="6669498" y="2109295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t1794"/>
            <p:cNvSpPr/>
            <p:nvPr/>
          </p:nvSpPr>
          <p:spPr>
            <a:xfrm>
              <a:off x="6563303" y="2119778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t1795"/>
            <p:cNvSpPr/>
            <p:nvPr/>
          </p:nvSpPr>
          <p:spPr>
            <a:xfrm>
              <a:off x="6339787" y="2108568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t1796"/>
            <p:cNvSpPr/>
            <p:nvPr/>
          </p:nvSpPr>
          <p:spPr>
            <a:xfrm>
              <a:off x="6848257" y="1781659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t1797"/>
            <p:cNvSpPr/>
            <p:nvPr/>
          </p:nvSpPr>
          <p:spPr>
            <a:xfrm>
              <a:off x="6847191" y="203749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t1798"/>
            <p:cNvSpPr/>
            <p:nvPr/>
          </p:nvSpPr>
          <p:spPr>
            <a:xfrm>
              <a:off x="5797346" y="209665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t1799"/>
            <p:cNvSpPr/>
            <p:nvPr/>
          </p:nvSpPr>
          <p:spPr>
            <a:xfrm>
              <a:off x="6489165" y="2238237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t1800"/>
            <p:cNvSpPr/>
            <p:nvPr/>
          </p:nvSpPr>
          <p:spPr>
            <a:xfrm>
              <a:off x="4668738" y="2498974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t1801"/>
            <p:cNvSpPr/>
            <p:nvPr/>
          </p:nvSpPr>
          <p:spPr>
            <a:xfrm>
              <a:off x="5623744" y="2171434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t1802"/>
            <p:cNvSpPr/>
            <p:nvPr/>
          </p:nvSpPr>
          <p:spPr>
            <a:xfrm>
              <a:off x="6381190" y="235082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t1803"/>
            <p:cNvSpPr/>
            <p:nvPr/>
          </p:nvSpPr>
          <p:spPr>
            <a:xfrm>
              <a:off x="6336813" y="2201100"/>
              <a:ext cx="16849" cy="16849"/>
            </a:xfrm>
            <a:prstGeom prst="ellipse">
              <a:avLst/>
            </a:prstGeom>
            <a:solidFill>
              <a:srgbClr val="5EBF6A">
                <a:alpha val="45098"/>
              </a:srgbClr>
            </a:solidFill>
            <a:ln w="7363" cap="rnd">
              <a:solidFill>
                <a:srgbClr val="5EBF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t1804"/>
            <p:cNvSpPr/>
            <p:nvPr/>
          </p:nvSpPr>
          <p:spPr>
            <a:xfrm>
              <a:off x="5936810" y="2050291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t1805"/>
            <p:cNvSpPr/>
            <p:nvPr/>
          </p:nvSpPr>
          <p:spPr>
            <a:xfrm>
              <a:off x="6539787" y="2100721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t1806"/>
            <p:cNvSpPr/>
            <p:nvPr/>
          </p:nvSpPr>
          <p:spPr>
            <a:xfrm>
              <a:off x="5580786" y="1916780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t1807"/>
            <p:cNvSpPr/>
            <p:nvPr/>
          </p:nvSpPr>
          <p:spPr>
            <a:xfrm>
              <a:off x="5260350" y="2438780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t1808"/>
            <p:cNvSpPr/>
            <p:nvPr/>
          </p:nvSpPr>
          <p:spPr>
            <a:xfrm>
              <a:off x="6652032" y="2112595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t1809"/>
            <p:cNvSpPr/>
            <p:nvPr/>
          </p:nvSpPr>
          <p:spPr>
            <a:xfrm>
              <a:off x="6041827" y="240309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t1810"/>
            <p:cNvSpPr/>
            <p:nvPr/>
          </p:nvSpPr>
          <p:spPr>
            <a:xfrm>
              <a:off x="5981211" y="216228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t1811"/>
            <p:cNvSpPr/>
            <p:nvPr/>
          </p:nvSpPr>
          <p:spPr>
            <a:xfrm>
              <a:off x="6007641" y="2406366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t1812"/>
            <p:cNvSpPr/>
            <p:nvPr/>
          </p:nvSpPr>
          <p:spPr>
            <a:xfrm>
              <a:off x="6463059" y="2074612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t1813"/>
            <p:cNvSpPr/>
            <p:nvPr/>
          </p:nvSpPr>
          <p:spPr>
            <a:xfrm>
              <a:off x="6113972" y="2265952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t1814"/>
            <p:cNvSpPr/>
            <p:nvPr/>
          </p:nvSpPr>
          <p:spPr>
            <a:xfrm>
              <a:off x="7229066" y="1766456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t1815"/>
            <p:cNvSpPr/>
            <p:nvPr/>
          </p:nvSpPr>
          <p:spPr>
            <a:xfrm>
              <a:off x="6711024" y="206930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t1816"/>
            <p:cNvSpPr/>
            <p:nvPr/>
          </p:nvSpPr>
          <p:spPr>
            <a:xfrm>
              <a:off x="6456990" y="2103321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t1817"/>
            <p:cNvSpPr/>
            <p:nvPr/>
          </p:nvSpPr>
          <p:spPr>
            <a:xfrm>
              <a:off x="6831206" y="1975472"/>
              <a:ext cx="16849" cy="16849"/>
            </a:xfrm>
            <a:prstGeom prst="ellipse">
              <a:avLst/>
            </a:prstGeom>
            <a:solidFill>
              <a:srgbClr val="C0DD40">
                <a:alpha val="45098"/>
              </a:srgbClr>
            </a:solidFill>
            <a:ln w="7363" cap="rnd">
              <a:solidFill>
                <a:srgbClr val="C0DD4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t1818"/>
            <p:cNvSpPr/>
            <p:nvPr/>
          </p:nvSpPr>
          <p:spPr>
            <a:xfrm>
              <a:off x="6177862" y="230547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t1819"/>
            <p:cNvSpPr/>
            <p:nvPr/>
          </p:nvSpPr>
          <p:spPr>
            <a:xfrm>
              <a:off x="5794690" y="2108907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t1820"/>
            <p:cNvSpPr/>
            <p:nvPr/>
          </p:nvSpPr>
          <p:spPr>
            <a:xfrm>
              <a:off x="6414286" y="2173155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t1821"/>
            <p:cNvSpPr/>
            <p:nvPr/>
          </p:nvSpPr>
          <p:spPr>
            <a:xfrm>
              <a:off x="5966388" y="2432102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t1822"/>
            <p:cNvSpPr/>
            <p:nvPr/>
          </p:nvSpPr>
          <p:spPr>
            <a:xfrm>
              <a:off x="6663059" y="2101385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t1823"/>
            <p:cNvSpPr/>
            <p:nvPr/>
          </p:nvSpPr>
          <p:spPr>
            <a:xfrm>
              <a:off x="6542304" y="225997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t1824"/>
            <p:cNvSpPr/>
            <p:nvPr/>
          </p:nvSpPr>
          <p:spPr>
            <a:xfrm>
              <a:off x="6257125" y="2306112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t1825"/>
            <p:cNvSpPr/>
            <p:nvPr/>
          </p:nvSpPr>
          <p:spPr>
            <a:xfrm>
              <a:off x="6688766" y="2064035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t1826"/>
            <p:cNvSpPr/>
            <p:nvPr/>
          </p:nvSpPr>
          <p:spPr>
            <a:xfrm>
              <a:off x="6695141" y="2111361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t1827"/>
            <p:cNvSpPr/>
            <p:nvPr/>
          </p:nvSpPr>
          <p:spPr>
            <a:xfrm>
              <a:off x="6903586" y="1913856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t1828"/>
            <p:cNvSpPr/>
            <p:nvPr/>
          </p:nvSpPr>
          <p:spPr>
            <a:xfrm>
              <a:off x="6505261" y="2089448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t1829"/>
            <p:cNvSpPr/>
            <p:nvPr/>
          </p:nvSpPr>
          <p:spPr>
            <a:xfrm>
              <a:off x="6263407" y="2261725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t1830"/>
            <p:cNvSpPr/>
            <p:nvPr/>
          </p:nvSpPr>
          <p:spPr>
            <a:xfrm>
              <a:off x="6949801" y="1803732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t1831"/>
            <p:cNvSpPr/>
            <p:nvPr/>
          </p:nvSpPr>
          <p:spPr>
            <a:xfrm>
              <a:off x="6414634" y="2172529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t1832"/>
            <p:cNvSpPr/>
            <p:nvPr/>
          </p:nvSpPr>
          <p:spPr>
            <a:xfrm>
              <a:off x="5861666" y="1932446"/>
              <a:ext cx="16849" cy="16849"/>
            </a:xfrm>
            <a:prstGeom prst="ellipse">
              <a:avLst/>
            </a:prstGeom>
            <a:solidFill>
              <a:srgbClr val="CCDF3C">
                <a:alpha val="45098"/>
              </a:srgbClr>
            </a:solidFill>
            <a:ln w="7363" cap="rnd">
              <a:solidFill>
                <a:srgbClr val="CCDF3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t1833"/>
            <p:cNvSpPr/>
            <p:nvPr/>
          </p:nvSpPr>
          <p:spPr>
            <a:xfrm>
              <a:off x="6085024" y="2391788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t1834"/>
            <p:cNvSpPr/>
            <p:nvPr/>
          </p:nvSpPr>
          <p:spPr>
            <a:xfrm>
              <a:off x="6073182" y="2418237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t1835"/>
            <p:cNvSpPr/>
            <p:nvPr/>
          </p:nvSpPr>
          <p:spPr>
            <a:xfrm>
              <a:off x="5673477" y="2476214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t1836"/>
            <p:cNvSpPr/>
            <p:nvPr/>
          </p:nvSpPr>
          <p:spPr>
            <a:xfrm>
              <a:off x="6594187" y="2096498"/>
              <a:ext cx="16849" cy="16849"/>
            </a:xfrm>
            <a:prstGeom prst="ellipse">
              <a:avLst/>
            </a:prstGeom>
            <a:solidFill>
              <a:srgbClr val="6FC95D">
                <a:alpha val="45098"/>
              </a:srgbClr>
            </a:solidFill>
            <a:ln w="7363" cap="rnd">
              <a:solidFill>
                <a:srgbClr val="6F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t1837"/>
            <p:cNvSpPr/>
            <p:nvPr/>
          </p:nvSpPr>
          <p:spPr>
            <a:xfrm>
              <a:off x="6930737" y="1976161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t1838"/>
            <p:cNvSpPr/>
            <p:nvPr/>
          </p:nvSpPr>
          <p:spPr>
            <a:xfrm>
              <a:off x="6269033" y="2471545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t1839"/>
            <p:cNvSpPr/>
            <p:nvPr/>
          </p:nvSpPr>
          <p:spPr>
            <a:xfrm>
              <a:off x="6154267" y="2212958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t1840"/>
            <p:cNvSpPr/>
            <p:nvPr/>
          </p:nvSpPr>
          <p:spPr>
            <a:xfrm>
              <a:off x="6405360" y="2159968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t1841"/>
            <p:cNvSpPr/>
            <p:nvPr/>
          </p:nvSpPr>
          <p:spPr>
            <a:xfrm>
              <a:off x="6936200" y="1590649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t1842"/>
            <p:cNvSpPr/>
            <p:nvPr/>
          </p:nvSpPr>
          <p:spPr>
            <a:xfrm>
              <a:off x="6300174" y="1714231"/>
              <a:ext cx="16849" cy="16849"/>
            </a:xfrm>
            <a:prstGeom prst="ellipse">
              <a:avLst/>
            </a:prstGeom>
            <a:solidFill>
              <a:srgbClr val="BBDC41">
                <a:alpha val="45098"/>
              </a:srgbClr>
            </a:solidFill>
            <a:ln w="7363" cap="rnd">
              <a:solidFill>
                <a:srgbClr val="BBDC4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t1843"/>
            <p:cNvSpPr/>
            <p:nvPr/>
          </p:nvSpPr>
          <p:spPr>
            <a:xfrm>
              <a:off x="5884047" y="2117997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t1844"/>
            <p:cNvSpPr/>
            <p:nvPr/>
          </p:nvSpPr>
          <p:spPr>
            <a:xfrm>
              <a:off x="6501673" y="2147538"/>
              <a:ext cx="16849" cy="16849"/>
            </a:xfrm>
            <a:prstGeom prst="ellipse">
              <a:avLst/>
            </a:prstGeom>
            <a:solidFill>
              <a:srgbClr val="68C563">
                <a:alpha val="45098"/>
              </a:srgbClr>
            </a:solidFill>
            <a:ln w="7363" cap="rnd">
              <a:solidFill>
                <a:srgbClr val="68C5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t1845"/>
            <p:cNvSpPr/>
            <p:nvPr/>
          </p:nvSpPr>
          <p:spPr>
            <a:xfrm>
              <a:off x="6719626" y="1960195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t1846"/>
            <p:cNvSpPr/>
            <p:nvPr/>
          </p:nvSpPr>
          <p:spPr>
            <a:xfrm>
              <a:off x="6485949" y="2238611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t1847"/>
            <p:cNvSpPr/>
            <p:nvPr/>
          </p:nvSpPr>
          <p:spPr>
            <a:xfrm>
              <a:off x="6736845" y="2037369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t1848"/>
            <p:cNvSpPr/>
            <p:nvPr/>
          </p:nvSpPr>
          <p:spPr>
            <a:xfrm>
              <a:off x="5945021" y="184490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t1849"/>
            <p:cNvSpPr/>
            <p:nvPr/>
          </p:nvSpPr>
          <p:spPr>
            <a:xfrm>
              <a:off x="6024113" y="2260128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t1850"/>
            <p:cNvSpPr/>
            <p:nvPr/>
          </p:nvSpPr>
          <p:spPr>
            <a:xfrm>
              <a:off x="6305026" y="2215785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" name="pt1851"/>
            <p:cNvSpPr/>
            <p:nvPr/>
          </p:nvSpPr>
          <p:spPr>
            <a:xfrm>
              <a:off x="5976111" y="2513264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t1852"/>
            <p:cNvSpPr/>
            <p:nvPr/>
          </p:nvSpPr>
          <p:spPr>
            <a:xfrm>
              <a:off x="6576914" y="2038447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t1853"/>
            <p:cNvSpPr/>
            <p:nvPr/>
          </p:nvSpPr>
          <p:spPr>
            <a:xfrm>
              <a:off x="5561196" y="235773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t1854"/>
            <p:cNvSpPr/>
            <p:nvPr/>
          </p:nvSpPr>
          <p:spPr>
            <a:xfrm>
              <a:off x="6414494" y="2303694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t1855"/>
            <p:cNvSpPr/>
            <p:nvPr/>
          </p:nvSpPr>
          <p:spPr>
            <a:xfrm>
              <a:off x="6492880" y="2111177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t1856"/>
            <p:cNvSpPr/>
            <p:nvPr/>
          </p:nvSpPr>
          <p:spPr>
            <a:xfrm>
              <a:off x="5980874" y="2440400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t1857"/>
            <p:cNvSpPr/>
            <p:nvPr/>
          </p:nvSpPr>
          <p:spPr>
            <a:xfrm>
              <a:off x="7354824" y="1660836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t1858"/>
            <p:cNvSpPr/>
            <p:nvPr/>
          </p:nvSpPr>
          <p:spPr>
            <a:xfrm>
              <a:off x="6310024" y="2018826"/>
              <a:ext cx="16849" cy="16849"/>
            </a:xfrm>
            <a:prstGeom prst="ellipse">
              <a:avLst/>
            </a:prstGeom>
            <a:solidFill>
              <a:srgbClr val="A5D847">
                <a:alpha val="45098"/>
              </a:srgbClr>
            </a:solidFill>
            <a:ln w="7363" cap="rnd">
              <a:solidFill>
                <a:srgbClr val="A5D84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t1859"/>
            <p:cNvSpPr/>
            <p:nvPr/>
          </p:nvSpPr>
          <p:spPr>
            <a:xfrm>
              <a:off x="5821481" y="2314951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t1860"/>
            <p:cNvSpPr/>
            <p:nvPr/>
          </p:nvSpPr>
          <p:spPr>
            <a:xfrm>
              <a:off x="6502545" y="2148862"/>
              <a:ext cx="16849" cy="16849"/>
            </a:xfrm>
            <a:prstGeom prst="ellipse">
              <a:avLst/>
            </a:prstGeom>
            <a:solidFill>
              <a:srgbClr val="77CF54">
                <a:alpha val="45098"/>
              </a:srgbClr>
            </a:solidFill>
            <a:ln w="7363" cap="rnd">
              <a:solidFill>
                <a:srgbClr val="77CF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t1861"/>
            <p:cNvSpPr/>
            <p:nvPr/>
          </p:nvSpPr>
          <p:spPr>
            <a:xfrm>
              <a:off x="6158958" y="238448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t1862"/>
            <p:cNvSpPr/>
            <p:nvPr/>
          </p:nvSpPr>
          <p:spPr>
            <a:xfrm>
              <a:off x="6424012" y="199693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t1863"/>
            <p:cNvSpPr/>
            <p:nvPr/>
          </p:nvSpPr>
          <p:spPr>
            <a:xfrm>
              <a:off x="7000560" y="1860734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t1864"/>
            <p:cNvSpPr/>
            <p:nvPr/>
          </p:nvSpPr>
          <p:spPr>
            <a:xfrm>
              <a:off x="6205161" y="216919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t1865"/>
            <p:cNvSpPr/>
            <p:nvPr/>
          </p:nvSpPr>
          <p:spPr>
            <a:xfrm>
              <a:off x="5661138" y="2174854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t1866"/>
            <p:cNvSpPr/>
            <p:nvPr/>
          </p:nvSpPr>
          <p:spPr>
            <a:xfrm>
              <a:off x="6241904" y="2339370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t1867"/>
            <p:cNvSpPr/>
            <p:nvPr/>
          </p:nvSpPr>
          <p:spPr>
            <a:xfrm>
              <a:off x="5723559" y="2440371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t1868"/>
            <p:cNvSpPr/>
            <p:nvPr/>
          </p:nvSpPr>
          <p:spPr>
            <a:xfrm>
              <a:off x="5521876" y="2452581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t1869"/>
            <p:cNvSpPr/>
            <p:nvPr/>
          </p:nvSpPr>
          <p:spPr>
            <a:xfrm>
              <a:off x="6017734" y="2391532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t1870"/>
            <p:cNvSpPr/>
            <p:nvPr/>
          </p:nvSpPr>
          <p:spPr>
            <a:xfrm>
              <a:off x="5772241" y="2220882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t1871"/>
            <p:cNvSpPr/>
            <p:nvPr/>
          </p:nvSpPr>
          <p:spPr>
            <a:xfrm>
              <a:off x="6458122" y="2059129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t1872"/>
            <p:cNvSpPr/>
            <p:nvPr/>
          </p:nvSpPr>
          <p:spPr>
            <a:xfrm>
              <a:off x="7006867" y="1838163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t1873"/>
            <p:cNvSpPr/>
            <p:nvPr/>
          </p:nvSpPr>
          <p:spPr>
            <a:xfrm>
              <a:off x="5858106" y="2161361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t1874"/>
            <p:cNvSpPr/>
            <p:nvPr/>
          </p:nvSpPr>
          <p:spPr>
            <a:xfrm>
              <a:off x="5595730" y="2572007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t1875"/>
            <p:cNvSpPr/>
            <p:nvPr/>
          </p:nvSpPr>
          <p:spPr>
            <a:xfrm>
              <a:off x="6248410" y="2269199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t1876"/>
            <p:cNvSpPr/>
            <p:nvPr/>
          </p:nvSpPr>
          <p:spPr>
            <a:xfrm>
              <a:off x="6665197" y="200976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t1877"/>
            <p:cNvSpPr/>
            <p:nvPr/>
          </p:nvSpPr>
          <p:spPr>
            <a:xfrm>
              <a:off x="5656766" y="2386970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t1878"/>
            <p:cNvSpPr/>
            <p:nvPr/>
          </p:nvSpPr>
          <p:spPr>
            <a:xfrm>
              <a:off x="6735818" y="1956310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t1879"/>
            <p:cNvSpPr/>
            <p:nvPr/>
          </p:nvSpPr>
          <p:spPr>
            <a:xfrm>
              <a:off x="6864855" y="2047975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t1880"/>
            <p:cNvSpPr/>
            <p:nvPr/>
          </p:nvSpPr>
          <p:spPr>
            <a:xfrm>
              <a:off x="6455721" y="2004552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t1881"/>
            <p:cNvSpPr/>
            <p:nvPr/>
          </p:nvSpPr>
          <p:spPr>
            <a:xfrm>
              <a:off x="6456864" y="2036630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t1882"/>
            <p:cNvSpPr/>
            <p:nvPr/>
          </p:nvSpPr>
          <p:spPr>
            <a:xfrm>
              <a:off x="6448258" y="2097160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t1883"/>
            <p:cNvSpPr/>
            <p:nvPr/>
          </p:nvSpPr>
          <p:spPr>
            <a:xfrm>
              <a:off x="6507669" y="236400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t1884"/>
            <p:cNvSpPr/>
            <p:nvPr/>
          </p:nvSpPr>
          <p:spPr>
            <a:xfrm>
              <a:off x="6256158" y="2301813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t1885"/>
            <p:cNvSpPr/>
            <p:nvPr/>
          </p:nvSpPr>
          <p:spPr>
            <a:xfrm>
              <a:off x="7000810" y="2047976"/>
              <a:ext cx="16849" cy="16849"/>
            </a:xfrm>
            <a:prstGeom prst="ellipse">
              <a:avLst/>
            </a:prstGeom>
            <a:solidFill>
              <a:srgbClr val="68C562">
                <a:alpha val="45098"/>
              </a:srgbClr>
            </a:solidFill>
            <a:ln w="7363" cap="rnd">
              <a:solidFill>
                <a:srgbClr val="68C56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t1886"/>
            <p:cNvSpPr/>
            <p:nvPr/>
          </p:nvSpPr>
          <p:spPr>
            <a:xfrm>
              <a:off x="6927313" y="177431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t1887"/>
            <p:cNvSpPr/>
            <p:nvPr/>
          </p:nvSpPr>
          <p:spPr>
            <a:xfrm>
              <a:off x="6341612" y="230735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t1888"/>
            <p:cNvSpPr/>
            <p:nvPr/>
          </p:nvSpPr>
          <p:spPr>
            <a:xfrm>
              <a:off x="5700622" y="2499793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t1889"/>
            <p:cNvSpPr/>
            <p:nvPr/>
          </p:nvSpPr>
          <p:spPr>
            <a:xfrm>
              <a:off x="6768025" y="2048638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t1890"/>
            <p:cNvSpPr/>
            <p:nvPr/>
          </p:nvSpPr>
          <p:spPr>
            <a:xfrm>
              <a:off x="6188285" y="2095884"/>
              <a:ext cx="16849" cy="16849"/>
            </a:xfrm>
            <a:prstGeom prst="ellipse">
              <a:avLst/>
            </a:prstGeom>
            <a:solidFill>
              <a:srgbClr val="8DD44D">
                <a:alpha val="45098"/>
              </a:srgbClr>
            </a:solidFill>
            <a:ln w="7363" cap="rnd">
              <a:solidFill>
                <a:srgbClr val="8D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t1891"/>
            <p:cNvSpPr/>
            <p:nvPr/>
          </p:nvSpPr>
          <p:spPr>
            <a:xfrm>
              <a:off x="5935371" y="1982535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t1892"/>
            <p:cNvSpPr/>
            <p:nvPr/>
          </p:nvSpPr>
          <p:spPr>
            <a:xfrm>
              <a:off x="6325745" y="2264101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t1893"/>
            <p:cNvSpPr/>
            <p:nvPr/>
          </p:nvSpPr>
          <p:spPr>
            <a:xfrm>
              <a:off x="6299897" y="215918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t1894"/>
            <p:cNvSpPr/>
            <p:nvPr/>
          </p:nvSpPr>
          <p:spPr>
            <a:xfrm>
              <a:off x="5895711" y="2178250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t1895"/>
            <p:cNvSpPr/>
            <p:nvPr/>
          </p:nvSpPr>
          <p:spPr>
            <a:xfrm>
              <a:off x="6478930" y="2106162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t1896"/>
            <p:cNvSpPr/>
            <p:nvPr/>
          </p:nvSpPr>
          <p:spPr>
            <a:xfrm>
              <a:off x="6175338" y="2212756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t1897"/>
            <p:cNvSpPr/>
            <p:nvPr/>
          </p:nvSpPr>
          <p:spPr>
            <a:xfrm>
              <a:off x="6162560" y="230573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t1898"/>
            <p:cNvSpPr/>
            <p:nvPr/>
          </p:nvSpPr>
          <p:spPr>
            <a:xfrm>
              <a:off x="6600767" y="2198887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t1899"/>
            <p:cNvSpPr/>
            <p:nvPr/>
          </p:nvSpPr>
          <p:spPr>
            <a:xfrm>
              <a:off x="5111843" y="2428592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t1900"/>
            <p:cNvSpPr/>
            <p:nvPr/>
          </p:nvSpPr>
          <p:spPr>
            <a:xfrm>
              <a:off x="6426776" y="1981222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t1901"/>
            <p:cNvSpPr/>
            <p:nvPr/>
          </p:nvSpPr>
          <p:spPr>
            <a:xfrm>
              <a:off x="5943296" y="2148927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t1902"/>
            <p:cNvSpPr/>
            <p:nvPr/>
          </p:nvSpPr>
          <p:spPr>
            <a:xfrm>
              <a:off x="5967979" y="2485023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t1903"/>
            <p:cNvSpPr/>
            <p:nvPr/>
          </p:nvSpPr>
          <p:spPr>
            <a:xfrm>
              <a:off x="5769328" y="2199172"/>
              <a:ext cx="16849" cy="16849"/>
            </a:xfrm>
            <a:prstGeom prst="ellipse">
              <a:avLst/>
            </a:prstGeom>
            <a:solidFill>
              <a:srgbClr val="66C364">
                <a:alpha val="45098"/>
              </a:srgbClr>
            </a:solidFill>
            <a:ln w="7363" cap="rnd">
              <a:solidFill>
                <a:srgbClr val="66C36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t1904"/>
            <p:cNvSpPr/>
            <p:nvPr/>
          </p:nvSpPr>
          <p:spPr>
            <a:xfrm>
              <a:off x="6058535" y="237470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t1905"/>
            <p:cNvSpPr/>
            <p:nvPr/>
          </p:nvSpPr>
          <p:spPr>
            <a:xfrm>
              <a:off x="5922561" y="2034048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t1906"/>
            <p:cNvSpPr/>
            <p:nvPr/>
          </p:nvSpPr>
          <p:spPr>
            <a:xfrm>
              <a:off x="6994472" y="1866853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t1907"/>
            <p:cNvSpPr/>
            <p:nvPr/>
          </p:nvSpPr>
          <p:spPr>
            <a:xfrm>
              <a:off x="6684019" y="2035887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t1908"/>
            <p:cNvSpPr/>
            <p:nvPr/>
          </p:nvSpPr>
          <p:spPr>
            <a:xfrm>
              <a:off x="6793127" y="1947735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t1909"/>
            <p:cNvSpPr/>
            <p:nvPr/>
          </p:nvSpPr>
          <p:spPr>
            <a:xfrm>
              <a:off x="6633734" y="2144324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t1910"/>
            <p:cNvSpPr/>
            <p:nvPr/>
          </p:nvSpPr>
          <p:spPr>
            <a:xfrm>
              <a:off x="5581755" y="1928294"/>
              <a:ext cx="16849" cy="16849"/>
            </a:xfrm>
            <a:prstGeom prst="ellipse">
              <a:avLst/>
            </a:prstGeom>
            <a:solidFill>
              <a:srgbClr val="5CBE6B">
                <a:alpha val="45098"/>
              </a:srgbClr>
            </a:solidFill>
            <a:ln w="7363" cap="rnd">
              <a:solidFill>
                <a:srgbClr val="5CBE6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t1911"/>
            <p:cNvSpPr/>
            <p:nvPr/>
          </p:nvSpPr>
          <p:spPr>
            <a:xfrm>
              <a:off x="6299809" y="1989273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t1912"/>
            <p:cNvSpPr/>
            <p:nvPr/>
          </p:nvSpPr>
          <p:spPr>
            <a:xfrm>
              <a:off x="6433031" y="196380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t1913"/>
            <p:cNvSpPr/>
            <p:nvPr/>
          </p:nvSpPr>
          <p:spPr>
            <a:xfrm>
              <a:off x="6552380" y="211679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t1914"/>
            <p:cNvSpPr/>
            <p:nvPr/>
          </p:nvSpPr>
          <p:spPr>
            <a:xfrm>
              <a:off x="5687534" y="2312129"/>
              <a:ext cx="16849" cy="16849"/>
            </a:xfrm>
            <a:prstGeom prst="ellipse">
              <a:avLst/>
            </a:prstGeom>
            <a:solidFill>
              <a:srgbClr val="AEDA45">
                <a:alpha val="45098"/>
              </a:srgbClr>
            </a:solidFill>
            <a:ln w="7363" cap="rnd">
              <a:solidFill>
                <a:srgbClr val="AEDA4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t1915"/>
            <p:cNvSpPr/>
            <p:nvPr/>
          </p:nvSpPr>
          <p:spPr>
            <a:xfrm>
              <a:off x="5571792" y="2381016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t1916"/>
            <p:cNvSpPr/>
            <p:nvPr/>
          </p:nvSpPr>
          <p:spPr>
            <a:xfrm>
              <a:off x="6779254" y="1968708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t1917"/>
            <p:cNvSpPr/>
            <p:nvPr/>
          </p:nvSpPr>
          <p:spPr>
            <a:xfrm>
              <a:off x="5938027" y="2149625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t1918"/>
            <p:cNvSpPr/>
            <p:nvPr/>
          </p:nvSpPr>
          <p:spPr>
            <a:xfrm>
              <a:off x="6086800" y="239148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t1919"/>
            <p:cNvSpPr/>
            <p:nvPr/>
          </p:nvSpPr>
          <p:spPr>
            <a:xfrm>
              <a:off x="6539203" y="236516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t1920"/>
            <p:cNvSpPr/>
            <p:nvPr/>
          </p:nvSpPr>
          <p:spPr>
            <a:xfrm>
              <a:off x="6359851" y="2226778"/>
              <a:ext cx="16849" cy="16849"/>
            </a:xfrm>
            <a:prstGeom prst="ellipse">
              <a:avLst/>
            </a:prstGeom>
            <a:solidFill>
              <a:srgbClr val="5CBE6B">
                <a:alpha val="45098"/>
              </a:srgbClr>
            </a:solidFill>
            <a:ln w="7363" cap="rnd">
              <a:solidFill>
                <a:srgbClr val="5CBE6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t1921"/>
            <p:cNvSpPr/>
            <p:nvPr/>
          </p:nvSpPr>
          <p:spPr>
            <a:xfrm>
              <a:off x="6044918" y="2312696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t1922"/>
            <p:cNvSpPr/>
            <p:nvPr/>
          </p:nvSpPr>
          <p:spPr>
            <a:xfrm>
              <a:off x="6824329" y="1701549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t1923"/>
            <p:cNvSpPr/>
            <p:nvPr/>
          </p:nvSpPr>
          <p:spPr>
            <a:xfrm>
              <a:off x="5913089" y="2083107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t1924"/>
            <p:cNvSpPr/>
            <p:nvPr/>
          </p:nvSpPr>
          <p:spPr>
            <a:xfrm>
              <a:off x="6564791" y="2204080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t1925"/>
            <p:cNvSpPr/>
            <p:nvPr/>
          </p:nvSpPr>
          <p:spPr>
            <a:xfrm>
              <a:off x="5815362" y="2418527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t1926"/>
            <p:cNvSpPr/>
            <p:nvPr/>
          </p:nvSpPr>
          <p:spPr>
            <a:xfrm>
              <a:off x="6437775" y="1832043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t1927"/>
            <p:cNvSpPr/>
            <p:nvPr/>
          </p:nvSpPr>
          <p:spPr>
            <a:xfrm>
              <a:off x="6394660" y="2223402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t1928"/>
            <p:cNvSpPr/>
            <p:nvPr/>
          </p:nvSpPr>
          <p:spPr>
            <a:xfrm>
              <a:off x="7300000" y="2082573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t1929"/>
            <p:cNvSpPr/>
            <p:nvPr/>
          </p:nvSpPr>
          <p:spPr>
            <a:xfrm>
              <a:off x="6528041" y="239287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t1930"/>
            <p:cNvSpPr/>
            <p:nvPr/>
          </p:nvSpPr>
          <p:spPr>
            <a:xfrm>
              <a:off x="6235952" y="2269888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t1931"/>
            <p:cNvSpPr/>
            <p:nvPr/>
          </p:nvSpPr>
          <p:spPr>
            <a:xfrm>
              <a:off x="5653220" y="2433410"/>
              <a:ext cx="16849" cy="16849"/>
            </a:xfrm>
            <a:prstGeom prst="ellipse">
              <a:avLst/>
            </a:prstGeom>
            <a:solidFill>
              <a:srgbClr val="66C364">
                <a:alpha val="45098"/>
              </a:srgbClr>
            </a:solidFill>
            <a:ln w="7363" cap="rnd">
              <a:solidFill>
                <a:srgbClr val="66C36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t1932"/>
            <p:cNvSpPr/>
            <p:nvPr/>
          </p:nvSpPr>
          <p:spPr>
            <a:xfrm>
              <a:off x="5487899" y="2481995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t1933"/>
            <p:cNvSpPr/>
            <p:nvPr/>
          </p:nvSpPr>
          <p:spPr>
            <a:xfrm>
              <a:off x="5729836" y="2410519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t1934"/>
            <p:cNvSpPr/>
            <p:nvPr/>
          </p:nvSpPr>
          <p:spPr>
            <a:xfrm>
              <a:off x="6149555" y="2313833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pt1935"/>
            <p:cNvSpPr/>
            <p:nvPr/>
          </p:nvSpPr>
          <p:spPr>
            <a:xfrm>
              <a:off x="5677310" y="2165748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" name="pt1936"/>
            <p:cNvSpPr/>
            <p:nvPr/>
          </p:nvSpPr>
          <p:spPr>
            <a:xfrm>
              <a:off x="6188215" y="2191860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t1937"/>
            <p:cNvSpPr/>
            <p:nvPr/>
          </p:nvSpPr>
          <p:spPr>
            <a:xfrm>
              <a:off x="6571931" y="2235573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t1938"/>
            <p:cNvSpPr/>
            <p:nvPr/>
          </p:nvSpPr>
          <p:spPr>
            <a:xfrm>
              <a:off x="6123852" y="2295792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t1939"/>
            <p:cNvSpPr/>
            <p:nvPr/>
          </p:nvSpPr>
          <p:spPr>
            <a:xfrm>
              <a:off x="6210660" y="2325289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t1940"/>
            <p:cNvSpPr/>
            <p:nvPr/>
          </p:nvSpPr>
          <p:spPr>
            <a:xfrm>
              <a:off x="7136664" y="1164258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t1941"/>
            <p:cNvSpPr/>
            <p:nvPr/>
          </p:nvSpPr>
          <p:spPr>
            <a:xfrm>
              <a:off x="6001181" y="2572481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t1942"/>
            <p:cNvSpPr/>
            <p:nvPr/>
          </p:nvSpPr>
          <p:spPr>
            <a:xfrm>
              <a:off x="6266561" y="2494610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t1943"/>
            <p:cNvSpPr/>
            <p:nvPr/>
          </p:nvSpPr>
          <p:spPr>
            <a:xfrm>
              <a:off x="6170367" y="2256174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t1944"/>
            <p:cNvSpPr/>
            <p:nvPr/>
          </p:nvSpPr>
          <p:spPr>
            <a:xfrm>
              <a:off x="6553522" y="2194819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t1945"/>
            <p:cNvSpPr/>
            <p:nvPr/>
          </p:nvSpPr>
          <p:spPr>
            <a:xfrm>
              <a:off x="6363884" y="2320621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t1946"/>
            <p:cNvSpPr/>
            <p:nvPr/>
          </p:nvSpPr>
          <p:spPr>
            <a:xfrm>
              <a:off x="5661248" y="2424397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t1947"/>
            <p:cNvSpPr/>
            <p:nvPr/>
          </p:nvSpPr>
          <p:spPr>
            <a:xfrm>
              <a:off x="6534691" y="2187813"/>
              <a:ext cx="16849" cy="16849"/>
            </a:xfrm>
            <a:prstGeom prst="ellipse">
              <a:avLst/>
            </a:prstGeom>
            <a:solidFill>
              <a:srgbClr val="68C562">
                <a:alpha val="45098"/>
              </a:srgbClr>
            </a:solidFill>
            <a:ln w="7363" cap="rnd">
              <a:solidFill>
                <a:srgbClr val="68C56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t1948"/>
            <p:cNvSpPr/>
            <p:nvPr/>
          </p:nvSpPr>
          <p:spPr>
            <a:xfrm>
              <a:off x="6393409" y="2222029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t1949"/>
            <p:cNvSpPr/>
            <p:nvPr/>
          </p:nvSpPr>
          <p:spPr>
            <a:xfrm>
              <a:off x="5850981" y="2441636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" name="pt1950"/>
            <p:cNvSpPr/>
            <p:nvPr/>
          </p:nvSpPr>
          <p:spPr>
            <a:xfrm>
              <a:off x="6689008" y="2064011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" name="pt1951"/>
            <p:cNvSpPr/>
            <p:nvPr/>
          </p:nvSpPr>
          <p:spPr>
            <a:xfrm>
              <a:off x="6888519" y="192900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" name="pt1952"/>
            <p:cNvSpPr/>
            <p:nvPr/>
          </p:nvSpPr>
          <p:spPr>
            <a:xfrm>
              <a:off x="6361823" y="2159564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" name="pt1953"/>
            <p:cNvSpPr/>
            <p:nvPr/>
          </p:nvSpPr>
          <p:spPr>
            <a:xfrm>
              <a:off x="6084067" y="2403790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" name="pt1954"/>
            <p:cNvSpPr/>
            <p:nvPr/>
          </p:nvSpPr>
          <p:spPr>
            <a:xfrm>
              <a:off x="5947671" y="2086530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" name="pt1955"/>
            <p:cNvSpPr/>
            <p:nvPr/>
          </p:nvSpPr>
          <p:spPr>
            <a:xfrm>
              <a:off x="6764128" y="1997843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" name="pt1956"/>
            <p:cNvSpPr/>
            <p:nvPr/>
          </p:nvSpPr>
          <p:spPr>
            <a:xfrm>
              <a:off x="6533986" y="2189131"/>
              <a:ext cx="16849" cy="16849"/>
            </a:xfrm>
            <a:prstGeom prst="ellipse">
              <a:avLst/>
            </a:prstGeom>
            <a:solidFill>
              <a:srgbClr val="5CBE6B">
                <a:alpha val="45098"/>
              </a:srgbClr>
            </a:solidFill>
            <a:ln w="7363" cap="rnd">
              <a:solidFill>
                <a:srgbClr val="5CBE6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" name="pt1957"/>
            <p:cNvSpPr/>
            <p:nvPr/>
          </p:nvSpPr>
          <p:spPr>
            <a:xfrm>
              <a:off x="6610825" y="2120489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" name="pt1958"/>
            <p:cNvSpPr/>
            <p:nvPr/>
          </p:nvSpPr>
          <p:spPr>
            <a:xfrm>
              <a:off x="6149317" y="2312288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" name="pt1959"/>
            <p:cNvSpPr/>
            <p:nvPr/>
          </p:nvSpPr>
          <p:spPr>
            <a:xfrm>
              <a:off x="6712717" y="1867727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" name="pt1960"/>
            <p:cNvSpPr/>
            <p:nvPr/>
          </p:nvSpPr>
          <p:spPr>
            <a:xfrm>
              <a:off x="6544674" y="2154983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" name="pt1961"/>
            <p:cNvSpPr/>
            <p:nvPr/>
          </p:nvSpPr>
          <p:spPr>
            <a:xfrm>
              <a:off x="6170193" y="2265219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" name="pt1962"/>
            <p:cNvSpPr/>
            <p:nvPr/>
          </p:nvSpPr>
          <p:spPr>
            <a:xfrm>
              <a:off x="6214669" y="2266058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" name="pt1963"/>
            <p:cNvSpPr/>
            <p:nvPr/>
          </p:nvSpPr>
          <p:spPr>
            <a:xfrm>
              <a:off x="6267634" y="2434145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" name="pt1964"/>
            <p:cNvSpPr/>
            <p:nvPr/>
          </p:nvSpPr>
          <p:spPr>
            <a:xfrm>
              <a:off x="6848570" y="182520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" name="pt1965"/>
            <p:cNvSpPr/>
            <p:nvPr/>
          </p:nvSpPr>
          <p:spPr>
            <a:xfrm>
              <a:off x="6010552" y="220733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" name="pt1966"/>
            <p:cNvSpPr/>
            <p:nvPr/>
          </p:nvSpPr>
          <p:spPr>
            <a:xfrm>
              <a:off x="6212229" y="2153410"/>
              <a:ext cx="16849" cy="16849"/>
            </a:xfrm>
            <a:prstGeom prst="ellipse">
              <a:avLst/>
            </a:prstGeom>
            <a:solidFill>
              <a:srgbClr val="62C167">
                <a:alpha val="45098"/>
              </a:srgbClr>
            </a:solidFill>
            <a:ln w="7363" cap="rnd">
              <a:solidFill>
                <a:srgbClr val="62C16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" name="pt1967"/>
            <p:cNvSpPr/>
            <p:nvPr/>
          </p:nvSpPr>
          <p:spPr>
            <a:xfrm>
              <a:off x="5297158" y="2350194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" name="pt1968"/>
            <p:cNvSpPr/>
            <p:nvPr/>
          </p:nvSpPr>
          <p:spPr>
            <a:xfrm>
              <a:off x="5661560" y="236491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" name="pt1969"/>
            <p:cNvSpPr/>
            <p:nvPr/>
          </p:nvSpPr>
          <p:spPr>
            <a:xfrm>
              <a:off x="6200019" y="2269921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" name="pt1970"/>
            <p:cNvSpPr/>
            <p:nvPr/>
          </p:nvSpPr>
          <p:spPr>
            <a:xfrm>
              <a:off x="5498578" y="2382460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" name="pt1971"/>
            <p:cNvSpPr/>
            <p:nvPr/>
          </p:nvSpPr>
          <p:spPr>
            <a:xfrm>
              <a:off x="6405374" y="225116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" name="pt1972"/>
            <p:cNvSpPr/>
            <p:nvPr/>
          </p:nvSpPr>
          <p:spPr>
            <a:xfrm>
              <a:off x="6278571" y="2129090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" name="pt1973"/>
            <p:cNvSpPr/>
            <p:nvPr/>
          </p:nvSpPr>
          <p:spPr>
            <a:xfrm>
              <a:off x="6543339" y="2196181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" name="pt1974"/>
            <p:cNvSpPr/>
            <p:nvPr/>
          </p:nvSpPr>
          <p:spPr>
            <a:xfrm>
              <a:off x="6093475" y="227133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" name="pt1975"/>
            <p:cNvSpPr/>
            <p:nvPr/>
          </p:nvSpPr>
          <p:spPr>
            <a:xfrm>
              <a:off x="6413746" y="2155558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" name="pt1976"/>
            <p:cNvSpPr/>
            <p:nvPr/>
          </p:nvSpPr>
          <p:spPr>
            <a:xfrm>
              <a:off x="5563162" y="2322986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" name="pt1977"/>
            <p:cNvSpPr/>
            <p:nvPr/>
          </p:nvSpPr>
          <p:spPr>
            <a:xfrm>
              <a:off x="5593408" y="248067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" name="pt1978"/>
            <p:cNvSpPr/>
            <p:nvPr/>
          </p:nvSpPr>
          <p:spPr>
            <a:xfrm>
              <a:off x="6753501" y="1973530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" name="pt1979"/>
            <p:cNvSpPr/>
            <p:nvPr/>
          </p:nvSpPr>
          <p:spPr>
            <a:xfrm>
              <a:off x="6830533" y="1866296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" name="pt1980"/>
            <p:cNvSpPr/>
            <p:nvPr/>
          </p:nvSpPr>
          <p:spPr>
            <a:xfrm>
              <a:off x="6099129" y="2045554"/>
              <a:ext cx="16849" cy="16849"/>
            </a:xfrm>
            <a:prstGeom prst="ellipse">
              <a:avLst/>
            </a:prstGeom>
            <a:solidFill>
              <a:srgbClr val="68C563">
                <a:alpha val="45098"/>
              </a:srgbClr>
            </a:solidFill>
            <a:ln w="7363" cap="rnd">
              <a:solidFill>
                <a:srgbClr val="68C5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" name="pt1981"/>
            <p:cNvSpPr/>
            <p:nvPr/>
          </p:nvSpPr>
          <p:spPr>
            <a:xfrm>
              <a:off x="6669068" y="2208586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" name="pt1982"/>
            <p:cNvSpPr/>
            <p:nvPr/>
          </p:nvSpPr>
          <p:spPr>
            <a:xfrm>
              <a:off x="5177355" y="2354199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" name="pt1983"/>
            <p:cNvSpPr/>
            <p:nvPr/>
          </p:nvSpPr>
          <p:spPr>
            <a:xfrm>
              <a:off x="6029684" y="2133073"/>
              <a:ext cx="16849" cy="16849"/>
            </a:xfrm>
            <a:prstGeom prst="ellipse">
              <a:avLst/>
            </a:prstGeom>
            <a:solidFill>
              <a:srgbClr val="DCE236">
                <a:alpha val="45098"/>
              </a:srgbClr>
            </a:solidFill>
            <a:ln w="7363" cap="rnd">
              <a:solidFill>
                <a:srgbClr val="DCE23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" name="pt1984"/>
            <p:cNvSpPr/>
            <p:nvPr/>
          </p:nvSpPr>
          <p:spPr>
            <a:xfrm>
              <a:off x="6552758" y="2033726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" name="pt1985"/>
            <p:cNvSpPr/>
            <p:nvPr/>
          </p:nvSpPr>
          <p:spPr>
            <a:xfrm>
              <a:off x="6485645" y="2121148"/>
              <a:ext cx="16849" cy="16849"/>
            </a:xfrm>
            <a:prstGeom prst="ellipse">
              <a:avLst/>
            </a:prstGeom>
            <a:solidFill>
              <a:srgbClr val="59BC6D">
                <a:alpha val="45098"/>
              </a:srgbClr>
            </a:solidFill>
            <a:ln w="7363" cap="rnd">
              <a:solidFill>
                <a:srgbClr val="59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" name="pt1986"/>
            <p:cNvSpPr/>
            <p:nvPr/>
          </p:nvSpPr>
          <p:spPr>
            <a:xfrm>
              <a:off x="6085267" y="2351542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pt1987"/>
            <p:cNvSpPr/>
            <p:nvPr/>
          </p:nvSpPr>
          <p:spPr>
            <a:xfrm>
              <a:off x="6056146" y="2429936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" name="pt1988"/>
            <p:cNvSpPr/>
            <p:nvPr/>
          </p:nvSpPr>
          <p:spPr>
            <a:xfrm>
              <a:off x="6608056" y="231107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pt1989"/>
            <p:cNvSpPr/>
            <p:nvPr/>
          </p:nvSpPr>
          <p:spPr>
            <a:xfrm>
              <a:off x="5963765" y="2250290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" name="pt1990"/>
            <p:cNvSpPr/>
            <p:nvPr/>
          </p:nvSpPr>
          <p:spPr>
            <a:xfrm>
              <a:off x="6329366" y="2181344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pt1991"/>
            <p:cNvSpPr/>
            <p:nvPr/>
          </p:nvSpPr>
          <p:spPr>
            <a:xfrm>
              <a:off x="6019946" y="2268419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" name="pt1992"/>
            <p:cNvSpPr/>
            <p:nvPr/>
          </p:nvSpPr>
          <p:spPr>
            <a:xfrm>
              <a:off x="6147124" y="2325722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" name="pt1993"/>
            <p:cNvSpPr/>
            <p:nvPr/>
          </p:nvSpPr>
          <p:spPr>
            <a:xfrm>
              <a:off x="6676879" y="2053939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" name="pt1994"/>
            <p:cNvSpPr/>
            <p:nvPr/>
          </p:nvSpPr>
          <p:spPr>
            <a:xfrm>
              <a:off x="5708009" y="2528309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" name="pt1995"/>
            <p:cNvSpPr/>
            <p:nvPr/>
          </p:nvSpPr>
          <p:spPr>
            <a:xfrm>
              <a:off x="6609892" y="2151505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" name="pt1996"/>
            <p:cNvSpPr/>
            <p:nvPr/>
          </p:nvSpPr>
          <p:spPr>
            <a:xfrm>
              <a:off x="5951819" y="2179530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" name="pt1997"/>
            <p:cNvSpPr/>
            <p:nvPr/>
          </p:nvSpPr>
          <p:spPr>
            <a:xfrm>
              <a:off x="6552019" y="2118715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" name="pt1998"/>
            <p:cNvSpPr/>
            <p:nvPr/>
          </p:nvSpPr>
          <p:spPr>
            <a:xfrm>
              <a:off x="6007949" y="2466657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" name="pt1999"/>
            <p:cNvSpPr/>
            <p:nvPr/>
          </p:nvSpPr>
          <p:spPr>
            <a:xfrm>
              <a:off x="6168630" y="2259760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" name="pt2000"/>
            <p:cNvSpPr/>
            <p:nvPr/>
          </p:nvSpPr>
          <p:spPr>
            <a:xfrm>
              <a:off x="6768671" y="204784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" name="pt2001"/>
            <p:cNvSpPr/>
            <p:nvPr/>
          </p:nvSpPr>
          <p:spPr>
            <a:xfrm>
              <a:off x="6226547" y="233392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" name="pt2002"/>
            <p:cNvSpPr/>
            <p:nvPr/>
          </p:nvSpPr>
          <p:spPr>
            <a:xfrm>
              <a:off x="6576439" y="2029938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" name="pt2003"/>
            <p:cNvSpPr/>
            <p:nvPr/>
          </p:nvSpPr>
          <p:spPr>
            <a:xfrm>
              <a:off x="6088142" y="229567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" name="pt2004"/>
            <p:cNvSpPr/>
            <p:nvPr/>
          </p:nvSpPr>
          <p:spPr>
            <a:xfrm>
              <a:off x="6624761" y="226019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" name="pt2005"/>
            <p:cNvSpPr/>
            <p:nvPr/>
          </p:nvSpPr>
          <p:spPr>
            <a:xfrm>
              <a:off x="5470217" y="2584488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6" name="pt2006"/>
            <p:cNvSpPr/>
            <p:nvPr/>
          </p:nvSpPr>
          <p:spPr>
            <a:xfrm>
              <a:off x="6482495" y="2134935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" name="pt2007"/>
            <p:cNvSpPr/>
            <p:nvPr/>
          </p:nvSpPr>
          <p:spPr>
            <a:xfrm>
              <a:off x="5718508" y="2561452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8" name="pt2008"/>
            <p:cNvSpPr/>
            <p:nvPr/>
          </p:nvSpPr>
          <p:spPr>
            <a:xfrm>
              <a:off x="6179262" y="2097563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9" name="pt2009"/>
            <p:cNvSpPr/>
            <p:nvPr/>
          </p:nvSpPr>
          <p:spPr>
            <a:xfrm>
              <a:off x="6241194" y="2303619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0" name="pt2010"/>
            <p:cNvSpPr/>
            <p:nvPr/>
          </p:nvSpPr>
          <p:spPr>
            <a:xfrm>
              <a:off x="5952324" y="2322148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1" name="pt2011"/>
            <p:cNvSpPr/>
            <p:nvPr/>
          </p:nvSpPr>
          <p:spPr>
            <a:xfrm>
              <a:off x="6560594" y="222604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2" name="pt2012"/>
            <p:cNvSpPr/>
            <p:nvPr/>
          </p:nvSpPr>
          <p:spPr>
            <a:xfrm>
              <a:off x="5965601" y="2443347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3" name="pt2013"/>
            <p:cNvSpPr/>
            <p:nvPr/>
          </p:nvSpPr>
          <p:spPr>
            <a:xfrm>
              <a:off x="6676293" y="2076285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4" name="pt2014"/>
            <p:cNvSpPr/>
            <p:nvPr/>
          </p:nvSpPr>
          <p:spPr>
            <a:xfrm>
              <a:off x="6110569" y="2270375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5" name="pt2015"/>
            <p:cNvSpPr/>
            <p:nvPr/>
          </p:nvSpPr>
          <p:spPr>
            <a:xfrm>
              <a:off x="6390248" y="2200670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6" name="pt2016"/>
            <p:cNvSpPr/>
            <p:nvPr/>
          </p:nvSpPr>
          <p:spPr>
            <a:xfrm>
              <a:off x="6408117" y="2083997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7" name="pt2017"/>
            <p:cNvSpPr/>
            <p:nvPr/>
          </p:nvSpPr>
          <p:spPr>
            <a:xfrm>
              <a:off x="6553530" y="215683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8" name="pt2018"/>
            <p:cNvSpPr/>
            <p:nvPr/>
          </p:nvSpPr>
          <p:spPr>
            <a:xfrm>
              <a:off x="6314421" y="2216969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9" name="pt2019"/>
            <p:cNvSpPr/>
            <p:nvPr/>
          </p:nvSpPr>
          <p:spPr>
            <a:xfrm>
              <a:off x="6156508" y="2258641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0" name="pt2020"/>
            <p:cNvSpPr/>
            <p:nvPr/>
          </p:nvSpPr>
          <p:spPr>
            <a:xfrm>
              <a:off x="7088122" y="1395761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1" name="pt2021"/>
            <p:cNvSpPr/>
            <p:nvPr/>
          </p:nvSpPr>
          <p:spPr>
            <a:xfrm>
              <a:off x="6014856" y="2560910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2" name="pt2022"/>
            <p:cNvSpPr/>
            <p:nvPr/>
          </p:nvSpPr>
          <p:spPr>
            <a:xfrm>
              <a:off x="6474648" y="2109694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3" name="pt2023"/>
            <p:cNvSpPr/>
            <p:nvPr/>
          </p:nvSpPr>
          <p:spPr>
            <a:xfrm>
              <a:off x="6522083" y="2243100"/>
              <a:ext cx="16849" cy="16849"/>
            </a:xfrm>
            <a:prstGeom prst="ellipse">
              <a:avLst/>
            </a:prstGeom>
            <a:solidFill>
              <a:srgbClr val="5CBE6B">
                <a:alpha val="45098"/>
              </a:srgbClr>
            </a:solidFill>
            <a:ln w="7363" cap="rnd">
              <a:solidFill>
                <a:srgbClr val="5CBE6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4" name="pt2024"/>
            <p:cNvSpPr/>
            <p:nvPr/>
          </p:nvSpPr>
          <p:spPr>
            <a:xfrm>
              <a:off x="6266087" y="2400636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5" name="pt2025"/>
            <p:cNvSpPr/>
            <p:nvPr/>
          </p:nvSpPr>
          <p:spPr>
            <a:xfrm>
              <a:off x="6374521" y="2335766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6" name="pt2026"/>
            <p:cNvSpPr/>
            <p:nvPr/>
          </p:nvSpPr>
          <p:spPr>
            <a:xfrm>
              <a:off x="6891400" y="2031317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7" name="pt2027"/>
            <p:cNvSpPr/>
            <p:nvPr/>
          </p:nvSpPr>
          <p:spPr>
            <a:xfrm>
              <a:off x="6416717" y="2190177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8" name="pt2028"/>
            <p:cNvSpPr/>
            <p:nvPr/>
          </p:nvSpPr>
          <p:spPr>
            <a:xfrm>
              <a:off x="5954161" y="214524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9" name="pt2029"/>
            <p:cNvSpPr/>
            <p:nvPr/>
          </p:nvSpPr>
          <p:spPr>
            <a:xfrm>
              <a:off x="6565468" y="2119125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0" name="pt2030"/>
            <p:cNvSpPr/>
            <p:nvPr/>
          </p:nvSpPr>
          <p:spPr>
            <a:xfrm>
              <a:off x="6655898" y="2035578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1" name="pt2031"/>
            <p:cNvSpPr/>
            <p:nvPr/>
          </p:nvSpPr>
          <p:spPr>
            <a:xfrm>
              <a:off x="6115340" y="239314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2" name="pt2032"/>
            <p:cNvSpPr/>
            <p:nvPr/>
          </p:nvSpPr>
          <p:spPr>
            <a:xfrm>
              <a:off x="5750672" y="210752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3" name="pt2033"/>
            <p:cNvSpPr/>
            <p:nvPr/>
          </p:nvSpPr>
          <p:spPr>
            <a:xfrm>
              <a:off x="5963305" y="209043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4" name="pt2034"/>
            <p:cNvSpPr/>
            <p:nvPr/>
          </p:nvSpPr>
          <p:spPr>
            <a:xfrm>
              <a:off x="6391911" y="2087769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5" name="pt2035"/>
            <p:cNvSpPr/>
            <p:nvPr/>
          </p:nvSpPr>
          <p:spPr>
            <a:xfrm>
              <a:off x="6094161" y="2258686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6" name="pt2036"/>
            <p:cNvSpPr/>
            <p:nvPr/>
          </p:nvSpPr>
          <p:spPr>
            <a:xfrm>
              <a:off x="6259768" y="242200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7" name="pt2037"/>
            <p:cNvSpPr/>
            <p:nvPr/>
          </p:nvSpPr>
          <p:spPr>
            <a:xfrm>
              <a:off x="6537883" y="198996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8" name="pt2038"/>
            <p:cNvSpPr/>
            <p:nvPr/>
          </p:nvSpPr>
          <p:spPr>
            <a:xfrm>
              <a:off x="5574169" y="239926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9" name="pt2039"/>
            <p:cNvSpPr/>
            <p:nvPr/>
          </p:nvSpPr>
          <p:spPr>
            <a:xfrm>
              <a:off x="5900168" y="2060456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0" name="pt2040"/>
            <p:cNvSpPr/>
            <p:nvPr/>
          </p:nvSpPr>
          <p:spPr>
            <a:xfrm>
              <a:off x="6230555" y="231783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1" name="pt2041"/>
            <p:cNvSpPr/>
            <p:nvPr/>
          </p:nvSpPr>
          <p:spPr>
            <a:xfrm>
              <a:off x="5936101" y="2023748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2" name="pt2042"/>
            <p:cNvSpPr/>
            <p:nvPr/>
          </p:nvSpPr>
          <p:spPr>
            <a:xfrm>
              <a:off x="7128148" y="1208333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3" name="pt2043"/>
            <p:cNvSpPr/>
            <p:nvPr/>
          </p:nvSpPr>
          <p:spPr>
            <a:xfrm>
              <a:off x="7194633" y="1674422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4" name="pt2044"/>
            <p:cNvSpPr/>
            <p:nvPr/>
          </p:nvSpPr>
          <p:spPr>
            <a:xfrm>
              <a:off x="6613409" y="223634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5" name="pt2045"/>
            <p:cNvSpPr/>
            <p:nvPr/>
          </p:nvSpPr>
          <p:spPr>
            <a:xfrm>
              <a:off x="5425276" y="2338563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6" name="pt2046"/>
            <p:cNvSpPr/>
            <p:nvPr/>
          </p:nvSpPr>
          <p:spPr>
            <a:xfrm>
              <a:off x="6731259" y="1965886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7" name="pt2047"/>
            <p:cNvSpPr/>
            <p:nvPr/>
          </p:nvSpPr>
          <p:spPr>
            <a:xfrm>
              <a:off x="5961203" y="2318125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8" name="pt2048"/>
            <p:cNvSpPr/>
            <p:nvPr/>
          </p:nvSpPr>
          <p:spPr>
            <a:xfrm>
              <a:off x="5847910" y="2403144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9" name="pt2049"/>
            <p:cNvSpPr/>
            <p:nvPr/>
          </p:nvSpPr>
          <p:spPr>
            <a:xfrm>
              <a:off x="6523415" y="2190633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0" name="pt2050"/>
            <p:cNvSpPr/>
            <p:nvPr/>
          </p:nvSpPr>
          <p:spPr>
            <a:xfrm>
              <a:off x="6164524" y="2315835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1" name="pt2051"/>
            <p:cNvSpPr/>
            <p:nvPr/>
          </p:nvSpPr>
          <p:spPr>
            <a:xfrm>
              <a:off x="6074884" y="2391486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2" name="pt2052"/>
            <p:cNvSpPr/>
            <p:nvPr/>
          </p:nvSpPr>
          <p:spPr>
            <a:xfrm>
              <a:off x="5976827" y="2460713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3" name="pt2053"/>
            <p:cNvSpPr/>
            <p:nvPr/>
          </p:nvSpPr>
          <p:spPr>
            <a:xfrm>
              <a:off x="6563791" y="2137633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4" name="pt2054"/>
            <p:cNvSpPr/>
            <p:nvPr/>
          </p:nvSpPr>
          <p:spPr>
            <a:xfrm>
              <a:off x="7449744" y="1250017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5" name="pt2055"/>
            <p:cNvSpPr/>
            <p:nvPr/>
          </p:nvSpPr>
          <p:spPr>
            <a:xfrm>
              <a:off x="6159874" y="2287736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6" name="pt2056"/>
            <p:cNvSpPr/>
            <p:nvPr/>
          </p:nvSpPr>
          <p:spPr>
            <a:xfrm>
              <a:off x="6391696" y="2143300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pt2057"/>
            <p:cNvSpPr/>
            <p:nvPr/>
          </p:nvSpPr>
          <p:spPr>
            <a:xfrm>
              <a:off x="5847870" y="237640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pt2058"/>
            <p:cNvSpPr/>
            <p:nvPr/>
          </p:nvSpPr>
          <p:spPr>
            <a:xfrm>
              <a:off x="6434228" y="1781282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9" name="pt2059"/>
            <p:cNvSpPr/>
            <p:nvPr/>
          </p:nvSpPr>
          <p:spPr>
            <a:xfrm>
              <a:off x="5577593" y="2155418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0" name="pt2060"/>
            <p:cNvSpPr/>
            <p:nvPr/>
          </p:nvSpPr>
          <p:spPr>
            <a:xfrm>
              <a:off x="6265219" y="242072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1" name="pt2061"/>
            <p:cNvSpPr/>
            <p:nvPr/>
          </p:nvSpPr>
          <p:spPr>
            <a:xfrm>
              <a:off x="6112107" y="2221657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pt2062"/>
            <p:cNvSpPr/>
            <p:nvPr/>
          </p:nvSpPr>
          <p:spPr>
            <a:xfrm>
              <a:off x="5684072" y="2267079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3" name="pt2063"/>
            <p:cNvSpPr/>
            <p:nvPr/>
          </p:nvSpPr>
          <p:spPr>
            <a:xfrm>
              <a:off x="5600413" y="2467349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4" name="pt2064"/>
            <p:cNvSpPr/>
            <p:nvPr/>
          </p:nvSpPr>
          <p:spPr>
            <a:xfrm>
              <a:off x="7224976" y="1915397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5" name="pt2065"/>
            <p:cNvSpPr/>
            <p:nvPr/>
          </p:nvSpPr>
          <p:spPr>
            <a:xfrm>
              <a:off x="6525590" y="2199826"/>
              <a:ext cx="16849" cy="16849"/>
            </a:xfrm>
            <a:prstGeom prst="ellipse">
              <a:avLst/>
            </a:prstGeom>
            <a:solidFill>
              <a:srgbClr val="5CBE6B">
                <a:alpha val="45098"/>
              </a:srgbClr>
            </a:solidFill>
            <a:ln w="7363" cap="rnd">
              <a:solidFill>
                <a:srgbClr val="5CBE6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6" name="pt2066"/>
            <p:cNvSpPr/>
            <p:nvPr/>
          </p:nvSpPr>
          <p:spPr>
            <a:xfrm>
              <a:off x="6397533" y="223814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7" name="pt2067"/>
            <p:cNvSpPr/>
            <p:nvPr/>
          </p:nvSpPr>
          <p:spPr>
            <a:xfrm>
              <a:off x="6117571" y="2296510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8" name="pt2068"/>
            <p:cNvSpPr/>
            <p:nvPr/>
          </p:nvSpPr>
          <p:spPr>
            <a:xfrm>
              <a:off x="6878588" y="1940762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pt2069"/>
            <p:cNvSpPr/>
            <p:nvPr/>
          </p:nvSpPr>
          <p:spPr>
            <a:xfrm>
              <a:off x="6018260" y="2470801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pt2070"/>
            <p:cNvSpPr/>
            <p:nvPr/>
          </p:nvSpPr>
          <p:spPr>
            <a:xfrm>
              <a:off x="6932931" y="2097491"/>
              <a:ext cx="16849" cy="16849"/>
            </a:xfrm>
            <a:prstGeom prst="ellipse">
              <a:avLst/>
            </a:prstGeom>
            <a:solidFill>
              <a:srgbClr val="CCDF3C">
                <a:alpha val="45098"/>
              </a:srgbClr>
            </a:solidFill>
            <a:ln w="7363" cap="rnd">
              <a:solidFill>
                <a:srgbClr val="CCDF3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pt2071"/>
            <p:cNvSpPr/>
            <p:nvPr/>
          </p:nvSpPr>
          <p:spPr>
            <a:xfrm>
              <a:off x="6618030" y="236937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pt2072"/>
            <p:cNvSpPr/>
            <p:nvPr/>
          </p:nvSpPr>
          <p:spPr>
            <a:xfrm>
              <a:off x="6504046" y="2165317"/>
              <a:ext cx="16849" cy="16849"/>
            </a:xfrm>
            <a:prstGeom prst="ellipse">
              <a:avLst/>
            </a:prstGeom>
            <a:solidFill>
              <a:srgbClr val="76CE56">
                <a:alpha val="45098"/>
              </a:srgbClr>
            </a:solidFill>
            <a:ln w="7363" cap="rnd">
              <a:solidFill>
                <a:srgbClr val="76CE5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pt2073"/>
            <p:cNvSpPr/>
            <p:nvPr/>
          </p:nvSpPr>
          <p:spPr>
            <a:xfrm>
              <a:off x="6357238" y="225712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pt2074"/>
            <p:cNvSpPr/>
            <p:nvPr/>
          </p:nvSpPr>
          <p:spPr>
            <a:xfrm>
              <a:off x="6828322" y="1872762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5" name="pt2075"/>
            <p:cNvSpPr/>
            <p:nvPr/>
          </p:nvSpPr>
          <p:spPr>
            <a:xfrm>
              <a:off x="5668769" y="2473696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6" name="pt2076"/>
            <p:cNvSpPr/>
            <p:nvPr/>
          </p:nvSpPr>
          <p:spPr>
            <a:xfrm>
              <a:off x="6605125" y="197935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7" name="pt2077"/>
            <p:cNvSpPr/>
            <p:nvPr/>
          </p:nvSpPr>
          <p:spPr>
            <a:xfrm>
              <a:off x="6070541" y="2346363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8" name="pt2078"/>
            <p:cNvSpPr/>
            <p:nvPr/>
          </p:nvSpPr>
          <p:spPr>
            <a:xfrm>
              <a:off x="6923498" y="1950147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9" name="pt2079"/>
            <p:cNvSpPr/>
            <p:nvPr/>
          </p:nvSpPr>
          <p:spPr>
            <a:xfrm>
              <a:off x="5690380" y="2355957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pt2080"/>
            <p:cNvSpPr/>
            <p:nvPr/>
          </p:nvSpPr>
          <p:spPr>
            <a:xfrm>
              <a:off x="6157192" y="2296881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pt2081"/>
            <p:cNvSpPr/>
            <p:nvPr/>
          </p:nvSpPr>
          <p:spPr>
            <a:xfrm>
              <a:off x="6212028" y="226643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pt2082"/>
            <p:cNvSpPr/>
            <p:nvPr/>
          </p:nvSpPr>
          <p:spPr>
            <a:xfrm>
              <a:off x="6226069" y="226810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pt2083"/>
            <p:cNvSpPr/>
            <p:nvPr/>
          </p:nvSpPr>
          <p:spPr>
            <a:xfrm>
              <a:off x="6484311" y="2047860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4" name="pt2084"/>
            <p:cNvSpPr/>
            <p:nvPr/>
          </p:nvSpPr>
          <p:spPr>
            <a:xfrm>
              <a:off x="6336273" y="2109038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5" name="pt2085"/>
            <p:cNvSpPr/>
            <p:nvPr/>
          </p:nvSpPr>
          <p:spPr>
            <a:xfrm>
              <a:off x="7236704" y="2225733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6" name="pt2086"/>
            <p:cNvSpPr/>
            <p:nvPr/>
          </p:nvSpPr>
          <p:spPr>
            <a:xfrm>
              <a:off x="5912692" y="2131142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pt2087"/>
            <p:cNvSpPr/>
            <p:nvPr/>
          </p:nvSpPr>
          <p:spPr>
            <a:xfrm>
              <a:off x="6391486" y="227873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8" name="pt2088"/>
            <p:cNvSpPr/>
            <p:nvPr/>
          </p:nvSpPr>
          <p:spPr>
            <a:xfrm>
              <a:off x="6135592" y="2304280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9" name="pt2089"/>
            <p:cNvSpPr/>
            <p:nvPr/>
          </p:nvSpPr>
          <p:spPr>
            <a:xfrm>
              <a:off x="6739330" y="1895450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0" name="pt2090"/>
            <p:cNvSpPr/>
            <p:nvPr/>
          </p:nvSpPr>
          <p:spPr>
            <a:xfrm>
              <a:off x="6322949" y="2144010"/>
              <a:ext cx="16849" cy="16849"/>
            </a:xfrm>
            <a:prstGeom prst="ellipse">
              <a:avLst/>
            </a:prstGeom>
            <a:solidFill>
              <a:srgbClr val="77CF54">
                <a:alpha val="45098"/>
              </a:srgbClr>
            </a:solidFill>
            <a:ln w="7363" cap="rnd">
              <a:solidFill>
                <a:srgbClr val="77CF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1" name="pt2091"/>
            <p:cNvSpPr/>
            <p:nvPr/>
          </p:nvSpPr>
          <p:spPr>
            <a:xfrm>
              <a:off x="6149740" y="232630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2" name="pt2092"/>
            <p:cNvSpPr/>
            <p:nvPr/>
          </p:nvSpPr>
          <p:spPr>
            <a:xfrm>
              <a:off x="6445728" y="204462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3" name="pt2093"/>
            <p:cNvSpPr/>
            <p:nvPr/>
          </p:nvSpPr>
          <p:spPr>
            <a:xfrm>
              <a:off x="5497224" y="2390404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4" name="pt2094"/>
            <p:cNvSpPr/>
            <p:nvPr/>
          </p:nvSpPr>
          <p:spPr>
            <a:xfrm>
              <a:off x="5869788" y="2016147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5" name="pt2095"/>
            <p:cNvSpPr/>
            <p:nvPr/>
          </p:nvSpPr>
          <p:spPr>
            <a:xfrm>
              <a:off x="6301946" y="1839731"/>
              <a:ext cx="16849" cy="16849"/>
            </a:xfrm>
            <a:prstGeom prst="ellipse">
              <a:avLst/>
            </a:prstGeom>
            <a:solidFill>
              <a:srgbClr val="71CB5A">
                <a:alpha val="45098"/>
              </a:srgbClr>
            </a:solidFill>
            <a:ln w="7363" cap="rnd">
              <a:solidFill>
                <a:srgbClr val="71CB5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6" name="pt2096"/>
            <p:cNvSpPr/>
            <p:nvPr/>
          </p:nvSpPr>
          <p:spPr>
            <a:xfrm>
              <a:off x="6157308" y="2365883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7" name="pt2097"/>
            <p:cNvSpPr/>
            <p:nvPr/>
          </p:nvSpPr>
          <p:spPr>
            <a:xfrm>
              <a:off x="5935721" y="2026483"/>
              <a:ext cx="16849" cy="16849"/>
            </a:xfrm>
            <a:prstGeom prst="ellipse">
              <a:avLst/>
            </a:prstGeom>
            <a:solidFill>
              <a:srgbClr val="62C167">
                <a:alpha val="45098"/>
              </a:srgbClr>
            </a:solidFill>
            <a:ln w="7363" cap="rnd">
              <a:solidFill>
                <a:srgbClr val="62C16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8" name="pt2098"/>
            <p:cNvSpPr/>
            <p:nvPr/>
          </p:nvSpPr>
          <p:spPr>
            <a:xfrm>
              <a:off x="6789883" y="187897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9" name="pt2099"/>
            <p:cNvSpPr/>
            <p:nvPr/>
          </p:nvSpPr>
          <p:spPr>
            <a:xfrm>
              <a:off x="5816664" y="2542666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0" name="pt2100"/>
            <p:cNvSpPr/>
            <p:nvPr/>
          </p:nvSpPr>
          <p:spPr>
            <a:xfrm>
              <a:off x="6082468" y="2379839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1" name="pt2101"/>
            <p:cNvSpPr/>
            <p:nvPr/>
          </p:nvSpPr>
          <p:spPr>
            <a:xfrm>
              <a:off x="5478695" y="2486436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2" name="pt2102"/>
            <p:cNvSpPr/>
            <p:nvPr/>
          </p:nvSpPr>
          <p:spPr>
            <a:xfrm>
              <a:off x="5485112" y="2530975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3" name="pt2103"/>
            <p:cNvSpPr/>
            <p:nvPr/>
          </p:nvSpPr>
          <p:spPr>
            <a:xfrm>
              <a:off x="6254978" y="228969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4" name="pt2104"/>
            <p:cNvSpPr/>
            <p:nvPr/>
          </p:nvSpPr>
          <p:spPr>
            <a:xfrm>
              <a:off x="5982967" y="2451835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5" name="pt2105"/>
            <p:cNvSpPr/>
            <p:nvPr/>
          </p:nvSpPr>
          <p:spPr>
            <a:xfrm>
              <a:off x="6049863" y="2389866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6" name="pt2106"/>
            <p:cNvSpPr/>
            <p:nvPr/>
          </p:nvSpPr>
          <p:spPr>
            <a:xfrm>
              <a:off x="7104282" y="1487945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7" name="pt2107"/>
            <p:cNvSpPr/>
            <p:nvPr/>
          </p:nvSpPr>
          <p:spPr>
            <a:xfrm>
              <a:off x="6112012" y="2160373"/>
              <a:ext cx="16849" cy="16849"/>
            </a:xfrm>
            <a:prstGeom prst="ellipse">
              <a:avLst/>
            </a:prstGeom>
            <a:solidFill>
              <a:srgbClr val="2AAA82">
                <a:alpha val="45098"/>
              </a:srgbClr>
            </a:solidFill>
            <a:ln w="7363" cap="rnd">
              <a:solidFill>
                <a:srgbClr val="2A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8" name="pt2108"/>
            <p:cNvSpPr/>
            <p:nvPr/>
          </p:nvSpPr>
          <p:spPr>
            <a:xfrm>
              <a:off x="6664689" y="200611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9" name="pt2109"/>
            <p:cNvSpPr/>
            <p:nvPr/>
          </p:nvSpPr>
          <p:spPr>
            <a:xfrm>
              <a:off x="5710861" y="2386488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0" name="pt2110"/>
            <p:cNvSpPr/>
            <p:nvPr/>
          </p:nvSpPr>
          <p:spPr>
            <a:xfrm>
              <a:off x="6302569" y="202131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1" name="pt2111"/>
            <p:cNvSpPr/>
            <p:nvPr/>
          </p:nvSpPr>
          <p:spPr>
            <a:xfrm>
              <a:off x="4992008" y="2679306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2" name="pt2112"/>
            <p:cNvSpPr/>
            <p:nvPr/>
          </p:nvSpPr>
          <p:spPr>
            <a:xfrm>
              <a:off x="6065874" y="2245746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3" name="pt2113"/>
            <p:cNvSpPr/>
            <p:nvPr/>
          </p:nvSpPr>
          <p:spPr>
            <a:xfrm>
              <a:off x="6483142" y="225267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4" name="pt2114"/>
            <p:cNvSpPr/>
            <p:nvPr/>
          </p:nvSpPr>
          <p:spPr>
            <a:xfrm>
              <a:off x="6370057" y="2334215"/>
              <a:ext cx="16849" cy="16849"/>
            </a:xfrm>
            <a:prstGeom prst="ellipse">
              <a:avLst/>
            </a:prstGeom>
            <a:solidFill>
              <a:srgbClr val="45B279">
                <a:alpha val="45098"/>
              </a:srgbClr>
            </a:solidFill>
            <a:ln w="7363" cap="rnd">
              <a:solidFill>
                <a:srgbClr val="45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5" name="pt2115"/>
            <p:cNvSpPr/>
            <p:nvPr/>
          </p:nvSpPr>
          <p:spPr>
            <a:xfrm>
              <a:off x="5692448" y="2327428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6" name="pt2116"/>
            <p:cNvSpPr/>
            <p:nvPr/>
          </p:nvSpPr>
          <p:spPr>
            <a:xfrm>
              <a:off x="5694152" y="238795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7" name="pt2117"/>
            <p:cNvSpPr/>
            <p:nvPr/>
          </p:nvSpPr>
          <p:spPr>
            <a:xfrm>
              <a:off x="6185172" y="232095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8" name="pt2118"/>
            <p:cNvSpPr/>
            <p:nvPr/>
          </p:nvSpPr>
          <p:spPr>
            <a:xfrm>
              <a:off x="6113415" y="2010998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9" name="pt2119"/>
            <p:cNvSpPr/>
            <p:nvPr/>
          </p:nvSpPr>
          <p:spPr>
            <a:xfrm>
              <a:off x="6744681" y="205335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0" name="pt2120"/>
            <p:cNvSpPr/>
            <p:nvPr/>
          </p:nvSpPr>
          <p:spPr>
            <a:xfrm>
              <a:off x="6695497" y="2000787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1" name="pt2121"/>
            <p:cNvSpPr/>
            <p:nvPr/>
          </p:nvSpPr>
          <p:spPr>
            <a:xfrm>
              <a:off x="6372761" y="232168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2" name="pt2122"/>
            <p:cNvSpPr/>
            <p:nvPr/>
          </p:nvSpPr>
          <p:spPr>
            <a:xfrm>
              <a:off x="5793056" y="2051916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3" name="pt2123"/>
            <p:cNvSpPr/>
            <p:nvPr/>
          </p:nvSpPr>
          <p:spPr>
            <a:xfrm>
              <a:off x="6947345" y="1912918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4" name="pt2124"/>
            <p:cNvSpPr/>
            <p:nvPr/>
          </p:nvSpPr>
          <p:spPr>
            <a:xfrm>
              <a:off x="6435119" y="1891694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5" name="pt2125"/>
            <p:cNvSpPr/>
            <p:nvPr/>
          </p:nvSpPr>
          <p:spPr>
            <a:xfrm>
              <a:off x="6436711" y="198882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6" name="pt2126"/>
            <p:cNvSpPr/>
            <p:nvPr/>
          </p:nvSpPr>
          <p:spPr>
            <a:xfrm>
              <a:off x="5733203" y="214018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7" name="pt2127"/>
            <p:cNvSpPr/>
            <p:nvPr/>
          </p:nvSpPr>
          <p:spPr>
            <a:xfrm>
              <a:off x="6919286" y="184015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8" name="pt2128"/>
            <p:cNvSpPr/>
            <p:nvPr/>
          </p:nvSpPr>
          <p:spPr>
            <a:xfrm>
              <a:off x="6331738" y="2038972"/>
              <a:ext cx="16849" cy="16849"/>
            </a:xfrm>
            <a:prstGeom prst="ellipse">
              <a:avLst/>
            </a:prstGeom>
            <a:solidFill>
              <a:srgbClr val="9CD74A">
                <a:alpha val="45098"/>
              </a:srgbClr>
            </a:solidFill>
            <a:ln w="7363" cap="rnd">
              <a:solidFill>
                <a:srgbClr val="9CD7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9" name="pt2129"/>
            <p:cNvSpPr/>
            <p:nvPr/>
          </p:nvSpPr>
          <p:spPr>
            <a:xfrm>
              <a:off x="5988070" y="2368702"/>
              <a:ext cx="16849" cy="16849"/>
            </a:xfrm>
            <a:prstGeom prst="ellipse">
              <a:avLst/>
            </a:prstGeom>
            <a:solidFill>
              <a:srgbClr val="AEDA45">
                <a:alpha val="45098"/>
              </a:srgbClr>
            </a:solidFill>
            <a:ln w="7363" cap="rnd">
              <a:solidFill>
                <a:srgbClr val="AEDA4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0" name="pt2130"/>
            <p:cNvSpPr/>
            <p:nvPr/>
          </p:nvSpPr>
          <p:spPr>
            <a:xfrm>
              <a:off x="7313873" y="2184830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1" name="pt2131"/>
            <p:cNvSpPr/>
            <p:nvPr/>
          </p:nvSpPr>
          <p:spPr>
            <a:xfrm>
              <a:off x="6841282" y="1883826"/>
              <a:ext cx="16849" cy="16849"/>
            </a:xfrm>
            <a:prstGeom prst="ellipse">
              <a:avLst/>
            </a:prstGeom>
            <a:solidFill>
              <a:srgbClr val="49B476">
                <a:alpha val="45098"/>
              </a:srgbClr>
            </a:solidFill>
            <a:ln w="7363" cap="rnd">
              <a:solidFill>
                <a:srgbClr val="49B4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2" name="pt2132"/>
            <p:cNvSpPr/>
            <p:nvPr/>
          </p:nvSpPr>
          <p:spPr>
            <a:xfrm>
              <a:off x="6006752" y="2566269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3" name="pt2133"/>
            <p:cNvSpPr/>
            <p:nvPr/>
          </p:nvSpPr>
          <p:spPr>
            <a:xfrm>
              <a:off x="6134319" y="2249340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4" name="pt2134"/>
            <p:cNvSpPr/>
            <p:nvPr/>
          </p:nvSpPr>
          <p:spPr>
            <a:xfrm>
              <a:off x="6722711" y="2024851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5" name="pt2135"/>
            <p:cNvSpPr/>
            <p:nvPr/>
          </p:nvSpPr>
          <p:spPr>
            <a:xfrm>
              <a:off x="5504772" y="2439199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6" name="pt2136"/>
            <p:cNvSpPr/>
            <p:nvPr/>
          </p:nvSpPr>
          <p:spPr>
            <a:xfrm>
              <a:off x="5398697" y="2679681"/>
              <a:ext cx="16849" cy="16849"/>
            </a:xfrm>
            <a:prstGeom prst="ellipse">
              <a:avLst/>
            </a:prstGeom>
            <a:solidFill>
              <a:srgbClr val="72CC59">
                <a:alpha val="45098"/>
              </a:srgbClr>
            </a:solidFill>
            <a:ln w="7363" cap="rnd">
              <a:solidFill>
                <a:srgbClr val="72CC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7" name="pt2137"/>
            <p:cNvSpPr/>
            <p:nvPr/>
          </p:nvSpPr>
          <p:spPr>
            <a:xfrm>
              <a:off x="5879595" y="1978888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8" name="pt2138"/>
            <p:cNvSpPr/>
            <p:nvPr/>
          </p:nvSpPr>
          <p:spPr>
            <a:xfrm>
              <a:off x="5796316" y="2121899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9" name="pt2139"/>
            <p:cNvSpPr/>
            <p:nvPr/>
          </p:nvSpPr>
          <p:spPr>
            <a:xfrm>
              <a:off x="6595452" y="2300276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0" name="pt2140"/>
            <p:cNvSpPr/>
            <p:nvPr/>
          </p:nvSpPr>
          <p:spPr>
            <a:xfrm>
              <a:off x="6178086" y="2249917"/>
              <a:ext cx="16849" cy="16849"/>
            </a:xfrm>
            <a:prstGeom prst="ellipse">
              <a:avLst/>
            </a:prstGeom>
            <a:solidFill>
              <a:srgbClr val="26A983">
                <a:alpha val="45098"/>
              </a:srgbClr>
            </a:solidFill>
            <a:ln w="7363" cap="rnd">
              <a:solidFill>
                <a:srgbClr val="26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1" name="pt2141"/>
            <p:cNvSpPr/>
            <p:nvPr/>
          </p:nvSpPr>
          <p:spPr>
            <a:xfrm>
              <a:off x="6304786" y="232843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2" name="pt2142"/>
            <p:cNvSpPr/>
            <p:nvPr/>
          </p:nvSpPr>
          <p:spPr>
            <a:xfrm>
              <a:off x="5658661" y="245359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3" name="pt2143"/>
            <p:cNvSpPr/>
            <p:nvPr/>
          </p:nvSpPr>
          <p:spPr>
            <a:xfrm>
              <a:off x="5756127" y="2129853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4" name="pt2144"/>
            <p:cNvSpPr/>
            <p:nvPr/>
          </p:nvSpPr>
          <p:spPr>
            <a:xfrm>
              <a:off x="5854112" y="2100256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5" name="pt2145"/>
            <p:cNvSpPr/>
            <p:nvPr/>
          </p:nvSpPr>
          <p:spPr>
            <a:xfrm>
              <a:off x="6432534" y="1894145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6" name="pt2146"/>
            <p:cNvSpPr/>
            <p:nvPr/>
          </p:nvSpPr>
          <p:spPr>
            <a:xfrm>
              <a:off x="6356163" y="221872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7" name="pt2147"/>
            <p:cNvSpPr/>
            <p:nvPr/>
          </p:nvSpPr>
          <p:spPr>
            <a:xfrm>
              <a:off x="5046961" y="2709980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8" name="pt2148"/>
            <p:cNvSpPr/>
            <p:nvPr/>
          </p:nvSpPr>
          <p:spPr>
            <a:xfrm>
              <a:off x="5667351" y="2396922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9" name="pt2149"/>
            <p:cNvSpPr/>
            <p:nvPr/>
          </p:nvSpPr>
          <p:spPr>
            <a:xfrm>
              <a:off x="5130854" y="2436312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0" name="pt2150"/>
            <p:cNvSpPr/>
            <p:nvPr/>
          </p:nvSpPr>
          <p:spPr>
            <a:xfrm>
              <a:off x="5777928" y="1892185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1" name="pt2151"/>
            <p:cNvSpPr/>
            <p:nvPr/>
          </p:nvSpPr>
          <p:spPr>
            <a:xfrm>
              <a:off x="6069707" y="2448539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2" name="pt2152"/>
            <p:cNvSpPr/>
            <p:nvPr/>
          </p:nvSpPr>
          <p:spPr>
            <a:xfrm>
              <a:off x="6631436" y="2076388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3" name="pt2153"/>
            <p:cNvSpPr/>
            <p:nvPr/>
          </p:nvSpPr>
          <p:spPr>
            <a:xfrm>
              <a:off x="5399552" y="2501458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4" name="pt2154"/>
            <p:cNvSpPr/>
            <p:nvPr/>
          </p:nvSpPr>
          <p:spPr>
            <a:xfrm>
              <a:off x="6455072" y="209462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5" name="pt2155"/>
            <p:cNvSpPr/>
            <p:nvPr/>
          </p:nvSpPr>
          <p:spPr>
            <a:xfrm>
              <a:off x="5723247" y="237179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6" name="pt2156"/>
            <p:cNvSpPr/>
            <p:nvPr/>
          </p:nvSpPr>
          <p:spPr>
            <a:xfrm>
              <a:off x="6910417" y="188874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7" name="pt2157"/>
            <p:cNvSpPr/>
            <p:nvPr/>
          </p:nvSpPr>
          <p:spPr>
            <a:xfrm>
              <a:off x="6288157" y="1996376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8" name="pt2158"/>
            <p:cNvSpPr/>
            <p:nvPr/>
          </p:nvSpPr>
          <p:spPr>
            <a:xfrm>
              <a:off x="6729153" y="197150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9" name="pt2159"/>
            <p:cNvSpPr/>
            <p:nvPr/>
          </p:nvSpPr>
          <p:spPr>
            <a:xfrm>
              <a:off x="6490110" y="2181998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0" name="pt2160"/>
            <p:cNvSpPr/>
            <p:nvPr/>
          </p:nvSpPr>
          <p:spPr>
            <a:xfrm>
              <a:off x="5868461" y="2026365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1" name="pt2161"/>
            <p:cNvSpPr/>
            <p:nvPr/>
          </p:nvSpPr>
          <p:spPr>
            <a:xfrm>
              <a:off x="5932639" y="2033285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2" name="pt2162"/>
            <p:cNvSpPr/>
            <p:nvPr/>
          </p:nvSpPr>
          <p:spPr>
            <a:xfrm>
              <a:off x="6557479" y="2240469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3" name="pt2163"/>
            <p:cNvSpPr/>
            <p:nvPr/>
          </p:nvSpPr>
          <p:spPr>
            <a:xfrm>
              <a:off x="5868718" y="2057831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4" name="pt2164"/>
            <p:cNvSpPr/>
            <p:nvPr/>
          </p:nvSpPr>
          <p:spPr>
            <a:xfrm>
              <a:off x="5992925" y="237469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5" name="pt2165"/>
            <p:cNvSpPr/>
            <p:nvPr/>
          </p:nvSpPr>
          <p:spPr>
            <a:xfrm>
              <a:off x="6570850" y="2102209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6" name="pt2166"/>
            <p:cNvSpPr/>
            <p:nvPr/>
          </p:nvSpPr>
          <p:spPr>
            <a:xfrm>
              <a:off x="6068050" y="2351376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7" name="pt2167"/>
            <p:cNvSpPr/>
            <p:nvPr/>
          </p:nvSpPr>
          <p:spPr>
            <a:xfrm>
              <a:off x="5785704" y="2084117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8" name="pt2168"/>
            <p:cNvSpPr/>
            <p:nvPr/>
          </p:nvSpPr>
          <p:spPr>
            <a:xfrm>
              <a:off x="6197044" y="2197074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9" name="pt2169"/>
            <p:cNvSpPr/>
            <p:nvPr/>
          </p:nvSpPr>
          <p:spPr>
            <a:xfrm>
              <a:off x="6401833" y="2153438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0" name="pt2170"/>
            <p:cNvSpPr/>
            <p:nvPr/>
          </p:nvSpPr>
          <p:spPr>
            <a:xfrm>
              <a:off x="5899870" y="201960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1" name="pt2171"/>
            <p:cNvSpPr/>
            <p:nvPr/>
          </p:nvSpPr>
          <p:spPr>
            <a:xfrm>
              <a:off x="6594841" y="2133559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2" name="pt2172"/>
            <p:cNvSpPr/>
            <p:nvPr/>
          </p:nvSpPr>
          <p:spPr>
            <a:xfrm>
              <a:off x="6250186" y="2317806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3" name="pt2173"/>
            <p:cNvSpPr/>
            <p:nvPr/>
          </p:nvSpPr>
          <p:spPr>
            <a:xfrm>
              <a:off x="5903616" y="2183185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4" name="pt2174"/>
            <p:cNvSpPr/>
            <p:nvPr/>
          </p:nvSpPr>
          <p:spPr>
            <a:xfrm>
              <a:off x="6264970" y="2441883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5" name="pt2175"/>
            <p:cNvSpPr/>
            <p:nvPr/>
          </p:nvSpPr>
          <p:spPr>
            <a:xfrm>
              <a:off x="6598621" y="2250086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6" name="pt2176"/>
            <p:cNvSpPr/>
            <p:nvPr/>
          </p:nvSpPr>
          <p:spPr>
            <a:xfrm>
              <a:off x="7090490" y="1825967"/>
              <a:ext cx="16849" cy="16849"/>
            </a:xfrm>
            <a:prstGeom prst="ellipse">
              <a:avLst/>
            </a:prstGeom>
            <a:solidFill>
              <a:srgbClr val="97D64B">
                <a:alpha val="45098"/>
              </a:srgbClr>
            </a:solidFill>
            <a:ln w="7363" cap="rnd">
              <a:solidFill>
                <a:srgbClr val="97D64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7" name="pt2177"/>
            <p:cNvSpPr/>
            <p:nvPr/>
          </p:nvSpPr>
          <p:spPr>
            <a:xfrm>
              <a:off x="5696422" y="2451894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8" name="pt2178"/>
            <p:cNvSpPr/>
            <p:nvPr/>
          </p:nvSpPr>
          <p:spPr>
            <a:xfrm>
              <a:off x="6978106" y="1783349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9" name="pt2179"/>
            <p:cNvSpPr/>
            <p:nvPr/>
          </p:nvSpPr>
          <p:spPr>
            <a:xfrm>
              <a:off x="4984402" y="2739864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0" name="pt2180"/>
            <p:cNvSpPr/>
            <p:nvPr/>
          </p:nvSpPr>
          <p:spPr>
            <a:xfrm>
              <a:off x="6462868" y="2019680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1" name="pt2181"/>
            <p:cNvSpPr/>
            <p:nvPr/>
          </p:nvSpPr>
          <p:spPr>
            <a:xfrm>
              <a:off x="6646401" y="2159486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2" name="pt2182"/>
            <p:cNvSpPr/>
            <p:nvPr/>
          </p:nvSpPr>
          <p:spPr>
            <a:xfrm>
              <a:off x="6064603" y="242239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3" name="pt2183"/>
            <p:cNvSpPr/>
            <p:nvPr/>
          </p:nvSpPr>
          <p:spPr>
            <a:xfrm>
              <a:off x="7093995" y="1405592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4" name="pt2184"/>
            <p:cNvSpPr/>
            <p:nvPr/>
          </p:nvSpPr>
          <p:spPr>
            <a:xfrm>
              <a:off x="5534758" y="1957383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5" name="pt2185"/>
            <p:cNvSpPr/>
            <p:nvPr/>
          </p:nvSpPr>
          <p:spPr>
            <a:xfrm>
              <a:off x="6985682" y="1545161"/>
              <a:ext cx="16849" cy="16849"/>
            </a:xfrm>
            <a:prstGeom prst="ellipse">
              <a:avLst/>
            </a:prstGeom>
            <a:solidFill>
              <a:srgbClr val="2C898B">
                <a:alpha val="45098"/>
              </a:srgbClr>
            </a:solidFill>
            <a:ln w="7363" cap="rnd">
              <a:solidFill>
                <a:srgbClr val="2C89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6" name="pt2186"/>
            <p:cNvSpPr/>
            <p:nvPr/>
          </p:nvSpPr>
          <p:spPr>
            <a:xfrm>
              <a:off x="6030290" y="2101750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7" name="pt2187"/>
            <p:cNvSpPr/>
            <p:nvPr/>
          </p:nvSpPr>
          <p:spPr>
            <a:xfrm>
              <a:off x="5518663" y="2303585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8" name="pt2188"/>
            <p:cNvSpPr/>
            <p:nvPr/>
          </p:nvSpPr>
          <p:spPr>
            <a:xfrm>
              <a:off x="6056171" y="2364191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9" name="pt2189"/>
            <p:cNvSpPr/>
            <p:nvPr/>
          </p:nvSpPr>
          <p:spPr>
            <a:xfrm>
              <a:off x="6601834" y="2135364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0" name="pt2190"/>
            <p:cNvSpPr/>
            <p:nvPr/>
          </p:nvSpPr>
          <p:spPr>
            <a:xfrm>
              <a:off x="6226937" y="2226924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1" name="pt2191"/>
            <p:cNvSpPr/>
            <p:nvPr/>
          </p:nvSpPr>
          <p:spPr>
            <a:xfrm>
              <a:off x="6096999" y="2223822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2" name="pt2192"/>
            <p:cNvSpPr/>
            <p:nvPr/>
          </p:nvSpPr>
          <p:spPr>
            <a:xfrm>
              <a:off x="6842062" y="1923519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3" name="pt2193"/>
            <p:cNvSpPr/>
            <p:nvPr/>
          </p:nvSpPr>
          <p:spPr>
            <a:xfrm>
              <a:off x="5997557" y="2521370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4" name="pt2194"/>
            <p:cNvSpPr/>
            <p:nvPr/>
          </p:nvSpPr>
          <p:spPr>
            <a:xfrm>
              <a:off x="6162616" y="229906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5" name="pt2195"/>
            <p:cNvSpPr/>
            <p:nvPr/>
          </p:nvSpPr>
          <p:spPr>
            <a:xfrm>
              <a:off x="6402347" y="219857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6" name="pt2196"/>
            <p:cNvSpPr/>
            <p:nvPr/>
          </p:nvSpPr>
          <p:spPr>
            <a:xfrm>
              <a:off x="6593116" y="1990756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7" name="pt2197"/>
            <p:cNvSpPr/>
            <p:nvPr/>
          </p:nvSpPr>
          <p:spPr>
            <a:xfrm>
              <a:off x="6542002" y="2205749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8" name="pt2198"/>
            <p:cNvSpPr/>
            <p:nvPr/>
          </p:nvSpPr>
          <p:spPr>
            <a:xfrm>
              <a:off x="5606742" y="249300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9" name="pt2199"/>
            <p:cNvSpPr/>
            <p:nvPr/>
          </p:nvSpPr>
          <p:spPr>
            <a:xfrm>
              <a:off x="6146869" y="2302409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0" name="pt2200"/>
            <p:cNvSpPr/>
            <p:nvPr/>
          </p:nvSpPr>
          <p:spPr>
            <a:xfrm>
              <a:off x="6921878" y="1903092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1" name="pt2201"/>
            <p:cNvSpPr/>
            <p:nvPr/>
          </p:nvSpPr>
          <p:spPr>
            <a:xfrm>
              <a:off x="6194672" y="2267416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2" name="pt2202"/>
            <p:cNvSpPr/>
            <p:nvPr/>
          </p:nvSpPr>
          <p:spPr>
            <a:xfrm>
              <a:off x="6489001" y="2132256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3" name="pt2203"/>
            <p:cNvSpPr/>
            <p:nvPr/>
          </p:nvSpPr>
          <p:spPr>
            <a:xfrm>
              <a:off x="6039062" y="2195200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4" name="pt2204"/>
            <p:cNvSpPr/>
            <p:nvPr/>
          </p:nvSpPr>
          <p:spPr>
            <a:xfrm>
              <a:off x="6259441" y="2416829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5" name="pt2205"/>
            <p:cNvSpPr/>
            <p:nvPr/>
          </p:nvSpPr>
          <p:spPr>
            <a:xfrm>
              <a:off x="7403278" y="968572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6" name="pt2206"/>
            <p:cNvSpPr/>
            <p:nvPr/>
          </p:nvSpPr>
          <p:spPr>
            <a:xfrm>
              <a:off x="5804578" y="2104904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7" name="pt2207"/>
            <p:cNvSpPr/>
            <p:nvPr/>
          </p:nvSpPr>
          <p:spPr>
            <a:xfrm>
              <a:off x="5548587" y="2543585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8" name="pt2208"/>
            <p:cNvSpPr/>
            <p:nvPr/>
          </p:nvSpPr>
          <p:spPr>
            <a:xfrm>
              <a:off x="6392898" y="2160062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9" name="pt2209"/>
            <p:cNvSpPr/>
            <p:nvPr/>
          </p:nvSpPr>
          <p:spPr>
            <a:xfrm>
              <a:off x="6562987" y="2184301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0" name="pt2210"/>
            <p:cNvSpPr/>
            <p:nvPr/>
          </p:nvSpPr>
          <p:spPr>
            <a:xfrm>
              <a:off x="6378572" y="2234364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1" name="pt2211"/>
            <p:cNvSpPr/>
            <p:nvPr/>
          </p:nvSpPr>
          <p:spPr>
            <a:xfrm>
              <a:off x="5269803" y="230492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2" name="pt2212"/>
            <p:cNvSpPr/>
            <p:nvPr/>
          </p:nvSpPr>
          <p:spPr>
            <a:xfrm>
              <a:off x="6119434" y="2241029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3" name="pt2213"/>
            <p:cNvSpPr/>
            <p:nvPr/>
          </p:nvSpPr>
          <p:spPr>
            <a:xfrm>
              <a:off x="6648995" y="2114737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4" name="pt2214"/>
            <p:cNvSpPr/>
            <p:nvPr/>
          </p:nvSpPr>
          <p:spPr>
            <a:xfrm>
              <a:off x="6113676" y="2332651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5" name="pt2215"/>
            <p:cNvSpPr/>
            <p:nvPr/>
          </p:nvSpPr>
          <p:spPr>
            <a:xfrm>
              <a:off x="6729238" y="2044663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6" name="pt2216"/>
            <p:cNvSpPr/>
            <p:nvPr/>
          </p:nvSpPr>
          <p:spPr>
            <a:xfrm>
              <a:off x="6311731" y="2267896"/>
              <a:ext cx="16849" cy="16849"/>
            </a:xfrm>
            <a:prstGeom prst="ellipse">
              <a:avLst/>
            </a:prstGeom>
            <a:solidFill>
              <a:srgbClr val="32AC80">
                <a:alpha val="45098"/>
              </a:srgbClr>
            </a:solidFill>
            <a:ln w="7363" cap="rnd">
              <a:solidFill>
                <a:srgbClr val="32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7" name="pt2217"/>
            <p:cNvSpPr/>
            <p:nvPr/>
          </p:nvSpPr>
          <p:spPr>
            <a:xfrm>
              <a:off x="5322472" y="2078564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8" name="pt2218"/>
            <p:cNvSpPr/>
            <p:nvPr/>
          </p:nvSpPr>
          <p:spPr>
            <a:xfrm>
              <a:off x="4998423" y="2804751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9" name="pt2219"/>
            <p:cNvSpPr/>
            <p:nvPr/>
          </p:nvSpPr>
          <p:spPr>
            <a:xfrm>
              <a:off x="6880645" y="1814850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0" name="pt2220"/>
            <p:cNvSpPr/>
            <p:nvPr/>
          </p:nvSpPr>
          <p:spPr>
            <a:xfrm>
              <a:off x="6297032" y="2073602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1" name="pt2221"/>
            <p:cNvSpPr/>
            <p:nvPr/>
          </p:nvSpPr>
          <p:spPr>
            <a:xfrm>
              <a:off x="6025456" y="2213267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2" name="pt2222"/>
            <p:cNvSpPr/>
            <p:nvPr/>
          </p:nvSpPr>
          <p:spPr>
            <a:xfrm>
              <a:off x="5824553" y="2522490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3" name="pt2223"/>
            <p:cNvSpPr/>
            <p:nvPr/>
          </p:nvSpPr>
          <p:spPr>
            <a:xfrm>
              <a:off x="6242343" y="231638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4" name="pt2224"/>
            <p:cNvSpPr/>
            <p:nvPr/>
          </p:nvSpPr>
          <p:spPr>
            <a:xfrm>
              <a:off x="6341906" y="2288144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5" name="pt2225"/>
            <p:cNvSpPr/>
            <p:nvPr/>
          </p:nvSpPr>
          <p:spPr>
            <a:xfrm>
              <a:off x="6514980" y="239336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6" name="pt2226"/>
            <p:cNvSpPr/>
            <p:nvPr/>
          </p:nvSpPr>
          <p:spPr>
            <a:xfrm>
              <a:off x="6585804" y="223551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7" name="pt2227"/>
            <p:cNvSpPr/>
            <p:nvPr/>
          </p:nvSpPr>
          <p:spPr>
            <a:xfrm>
              <a:off x="6548976" y="215299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8" name="pt2228"/>
            <p:cNvSpPr/>
            <p:nvPr/>
          </p:nvSpPr>
          <p:spPr>
            <a:xfrm>
              <a:off x="5968111" y="2337017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9" name="pt2229"/>
            <p:cNvSpPr/>
            <p:nvPr/>
          </p:nvSpPr>
          <p:spPr>
            <a:xfrm>
              <a:off x="6001378" y="2373144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0" name="pt2230"/>
            <p:cNvSpPr/>
            <p:nvPr/>
          </p:nvSpPr>
          <p:spPr>
            <a:xfrm>
              <a:off x="5784467" y="2027956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1" name="pt2231"/>
            <p:cNvSpPr/>
            <p:nvPr/>
          </p:nvSpPr>
          <p:spPr>
            <a:xfrm>
              <a:off x="5346892" y="198651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2" name="pt2232"/>
            <p:cNvSpPr/>
            <p:nvPr/>
          </p:nvSpPr>
          <p:spPr>
            <a:xfrm>
              <a:off x="6847008" y="2086979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3" name="pt2233"/>
            <p:cNvSpPr/>
            <p:nvPr/>
          </p:nvSpPr>
          <p:spPr>
            <a:xfrm>
              <a:off x="6811668" y="1843425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4" name="pt2234"/>
            <p:cNvSpPr/>
            <p:nvPr/>
          </p:nvSpPr>
          <p:spPr>
            <a:xfrm>
              <a:off x="5391880" y="2417675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5" name="pt2235"/>
            <p:cNvSpPr/>
            <p:nvPr/>
          </p:nvSpPr>
          <p:spPr>
            <a:xfrm>
              <a:off x="6465274" y="2111399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6" name="pt2236"/>
            <p:cNvSpPr/>
            <p:nvPr/>
          </p:nvSpPr>
          <p:spPr>
            <a:xfrm>
              <a:off x="5844173" y="2468363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7" name="pt2237"/>
            <p:cNvSpPr/>
            <p:nvPr/>
          </p:nvSpPr>
          <p:spPr>
            <a:xfrm>
              <a:off x="5355225" y="2544885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8" name="pt2238"/>
            <p:cNvSpPr/>
            <p:nvPr/>
          </p:nvSpPr>
          <p:spPr>
            <a:xfrm>
              <a:off x="6553767" y="2091612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9" name="pt2239"/>
            <p:cNvSpPr/>
            <p:nvPr/>
          </p:nvSpPr>
          <p:spPr>
            <a:xfrm>
              <a:off x="6411191" y="220142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0" name="pt2240"/>
            <p:cNvSpPr/>
            <p:nvPr/>
          </p:nvSpPr>
          <p:spPr>
            <a:xfrm>
              <a:off x="6066512" y="2391877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1" name="pt2241"/>
            <p:cNvSpPr/>
            <p:nvPr/>
          </p:nvSpPr>
          <p:spPr>
            <a:xfrm>
              <a:off x="6130303" y="236920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2" name="pt2242"/>
            <p:cNvSpPr/>
            <p:nvPr/>
          </p:nvSpPr>
          <p:spPr>
            <a:xfrm>
              <a:off x="6789494" y="1676698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3" name="pt2243"/>
            <p:cNvSpPr/>
            <p:nvPr/>
          </p:nvSpPr>
          <p:spPr>
            <a:xfrm>
              <a:off x="5373049" y="2476247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4" name="pt2244"/>
            <p:cNvSpPr/>
            <p:nvPr/>
          </p:nvSpPr>
          <p:spPr>
            <a:xfrm>
              <a:off x="6009588" y="2172476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5" name="pt2245"/>
            <p:cNvSpPr/>
            <p:nvPr/>
          </p:nvSpPr>
          <p:spPr>
            <a:xfrm>
              <a:off x="6274471" y="2118145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6" name="pt2246"/>
            <p:cNvSpPr/>
            <p:nvPr/>
          </p:nvSpPr>
          <p:spPr>
            <a:xfrm>
              <a:off x="6083262" y="236109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7" name="pt2247"/>
            <p:cNvSpPr/>
            <p:nvPr/>
          </p:nvSpPr>
          <p:spPr>
            <a:xfrm>
              <a:off x="6177387" y="2299616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8" name="pt2248"/>
            <p:cNvSpPr/>
            <p:nvPr/>
          </p:nvSpPr>
          <p:spPr>
            <a:xfrm>
              <a:off x="5797646" y="198773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9" name="pt2249"/>
            <p:cNvSpPr/>
            <p:nvPr/>
          </p:nvSpPr>
          <p:spPr>
            <a:xfrm>
              <a:off x="6424545" y="2053669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0" name="pt2250"/>
            <p:cNvSpPr/>
            <p:nvPr/>
          </p:nvSpPr>
          <p:spPr>
            <a:xfrm>
              <a:off x="5794901" y="1886316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1" name="pt2251"/>
            <p:cNvSpPr/>
            <p:nvPr/>
          </p:nvSpPr>
          <p:spPr>
            <a:xfrm>
              <a:off x="5526051" y="2499694"/>
              <a:ext cx="16849" cy="16849"/>
            </a:xfrm>
            <a:prstGeom prst="ellipse">
              <a:avLst/>
            </a:prstGeom>
            <a:solidFill>
              <a:srgbClr val="6AC661">
                <a:alpha val="45098"/>
              </a:srgbClr>
            </a:solidFill>
            <a:ln w="7363" cap="rnd">
              <a:solidFill>
                <a:srgbClr val="6AC66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2" name="pt2252"/>
            <p:cNvSpPr/>
            <p:nvPr/>
          </p:nvSpPr>
          <p:spPr>
            <a:xfrm>
              <a:off x="5853392" y="2023612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3" name="pt2253"/>
            <p:cNvSpPr/>
            <p:nvPr/>
          </p:nvSpPr>
          <p:spPr>
            <a:xfrm>
              <a:off x="6552711" y="225756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4" name="pt2254"/>
            <p:cNvSpPr/>
            <p:nvPr/>
          </p:nvSpPr>
          <p:spPr>
            <a:xfrm>
              <a:off x="6177286" y="233916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5" name="pt2255"/>
            <p:cNvSpPr/>
            <p:nvPr/>
          </p:nvSpPr>
          <p:spPr>
            <a:xfrm>
              <a:off x="5704124" y="2472863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6" name="pt2256"/>
            <p:cNvSpPr/>
            <p:nvPr/>
          </p:nvSpPr>
          <p:spPr>
            <a:xfrm>
              <a:off x="7273874" y="2118774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7" name="pt2257"/>
            <p:cNvSpPr/>
            <p:nvPr/>
          </p:nvSpPr>
          <p:spPr>
            <a:xfrm>
              <a:off x="6373386" y="2316984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8" name="pt2258"/>
            <p:cNvSpPr/>
            <p:nvPr/>
          </p:nvSpPr>
          <p:spPr>
            <a:xfrm>
              <a:off x="6225891" y="2268000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9" name="pt2259"/>
            <p:cNvSpPr/>
            <p:nvPr/>
          </p:nvSpPr>
          <p:spPr>
            <a:xfrm>
              <a:off x="4753447" y="2511237"/>
              <a:ext cx="16849" cy="16849"/>
            </a:xfrm>
            <a:prstGeom prst="ellipse">
              <a:avLst/>
            </a:prstGeom>
            <a:solidFill>
              <a:srgbClr val="66C364">
                <a:alpha val="45098"/>
              </a:srgbClr>
            </a:solidFill>
            <a:ln w="7363" cap="rnd">
              <a:solidFill>
                <a:srgbClr val="66C36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0" name="pt2260"/>
            <p:cNvSpPr/>
            <p:nvPr/>
          </p:nvSpPr>
          <p:spPr>
            <a:xfrm>
              <a:off x="6497579" y="2196623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1" name="pt2261"/>
            <p:cNvSpPr/>
            <p:nvPr/>
          </p:nvSpPr>
          <p:spPr>
            <a:xfrm>
              <a:off x="7395009" y="1653615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2" name="pt2262"/>
            <p:cNvSpPr/>
            <p:nvPr/>
          </p:nvSpPr>
          <p:spPr>
            <a:xfrm>
              <a:off x="6156652" y="2355620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3" name="pt2263"/>
            <p:cNvSpPr/>
            <p:nvPr/>
          </p:nvSpPr>
          <p:spPr>
            <a:xfrm>
              <a:off x="6266093" y="2433376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4" name="pt2264"/>
            <p:cNvSpPr/>
            <p:nvPr/>
          </p:nvSpPr>
          <p:spPr>
            <a:xfrm>
              <a:off x="5940167" y="2026688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5" name="pt2265"/>
            <p:cNvSpPr/>
            <p:nvPr/>
          </p:nvSpPr>
          <p:spPr>
            <a:xfrm>
              <a:off x="7111956" y="1622718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6" name="pt2266"/>
            <p:cNvSpPr/>
            <p:nvPr/>
          </p:nvSpPr>
          <p:spPr>
            <a:xfrm>
              <a:off x="5031095" y="2910022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7" name="pt2267"/>
            <p:cNvSpPr/>
            <p:nvPr/>
          </p:nvSpPr>
          <p:spPr>
            <a:xfrm>
              <a:off x="5414819" y="2439673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8" name="pt2268"/>
            <p:cNvSpPr/>
            <p:nvPr/>
          </p:nvSpPr>
          <p:spPr>
            <a:xfrm>
              <a:off x="6577122" y="2128638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9" name="pt2269"/>
            <p:cNvSpPr/>
            <p:nvPr/>
          </p:nvSpPr>
          <p:spPr>
            <a:xfrm>
              <a:off x="6601659" y="227556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0" name="pt2270"/>
            <p:cNvSpPr/>
            <p:nvPr/>
          </p:nvSpPr>
          <p:spPr>
            <a:xfrm>
              <a:off x="5963695" y="2376910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1" name="pt2271"/>
            <p:cNvSpPr/>
            <p:nvPr/>
          </p:nvSpPr>
          <p:spPr>
            <a:xfrm>
              <a:off x="6569331" y="218449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2" name="pt2272"/>
            <p:cNvSpPr/>
            <p:nvPr/>
          </p:nvSpPr>
          <p:spPr>
            <a:xfrm>
              <a:off x="6569797" y="2066232"/>
              <a:ext cx="16849" cy="16849"/>
            </a:xfrm>
            <a:prstGeom prst="ellipse">
              <a:avLst/>
            </a:prstGeom>
            <a:solidFill>
              <a:srgbClr val="6FC95D">
                <a:alpha val="45098"/>
              </a:srgbClr>
            </a:solidFill>
            <a:ln w="7363" cap="rnd">
              <a:solidFill>
                <a:srgbClr val="6F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3" name="pt2273"/>
            <p:cNvSpPr/>
            <p:nvPr/>
          </p:nvSpPr>
          <p:spPr>
            <a:xfrm>
              <a:off x="5362584" y="2393442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4" name="pt2274"/>
            <p:cNvSpPr/>
            <p:nvPr/>
          </p:nvSpPr>
          <p:spPr>
            <a:xfrm>
              <a:off x="6218044" y="227287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5" name="pt2275"/>
            <p:cNvSpPr/>
            <p:nvPr/>
          </p:nvSpPr>
          <p:spPr>
            <a:xfrm>
              <a:off x="6285822" y="221922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6" name="pt2276"/>
            <p:cNvSpPr/>
            <p:nvPr/>
          </p:nvSpPr>
          <p:spPr>
            <a:xfrm>
              <a:off x="6170131" y="2292755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7" name="pt2277"/>
            <p:cNvSpPr/>
            <p:nvPr/>
          </p:nvSpPr>
          <p:spPr>
            <a:xfrm>
              <a:off x="6332920" y="2191150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8" name="pt2278"/>
            <p:cNvSpPr/>
            <p:nvPr/>
          </p:nvSpPr>
          <p:spPr>
            <a:xfrm>
              <a:off x="6311668" y="229969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9" name="pt2279"/>
            <p:cNvSpPr/>
            <p:nvPr/>
          </p:nvSpPr>
          <p:spPr>
            <a:xfrm>
              <a:off x="6222481" y="2286288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0" name="pt2280"/>
            <p:cNvSpPr/>
            <p:nvPr/>
          </p:nvSpPr>
          <p:spPr>
            <a:xfrm>
              <a:off x="6477747" y="215717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1" name="pt2281"/>
            <p:cNvSpPr/>
            <p:nvPr/>
          </p:nvSpPr>
          <p:spPr>
            <a:xfrm>
              <a:off x="6421051" y="2251428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2" name="pt2282"/>
            <p:cNvSpPr/>
            <p:nvPr/>
          </p:nvSpPr>
          <p:spPr>
            <a:xfrm>
              <a:off x="6276768" y="210236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3" name="pt2283"/>
            <p:cNvSpPr/>
            <p:nvPr/>
          </p:nvSpPr>
          <p:spPr>
            <a:xfrm>
              <a:off x="6253139" y="2311509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4" name="pt2284"/>
            <p:cNvSpPr/>
            <p:nvPr/>
          </p:nvSpPr>
          <p:spPr>
            <a:xfrm>
              <a:off x="6703889" y="2030129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5" name="pt2285"/>
            <p:cNvSpPr/>
            <p:nvPr/>
          </p:nvSpPr>
          <p:spPr>
            <a:xfrm>
              <a:off x="6421996" y="2254540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6" name="pt2286"/>
            <p:cNvSpPr/>
            <p:nvPr/>
          </p:nvSpPr>
          <p:spPr>
            <a:xfrm>
              <a:off x="5391889" y="2361587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7" name="pt2287"/>
            <p:cNvSpPr/>
            <p:nvPr/>
          </p:nvSpPr>
          <p:spPr>
            <a:xfrm>
              <a:off x="6254277" y="2304665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8" name="pt2288"/>
            <p:cNvSpPr/>
            <p:nvPr/>
          </p:nvSpPr>
          <p:spPr>
            <a:xfrm>
              <a:off x="6989092" y="1853277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9" name="pt2289"/>
            <p:cNvSpPr/>
            <p:nvPr/>
          </p:nvSpPr>
          <p:spPr>
            <a:xfrm>
              <a:off x="6131955" y="2316819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0" name="pt2290"/>
            <p:cNvSpPr/>
            <p:nvPr/>
          </p:nvSpPr>
          <p:spPr>
            <a:xfrm>
              <a:off x="6641736" y="2078053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1" name="pt2291"/>
            <p:cNvSpPr/>
            <p:nvPr/>
          </p:nvSpPr>
          <p:spPr>
            <a:xfrm>
              <a:off x="6169981" y="2300596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2" name="pt2292"/>
            <p:cNvSpPr/>
            <p:nvPr/>
          </p:nvSpPr>
          <p:spPr>
            <a:xfrm>
              <a:off x="5801179" y="2108057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3" name="pt2293"/>
            <p:cNvSpPr/>
            <p:nvPr/>
          </p:nvSpPr>
          <p:spPr>
            <a:xfrm>
              <a:off x="5947989" y="2061989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4" name="pt2294"/>
            <p:cNvSpPr/>
            <p:nvPr/>
          </p:nvSpPr>
          <p:spPr>
            <a:xfrm>
              <a:off x="6367766" y="2287049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5" name="pt2295"/>
            <p:cNvSpPr/>
            <p:nvPr/>
          </p:nvSpPr>
          <p:spPr>
            <a:xfrm>
              <a:off x="6800312" y="1706861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6" name="pt2296"/>
            <p:cNvSpPr/>
            <p:nvPr/>
          </p:nvSpPr>
          <p:spPr>
            <a:xfrm>
              <a:off x="5837556" y="2448577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7" name="pt2297"/>
            <p:cNvSpPr/>
            <p:nvPr/>
          </p:nvSpPr>
          <p:spPr>
            <a:xfrm>
              <a:off x="6590977" y="2154032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8" name="pt2298"/>
            <p:cNvSpPr/>
            <p:nvPr/>
          </p:nvSpPr>
          <p:spPr>
            <a:xfrm>
              <a:off x="6770896" y="2099209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9" name="pt2299"/>
            <p:cNvSpPr/>
            <p:nvPr/>
          </p:nvSpPr>
          <p:spPr>
            <a:xfrm>
              <a:off x="6271855" y="2404723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0" name="pt2300"/>
            <p:cNvSpPr/>
            <p:nvPr/>
          </p:nvSpPr>
          <p:spPr>
            <a:xfrm>
              <a:off x="5398179" y="2467296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1" name="pt2301"/>
            <p:cNvSpPr/>
            <p:nvPr/>
          </p:nvSpPr>
          <p:spPr>
            <a:xfrm>
              <a:off x="6510973" y="2149128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2" name="pt2302"/>
            <p:cNvSpPr/>
            <p:nvPr/>
          </p:nvSpPr>
          <p:spPr>
            <a:xfrm>
              <a:off x="6738720" y="1955126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3" name="pt2303"/>
            <p:cNvSpPr/>
            <p:nvPr/>
          </p:nvSpPr>
          <p:spPr>
            <a:xfrm>
              <a:off x="6234300" y="2215718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4" name="pt2304"/>
            <p:cNvSpPr/>
            <p:nvPr/>
          </p:nvSpPr>
          <p:spPr>
            <a:xfrm>
              <a:off x="7232509" y="1895545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5" name="pt2305"/>
            <p:cNvSpPr/>
            <p:nvPr/>
          </p:nvSpPr>
          <p:spPr>
            <a:xfrm>
              <a:off x="6727616" y="1994213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6" name="pt2306"/>
            <p:cNvSpPr/>
            <p:nvPr/>
          </p:nvSpPr>
          <p:spPr>
            <a:xfrm>
              <a:off x="5695917" y="242815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7" name="pt2307"/>
            <p:cNvSpPr/>
            <p:nvPr/>
          </p:nvSpPr>
          <p:spPr>
            <a:xfrm>
              <a:off x="6092794" y="2243021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8" name="pt2308"/>
            <p:cNvSpPr/>
            <p:nvPr/>
          </p:nvSpPr>
          <p:spPr>
            <a:xfrm>
              <a:off x="5911345" y="2171923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9" name="pt2309"/>
            <p:cNvSpPr/>
            <p:nvPr/>
          </p:nvSpPr>
          <p:spPr>
            <a:xfrm>
              <a:off x="6191763" y="2264233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0" name="pt2310"/>
            <p:cNvSpPr/>
            <p:nvPr/>
          </p:nvSpPr>
          <p:spPr>
            <a:xfrm>
              <a:off x="6448109" y="1987389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1" name="pt2311"/>
            <p:cNvSpPr/>
            <p:nvPr/>
          </p:nvSpPr>
          <p:spPr>
            <a:xfrm>
              <a:off x="6172166" y="2144700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2" name="pt2312"/>
            <p:cNvSpPr/>
            <p:nvPr/>
          </p:nvSpPr>
          <p:spPr>
            <a:xfrm>
              <a:off x="6791094" y="1880331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3" name="pt2313"/>
            <p:cNvSpPr/>
            <p:nvPr/>
          </p:nvSpPr>
          <p:spPr>
            <a:xfrm>
              <a:off x="5866044" y="204192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4" name="pt2314"/>
            <p:cNvSpPr/>
            <p:nvPr/>
          </p:nvSpPr>
          <p:spPr>
            <a:xfrm>
              <a:off x="7284943" y="1858140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5" name="pt2315"/>
            <p:cNvSpPr/>
            <p:nvPr/>
          </p:nvSpPr>
          <p:spPr>
            <a:xfrm>
              <a:off x="6586916" y="2172957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6" name="pt2316"/>
            <p:cNvSpPr/>
            <p:nvPr/>
          </p:nvSpPr>
          <p:spPr>
            <a:xfrm>
              <a:off x="6240691" y="2276586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7" name="pt2317"/>
            <p:cNvSpPr/>
            <p:nvPr/>
          </p:nvSpPr>
          <p:spPr>
            <a:xfrm>
              <a:off x="5914914" y="2106273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8" name="pt2318"/>
            <p:cNvSpPr/>
            <p:nvPr/>
          </p:nvSpPr>
          <p:spPr>
            <a:xfrm>
              <a:off x="6038038" y="2404067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9" name="pt2319"/>
            <p:cNvSpPr/>
            <p:nvPr/>
          </p:nvSpPr>
          <p:spPr>
            <a:xfrm>
              <a:off x="6466486" y="2094248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0" name="pt2320"/>
            <p:cNvSpPr/>
            <p:nvPr/>
          </p:nvSpPr>
          <p:spPr>
            <a:xfrm>
              <a:off x="6662275" y="203596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1" name="pt2321"/>
            <p:cNvSpPr/>
            <p:nvPr/>
          </p:nvSpPr>
          <p:spPr>
            <a:xfrm>
              <a:off x="6432568" y="198953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2" name="pt2322"/>
            <p:cNvSpPr/>
            <p:nvPr/>
          </p:nvSpPr>
          <p:spPr>
            <a:xfrm>
              <a:off x="5718817" y="2386447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3" name="pt2323"/>
            <p:cNvSpPr/>
            <p:nvPr/>
          </p:nvSpPr>
          <p:spPr>
            <a:xfrm>
              <a:off x="5666083" y="2324151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4" name="pt2324"/>
            <p:cNvSpPr/>
            <p:nvPr/>
          </p:nvSpPr>
          <p:spPr>
            <a:xfrm>
              <a:off x="6508863" y="2066269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5" name="pt2325"/>
            <p:cNvSpPr/>
            <p:nvPr/>
          </p:nvSpPr>
          <p:spPr>
            <a:xfrm>
              <a:off x="7150246" y="1535189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6" name="pt2326"/>
            <p:cNvSpPr/>
            <p:nvPr/>
          </p:nvSpPr>
          <p:spPr>
            <a:xfrm>
              <a:off x="6434081" y="189096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7" name="pt2327"/>
            <p:cNvSpPr/>
            <p:nvPr/>
          </p:nvSpPr>
          <p:spPr>
            <a:xfrm>
              <a:off x="5823435" y="2457737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8" name="pt2328"/>
            <p:cNvSpPr/>
            <p:nvPr/>
          </p:nvSpPr>
          <p:spPr>
            <a:xfrm>
              <a:off x="6589746" y="2129251"/>
              <a:ext cx="16849" cy="16849"/>
            </a:xfrm>
            <a:prstGeom prst="ellipse">
              <a:avLst/>
            </a:prstGeom>
            <a:solidFill>
              <a:srgbClr val="6FC95D">
                <a:alpha val="45098"/>
              </a:srgbClr>
            </a:solidFill>
            <a:ln w="7363" cap="rnd">
              <a:solidFill>
                <a:srgbClr val="6F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9" name="pt2329"/>
            <p:cNvSpPr/>
            <p:nvPr/>
          </p:nvSpPr>
          <p:spPr>
            <a:xfrm>
              <a:off x="6727970" y="1681334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0" name="pt2330"/>
            <p:cNvSpPr/>
            <p:nvPr/>
          </p:nvSpPr>
          <p:spPr>
            <a:xfrm>
              <a:off x="6014176" y="2499495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1" name="pt2331"/>
            <p:cNvSpPr/>
            <p:nvPr/>
          </p:nvSpPr>
          <p:spPr>
            <a:xfrm>
              <a:off x="6547279" y="2107306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2" name="pt2332"/>
            <p:cNvSpPr/>
            <p:nvPr/>
          </p:nvSpPr>
          <p:spPr>
            <a:xfrm>
              <a:off x="6455607" y="1956716"/>
              <a:ext cx="16849" cy="16849"/>
            </a:xfrm>
            <a:prstGeom prst="ellipse">
              <a:avLst/>
            </a:prstGeom>
            <a:solidFill>
              <a:srgbClr val="45B279">
                <a:alpha val="45098"/>
              </a:srgbClr>
            </a:solidFill>
            <a:ln w="7363" cap="rnd">
              <a:solidFill>
                <a:srgbClr val="45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3" name="pt2333"/>
            <p:cNvSpPr/>
            <p:nvPr/>
          </p:nvSpPr>
          <p:spPr>
            <a:xfrm>
              <a:off x="6614267" y="2191150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4" name="pt2334"/>
            <p:cNvSpPr/>
            <p:nvPr/>
          </p:nvSpPr>
          <p:spPr>
            <a:xfrm>
              <a:off x="5883340" y="2230954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5" name="pt2335"/>
            <p:cNvSpPr/>
            <p:nvPr/>
          </p:nvSpPr>
          <p:spPr>
            <a:xfrm>
              <a:off x="6750934" y="2038780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6" name="pt2336"/>
            <p:cNvSpPr/>
            <p:nvPr/>
          </p:nvSpPr>
          <p:spPr>
            <a:xfrm>
              <a:off x="5804368" y="2013321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7" name="pt2337"/>
            <p:cNvSpPr/>
            <p:nvPr/>
          </p:nvSpPr>
          <p:spPr>
            <a:xfrm>
              <a:off x="5997455" y="2575973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8" name="pt2338"/>
            <p:cNvSpPr/>
            <p:nvPr/>
          </p:nvSpPr>
          <p:spPr>
            <a:xfrm>
              <a:off x="5545173" y="2461509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9" name="pt2339"/>
            <p:cNvSpPr/>
            <p:nvPr/>
          </p:nvSpPr>
          <p:spPr>
            <a:xfrm>
              <a:off x="5912539" y="2135078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0" name="pt2340"/>
            <p:cNvSpPr/>
            <p:nvPr/>
          </p:nvSpPr>
          <p:spPr>
            <a:xfrm>
              <a:off x="6267006" y="2491622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1" name="pt2341"/>
            <p:cNvSpPr/>
            <p:nvPr/>
          </p:nvSpPr>
          <p:spPr>
            <a:xfrm>
              <a:off x="6431425" y="1979014"/>
              <a:ext cx="16849" cy="16849"/>
            </a:xfrm>
            <a:prstGeom prst="ellipse">
              <a:avLst/>
            </a:prstGeom>
            <a:solidFill>
              <a:srgbClr val="5ABC6D">
                <a:alpha val="45098"/>
              </a:srgbClr>
            </a:solidFill>
            <a:ln w="7363" cap="rnd">
              <a:solidFill>
                <a:srgbClr val="5A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2" name="pt2342"/>
            <p:cNvSpPr/>
            <p:nvPr/>
          </p:nvSpPr>
          <p:spPr>
            <a:xfrm>
              <a:off x="6181941" y="2222710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3" name="pt2343"/>
            <p:cNvSpPr/>
            <p:nvPr/>
          </p:nvSpPr>
          <p:spPr>
            <a:xfrm>
              <a:off x="6384203" y="2311909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4" name="pt2344"/>
            <p:cNvSpPr/>
            <p:nvPr/>
          </p:nvSpPr>
          <p:spPr>
            <a:xfrm>
              <a:off x="6046317" y="2371216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5" name="pt2345"/>
            <p:cNvSpPr/>
            <p:nvPr/>
          </p:nvSpPr>
          <p:spPr>
            <a:xfrm>
              <a:off x="6083378" y="2398078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6" name="pt2346"/>
            <p:cNvSpPr/>
            <p:nvPr/>
          </p:nvSpPr>
          <p:spPr>
            <a:xfrm>
              <a:off x="5677639" y="234194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7" name="pt2347"/>
            <p:cNvSpPr/>
            <p:nvPr/>
          </p:nvSpPr>
          <p:spPr>
            <a:xfrm>
              <a:off x="6160472" y="2299661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8" name="pt2348"/>
            <p:cNvSpPr/>
            <p:nvPr/>
          </p:nvSpPr>
          <p:spPr>
            <a:xfrm>
              <a:off x="6409132" y="215812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9" name="pt2349"/>
            <p:cNvSpPr/>
            <p:nvPr/>
          </p:nvSpPr>
          <p:spPr>
            <a:xfrm>
              <a:off x="6825346" y="1891638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0" name="pt2350"/>
            <p:cNvSpPr/>
            <p:nvPr/>
          </p:nvSpPr>
          <p:spPr>
            <a:xfrm>
              <a:off x="5967347" y="2265550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1" name="pt2351"/>
            <p:cNvSpPr/>
            <p:nvPr/>
          </p:nvSpPr>
          <p:spPr>
            <a:xfrm>
              <a:off x="6128299" y="240546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2" name="pt2352"/>
            <p:cNvSpPr/>
            <p:nvPr/>
          </p:nvSpPr>
          <p:spPr>
            <a:xfrm>
              <a:off x="6544283" y="2281692"/>
              <a:ext cx="16849" cy="16849"/>
            </a:xfrm>
            <a:prstGeom prst="ellipse">
              <a:avLst/>
            </a:prstGeom>
            <a:solidFill>
              <a:srgbClr val="CCDF3C">
                <a:alpha val="45098"/>
              </a:srgbClr>
            </a:solidFill>
            <a:ln w="7363" cap="rnd">
              <a:solidFill>
                <a:srgbClr val="CCDF3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3" name="pt2353"/>
            <p:cNvSpPr/>
            <p:nvPr/>
          </p:nvSpPr>
          <p:spPr>
            <a:xfrm>
              <a:off x="6416608" y="2241904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4" name="pt2354"/>
            <p:cNvSpPr/>
            <p:nvPr/>
          </p:nvSpPr>
          <p:spPr>
            <a:xfrm>
              <a:off x="6341830" y="2088331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5" name="pt2355"/>
            <p:cNvSpPr/>
            <p:nvPr/>
          </p:nvSpPr>
          <p:spPr>
            <a:xfrm>
              <a:off x="6613471" y="2048691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6" name="pt2356"/>
            <p:cNvSpPr/>
            <p:nvPr/>
          </p:nvSpPr>
          <p:spPr>
            <a:xfrm>
              <a:off x="6114952" y="223155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7" name="pt2357"/>
            <p:cNvSpPr/>
            <p:nvPr/>
          </p:nvSpPr>
          <p:spPr>
            <a:xfrm>
              <a:off x="5789886" y="2121963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8" name="pt2358"/>
            <p:cNvSpPr/>
            <p:nvPr/>
          </p:nvSpPr>
          <p:spPr>
            <a:xfrm>
              <a:off x="5832746" y="2561564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9" name="pt2359"/>
            <p:cNvSpPr/>
            <p:nvPr/>
          </p:nvSpPr>
          <p:spPr>
            <a:xfrm>
              <a:off x="5952667" y="191411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0" name="pt2360"/>
            <p:cNvSpPr/>
            <p:nvPr/>
          </p:nvSpPr>
          <p:spPr>
            <a:xfrm>
              <a:off x="6151646" y="2261845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1" name="pt2361"/>
            <p:cNvSpPr/>
            <p:nvPr/>
          </p:nvSpPr>
          <p:spPr>
            <a:xfrm>
              <a:off x="6541521" y="224202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2" name="pt2362"/>
            <p:cNvSpPr/>
            <p:nvPr/>
          </p:nvSpPr>
          <p:spPr>
            <a:xfrm>
              <a:off x="5191652" y="2256165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3" name="pt2363"/>
            <p:cNvSpPr/>
            <p:nvPr/>
          </p:nvSpPr>
          <p:spPr>
            <a:xfrm>
              <a:off x="6020438" y="2209540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4" name="pt2364"/>
            <p:cNvSpPr/>
            <p:nvPr/>
          </p:nvSpPr>
          <p:spPr>
            <a:xfrm>
              <a:off x="6434680" y="1866139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5" name="pt2365"/>
            <p:cNvSpPr/>
            <p:nvPr/>
          </p:nvSpPr>
          <p:spPr>
            <a:xfrm>
              <a:off x="5840728" y="214334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6" name="pt2366"/>
            <p:cNvSpPr/>
            <p:nvPr/>
          </p:nvSpPr>
          <p:spPr>
            <a:xfrm>
              <a:off x="5173908" y="239020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7" name="pt2367"/>
            <p:cNvSpPr/>
            <p:nvPr/>
          </p:nvSpPr>
          <p:spPr>
            <a:xfrm>
              <a:off x="6168704" y="232434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8" name="pt2368"/>
            <p:cNvSpPr/>
            <p:nvPr/>
          </p:nvSpPr>
          <p:spPr>
            <a:xfrm>
              <a:off x="6698543" y="2081985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9" name="pt2369"/>
            <p:cNvSpPr/>
            <p:nvPr/>
          </p:nvSpPr>
          <p:spPr>
            <a:xfrm>
              <a:off x="6966819" y="1938190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0" name="pt2370"/>
            <p:cNvSpPr/>
            <p:nvPr/>
          </p:nvSpPr>
          <p:spPr>
            <a:xfrm>
              <a:off x="6538427" y="2120147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1" name="pt2371"/>
            <p:cNvSpPr/>
            <p:nvPr/>
          </p:nvSpPr>
          <p:spPr>
            <a:xfrm>
              <a:off x="7049622" y="1906279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2" name="pt2372"/>
            <p:cNvSpPr/>
            <p:nvPr/>
          </p:nvSpPr>
          <p:spPr>
            <a:xfrm>
              <a:off x="5496761" y="2323453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3" name="pt2373"/>
            <p:cNvSpPr/>
            <p:nvPr/>
          </p:nvSpPr>
          <p:spPr>
            <a:xfrm>
              <a:off x="6565576" y="2068025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4" name="pt2374"/>
            <p:cNvSpPr/>
            <p:nvPr/>
          </p:nvSpPr>
          <p:spPr>
            <a:xfrm>
              <a:off x="6375945" y="2276166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5" name="pt2375"/>
            <p:cNvSpPr/>
            <p:nvPr/>
          </p:nvSpPr>
          <p:spPr>
            <a:xfrm>
              <a:off x="6520154" y="239184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6" name="pt2376"/>
            <p:cNvSpPr/>
            <p:nvPr/>
          </p:nvSpPr>
          <p:spPr>
            <a:xfrm>
              <a:off x="6972898" y="1628663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7" name="pt2377"/>
            <p:cNvSpPr/>
            <p:nvPr/>
          </p:nvSpPr>
          <p:spPr>
            <a:xfrm>
              <a:off x="5998830" y="240276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8" name="pt2378"/>
            <p:cNvSpPr/>
            <p:nvPr/>
          </p:nvSpPr>
          <p:spPr>
            <a:xfrm>
              <a:off x="6659566" y="2077619"/>
              <a:ext cx="16849" cy="16849"/>
            </a:xfrm>
            <a:prstGeom prst="ellipse">
              <a:avLst/>
            </a:prstGeom>
            <a:solidFill>
              <a:srgbClr val="C0DD40">
                <a:alpha val="45098"/>
              </a:srgbClr>
            </a:solidFill>
            <a:ln w="7363" cap="rnd">
              <a:solidFill>
                <a:srgbClr val="C0DD4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9" name="pt2379"/>
            <p:cNvSpPr/>
            <p:nvPr/>
          </p:nvSpPr>
          <p:spPr>
            <a:xfrm>
              <a:off x="6189101" y="226032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0" name="pt2380"/>
            <p:cNvSpPr/>
            <p:nvPr/>
          </p:nvSpPr>
          <p:spPr>
            <a:xfrm>
              <a:off x="5285310" y="219125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1" name="pt2381"/>
            <p:cNvSpPr/>
            <p:nvPr/>
          </p:nvSpPr>
          <p:spPr>
            <a:xfrm>
              <a:off x="6248838" y="2350612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2" name="pt2382"/>
            <p:cNvSpPr/>
            <p:nvPr/>
          </p:nvSpPr>
          <p:spPr>
            <a:xfrm>
              <a:off x="6492061" y="2039622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3" name="pt2383"/>
            <p:cNvSpPr/>
            <p:nvPr/>
          </p:nvSpPr>
          <p:spPr>
            <a:xfrm>
              <a:off x="6794933" y="1814734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4" name="pt2384"/>
            <p:cNvSpPr/>
            <p:nvPr/>
          </p:nvSpPr>
          <p:spPr>
            <a:xfrm>
              <a:off x="5231092" y="2162385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5" name="pt2385"/>
            <p:cNvSpPr/>
            <p:nvPr/>
          </p:nvSpPr>
          <p:spPr>
            <a:xfrm>
              <a:off x="5856829" y="2163166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6" name="pt2386"/>
            <p:cNvSpPr/>
            <p:nvPr/>
          </p:nvSpPr>
          <p:spPr>
            <a:xfrm>
              <a:off x="6056720" y="2372676"/>
              <a:ext cx="16849" cy="16849"/>
            </a:xfrm>
            <a:prstGeom prst="ellipse">
              <a:avLst/>
            </a:prstGeom>
            <a:solidFill>
              <a:srgbClr val="299987">
                <a:alpha val="45098"/>
              </a:srgbClr>
            </a:solidFill>
            <a:ln w="7363" cap="rnd">
              <a:solidFill>
                <a:srgbClr val="2999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7" name="pt2387"/>
            <p:cNvSpPr/>
            <p:nvPr/>
          </p:nvSpPr>
          <p:spPr>
            <a:xfrm>
              <a:off x="5690775" y="2371262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8" name="pt2388"/>
            <p:cNvSpPr/>
            <p:nvPr/>
          </p:nvSpPr>
          <p:spPr>
            <a:xfrm>
              <a:off x="5606801" y="2385380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9" name="pt2389"/>
            <p:cNvSpPr/>
            <p:nvPr/>
          </p:nvSpPr>
          <p:spPr>
            <a:xfrm>
              <a:off x="6253078" y="2153158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0" name="pt2390"/>
            <p:cNvSpPr/>
            <p:nvPr/>
          </p:nvSpPr>
          <p:spPr>
            <a:xfrm>
              <a:off x="6716267" y="2077061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1" name="pt2391"/>
            <p:cNvSpPr/>
            <p:nvPr/>
          </p:nvSpPr>
          <p:spPr>
            <a:xfrm>
              <a:off x="6127877" y="2390151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2" name="pt2392"/>
            <p:cNvSpPr/>
            <p:nvPr/>
          </p:nvSpPr>
          <p:spPr>
            <a:xfrm>
              <a:off x="6417779" y="2261812"/>
              <a:ext cx="16849" cy="16849"/>
            </a:xfrm>
            <a:prstGeom prst="ellipse">
              <a:avLst/>
            </a:prstGeom>
            <a:solidFill>
              <a:srgbClr val="44B279">
                <a:alpha val="45098"/>
              </a:srgbClr>
            </a:solidFill>
            <a:ln w="7363" cap="rnd">
              <a:solidFill>
                <a:srgbClr val="44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3" name="pt2393"/>
            <p:cNvSpPr/>
            <p:nvPr/>
          </p:nvSpPr>
          <p:spPr>
            <a:xfrm>
              <a:off x="6440371" y="1909531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4" name="pt2394"/>
            <p:cNvSpPr/>
            <p:nvPr/>
          </p:nvSpPr>
          <p:spPr>
            <a:xfrm>
              <a:off x="6492211" y="2079379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5" name="pt2395"/>
            <p:cNvSpPr/>
            <p:nvPr/>
          </p:nvSpPr>
          <p:spPr>
            <a:xfrm>
              <a:off x="6110976" y="2153444"/>
              <a:ext cx="16849" cy="16849"/>
            </a:xfrm>
            <a:prstGeom prst="ellipse">
              <a:avLst/>
            </a:prstGeom>
            <a:solidFill>
              <a:srgbClr val="AEDA45">
                <a:alpha val="45098"/>
              </a:srgbClr>
            </a:solidFill>
            <a:ln w="7363" cap="rnd">
              <a:solidFill>
                <a:srgbClr val="AEDA4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6" name="pt2396"/>
            <p:cNvSpPr/>
            <p:nvPr/>
          </p:nvSpPr>
          <p:spPr>
            <a:xfrm>
              <a:off x="5992863" y="234804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7" name="pt2397"/>
            <p:cNvSpPr/>
            <p:nvPr/>
          </p:nvSpPr>
          <p:spPr>
            <a:xfrm>
              <a:off x="6115533" y="1986623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8" name="pt2398"/>
            <p:cNvSpPr/>
            <p:nvPr/>
          </p:nvSpPr>
          <p:spPr>
            <a:xfrm>
              <a:off x="7065406" y="1870001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9" name="pt2399"/>
            <p:cNvSpPr/>
            <p:nvPr/>
          </p:nvSpPr>
          <p:spPr>
            <a:xfrm>
              <a:off x="6086440" y="2395157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0" name="pt2400"/>
            <p:cNvSpPr/>
            <p:nvPr/>
          </p:nvSpPr>
          <p:spPr>
            <a:xfrm>
              <a:off x="5941116" y="2108342"/>
              <a:ext cx="16849" cy="16849"/>
            </a:xfrm>
            <a:prstGeom prst="ellipse">
              <a:avLst/>
            </a:prstGeom>
            <a:solidFill>
              <a:srgbClr val="2A9488">
                <a:alpha val="45098"/>
              </a:srgbClr>
            </a:solidFill>
            <a:ln w="7363" cap="rnd">
              <a:solidFill>
                <a:srgbClr val="2A94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1" name="pt2401"/>
            <p:cNvSpPr/>
            <p:nvPr/>
          </p:nvSpPr>
          <p:spPr>
            <a:xfrm>
              <a:off x="6796916" y="1867235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2" name="pt2402"/>
            <p:cNvSpPr/>
            <p:nvPr/>
          </p:nvSpPr>
          <p:spPr>
            <a:xfrm>
              <a:off x="6416380" y="2198099"/>
              <a:ext cx="16849" cy="16849"/>
            </a:xfrm>
            <a:prstGeom prst="ellipse">
              <a:avLst/>
            </a:prstGeom>
            <a:solidFill>
              <a:srgbClr val="68C563">
                <a:alpha val="45098"/>
              </a:srgbClr>
            </a:solidFill>
            <a:ln w="7363" cap="rnd">
              <a:solidFill>
                <a:srgbClr val="68C5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3" name="pt2403"/>
            <p:cNvSpPr/>
            <p:nvPr/>
          </p:nvSpPr>
          <p:spPr>
            <a:xfrm>
              <a:off x="5978804" y="2494698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4" name="pt2404"/>
            <p:cNvSpPr/>
            <p:nvPr/>
          </p:nvSpPr>
          <p:spPr>
            <a:xfrm>
              <a:off x="6218159" y="232603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5" name="pt2405"/>
            <p:cNvSpPr/>
            <p:nvPr/>
          </p:nvSpPr>
          <p:spPr>
            <a:xfrm>
              <a:off x="5748722" y="2000979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6" name="pt2406"/>
            <p:cNvSpPr/>
            <p:nvPr/>
          </p:nvSpPr>
          <p:spPr>
            <a:xfrm>
              <a:off x="7063253" y="1907906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7" name="pt2407"/>
            <p:cNvSpPr/>
            <p:nvPr/>
          </p:nvSpPr>
          <p:spPr>
            <a:xfrm>
              <a:off x="5978086" y="2378017"/>
              <a:ext cx="16849" cy="16849"/>
            </a:xfrm>
            <a:prstGeom prst="ellipse">
              <a:avLst/>
            </a:prstGeom>
            <a:solidFill>
              <a:srgbClr val="45B279">
                <a:alpha val="45098"/>
              </a:srgbClr>
            </a:solidFill>
            <a:ln w="7363" cap="rnd">
              <a:solidFill>
                <a:srgbClr val="45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8" name="pt2408"/>
            <p:cNvSpPr/>
            <p:nvPr/>
          </p:nvSpPr>
          <p:spPr>
            <a:xfrm>
              <a:off x="6691721" y="2163082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9" name="pt2409"/>
            <p:cNvSpPr/>
            <p:nvPr/>
          </p:nvSpPr>
          <p:spPr>
            <a:xfrm>
              <a:off x="6307918" y="2176560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0" name="pt2410"/>
            <p:cNvSpPr/>
            <p:nvPr/>
          </p:nvSpPr>
          <p:spPr>
            <a:xfrm>
              <a:off x="6440994" y="1700500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1" name="pt2411"/>
            <p:cNvSpPr/>
            <p:nvPr/>
          </p:nvSpPr>
          <p:spPr>
            <a:xfrm>
              <a:off x="5242000" y="2050038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2" name="pt2412"/>
            <p:cNvSpPr/>
            <p:nvPr/>
          </p:nvSpPr>
          <p:spPr>
            <a:xfrm>
              <a:off x="6063132" y="2410389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3" name="pt2413"/>
            <p:cNvSpPr/>
            <p:nvPr/>
          </p:nvSpPr>
          <p:spPr>
            <a:xfrm>
              <a:off x="6078456" y="240005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4" name="pt2414"/>
            <p:cNvSpPr/>
            <p:nvPr/>
          </p:nvSpPr>
          <p:spPr>
            <a:xfrm>
              <a:off x="6802221" y="180074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5" name="pt2415"/>
            <p:cNvSpPr/>
            <p:nvPr/>
          </p:nvSpPr>
          <p:spPr>
            <a:xfrm>
              <a:off x="5575101" y="2372433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6" name="pt2416"/>
            <p:cNvSpPr/>
            <p:nvPr/>
          </p:nvSpPr>
          <p:spPr>
            <a:xfrm>
              <a:off x="5555582" y="2479747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7" name="pt2417"/>
            <p:cNvSpPr/>
            <p:nvPr/>
          </p:nvSpPr>
          <p:spPr>
            <a:xfrm>
              <a:off x="6346091" y="2182783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8" name="pt2418"/>
            <p:cNvSpPr/>
            <p:nvPr/>
          </p:nvSpPr>
          <p:spPr>
            <a:xfrm>
              <a:off x="6345429" y="224590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9" name="pt2419"/>
            <p:cNvSpPr/>
            <p:nvPr/>
          </p:nvSpPr>
          <p:spPr>
            <a:xfrm>
              <a:off x="5052269" y="2829563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0" name="pt2420"/>
            <p:cNvSpPr/>
            <p:nvPr/>
          </p:nvSpPr>
          <p:spPr>
            <a:xfrm>
              <a:off x="5789894" y="2015615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1" name="pt2421"/>
            <p:cNvSpPr/>
            <p:nvPr/>
          </p:nvSpPr>
          <p:spPr>
            <a:xfrm>
              <a:off x="6488557" y="225739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2" name="pt2422"/>
            <p:cNvSpPr/>
            <p:nvPr/>
          </p:nvSpPr>
          <p:spPr>
            <a:xfrm>
              <a:off x="7291015" y="189799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3" name="pt2423"/>
            <p:cNvSpPr/>
            <p:nvPr/>
          </p:nvSpPr>
          <p:spPr>
            <a:xfrm>
              <a:off x="5752665" y="2207617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4" name="pt2424"/>
            <p:cNvSpPr/>
            <p:nvPr/>
          </p:nvSpPr>
          <p:spPr>
            <a:xfrm>
              <a:off x="6016021" y="2310189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5" name="pt2425"/>
            <p:cNvSpPr/>
            <p:nvPr/>
          </p:nvSpPr>
          <p:spPr>
            <a:xfrm>
              <a:off x="6388555" y="237465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6" name="pt2426"/>
            <p:cNvSpPr/>
            <p:nvPr/>
          </p:nvSpPr>
          <p:spPr>
            <a:xfrm>
              <a:off x="6289950" y="2073342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7" name="pt2427"/>
            <p:cNvSpPr/>
            <p:nvPr/>
          </p:nvSpPr>
          <p:spPr>
            <a:xfrm>
              <a:off x="6617546" y="2083686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8" name="pt2428"/>
            <p:cNvSpPr/>
            <p:nvPr/>
          </p:nvSpPr>
          <p:spPr>
            <a:xfrm>
              <a:off x="5903606" y="2082917"/>
              <a:ext cx="16849" cy="16849"/>
            </a:xfrm>
            <a:prstGeom prst="ellipse">
              <a:avLst/>
            </a:prstGeom>
            <a:solidFill>
              <a:srgbClr val="AEDA45">
                <a:alpha val="45098"/>
              </a:srgbClr>
            </a:solidFill>
            <a:ln w="7363" cap="rnd">
              <a:solidFill>
                <a:srgbClr val="AEDA4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9" name="pt2429"/>
            <p:cNvSpPr/>
            <p:nvPr/>
          </p:nvSpPr>
          <p:spPr>
            <a:xfrm>
              <a:off x="6366749" y="2235423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0" name="pt2430"/>
            <p:cNvSpPr/>
            <p:nvPr/>
          </p:nvSpPr>
          <p:spPr>
            <a:xfrm>
              <a:off x="6440356" y="1907826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1" name="pt2431"/>
            <p:cNvSpPr/>
            <p:nvPr/>
          </p:nvSpPr>
          <p:spPr>
            <a:xfrm>
              <a:off x="6435135" y="2003634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2" name="pt2432"/>
            <p:cNvSpPr/>
            <p:nvPr/>
          </p:nvSpPr>
          <p:spPr>
            <a:xfrm>
              <a:off x="6226830" y="2297525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3" name="pt2433"/>
            <p:cNvSpPr/>
            <p:nvPr/>
          </p:nvSpPr>
          <p:spPr>
            <a:xfrm>
              <a:off x="6886189" y="1904184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4" name="pt2434"/>
            <p:cNvSpPr/>
            <p:nvPr/>
          </p:nvSpPr>
          <p:spPr>
            <a:xfrm>
              <a:off x="6298876" y="1973053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5" name="pt2435"/>
            <p:cNvSpPr/>
            <p:nvPr/>
          </p:nvSpPr>
          <p:spPr>
            <a:xfrm>
              <a:off x="5841628" y="2470718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6" name="pt2436"/>
            <p:cNvSpPr/>
            <p:nvPr/>
          </p:nvSpPr>
          <p:spPr>
            <a:xfrm>
              <a:off x="6617798" y="2116761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7" name="pt2437"/>
            <p:cNvSpPr/>
            <p:nvPr/>
          </p:nvSpPr>
          <p:spPr>
            <a:xfrm>
              <a:off x="5753592" y="202746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8" name="pt2438"/>
            <p:cNvSpPr/>
            <p:nvPr/>
          </p:nvSpPr>
          <p:spPr>
            <a:xfrm>
              <a:off x="7262047" y="1739861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9" name="pt2439"/>
            <p:cNvSpPr/>
            <p:nvPr/>
          </p:nvSpPr>
          <p:spPr>
            <a:xfrm>
              <a:off x="6391491" y="2116286"/>
              <a:ext cx="16849" cy="16849"/>
            </a:xfrm>
            <a:prstGeom prst="ellipse">
              <a:avLst/>
            </a:prstGeom>
            <a:solidFill>
              <a:srgbClr val="76CE56">
                <a:alpha val="45098"/>
              </a:srgbClr>
            </a:solidFill>
            <a:ln w="7363" cap="rnd">
              <a:solidFill>
                <a:srgbClr val="76CE5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0" name="pt2440"/>
            <p:cNvSpPr/>
            <p:nvPr/>
          </p:nvSpPr>
          <p:spPr>
            <a:xfrm>
              <a:off x="5892499" y="2079704"/>
              <a:ext cx="16849" cy="16849"/>
            </a:xfrm>
            <a:prstGeom prst="ellipse">
              <a:avLst/>
            </a:prstGeom>
            <a:solidFill>
              <a:srgbClr val="32AC80">
                <a:alpha val="45098"/>
              </a:srgbClr>
            </a:solidFill>
            <a:ln w="7363" cap="rnd">
              <a:solidFill>
                <a:srgbClr val="32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1" name="pt2441"/>
            <p:cNvSpPr/>
            <p:nvPr/>
          </p:nvSpPr>
          <p:spPr>
            <a:xfrm>
              <a:off x="5650149" y="2216619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2" name="pt2442"/>
            <p:cNvSpPr/>
            <p:nvPr/>
          </p:nvSpPr>
          <p:spPr>
            <a:xfrm>
              <a:off x="6357418" y="2226614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3" name="pt2443"/>
            <p:cNvSpPr/>
            <p:nvPr/>
          </p:nvSpPr>
          <p:spPr>
            <a:xfrm>
              <a:off x="6023993" y="205535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4" name="pt2444"/>
            <p:cNvSpPr/>
            <p:nvPr/>
          </p:nvSpPr>
          <p:spPr>
            <a:xfrm>
              <a:off x="6160089" y="241868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5" name="pt2445"/>
            <p:cNvSpPr/>
            <p:nvPr/>
          </p:nvSpPr>
          <p:spPr>
            <a:xfrm>
              <a:off x="6496675" y="2240205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6" name="pt2446"/>
            <p:cNvSpPr/>
            <p:nvPr/>
          </p:nvSpPr>
          <p:spPr>
            <a:xfrm>
              <a:off x="5778483" y="205339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7" name="pt2447"/>
            <p:cNvSpPr/>
            <p:nvPr/>
          </p:nvSpPr>
          <p:spPr>
            <a:xfrm>
              <a:off x="6700385" y="2077032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8" name="pt2448"/>
            <p:cNvSpPr/>
            <p:nvPr/>
          </p:nvSpPr>
          <p:spPr>
            <a:xfrm>
              <a:off x="5582272" y="1903208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9" name="pt2449"/>
            <p:cNvSpPr/>
            <p:nvPr/>
          </p:nvSpPr>
          <p:spPr>
            <a:xfrm>
              <a:off x="5884827" y="2172719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0" name="pt2450"/>
            <p:cNvSpPr/>
            <p:nvPr/>
          </p:nvSpPr>
          <p:spPr>
            <a:xfrm>
              <a:off x="6192682" y="2227241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1" name="pt2451"/>
            <p:cNvSpPr/>
            <p:nvPr/>
          </p:nvSpPr>
          <p:spPr>
            <a:xfrm>
              <a:off x="5445260" y="2422068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2" name="pt2452"/>
            <p:cNvSpPr/>
            <p:nvPr/>
          </p:nvSpPr>
          <p:spPr>
            <a:xfrm>
              <a:off x="6587966" y="229999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3" name="pt2453"/>
            <p:cNvSpPr/>
            <p:nvPr/>
          </p:nvSpPr>
          <p:spPr>
            <a:xfrm>
              <a:off x="6830795" y="1979931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4" name="pt2454"/>
            <p:cNvSpPr/>
            <p:nvPr/>
          </p:nvSpPr>
          <p:spPr>
            <a:xfrm>
              <a:off x="6341583" y="219466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5" name="pt2455"/>
            <p:cNvSpPr/>
            <p:nvPr/>
          </p:nvSpPr>
          <p:spPr>
            <a:xfrm>
              <a:off x="5999858" y="2371033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6" name="pt2456"/>
            <p:cNvSpPr/>
            <p:nvPr/>
          </p:nvSpPr>
          <p:spPr>
            <a:xfrm>
              <a:off x="5598020" y="2407471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7" name="pt2457"/>
            <p:cNvSpPr/>
            <p:nvPr/>
          </p:nvSpPr>
          <p:spPr>
            <a:xfrm>
              <a:off x="6044012" y="206108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8" name="pt2458"/>
            <p:cNvSpPr/>
            <p:nvPr/>
          </p:nvSpPr>
          <p:spPr>
            <a:xfrm>
              <a:off x="6756671" y="2114797"/>
              <a:ext cx="16849" cy="16849"/>
            </a:xfrm>
            <a:prstGeom prst="ellipse">
              <a:avLst/>
            </a:prstGeom>
            <a:solidFill>
              <a:srgbClr val="89D34E">
                <a:alpha val="45098"/>
              </a:srgbClr>
            </a:solidFill>
            <a:ln w="7363" cap="rnd">
              <a:solidFill>
                <a:srgbClr val="89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9" name="pt2459"/>
            <p:cNvSpPr/>
            <p:nvPr/>
          </p:nvSpPr>
          <p:spPr>
            <a:xfrm>
              <a:off x="6611841" y="2140156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0" name="pt2460"/>
            <p:cNvSpPr/>
            <p:nvPr/>
          </p:nvSpPr>
          <p:spPr>
            <a:xfrm>
              <a:off x="6367812" y="2204953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1" name="pt2461"/>
            <p:cNvSpPr/>
            <p:nvPr/>
          </p:nvSpPr>
          <p:spPr>
            <a:xfrm>
              <a:off x="6119492" y="2044553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2" name="pt2462"/>
            <p:cNvSpPr/>
            <p:nvPr/>
          </p:nvSpPr>
          <p:spPr>
            <a:xfrm>
              <a:off x="6019305" y="2081337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3" name="pt2463"/>
            <p:cNvSpPr/>
            <p:nvPr/>
          </p:nvSpPr>
          <p:spPr>
            <a:xfrm>
              <a:off x="5731963" y="2132093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4" name="pt2464"/>
            <p:cNvSpPr/>
            <p:nvPr/>
          </p:nvSpPr>
          <p:spPr>
            <a:xfrm>
              <a:off x="6970899" y="1723320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5" name="pt2465"/>
            <p:cNvSpPr/>
            <p:nvPr/>
          </p:nvSpPr>
          <p:spPr>
            <a:xfrm>
              <a:off x="6338949" y="2242300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6" name="pt2466"/>
            <p:cNvSpPr/>
            <p:nvPr/>
          </p:nvSpPr>
          <p:spPr>
            <a:xfrm>
              <a:off x="5888298" y="2240919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7" name="pt2467"/>
            <p:cNvSpPr/>
            <p:nvPr/>
          </p:nvSpPr>
          <p:spPr>
            <a:xfrm>
              <a:off x="5902172" y="2183166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8" name="pt2468"/>
            <p:cNvSpPr/>
            <p:nvPr/>
          </p:nvSpPr>
          <p:spPr>
            <a:xfrm>
              <a:off x="6700646" y="2073853"/>
              <a:ext cx="16849" cy="16849"/>
            </a:xfrm>
            <a:prstGeom prst="ellipse">
              <a:avLst/>
            </a:prstGeom>
            <a:solidFill>
              <a:srgbClr val="64C265">
                <a:alpha val="45098"/>
              </a:srgbClr>
            </a:solidFill>
            <a:ln w="7363" cap="rnd">
              <a:solidFill>
                <a:srgbClr val="64C2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9" name="pt2469"/>
            <p:cNvSpPr/>
            <p:nvPr/>
          </p:nvSpPr>
          <p:spPr>
            <a:xfrm>
              <a:off x="6255548" y="2382406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0" name="pt2470"/>
            <p:cNvSpPr/>
            <p:nvPr/>
          </p:nvSpPr>
          <p:spPr>
            <a:xfrm>
              <a:off x="5345803" y="187742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1" name="pt2471"/>
            <p:cNvSpPr/>
            <p:nvPr/>
          </p:nvSpPr>
          <p:spPr>
            <a:xfrm>
              <a:off x="5379770" y="2629132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2" name="pt2472"/>
            <p:cNvSpPr/>
            <p:nvPr/>
          </p:nvSpPr>
          <p:spPr>
            <a:xfrm>
              <a:off x="6694484" y="2070887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3" name="pt2473"/>
            <p:cNvSpPr/>
            <p:nvPr/>
          </p:nvSpPr>
          <p:spPr>
            <a:xfrm>
              <a:off x="6135889" y="2382452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4" name="pt2474"/>
            <p:cNvSpPr/>
            <p:nvPr/>
          </p:nvSpPr>
          <p:spPr>
            <a:xfrm>
              <a:off x="6613137" y="236932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5" name="pt2475"/>
            <p:cNvSpPr/>
            <p:nvPr/>
          </p:nvSpPr>
          <p:spPr>
            <a:xfrm>
              <a:off x="6605138" y="2087863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6" name="pt2476"/>
            <p:cNvSpPr/>
            <p:nvPr/>
          </p:nvSpPr>
          <p:spPr>
            <a:xfrm>
              <a:off x="6066737" y="241995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7" name="pt2477"/>
            <p:cNvSpPr/>
            <p:nvPr/>
          </p:nvSpPr>
          <p:spPr>
            <a:xfrm>
              <a:off x="6835829" y="177451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8" name="pt2478"/>
            <p:cNvSpPr/>
            <p:nvPr/>
          </p:nvSpPr>
          <p:spPr>
            <a:xfrm>
              <a:off x="6756306" y="2089595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9" name="pt2479"/>
            <p:cNvSpPr/>
            <p:nvPr/>
          </p:nvSpPr>
          <p:spPr>
            <a:xfrm>
              <a:off x="5439058" y="2458498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0" name="pt2480"/>
            <p:cNvSpPr/>
            <p:nvPr/>
          </p:nvSpPr>
          <p:spPr>
            <a:xfrm>
              <a:off x="5876831" y="2207294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1" name="pt2481"/>
            <p:cNvSpPr/>
            <p:nvPr/>
          </p:nvSpPr>
          <p:spPr>
            <a:xfrm>
              <a:off x="5253033" y="2072729"/>
              <a:ext cx="16849" cy="16849"/>
            </a:xfrm>
            <a:prstGeom prst="ellipse">
              <a:avLst/>
            </a:prstGeom>
            <a:solidFill>
              <a:srgbClr val="76CE56">
                <a:alpha val="45098"/>
              </a:srgbClr>
            </a:solidFill>
            <a:ln w="7363" cap="rnd">
              <a:solidFill>
                <a:srgbClr val="76CE5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2" name="pt2482"/>
            <p:cNvSpPr/>
            <p:nvPr/>
          </p:nvSpPr>
          <p:spPr>
            <a:xfrm>
              <a:off x="6582592" y="2132099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3" name="pt2483"/>
            <p:cNvSpPr/>
            <p:nvPr/>
          </p:nvSpPr>
          <p:spPr>
            <a:xfrm>
              <a:off x="6776825" y="1878479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4" name="pt2484"/>
            <p:cNvSpPr/>
            <p:nvPr/>
          </p:nvSpPr>
          <p:spPr>
            <a:xfrm>
              <a:off x="5302339" y="2459705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5" name="pt2485"/>
            <p:cNvSpPr/>
            <p:nvPr/>
          </p:nvSpPr>
          <p:spPr>
            <a:xfrm>
              <a:off x="5389675" y="2588628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6" name="pt2486"/>
            <p:cNvSpPr/>
            <p:nvPr/>
          </p:nvSpPr>
          <p:spPr>
            <a:xfrm>
              <a:off x="6268686" y="242397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7" name="pt2487"/>
            <p:cNvSpPr/>
            <p:nvPr/>
          </p:nvSpPr>
          <p:spPr>
            <a:xfrm>
              <a:off x="6863452" y="1892977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8" name="pt2488"/>
            <p:cNvSpPr/>
            <p:nvPr/>
          </p:nvSpPr>
          <p:spPr>
            <a:xfrm>
              <a:off x="5753505" y="2244592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9" name="pt2489"/>
            <p:cNvSpPr/>
            <p:nvPr/>
          </p:nvSpPr>
          <p:spPr>
            <a:xfrm>
              <a:off x="5783646" y="2010781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0" name="pt2490"/>
            <p:cNvSpPr/>
            <p:nvPr/>
          </p:nvSpPr>
          <p:spPr>
            <a:xfrm>
              <a:off x="6720290" y="192306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1" name="pt2491"/>
            <p:cNvSpPr/>
            <p:nvPr/>
          </p:nvSpPr>
          <p:spPr>
            <a:xfrm>
              <a:off x="6504717" y="2034431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2" name="pt2492"/>
            <p:cNvSpPr/>
            <p:nvPr/>
          </p:nvSpPr>
          <p:spPr>
            <a:xfrm>
              <a:off x="7211014" y="181207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3" name="pt2493"/>
            <p:cNvSpPr/>
            <p:nvPr/>
          </p:nvSpPr>
          <p:spPr>
            <a:xfrm>
              <a:off x="5762456" y="2125761"/>
              <a:ext cx="16849" cy="16849"/>
            </a:xfrm>
            <a:prstGeom prst="ellipse">
              <a:avLst/>
            </a:prstGeom>
            <a:solidFill>
              <a:srgbClr val="66C364">
                <a:alpha val="45098"/>
              </a:srgbClr>
            </a:solidFill>
            <a:ln w="7363" cap="rnd">
              <a:solidFill>
                <a:srgbClr val="66C36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4" name="pt2494"/>
            <p:cNvSpPr/>
            <p:nvPr/>
          </p:nvSpPr>
          <p:spPr>
            <a:xfrm>
              <a:off x="6360339" y="2323012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5" name="pt2495"/>
            <p:cNvSpPr/>
            <p:nvPr/>
          </p:nvSpPr>
          <p:spPr>
            <a:xfrm>
              <a:off x="6374648" y="228880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6" name="pt2496"/>
            <p:cNvSpPr/>
            <p:nvPr/>
          </p:nvSpPr>
          <p:spPr>
            <a:xfrm>
              <a:off x="5872204" y="2186550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7" name="pt2497"/>
            <p:cNvSpPr/>
            <p:nvPr/>
          </p:nvSpPr>
          <p:spPr>
            <a:xfrm>
              <a:off x="6271722" y="2477557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8" name="pt2498"/>
            <p:cNvSpPr/>
            <p:nvPr/>
          </p:nvSpPr>
          <p:spPr>
            <a:xfrm>
              <a:off x="6176204" y="2244467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9" name="pt2499"/>
            <p:cNvSpPr/>
            <p:nvPr/>
          </p:nvSpPr>
          <p:spPr>
            <a:xfrm>
              <a:off x="5729565" y="2415896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0" name="pt2500"/>
            <p:cNvSpPr/>
            <p:nvPr/>
          </p:nvSpPr>
          <p:spPr>
            <a:xfrm>
              <a:off x="6470330" y="220267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1" name="pt2501"/>
            <p:cNvSpPr/>
            <p:nvPr/>
          </p:nvSpPr>
          <p:spPr>
            <a:xfrm>
              <a:off x="5961924" y="220571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2" name="pt2502"/>
            <p:cNvSpPr/>
            <p:nvPr/>
          </p:nvSpPr>
          <p:spPr>
            <a:xfrm>
              <a:off x="5413668" y="2451409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3" name="pt2503"/>
            <p:cNvSpPr/>
            <p:nvPr/>
          </p:nvSpPr>
          <p:spPr>
            <a:xfrm>
              <a:off x="6417524" y="2356092"/>
              <a:ext cx="16849" cy="16849"/>
            </a:xfrm>
            <a:prstGeom prst="ellipse">
              <a:avLst/>
            </a:prstGeom>
            <a:solidFill>
              <a:srgbClr val="C0DD40">
                <a:alpha val="45098"/>
              </a:srgbClr>
            </a:solidFill>
            <a:ln w="7363" cap="rnd">
              <a:solidFill>
                <a:srgbClr val="C0DD4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4" name="pt2504"/>
            <p:cNvSpPr/>
            <p:nvPr/>
          </p:nvSpPr>
          <p:spPr>
            <a:xfrm>
              <a:off x="5844953" y="2372062"/>
              <a:ext cx="16849" cy="16849"/>
            </a:xfrm>
            <a:prstGeom prst="ellipse">
              <a:avLst/>
            </a:prstGeom>
            <a:solidFill>
              <a:srgbClr val="55BA70">
                <a:alpha val="45098"/>
              </a:srgbClr>
            </a:solidFill>
            <a:ln w="7363" cap="rnd">
              <a:solidFill>
                <a:srgbClr val="55BA7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5" name="pt2505"/>
            <p:cNvSpPr/>
            <p:nvPr/>
          </p:nvSpPr>
          <p:spPr>
            <a:xfrm>
              <a:off x="6296680" y="2061079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6" name="pt2506"/>
            <p:cNvSpPr/>
            <p:nvPr/>
          </p:nvSpPr>
          <p:spPr>
            <a:xfrm>
              <a:off x="6086800" y="2351062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7" name="pt2507"/>
            <p:cNvSpPr/>
            <p:nvPr/>
          </p:nvSpPr>
          <p:spPr>
            <a:xfrm>
              <a:off x="5475991" y="242463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8" name="pt2508"/>
            <p:cNvSpPr/>
            <p:nvPr/>
          </p:nvSpPr>
          <p:spPr>
            <a:xfrm>
              <a:off x="5704057" y="243668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9" name="pt2509"/>
            <p:cNvSpPr/>
            <p:nvPr/>
          </p:nvSpPr>
          <p:spPr>
            <a:xfrm>
              <a:off x="6796407" y="1670032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0" name="pt2510"/>
            <p:cNvSpPr/>
            <p:nvPr/>
          </p:nvSpPr>
          <p:spPr>
            <a:xfrm>
              <a:off x="6212456" y="2283697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1" name="pt2511"/>
            <p:cNvSpPr/>
            <p:nvPr/>
          </p:nvSpPr>
          <p:spPr>
            <a:xfrm>
              <a:off x="6485949" y="225480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2" name="pt2512"/>
            <p:cNvSpPr/>
            <p:nvPr/>
          </p:nvSpPr>
          <p:spPr>
            <a:xfrm>
              <a:off x="5919454" y="2162618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3" name="pt2513"/>
            <p:cNvSpPr/>
            <p:nvPr/>
          </p:nvSpPr>
          <p:spPr>
            <a:xfrm>
              <a:off x="6081295" y="2370338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4" name="pt2514"/>
            <p:cNvSpPr/>
            <p:nvPr/>
          </p:nvSpPr>
          <p:spPr>
            <a:xfrm>
              <a:off x="6477223" y="2062806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5" name="pt2515"/>
            <p:cNvSpPr/>
            <p:nvPr/>
          </p:nvSpPr>
          <p:spPr>
            <a:xfrm>
              <a:off x="5698354" y="2398745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6" name="pt2516"/>
            <p:cNvSpPr/>
            <p:nvPr/>
          </p:nvSpPr>
          <p:spPr>
            <a:xfrm>
              <a:off x="6387714" y="2175213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7" name="pt2517"/>
            <p:cNvSpPr/>
            <p:nvPr/>
          </p:nvSpPr>
          <p:spPr>
            <a:xfrm>
              <a:off x="5383432" y="2562406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8" name="pt2518"/>
            <p:cNvSpPr/>
            <p:nvPr/>
          </p:nvSpPr>
          <p:spPr>
            <a:xfrm>
              <a:off x="5766566" y="2240316"/>
              <a:ext cx="16849" cy="16849"/>
            </a:xfrm>
            <a:prstGeom prst="ellipse">
              <a:avLst/>
            </a:prstGeom>
            <a:solidFill>
              <a:srgbClr val="5EBF6A">
                <a:alpha val="45098"/>
              </a:srgbClr>
            </a:solidFill>
            <a:ln w="7363" cap="rnd">
              <a:solidFill>
                <a:srgbClr val="5EBF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9" name="pt2519"/>
            <p:cNvSpPr/>
            <p:nvPr/>
          </p:nvSpPr>
          <p:spPr>
            <a:xfrm>
              <a:off x="6778207" y="1721466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0" name="pt2520"/>
            <p:cNvSpPr/>
            <p:nvPr/>
          </p:nvSpPr>
          <p:spPr>
            <a:xfrm>
              <a:off x="6265682" y="2427635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1" name="pt2521"/>
            <p:cNvSpPr/>
            <p:nvPr/>
          </p:nvSpPr>
          <p:spPr>
            <a:xfrm>
              <a:off x="6555648" y="2222352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2" name="pt2522"/>
            <p:cNvSpPr/>
            <p:nvPr/>
          </p:nvSpPr>
          <p:spPr>
            <a:xfrm>
              <a:off x="6483284" y="2004258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3" name="pt2523"/>
            <p:cNvSpPr/>
            <p:nvPr/>
          </p:nvSpPr>
          <p:spPr>
            <a:xfrm>
              <a:off x="6756284" y="2128403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4" name="pt2524"/>
            <p:cNvSpPr/>
            <p:nvPr/>
          </p:nvSpPr>
          <p:spPr>
            <a:xfrm>
              <a:off x="5910996" y="2150558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5" name="pt2525"/>
            <p:cNvSpPr/>
            <p:nvPr/>
          </p:nvSpPr>
          <p:spPr>
            <a:xfrm>
              <a:off x="5616103" y="238741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6" name="pt2526"/>
            <p:cNvSpPr/>
            <p:nvPr/>
          </p:nvSpPr>
          <p:spPr>
            <a:xfrm>
              <a:off x="6567991" y="2119548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7" name="pt2527"/>
            <p:cNvSpPr/>
            <p:nvPr/>
          </p:nvSpPr>
          <p:spPr>
            <a:xfrm>
              <a:off x="6403328" y="219289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8" name="pt2528"/>
            <p:cNvSpPr/>
            <p:nvPr/>
          </p:nvSpPr>
          <p:spPr>
            <a:xfrm>
              <a:off x="6138540" y="2306675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9" name="pt2529"/>
            <p:cNvSpPr/>
            <p:nvPr/>
          </p:nvSpPr>
          <p:spPr>
            <a:xfrm>
              <a:off x="5923641" y="2079037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0" name="pt2530"/>
            <p:cNvSpPr/>
            <p:nvPr/>
          </p:nvSpPr>
          <p:spPr>
            <a:xfrm>
              <a:off x="5888543" y="2107217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1" name="pt2531"/>
            <p:cNvSpPr/>
            <p:nvPr/>
          </p:nvSpPr>
          <p:spPr>
            <a:xfrm>
              <a:off x="6572819" y="231493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2" name="pt2532"/>
            <p:cNvSpPr/>
            <p:nvPr/>
          </p:nvSpPr>
          <p:spPr>
            <a:xfrm>
              <a:off x="5602831" y="2476424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3" name="pt2533"/>
            <p:cNvSpPr/>
            <p:nvPr/>
          </p:nvSpPr>
          <p:spPr>
            <a:xfrm>
              <a:off x="6675618" y="2030066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4" name="pt2534"/>
            <p:cNvSpPr/>
            <p:nvPr/>
          </p:nvSpPr>
          <p:spPr>
            <a:xfrm>
              <a:off x="5927571" y="176484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5" name="pt2535"/>
            <p:cNvSpPr/>
            <p:nvPr/>
          </p:nvSpPr>
          <p:spPr>
            <a:xfrm>
              <a:off x="6428486" y="1965900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6" name="pt2536"/>
            <p:cNvSpPr/>
            <p:nvPr/>
          </p:nvSpPr>
          <p:spPr>
            <a:xfrm>
              <a:off x="5840935" y="2321342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7" name="pt2537"/>
            <p:cNvSpPr/>
            <p:nvPr/>
          </p:nvSpPr>
          <p:spPr>
            <a:xfrm>
              <a:off x="6212111" y="2288953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8" name="pt2538"/>
            <p:cNvSpPr/>
            <p:nvPr/>
          </p:nvSpPr>
          <p:spPr>
            <a:xfrm>
              <a:off x="6826422" y="2007176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9" name="pt2539"/>
            <p:cNvSpPr/>
            <p:nvPr/>
          </p:nvSpPr>
          <p:spPr>
            <a:xfrm>
              <a:off x="5170268" y="2688597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0" name="pt2540"/>
            <p:cNvSpPr/>
            <p:nvPr/>
          </p:nvSpPr>
          <p:spPr>
            <a:xfrm>
              <a:off x="6433228" y="1755134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1" name="pt2541"/>
            <p:cNvSpPr/>
            <p:nvPr/>
          </p:nvSpPr>
          <p:spPr>
            <a:xfrm>
              <a:off x="6636666" y="220965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2" name="pt2542"/>
            <p:cNvSpPr/>
            <p:nvPr/>
          </p:nvSpPr>
          <p:spPr>
            <a:xfrm>
              <a:off x="5368716" y="2055972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3" name="pt2543"/>
            <p:cNvSpPr/>
            <p:nvPr/>
          </p:nvSpPr>
          <p:spPr>
            <a:xfrm>
              <a:off x="5976712" y="2461701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4" name="pt2544"/>
            <p:cNvSpPr/>
            <p:nvPr/>
          </p:nvSpPr>
          <p:spPr>
            <a:xfrm>
              <a:off x="6172946" y="2260171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5" name="pt2545"/>
            <p:cNvSpPr/>
            <p:nvPr/>
          </p:nvSpPr>
          <p:spPr>
            <a:xfrm>
              <a:off x="6538198" y="2187215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6" name="pt2546"/>
            <p:cNvSpPr/>
            <p:nvPr/>
          </p:nvSpPr>
          <p:spPr>
            <a:xfrm>
              <a:off x="6332819" y="2122527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7" name="pt2547"/>
            <p:cNvSpPr/>
            <p:nvPr/>
          </p:nvSpPr>
          <p:spPr>
            <a:xfrm>
              <a:off x="6787969" y="1849784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8" name="pt2548"/>
            <p:cNvSpPr/>
            <p:nvPr/>
          </p:nvSpPr>
          <p:spPr>
            <a:xfrm>
              <a:off x="5805262" y="2089271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9" name="pt2549"/>
            <p:cNvSpPr/>
            <p:nvPr/>
          </p:nvSpPr>
          <p:spPr>
            <a:xfrm>
              <a:off x="6307313" y="230089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0" name="pt2550"/>
            <p:cNvSpPr/>
            <p:nvPr/>
          </p:nvSpPr>
          <p:spPr>
            <a:xfrm>
              <a:off x="6435076" y="1954498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1" name="pt2551"/>
            <p:cNvSpPr/>
            <p:nvPr/>
          </p:nvSpPr>
          <p:spPr>
            <a:xfrm>
              <a:off x="5795156" y="206534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2" name="pt2552"/>
            <p:cNvSpPr/>
            <p:nvPr/>
          </p:nvSpPr>
          <p:spPr>
            <a:xfrm>
              <a:off x="5862121" y="2073976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3" name="pt2553"/>
            <p:cNvSpPr/>
            <p:nvPr/>
          </p:nvSpPr>
          <p:spPr>
            <a:xfrm>
              <a:off x="6592152" y="223144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4" name="pt2554"/>
            <p:cNvSpPr/>
            <p:nvPr/>
          </p:nvSpPr>
          <p:spPr>
            <a:xfrm>
              <a:off x="6299870" y="1949623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5" name="pt2555"/>
            <p:cNvSpPr/>
            <p:nvPr/>
          </p:nvSpPr>
          <p:spPr>
            <a:xfrm>
              <a:off x="7123043" y="128767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6" name="pt2556"/>
            <p:cNvSpPr/>
            <p:nvPr/>
          </p:nvSpPr>
          <p:spPr>
            <a:xfrm>
              <a:off x="5822432" y="2374422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7" name="pt2557"/>
            <p:cNvSpPr/>
            <p:nvPr/>
          </p:nvSpPr>
          <p:spPr>
            <a:xfrm>
              <a:off x="5802650" y="2201462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8" name="pt2558"/>
            <p:cNvSpPr/>
            <p:nvPr/>
          </p:nvSpPr>
          <p:spPr>
            <a:xfrm>
              <a:off x="6416346" y="2268188"/>
              <a:ext cx="16849" cy="16849"/>
            </a:xfrm>
            <a:prstGeom prst="ellipse">
              <a:avLst/>
            </a:prstGeom>
            <a:solidFill>
              <a:srgbClr val="A1D749">
                <a:alpha val="45098"/>
              </a:srgbClr>
            </a:solidFill>
            <a:ln w="7363" cap="rnd">
              <a:solidFill>
                <a:srgbClr val="A1D74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9" name="pt2559"/>
            <p:cNvSpPr/>
            <p:nvPr/>
          </p:nvSpPr>
          <p:spPr>
            <a:xfrm>
              <a:off x="6817999" y="1799854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0" name="pt2560"/>
            <p:cNvSpPr/>
            <p:nvPr/>
          </p:nvSpPr>
          <p:spPr>
            <a:xfrm>
              <a:off x="6684407" y="2151099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1" name="pt2561"/>
            <p:cNvSpPr/>
            <p:nvPr/>
          </p:nvSpPr>
          <p:spPr>
            <a:xfrm>
              <a:off x="5529989" y="2455979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2" name="pt2562"/>
            <p:cNvSpPr/>
            <p:nvPr/>
          </p:nvSpPr>
          <p:spPr>
            <a:xfrm>
              <a:off x="5814600" y="2101707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3" name="pt2563"/>
            <p:cNvSpPr/>
            <p:nvPr/>
          </p:nvSpPr>
          <p:spPr>
            <a:xfrm>
              <a:off x="5158865" y="2094911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4" name="pt2564"/>
            <p:cNvSpPr/>
            <p:nvPr/>
          </p:nvSpPr>
          <p:spPr>
            <a:xfrm>
              <a:off x="6501031" y="2084595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5" name="pt2565"/>
            <p:cNvSpPr/>
            <p:nvPr/>
          </p:nvSpPr>
          <p:spPr>
            <a:xfrm>
              <a:off x="6379370" y="238975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6" name="pt2566"/>
            <p:cNvSpPr/>
            <p:nvPr/>
          </p:nvSpPr>
          <p:spPr>
            <a:xfrm>
              <a:off x="5836546" y="2481597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7" name="pt2567"/>
            <p:cNvSpPr/>
            <p:nvPr/>
          </p:nvSpPr>
          <p:spPr>
            <a:xfrm>
              <a:off x="6533386" y="236810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8" name="pt2568"/>
            <p:cNvSpPr/>
            <p:nvPr/>
          </p:nvSpPr>
          <p:spPr>
            <a:xfrm>
              <a:off x="6189706" y="2142836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9" name="pt2569"/>
            <p:cNvSpPr/>
            <p:nvPr/>
          </p:nvSpPr>
          <p:spPr>
            <a:xfrm>
              <a:off x="6254688" y="233459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0" name="pt2570"/>
            <p:cNvSpPr/>
            <p:nvPr/>
          </p:nvSpPr>
          <p:spPr>
            <a:xfrm>
              <a:off x="6177261" y="2149359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1" name="pt2571"/>
            <p:cNvSpPr/>
            <p:nvPr/>
          </p:nvSpPr>
          <p:spPr>
            <a:xfrm>
              <a:off x="4904395" y="2557922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2" name="pt2572"/>
            <p:cNvSpPr/>
            <p:nvPr/>
          </p:nvSpPr>
          <p:spPr>
            <a:xfrm>
              <a:off x="5830176" y="2334542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3" name="pt2573"/>
            <p:cNvSpPr/>
            <p:nvPr/>
          </p:nvSpPr>
          <p:spPr>
            <a:xfrm>
              <a:off x="6707004" y="1982116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4" name="pt2574"/>
            <p:cNvSpPr/>
            <p:nvPr/>
          </p:nvSpPr>
          <p:spPr>
            <a:xfrm>
              <a:off x="5695364" y="246410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5" name="pt2575"/>
            <p:cNvSpPr/>
            <p:nvPr/>
          </p:nvSpPr>
          <p:spPr>
            <a:xfrm>
              <a:off x="5811146" y="2140087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6" name="pt2576"/>
            <p:cNvSpPr/>
            <p:nvPr/>
          </p:nvSpPr>
          <p:spPr>
            <a:xfrm>
              <a:off x="6944782" y="191623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7" name="pt2577"/>
            <p:cNvSpPr/>
            <p:nvPr/>
          </p:nvSpPr>
          <p:spPr>
            <a:xfrm>
              <a:off x="6279164" y="2134853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8" name="pt2578"/>
            <p:cNvSpPr/>
            <p:nvPr/>
          </p:nvSpPr>
          <p:spPr>
            <a:xfrm>
              <a:off x="6319153" y="2206396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9" name="pt2579"/>
            <p:cNvSpPr/>
            <p:nvPr/>
          </p:nvSpPr>
          <p:spPr>
            <a:xfrm>
              <a:off x="6549726" y="2114570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0" name="pt2580"/>
            <p:cNvSpPr/>
            <p:nvPr/>
          </p:nvSpPr>
          <p:spPr>
            <a:xfrm>
              <a:off x="6423125" y="2283574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1" name="pt2581"/>
            <p:cNvSpPr/>
            <p:nvPr/>
          </p:nvSpPr>
          <p:spPr>
            <a:xfrm>
              <a:off x="5733226" y="2223046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2" name="pt2582"/>
            <p:cNvSpPr/>
            <p:nvPr/>
          </p:nvSpPr>
          <p:spPr>
            <a:xfrm>
              <a:off x="6289722" y="2056032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3" name="pt2583"/>
            <p:cNvSpPr/>
            <p:nvPr/>
          </p:nvSpPr>
          <p:spPr>
            <a:xfrm>
              <a:off x="5941615" y="196869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4" name="pt2584"/>
            <p:cNvSpPr/>
            <p:nvPr/>
          </p:nvSpPr>
          <p:spPr>
            <a:xfrm>
              <a:off x="6184930" y="223734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5" name="pt2585"/>
            <p:cNvSpPr/>
            <p:nvPr/>
          </p:nvSpPr>
          <p:spPr>
            <a:xfrm>
              <a:off x="6317743" y="219116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6" name="pt2586"/>
            <p:cNvSpPr/>
            <p:nvPr/>
          </p:nvSpPr>
          <p:spPr>
            <a:xfrm>
              <a:off x="6787725" y="1755446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7" name="pt2587"/>
            <p:cNvSpPr/>
            <p:nvPr/>
          </p:nvSpPr>
          <p:spPr>
            <a:xfrm>
              <a:off x="6138399" y="2316263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8" name="pt2588"/>
            <p:cNvSpPr/>
            <p:nvPr/>
          </p:nvSpPr>
          <p:spPr>
            <a:xfrm>
              <a:off x="5815349" y="2532890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9" name="pt2589"/>
            <p:cNvSpPr/>
            <p:nvPr/>
          </p:nvSpPr>
          <p:spPr>
            <a:xfrm>
              <a:off x="6416120" y="2188529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0" name="pt2590"/>
            <p:cNvSpPr/>
            <p:nvPr/>
          </p:nvSpPr>
          <p:spPr>
            <a:xfrm>
              <a:off x="6115182" y="232097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1" name="pt2591"/>
            <p:cNvSpPr/>
            <p:nvPr/>
          </p:nvSpPr>
          <p:spPr>
            <a:xfrm>
              <a:off x="6108776" y="2320887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2" name="pt2592"/>
            <p:cNvSpPr/>
            <p:nvPr/>
          </p:nvSpPr>
          <p:spPr>
            <a:xfrm>
              <a:off x="5956277" y="2281842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3" name="pt2593"/>
            <p:cNvSpPr/>
            <p:nvPr/>
          </p:nvSpPr>
          <p:spPr>
            <a:xfrm>
              <a:off x="6138731" y="2369995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4" name="pt2594"/>
            <p:cNvSpPr/>
            <p:nvPr/>
          </p:nvSpPr>
          <p:spPr>
            <a:xfrm>
              <a:off x="6710829" y="2035726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5" name="pt2595"/>
            <p:cNvSpPr/>
            <p:nvPr/>
          </p:nvSpPr>
          <p:spPr>
            <a:xfrm>
              <a:off x="6339850" y="2164039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6" name="pt2596"/>
            <p:cNvSpPr/>
            <p:nvPr/>
          </p:nvSpPr>
          <p:spPr>
            <a:xfrm>
              <a:off x="5181599" y="2323509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7" name="pt2597"/>
            <p:cNvSpPr/>
            <p:nvPr/>
          </p:nvSpPr>
          <p:spPr>
            <a:xfrm>
              <a:off x="6700933" y="2147239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8" name="pt2598"/>
            <p:cNvSpPr/>
            <p:nvPr/>
          </p:nvSpPr>
          <p:spPr>
            <a:xfrm>
              <a:off x="6551830" y="2078548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9" name="pt2599"/>
            <p:cNvSpPr/>
            <p:nvPr/>
          </p:nvSpPr>
          <p:spPr>
            <a:xfrm>
              <a:off x="6679523" y="2124587"/>
              <a:ext cx="16849" cy="16849"/>
            </a:xfrm>
            <a:prstGeom prst="ellipse">
              <a:avLst/>
            </a:prstGeom>
            <a:solidFill>
              <a:srgbClr val="2AAA82">
                <a:alpha val="45098"/>
              </a:srgbClr>
            </a:solidFill>
            <a:ln w="7363" cap="rnd">
              <a:solidFill>
                <a:srgbClr val="2A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0" name="pt2600"/>
            <p:cNvSpPr/>
            <p:nvPr/>
          </p:nvSpPr>
          <p:spPr>
            <a:xfrm>
              <a:off x="5912482" y="2091138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1" name="pt2601"/>
            <p:cNvSpPr/>
            <p:nvPr/>
          </p:nvSpPr>
          <p:spPr>
            <a:xfrm>
              <a:off x="5989786" y="2474548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2" name="pt2602"/>
            <p:cNvSpPr/>
            <p:nvPr/>
          </p:nvSpPr>
          <p:spPr>
            <a:xfrm>
              <a:off x="5936908" y="2051228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3" name="pt2603"/>
            <p:cNvSpPr/>
            <p:nvPr/>
          </p:nvSpPr>
          <p:spPr>
            <a:xfrm>
              <a:off x="6484866" y="2150904"/>
              <a:ext cx="16849" cy="16849"/>
            </a:xfrm>
            <a:prstGeom prst="ellipse">
              <a:avLst/>
            </a:prstGeom>
            <a:solidFill>
              <a:srgbClr val="336E8D">
                <a:alpha val="45098"/>
              </a:srgbClr>
            </a:solidFill>
            <a:ln w="7363" cap="rnd">
              <a:solidFill>
                <a:srgbClr val="336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4" name="pt2604"/>
            <p:cNvSpPr/>
            <p:nvPr/>
          </p:nvSpPr>
          <p:spPr>
            <a:xfrm>
              <a:off x="5637222" y="2536587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5" name="pt2605"/>
            <p:cNvSpPr/>
            <p:nvPr/>
          </p:nvSpPr>
          <p:spPr>
            <a:xfrm>
              <a:off x="6119076" y="222822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6" name="pt2606"/>
            <p:cNvSpPr/>
            <p:nvPr/>
          </p:nvSpPr>
          <p:spPr>
            <a:xfrm>
              <a:off x="6599034" y="227746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7" name="pt2607"/>
            <p:cNvSpPr/>
            <p:nvPr/>
          </p:nvSpPr>
          <p:spPr>
            <a:xfrm>
              <a:off x="6240597" y="2214677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8" name="pt2608"/>
            <p:cNvSpPr/>
            <p:nvPr/>
          </p:nvSpPr>
          <p:spPr>
            <a:xfrm>
              <a:off x="5986057" y="2313107"/>
              <a:ext cx="16849" cy="16849"/>
            </a:xfrm>
            <a:prstGeom prst="ellipse">
              <a:avLst/>
            </a:prstGeom>
            <a:solidFill>
              <a:srgbClr val="9CD74A">
                <a:alpha val="45098"/>
              </a:srgbClr>
            </a:solidFill>
            <a:ln w="7363" cap="rnd">
              <a:solidFill>
                <a:srgbClr val="9CD7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9" name="pt2609"/>
            <p:cNvSpPr/>
            <p:nvPr/>
          </p:nvSpPr>
          <p:spPr>
            <a:xfrm>
              <a:off x="6829613" y="1663770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0" name="pt2610"/>
            <p:cNvSpPr/>
            <p:nvPr/>
          </p:nvSpPr>
          <p:spPr>
            <a:xfrm>
              <a:off x="6088179" y="2215502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1" name="pt2611"/>
            <p:cNvSpPr/>
            <p:nvPr/>
          </p:nvSpPr>
          <p:spPr>
            <a:xfrm>
              <a:off x="6331979" y="228833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2" name="pt2612"/>
            <p:cNvSpPr/>
            <p:nvPr/>
          </p:nvSpPr>
          <p:spPr>
            <a:xfrm>
              <a:off x="5881017" y="2258008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3" name="pt2613"/>
            <p:cNvSpPr/>
            <p:nvPr/>
          </p:nvSpPr>
          <p:spPr>
            <a:xfrm>
              <a:off x="5684909" y="2376519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4" name="pt2614"/>
            <p:cNvSpPr/>
            <p:nvPr/>
          </p:nvSpPr>
          <p:spPr>
            <a:xfrm>
              <a:off x="6222780" y="2267701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5" name="pt2615"/>
            <p:cNvSpPr/>
            <p:nvPr/>
          </p:nvSpPr>
          <p:spPr>
            <a:xfrm>
              <a:off x="5930916" y="2006071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6" name="pt2616"/>
            <p:cNvSpPr/>
            <p:nvPr/>
          </p:nvSpPr>
          <p:spPr>
            <a:xfrm>
              <a:off x="6175046" y="2276316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7" name="pt2617"/>
            <p:cNvSpPr/>
            <p:nvPr/>
          </p:nvSpPr>
          <p:spPr>
            <a:xfrm>
              <a:off x="6853484" y="206096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8" name="pt2618"/>
            <p:cNvSpPr/>
            <p:nvPr/>
          </p:nvSpPr>
          <p:spPr>
            <a:xfrm>
              <a:off x="5797305" y="2113877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9" name="pt2619"/>
            <p:cNvSpPr/>
            <p:nvPr/>
          </p:nvSpPr>
          <p:spPr>
            <a:xfrm>
              <a:off x="6156001" y="2325965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0" name="pt2620"/>
            <p:cNvSpPr/>
            <p:nvPr/>
          </p:nvSpPr>
          <p:spPr>
            <a:xfrm>
              <a:off x="7043150" y="1606844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1" name="pt2621"/>
            <p:cNvSpPr/>
            <p:nvPr/>
          </p:nvSpPr>
          <p:spPr>
            <a:xfrm>
              <a:off x="5680603" y="2483986"/>
              <a:ext cx="16849" cy="16849"/>
            </a:xfrm>
            <a:prstGeom prst="ellipse">
              <a:avLst/>
            </a:prstGeom>
            <a:solidFill>
              <a:srgbClr val="76CE56">
                <a:alpha val="45098"/>
              </a:srgbClr>
            </a:solidFill>
            <a:ln w="7363" cap="rnd">
              <a:solidFill>
                <a:srgbClr val="76CE5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2" name="pt2622"/>
            <p:cNvSpPr/>
            <p:nvPr/>
          </p:nvSpPr>
          <p:spPr>
            <a:xfrm>
              <a:off x="6266235" y="2451356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3" name="pt2623"/>
            <p:cNvSpPr/>
            <p:nvPr/>
          </p:nvSpPr>
          <p:spPr>
            <a:xfrm>
              <a:off x="5336613" y="193934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4" name="pt2624"/>
            <p:cNvSpPr/>
            <p:nvPr/>
          </p:nvSpPr>
          <p:spPr>
            <a:xfrm>
              <a:off x="5645135" y="2251229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5" name="pt2625"/>
            <p:cNvSpPr/>
            <p:nvPr/>
          </p:nvSpPr>
          <p:spPr>
            <a:xfrm>
              <a:off x="5908781" y="2243711"/>
              <a:ext cx="16849" cy="16849"/>
            </a:xfrm>
            <a:prstGeom prst="ellipse">
              <a:avLst/>
            </a:prstGeom>
            <a:solidFill>
              <a:srgbClr val="78CF53">
                <a:alpha val="45098"/>
              </a:srgbClr>
            </a:solidFill>
            <a:ln w="7363" cap="rnd">
              <a:solidFill>
                <a:srgbClr val="78CF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6" name="pt2626"/>
            <p:cNvSpPr/>
            <p:nvPr/>
          </p:nvSpPr>
          <p:spPr>
            <a:xfrm>
              <a:off x="5456709" y="235026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7" name="pt2627"/>
            <p:cNvSpPr/>
            <p:nvPr/>
          </p:nvSpPr>
          <p:spPr>
            <a:xfrm>
              <a:off x="6128111" y="2327641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8" name="pt2628"/>
            <p:cNvSpPr/>
            <p:nvPr/>
          </p:nvSpPr>
          <p:spPr>
            <a:xfrm>
              <a:off x="6437140" y="1842326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9" name="pt2629"/>
            <p:cNvSpPr/>
            <p:nvPr/>
          </p:nvSpPr>
          <p:spPr>
            <a:xfrm>
              <a:off x="5531169" y="2375602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0" name="pt2630"/>
            <p:cNvSpPr/>
            <p:nvPr/>
          </p:nvSpPr>
          <p:spPr>
            <a:xfrm>
              <a:off x="7118723" y="1303318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1" name="pt2631"/>
            <p:cNvSpPr/>
            <p:nvPr/>
          </p:nvSpPr>
          <p:spPr>
            <a:xfrm>
              <a:off x="5835998" y="2184637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2" name="pt2632"/>
            <p:cNvSpPr/>
            <p:nvPr/>
          </p:nvSpPr>
          <p:spPr>
            <a:xfrm>
              <a:off x="5706993" y="2458422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3" name="pt2633"/>
            <p:cNvSpPr/>
            <p:nvPr/>
          </p:nvSpPr>
          <p:spPr>
            <a:xfrm>
              <a:off x="6360150" y="2287241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4" name="pt2634"/>
            <p:cNvSpPr/>
            <p:nvPr/>
          </p:nvSpPr>
          <p:spPr>
            <a:xfrm>
              <a:off x="5906431" y="2115606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5" name="pt2635"/>
            <p:cNvSpPr/>
            <p:nvPr/>
          </p:nvSpPr>
          <p:spPr>
            <a:xfrm>
              <a:off x="5895445" y="198889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6" name="pt2636"/>
            <p:cNvSpPr/>
            <p:nvPr/>
          </p:nvSpPr>
          <p:spPr>
            <a:xfrm>
              <a:off x="6079351" y="2373388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7" name="pt2637"/>
            <p:cNvSpPr/>
            <p:nvPr/>
          </p:nvSpPr>
          <p:spPr>
            <a:xfrm>
              <a:off x="6848796" y="2026137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8" name="pt2638"/>
            <p:cNvSpPr/>
            <p:nvPr/>
          </p:nvSpPr>
          <p:spPr>
            <a:xfrm>
              <a:off x="5273573" y="2316094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9" name="pt2639"/>
            <p:cNvSpPr/>
            <p:nvPr/>
          </p:nvSpPr>
          <p:spPr>
            <a:xfrm>
              <a:off x="6699557" y="2052433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0" name="pt2640"/>
            <p:cNvSpPr/>
            <p:nvPr/>
          </p:nvSpPr>
          <p:spPr>
            <a:xfrm>
              <a:off x="6137813" y="2169216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1" name="pt2641"/>
            <p:cNvSpPr/>
            <p:nvPr/>
          </p:nvSpPr>
          <p:spPr>
            <a:xfrm>
              <a:off x="5650198" y="2453372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2" name="pt2642"/>
            <p:cNvSpPr/>
            <p:nvPr/>
          </p:nvSpPr>
          <p:spPr>
            <a:xfrm>
              <a:off x="6123093" y="2306491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3" name="pt2643"/>
            <p:cNvSpPr/>
            <p:nvPr/>
          </p:nvSpPr>
          <p:spPr>
            <a:xfrm>
              <a:off x="5687321" y="2370037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4" name="pt2644"/>
            <p:cNvSpPr/>
            <p:nvPr/>
          </p:nvSpPr>
          <p:spPr>
            <a:xfrm>
              <a:off x="6654677" y="206943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5" name="pt2645"/>
            <p:cNvSpPr/>
            <p:nvPr/>
          </p:nvSpPr>
          <p:spPr>
            <a:xfrm>
              <a:off x="5864273" y="2162201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6" name="pt2646"/>
            <p:cNvSpPr/>
            <p:nvPr/>
          </p:nvSpPr>
          <p:spPr>
            <a:xfrm>
              <a:off x="6354879" y="2214004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7" name="pt2647"/>
            <p:cNvSpPr/>
            <p:nvPr/>
          </p:nvSpPr>
          <p:spPr>
            <a:xfrm>
              <a:off x="5857433" y="2061026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8" name="pt2648"/>
            <p:cNvSpPr/>
            <p:nvPr/>
          </p:nvSpPr>
          <p:spPr>
            <a:xfrm>
              <a:off x="5303172" y="2291188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9" name="pt2649"/>
            <p:cNvSpPr/>
            <p:nvPr/>
          </p:nvSpPr>
          <p:spPr>
            <a:xfrm>
              <a:off x="6155694" y="2336446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0" name="pt2650"/>
            <p:cNvSpPr/>
            <p:nvPr/>
          </p:nvSpPr>
          <p:spPr>
            <a:xfrm>
              <a:off x="6334301" y="2157701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1" name="pt2651"/>
            <p:cNvSpPr/>
            <p:nvPr/>
          </p:nvSpPr>
          <p:spPr>
            <a:xfrm>
              <a:off x="6268689" y="2495770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2" name="pt2652"/>
            <p:cNvSpPr/>
            <p:nvPr/>
          </p:nvSpPr>
          <p:spPr>
            <a:xfrm>
              <a:off x="6425894" y="2059760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3" name="pt2653"/>
            <p:cNvSpPr/>
            <p:nvPr/>
          </p:nvSpPr>
          <p:spPr>
            <a:xfrm>
              <a:off x="6226502" y="224247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4" name="pt2654"/>
            <p:cNvSpPr/>
            <p:nvPr/>
          </p:nvSpPr>
          <p:spPr>
            <a:xfrm>
              <a:off x="6218695" y="2336161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5" name="pt2655"/>
            <p:cNvSpPr/>
            <p:nvPr/>
          </p:nvSpPr>
          <p:spPr>
            <a:xfrm>
              <a:off x="6420463" y="2225250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6" name="pt2656"/>
            <p:cNvSpPr/>
            <p:nvPr/>
          </p:nvSpPr>
          <p:spPr>
            <a:xfrm>
              <a:off x="6035929" y="2331680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7" name="pt2657"/>
            <p:cNvSpPr/>
            <p:nvPr/>
          </p:nvSpPr>
          <p:spPr>
            <a:xfrm>
              <a:off x="5944673" y="2051215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8" name="pt2658"/>
            <p:cNvSpPr/>
            <p:nvPr/>
          </p:nvSpPr>
          <p:spPr>
            <a:xfrm>
              <a:off x="6051853" y="229393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9" name="pt2659"/>
            <p:cNvSpPr/>
            <p:nvPr/>
          </p:nvSpPr>
          <p:spPr>
            <a:xfrm>
              <a:off x="6617481" y="2246590"/>
              <a:ext cx="16849" cy="16849"/>
            </a:xfrm>
            <a:prstGeom prst="ellipse">
              <a:avLst/>
            </a:prstGeom>
            <a:solidFill>
              <a:srgbClr val="CCDF3C">
                <a:alpha val="45098"/>
              </a:srgbClr>
            </a:solidFill>
            <a:ln w="7363" cap="rnd">
              <a:solidFill>
                <a:srgbClr val="CCDF3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0" name="pt2660"/>
            <p:cNvSpPr/>
            <p:nvPr/>
          </p:nvSpPr>
          <p:spPr>
            <a:xfrm>
              <a:off x="6484984" y="2169027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1" name="pt2661"/>
            <p:cNvSpPr/>
            <p:nvPr/>
          </p:nvSpPr>
          <p:spPr>
            <a:xfrm>
              <a:off x="6595323" y="2045849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2" name="pt2662"/>
            <p:cNvSpPr/>
            <p:nvPr/>
          </p:nvSpPr>
          <p:spPr>
            <a:xfrm>
              <a:off x="6404891" y="2119035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3" name="pt2663"/>
            <p:cNvSpPr/>
            <p:nvPr/>
          </p:nvSpPr>
          <p:spPr>
            <a:xfrm>
              <a:off x="6739763" y="198111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4" name="pt2664"/>
            <p:cNvSpPr/>
            <p:nvPr/>
          </p:nvSpPr>
          <p:spPr>
            <a:xfrm>
              <a:off x="6347297" y="2159275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5" name="pt2665"/>
            <p:cNvSpPr/>
            <p:nvPr/>
          </p:nvSpPr>
          <p:spPr>
            <a:xfrm>
              <a:off x="6554850" y="2115698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6" name="pt2666"/>
            <p:cNvSpPr/>
            <p:nvPr/>
          </p:nvSpPr>
          <p:spPr>
            <a:xfrm>
              <a:off x="5822829" y="242294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7" name="pt2667"/>
            <p:cNvSpPr/>
            <p:nvPr/>
          </p:nvSpPr>
          <p:spPr>
            <a:xfrm>
              <a:off x="5455530" y="2383259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8" name="pt2668"/>
            <p:cNvSpPr/>
            <p:nvPr/>
          </p:nvSpPr>
          <p:spPr>
            <a:xfrm>
              <a:off x="6080210" y="2399621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9" name="pt2669"/>
            <p:cNvSpPr/>
            <p:nvPr/>
          </p:nvSpPr>
          <p:spPr>
            <a:xfrm>
              <a:off x="6043507" y="2235191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0" name="pt2670"/>
            <p:cNvSpPr/>
            <p:nvPr/>
          </p:nvSpPr>
          <p:spPr>
            <a:xfrm>
              <a:off x="6879294" y="1782532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1" name="pt2671"/>
            <p:cNvSpPr/>
            <p:nvPr/>
          </p:nvSpPr>
          <p:spPr>
            <a:xfrm>
              <a:off x="6386383" y="2363186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2" name="pt2672"/>
            <p:cNvSpPr/>
            <p:nvPr/>
          </p:nvSpPr>
          <p:spPr>
            <a:xfrm>
              <a:off x="5662548" y="2477326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3" name="pt2673"/>
            <p:cNvSpPr/>
            <p:nvPr/>
          </p:nvSpPr>
          <p:spPr>
            <a:xfrm>
              <a:off x="6038275" y="2413044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4" name="pt2674"/>
            <p:cNvSpPr/>
            <p:nvPr/>
          </p:nvSpPr>
          <p:spPr>
            <a:xfrm>
              <a:off x="6008190" y="2387044"/>
              <a:ext cx="16849" cy="16849"/>
            </a:xfrm>
            <a:prstGeom prst="ellipse">
              <a:avLst/>
            </a:prstGeom>
            <a:solidFill>
              <a:srgbClr val="44B279">
                <a:alpha val="45098"/>
              </a:srgbClr>
            </a:solidFill>
            <a:ln w="7363" cap="rnd">
              <a:solidFill>
                <a:srgbClr val="44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5" name="pt2675"/>
            <p:cNvSpPr/>
            <p:nvPr/>
          </p:nvSpPr>
          <p:spPr>
            <a:xfrm>
              <a:off x="6217094" y="2256553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6" name="pt2676"/>
            <p:cNvSpPr/>
            <p:nvPr/>
          </p:nvSpPr>
          <p:spPr>
            <a:xfrm>
              <a:off x="5308831" y="2360005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7" name="pt2677"/>
            <p:cNvSpPr/>
            <p:nvPr/>
          </p:nvSpPr>
          <p:spPr>
            <a:xfrm>
              <a:off x="6026473" y="2198837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8" name="pt2678"/>
            <p:cNvSpPr/>
            <p:nvPr/>
          </p:nvSpPr>
          <p:spPr>
            <a:xfrm>
              <a:off x="5859262" y="203370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9" name="pt2679"/>
            <p:cNvSpPr/>
            <p:nvPr/>
          </p:nvSpPr>
          <p:spPr>
            <a:xfrm>
              <a:off x="6048981" y="2338527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0" name="pt2680"/>
            <p:cNvSpPr/>
            <p:nvPr/>
          </p:nvSpPr>
          <p:spPr>
            <a:xfrm>
              <a:off x="5836244" y="2485820"/>
              <a:ext cx="16849" cy="16849"/>
            </a:xfrm>
            <a:prstGeom prst="ellipse">
              <a:avLst/>
            </a:prstGeom>
            <a:solidFill>
              <a:srgbClr val="6AC661">
                <a:alpha val="45098"/>
              </a:srgbClr>
            </a:solidFill>
            <a:ln w="7363" cap="rnd">
              <a:solidFill>
                <a:srgbClr val="6AC66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1" name="pt2681"/>
            <p:cNvSpPr/>
            <p:nvPr/>
          </p:nvSpPr>
          <p:spPr>
            <a:xfrm>
              <a:off x="5690255" y="244670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2" name="pt2682"/>
            <p:cNvSpPr/>
            <p:nvPr/>
          </p:nvSpPr>
          <p:spPr>
            <a:xfrm>
              <a:off x="6516212" y="2266135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3" name="pt2683"/>
            <p:cNvSpPr/>
            <p:nvPr/>
          </p:nvSpPr>
          <p:spPr>
            <a:xfrm>
              <a:off x="6498297" y="2104991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4" name="pt2684"/>
            <p:cNvSpPr/>
            <p:nvPr/>
          </p:nvSpPr>
          <p:spPr>
            <a:xfrm>
              <a:off x="6430845" y="2015798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5" name="pt2685"/>
            <p:cNvSpPr/>
            <p:nvPr/>
          </p:nvSpPr>
          <p:spPr>
            <a:xfrm>
              <a:off x="6806542" y="2030090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6" name="pt2686"/>
            <p:cNvSpPr/>
            <p:nvPr/>
          </p:nvSpPr>
          <p:spPr>
            <a:xfrm>
              <a:off x="5085250" y="2729851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7" name="pt2687"/>
            <p:cNvSpPr/>
            <p:nvPr/>
          </p:nvSpPr>
          <p:spPr>
            <a:xfrm>
              <a:off x="6261539" y="2481033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8" name="pt2688"/>
            <p:cNvSpPr/>
            <p:nvPr/>
          </p:nvSpPr>
          <p:spPr>
            <a:xfrm>
              <a:off x="6824609" y="1811134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9" name="pt2689"/>
            <p:cNvSpPr/>
            <p:nvPr/>
          </p:nvSpPr>
          <p:spPr>
            <a:xfrm>
              <a:off x="5554093" y="229777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0" name="pt2690"/>
            <p:cNvSpPr/>
            <p:nvPr/>
          </p:nvSpPr>
          <p:spPr>
            <a:xfrm>
              <a:off x="5907845" y="2112282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1" name="pt2691"/>
            <p:cNvSpPr/>
            <p:nvPr/>
          </p:nvSpPr>
          <p:spPr>
            <a:xfrm>
              <a:off x="5812226" y="2254856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2" name="pt2692"/>
            <p:cNvSpPr/>
            <p:nvPr/>
          </p:nvSpPr>
          <p:spPr>
            <a:xfrm>
              <a:off x="6208567" y="2313650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3" name="pt2693"/>
            <p:cNvSpPr/>
            <p:nvPr/>
          </p:nvSpPr>
          <p:spPr>
            <a:xfrm>
              <a:off x="6300455" y="1997111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4" name="pt2694"/>
            <p:cNvSpPr/>
            <p:nvPr/>
          </p:nvSpPr>
          <p:spPr>
            <a:xfrm>
              <a:off x="6529361" y="233568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5" name="pt2695"/>
            <p:cNvSpPr/>
            <p:nvPr/>
          </p:nvSpPr>
          <p:spPr>
            <a:xfrm>
              <a:off x="6479107" y="2013425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6" name="pt2696"/>
            <p:cNvSpPr/>
            <p:nvPr/>
          </p:nvSpPr>
          <p:spPr>
            <a:xfrm>
              <a:off x="5675694" y="2343180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7" name="pt2697"/>
            <p:cNvSpPr/>
            <p:nvPr/>
          </p:nvSpPr>
          <p:spPr>
            <a:xfrm>
              <a:off x="5689797" y="2401325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8" name="pt2698"/>
            <p:cNvSpPr/>
            <p:nvPr/>
          </p:nvSpPr>
          <p:spPr>
            <a:xfrm>
              <a:off x="6304948" y="2161645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9" name="pt2699"/>
            <p:cNvSpPr/>
            <p:nvPr/>
          </p:nvSpPr>
          <p:spPr>
            <a:xfrm>
              <a:off x="5884210" y="2046701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0" name="pt2700"/>
            <p:cNvSpPr/>
            <p:nvPr/>
          </p:nvSpPr>
          <p:spPr>
            <a:xfrm>
              <a:off x="4857051" y="2544730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1" name="pt2701"/>
            <p:cNvSpPr/>
            <p:nvPr/>
          </p:nvSpPr>
          <p:spPr>
            <a:xfrm>
              <a:off x="5301651" y="2122106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2" name="pt2702"/>
            <p:cNvSpPr/>
            <p:nvPr/>
          </p:nvSpPr>
          <p:spPr>
            <a:xfrm>
              <a:off x="6311727" y="2223305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3" name="pt2703"/>
            <p:cNvSpPr/>
            <p:nvPr/>
          </p:nvSpPr>
          <p:spPr>
            <a:xfrm>
              <a:off x="6221829" y="2342395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4" name="pt2704"/>
            <p:cNvSpPr/>
            <p:nvPr/>
          </p:nvSpPr>
          <p:spPr>
            <a:xfrm>
              <a:off x="5329351" y="2252909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5" name="pt2705"/>
            <p:cNvSpPr/>
            <p:nvPr/>
          </p:nvSpPr>
          <p:spPr>
            <a:xfrm>
              <a:off x="6217490" y="2270932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6" name="pt2706"/>
            <p:cNvSpPr/>
            <p:nvPr/>
          </p:nvSpPr>
          <p:spPr>
            <a:xfrm>
              <a:off x="6217381" y="2259832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7" name="pt2707"/>
            <p:cNvSpPr/>
            <p:nvPr/>
          </p:nvSpPr>
          <p:spPr>
            <a:xfrm>
              <a:off x="6118058" y="238207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8" name="pt2708"/>
            <p:cNvSpPr/>
            <p:nvPr/>
          </p:nvSpPr>
          <p:spPr>
            <a:xfrm>
              <a:off x="7053753" y="2003534"/>
              <a:ext cx="16849" cy="16849"/>
            </a:xfrm>
            <a:prstGeom prst="ellipse">
              <a:avLst/>
            </a:prstGeom>
            <a:solidFill>
              <a:srgbClr val="BBDC41">
                <a:alpha val="45098"/>
              </a:srgbClr>
            </a:solidFill>
            <a:ln w="7363" cap="rnd">
              <a:solidFill>
                <a:srgbClr val="BBDC4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9" name="pt2709"/>
            <p:cNvSpPr/>
            <p:nvPr/>
          </p:nvSpPr>
          <p:spPr>
            <a:xfrm>
              <a:off x="6008982" y="2278814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0" name="pt2710"/>
            <p:cNvSpPr/>
            <p:nvPr/>
          </p:nvSpPr>
          <p:spPr>
            <a:xfrm>
              <a:off x="6192510" y="222025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1" name="pt2711"/>
            <p:cNvSpPr/>
            <p:nvPr/>
          </p:nvSpPr>
          <p:spPr>
            <a:xfrm>
              <a:off x="6058186" y="2398060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2" name="pt2712"/>
            <p:cNvSpPr/>
            <p:nvPr/>
          </p:nvSpPr>
          <p:spPr>
            <a:xfrm>
              <a:off x="6151598" y="2349676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3" name="pt2713"/>
            <p:cNvSpPr/>
            <p:nvPr/>
          </p:nvSpPr>
          <p:spPr>
            <a:xfrm>
              <a:off x="6888700" y="1777745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4" name="pt2714"/>
            <p:cNvSpPr/>
            <p:nvPr/>
          </p:nvSpPr>
          <p:spPr>
            <a:xfrm>
              <a:off x="6050875" y="2346503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5" name="pt2715"/>
            <p:cNvSpPr/>
            <p:nvPr/>
          </p:nvSpPr>
          <p:spPr>
            <a:xfrm>
              <a:off x="6207644" y="2294556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6" name="pt2716"/>
            <p:cNvSpPr/>
            <p:nvPr/>
          </p:nvSpPr>
          <p:spPr>
            <a:xfrm>
              <a:off x="4953615" y="2886042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7" name="pt2717"/>
            <p:cNvSpPr/>
            <p:nvPr/>
          </p:nvSpPr>
          <p:spPr>
            <a:xfrm>
              <a:off x="6456787" y="2343140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8" name="pt2718"/>
            <p:cNvSpPr/>
            <p:nvPr/>
          </p:nvSpPr>
          <p:spPr>
            <a:xfrm>
              <a:off x="6416278" y="231638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9" name="pt2719"/>
            <p:cNvSpPr/>
            <p:nvPr/>
          </p:nvSpPr>
          <p:spPr>
            <a:xfrm>
              <a:off x="6596952" y="2074974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0" name="pt2720"/>
            <p:cNvSpPr/>
            <p:nvPr/>
          </p:nvSpPr>
          <p:spPr>
            <a:xfrm>
              <a:off x="6405515" y="2045778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1" name="pt2721"/>
            <p:cNvSpPr/>
            <p:nvPr/>
          </p:nvSpPr>
          <p:spPr>
            <a:xfrm>
              <a:off x="5503118" y="2225615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2" name="pt2722"/>
            <p:cNvSpPr/>
            <p:nvPr/>
          </p:nvSpPr>
          <p:spPr>
            <a:xfrm>
              <a:off x="5804568" y="209679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3" name="pt2723"/>
            <p:cNvSpPr/>
            <p:nvPr/>
          </p:nvSpPr>
          <p:spPr>
            <a:xfrm>
              <a:off x="6116089" y="2212474"/>
              <a:ext cx="16849" cy="16849"/>
            </a:xfrm>
            <a:prstGeom prst="ellipse">
              <a:avLst/>
            </a:prstGeom>
            <a:solidFill>
              <a:srgbClr val="57BB6E">
                <a:alpha val="45098"/>
              </a:srgbClr>
            </a:solidFill>
            <a:ln w="7363" cap="rnd">
              <a:solidFill>
                <a:srgbClr val="57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4" name="pt2724"/>
            <p:cNvSpPr/>
            <p:nvPr/>
          </p:nvSpPr>
          <p:spPr>
            <a:xfrm>
              <a:off x="6148935" y="2264699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5" name="pt2725"/>
            <p:cNvSpPr/>
            <p:nvPr/>
          </p:nvSpPr>
          <p:spPr>
            <a:xfrm>
              <a:off x="6037373" y="2242478"/>
              <a:ext cx="16849" cy="16849"/>
            </a:xfrm>
            <a:prstGeom prst="ellipse">
              <a:avLst/>
            </a:prstGeom>
            <a:solidFill>
              <a:srgbClr val="62C167">
                <a:alpha val="45098"/>
              </a:srgbClr>
            </a:solidFill>
            <a:ln w="7363" cap="rnd">
              <a:solidFill>
                <a:srgbClr val="62C16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6" name="pt2726"/>
            <p:cNvSpPr/>
            <p:nvPr/>
          </p:nvSpPr>
          <p:spPr>
            <a:xfrm>
              <a:off x="6390747" y="225161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7" name="pt2727"/>
            <p:cNvSpPr/>
            <p:nvPr/>
          </p:nvSpPr>
          <p:spPr>
            <a:xfrm>
              <a:off x="6380834" y="2255519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8" name="pt2728"/>
            <p:cNvSpPr/>
            <p:nvPr/>
          </p:nvSpPr>
          <p:spPr>
            <a:xfrm>
              <a:off x="6557360" y="2034674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9" name="pt2729"/>
            <p:cNvSpPr/>
            <p:nvPr/>
          </p:nvSpPr>
          <p:spPr>
            <a:xfrm>
              <a:off x="6386821" y="2328130"/>
              <a:ext cx="16849" cy="16849"/>
            </a:xfrm>
            <a:prstGeom prst="ellipse">
              <a:avLst/>
            </a:prstGeom>
            <a:solidFill>
              <a:srgbClr val="A5D847">
                <a:alpha val="45098"/>
              </a:srgbClr>
            </a:solidFill>
            <a:ln w="7363" cap="rnd">
              <a:solidFill>
                <a:srgbClr val="A5D84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0" name="pt2730"/>
            <p:cNvSpPr/>
            <p:nvPr/>
          </p:nvSpPr>
          <p:spPr>
            <a:xfrm>
              <a:off x="6897197" y="1760344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1" name="pt2731"/>
            <p:cNvSpPr/>
            <p:nvPr/>
          </p:nvSpPr>
          <p:spPr>
            <a:xfrm>
              <a:off x="5744087" y="2099933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2" name="pt2732"/>
            <p:cNvSpPr/>
            <p:nvPr/>
          </p:nvSpPr>
          <p:spPr>
            <a:xfrm>
              <a:off x="6172934" y="2252054"/>
              <a:ext cx="16849" cy="16849"/>
            </a:xfrm>
            <a:prstGeom prst="ellipse">
              <a:avLst/>
            </a:prstGeom>
            <a:solidFill>
              <a:srgbClr val="57BB6E">
                <a:alpha val="45098"/>
              </a:srgbClr>
            </a:solidFill>
            <a:ln w="7363" cap="rnd">
              <a:solidFill>
                <a:srgbClr val="57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3" name="pt2733"/>
            <p:cNvSpPr/>
            <p:nvPr/>
          </p:nvSpPr>
          <p:spPr>
            <a:xfrm>
              <a:off x="5838144" y="2477517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4" name="pt2734"/>
            <p:cNvSpPr/>
            <p:nvPr/>
          </p:nvSpPr>
          <p:spPr>
            <a:xfrm>
              <a:off x="6114065" y="2277197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5" name="pt2735"/>
            <p:cNvSpPr/>
            <p:nvPr/>
          </p:nvSpPr>
          <p:spPr>
            <a:xfrm>
              <a:off x="6429153" y="1815436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6" name="pt2736"/>
            <p:cNvSpPr/>
            <p:nvPr/>
          </p:nvSpPr>
          <p:spPr>
            <a:xfrm>
              <a:off x="5640751" y="2393562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7" name="pt2737"/>
            <p:cNvSpPr/>
            <p:nvPr/>
          </p:nvSpPr>
          <p:spPr>
            <a:xfrm>
              <a:off x="5437590" y="2344674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8" name="pt2738"/>
            <p:cNvSpPr/>
            <p:nvPr/>
          </p:nvSpPr>
          <p:spPr>
            <a:xfrm>
              <a:off x="6106104" y="235969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9" name="pt2739"/>
            <p:cNvSpPr/>
            <p:nvPr/>
          </p:nvSpPr>
          <p:spPr>
            <a:xfrm>
              <a:off x="6382361" y="2409158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0" name="pt2740"/>
            <p:cNvSpPr/>
            <p:nvPr/>
          </p:nvSpPr>
          <p:spPr>
            <a:xfrm>
              <a:off x="6056372" y="228813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1" name="pt2741"/>
            <p:cNvSpPr/>
            <p:nvPr/>
          </p:nvSpPr>
          <p:spPr>
            <a:xfrm>
              <a:off x="5533157" y="2296842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2" name="pt2742"/>
            <p:cNvSpPr/>
            <p:nvPr/>
          </p:nvSpPr>
          <p:spPr>
            <a:xfrm>
              <a:off x="6820150" y="1927888"/>
              <a:ext cx="16849" cy="16849"/>
            </a:xfrm>
            <a:prstGeom prst="ellipse">
              <a:avLst/>
            </a:prstGeom>
            <a:solidFill>
              <a:srgbClr val="A1D749">
                <a:alpha val="45098"/>
              </a:srgbClr>
            </a:solidFill>
            <a:ln w="7363" cap="rnd">
              <a:solidFill>
                <a:srgbClr val="A1D74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3" name="pt2743"/>
            <p:cNvSpPr/>
            <p:nvPr/>
          </p:nvSpPr>
          <p:spPr>
            <a:xfrm>
              <a:off x="6175311" y="2303788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4" name="pt2744"/>
            <p:cNvSpPr/>
            <p:nvPr/>
          </p:nvSpPr>
          <p:spPr>
            <a:xfrm>
              <a:off x="6443463" y="2056812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5" name="pt2745"/>
            <p:cNvSpPr/>
            <p:nvPr/>
          </p:nvSpPr>
          <p:spPr>
            <a:xfrm>
              <a:off x="5508845" y="2378152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6" name="pt2746"/>
            <p:cNvSpPr/>
            <p:nvPr/>
          </p:nvSpPr>
          <p:spPr>
            <a:xfrm>
              <a:off x="5766442" y="2106182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7" name="pt2747"/>
            <p:cNvSpPr/>
            <p:nvPr/>
          </p:nvSpPr>
          <p:spPr>
            <a:xfrm>
              <a:off x="6082527" y="2378745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8" name="pt2748"/>
            <p:cNvSpPr/>
            <p:nvPr/>
          </p:nvSpPr>
          <p:spPr>
            <a:xfrm>
              <a:off x="5914580" y="1939699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9" name="pt2749"/>
            <p:cNvSpPr/>
            <p:nvPr/>
          </p:nvSpPr>
          <p:spPr>
            <a:xfrm>
              <a:off x="6021132" y="237415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0" name="pt2750"/>
            <p:cNvSpPr/>
            <p:nvPr/>
          </p:nvSpPr>
          <p:spPr>
            <a:xfrm>
              <a:off x="6758334" y="191447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1" name="pt2751"/>
            <p:cNvSpPr/>
            <p:nvPr/>
          </p:nvSpPr>
          <p:spPr>
            <a:xfrm>
              <a:off x="6817747" y="1730948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2" name="pt2752"/>
            <p:cNvSpPr/>
            <p:nvPr/>
          </p:nvSpPr>
          <p:spPr>
            <a:xfrm>
              <a:off x="5200005" y="2300648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3" name="pt2753"/>
            <p:cNvSpPr/>
            <p:nvPr/>
          </p:nvSpPr>
          <p:spPr>
            <a:xfrm>
              <a:off x="6876233" y="1937420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4" name="pt2754"/>
            <p:cNvSpPr/>
            <p:nvPr/>
          </p:nvSpPr>
          <p:spPr>
            <a:xfrm>
              <a:off x="6379541" y="2246561"/>
              <a:ext cx="16849" cy="16849"/>
            </a:xfrm>
            <a:prstGeom prst="ellipse">
              <a:avLst/>
            </a:prstGeom>
            <a:solidFill>
              <a:srgbClr val="A5D848">
                <a:alpha val="45098"/>
              </a:srgbClr>
            </a:solidFill>
            <a:ln w="7363" cap="rnd">
              <a:solidFill>
                <a:srgbClr val="A5D84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5" name="pt2755"/>
            <p:cNvSpPr/>
            <p:nvPr/>
          </p:nvSpPr>
          <p:spPr>
            <a:xfrm>
              <a:off x="6318644" y="2187657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6" name="pt2756"/>
            <p:cNvSpPr/>
            <p:nvPr/>
          </p:nvSpPr>
          <p:spPr>
            <a:xfrm>
              <a:off x="6290793" y="212505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7" name="pt2757"/>
            <p:cNvSpPr/>
            <p:nvPr/>
          </p:nvSpPr>
          <p:spPr>
            <a:xfrm>
              <a:off x="5574551" y="2482541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8" name="pt2758"/>
            <p:cNvSpPr/>
            <p:nvPr/>
          </p:nvSpPr>
          <p:spPr>
            <a:xfrm>
              <a:off x="6567106" y="2154030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9" name="pt2759"/>
            <p:cNvSpPr/>
            <p:nvPr/>
          </p:nvSpPr>
          <p:spPr>
            <a:xfrm>
              <a:off x="7166033" y="1634693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0" name="pt2760"/>
            <p:cNvSpPr/>
            <p:nvPr/>
          </p:nvSpPr>
          <p:spPr>
            <a:xfrm>
              <a:off x="6520025" y="2286351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1" name="pt2761"/>
            <p:cNvSpPr/>
            <p:nvPr/>
          </p:nvSpPr>
          <p:spPr>
            <a:xfrm>
              <a:off x="5696137" y="245958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2" name="pt2762"/>
            <p:cNvSpPr/>
            <p:nvPr/>
          </p:nvSpPr>
          <p:spPr>
            <a:xfrm>
              <a:off x="6313386" y="233204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3" name="pt2763"/>
            <p:cNvSpPr/>
            <p:nvPr/>
          </p:nvSpPr>
          <p:spPr>
            <a:xfrm>
              <a:off x="6272724" y="2454703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4" name="pt2764"/>
            <p:cNvSpPr/>
            <p:nvPr/>
          </p:nvSpPr>
          <p:spPr>
            <a:xfrm>
              <a:off x="5316409" y="2088270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5" name="pt2765"/>
            <p:cNvSpPr/>
            <p:nvPr/>
          </p:nvSpPr>
          <p:spPr>
            <a:xfrm>
              <a:off x="6570440" y="2122131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6" name="pt2766"/>
            <p:cNvSpPr/>
            <p:nvPr/>
          </p:nvSpPr>
          <p:spPr>
            <a:xfrm>
              <a:off x="6659015" y="2116544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7" name="pt2767"/>
            <p:cNvSpPr/>
            <p:nvPr/>
          </p:nvSpPr>
          <p:spPr>
            <a:xfrm>
              <a:off x="6353372" y="2108854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8" name="pt2768"/>
            <p:cNvSpPr/>
            <p:nvPr/>
          </p:nvSpPr>
          <p:spPr>
            <a:xfrm>
              <a:off x="5808525" y="210478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9" name="pt2769"/>
            <p:cNvSpPr/>
            <p:nvPr/>
          </p:nvSpPr>
          <p:spPr>
            <a:xfrm>
              <a:off x="6023261" y="202448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0" name="pt2770"/>
            <p:cNvSpPr/>
            <p:nvPr/>
          </p:nvSpPr>
          <p:spPr>
            <a:xfrm>
              <a:off x="5607228" y="2465675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1" name="pt2771"/>
            <p:cNvSpPr/>
            <p:nvPr/>
          </p:nvSpPr>
          <p:spPr>
            <a:xfrm>
              <a:off x="6301860" y="2094496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2" name="pt2772"/>
            <p:cNvSpPr/>
            <p:nvPr/>
          </p:nvSpPr>
          <p:spPr>
            <a:xfrm>
              <a:off x="6662681" y="217962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3" name="pt2773"/>
            <p:cNvSpPr/>
            <p:nvPr/>
          </p:nvSpPr>
          <p:spPr>
            <a:xfrm>
              <a:off x="6295249" y="1932884"/>
              <a:ext cx="16849" cy="16849"/>
            </a:xfrm>
            <a:prstGeom prst="ellipse">
              <a:avLst/>
            </a:prstGeom>
            <a:solidFill>
              <a:srgbClr val="76CE56">
                <a:alpha val="45098"/>
              </a:srgbClr>
            </a:solidFill>
            <a:ln w="7363" cap="rnd">
              <a:solidFill>
                <a:srgbClr val="76CE5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4" name="pt2774"/>
            <p:cNvSpPr/>
            <p:nvPr/>
          </p:nvSpPr>
          <p:spPr>
            <a:xfrm>
              <a:off x="6067652" y="2409335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5" name="pt2775"/>
            <p:cNvSpPr/>
            <p:nvPr/>
          </p:nvSpPr>
          <p:spPr>
            <a:xfrm>
              <a:off x="6418039" y="2268113"/>
              <a:ext cx="16849" cy="16849"/>
            </a:xfrm>
            <a:prstGeom prst="ellipse">
              <a:avLst/>
            </a:prstGeom>
            <a:solidFill>
              <a:srgbClr val="5CBE6B">
                <a:alpha val="45098"/>
              </a:srgbClr>
            </a:solidFill>
            <a:ln w="7363" cap="rnd">
              <a:solidFill>
                <a:srgbClr val="5CBE6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6" name="pt2776"/>
            <p:cNvSpPr/>
            <p:nvPr/>
          </p:nvSpPr>
          <p:spPr>
            <a:xfrm>
              <a:off x="6592985" y="2166943"/>
              <a:ext cx="16849" cy="16849"/>
            </a:xfrm>
            <a:prstGeom prst="ellipse">
              <a:avLst/>
            </a:prstGeom>
            <a:solidFill>
              <a:srgbClr val="BBDC41">
                <a:alpha val="45098"/>
              </a:srgbClr>
            </a:solidFill>
            <a:ln w="7363" cap="rnd">
              <a:solidFill>
                <a:srgbClr val="BBDC4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7" name="pt2777"/>
            <p:cNvSpPr/>
            <p:nvPr/>
          </p:nvSpPr>
          <p:spPr>
            <a:xfrm>
              <a:off x="6590070" y="2191965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8" name="pt2778"/>
            <p:cNvSpPr/>
            <p:nvPr/>
          </p:nvSpPr>
          <p:spPr>
            <a:xfrm>
              <a:off x="5998971" y="2446913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9" name="pt2779"/>
            <p:cNvSpPr/>
            <p:nvPr/>
          </p:nvSpPr>
          <p:spPr>
            <a:xfrm>
              <a:off x="6466685" y="2095507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0" name="pt2780"/>
            <p:cNvSpPr/>
            <p:nvPr/>
          </p:nvSpPr>
          <p:spPr>
            <a:xfrm>
              <a:off x="6663289" y="1901147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1" name="pt2781"/>
            <p:cNvSpPr/>
            <p:nvPr/>
          </p:nvSpPr>
          <p:spPr>
            <a:xfrm>
              <a:off x="6093426" y="2315964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2" name="pt2782"/>
            <p:cNvSpPr/>
            <p:nvPr/>
          </p:nvSpPr>
          <p:spPr>
            <a:xfrm>
              <a:off x="6021480" y="2078216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3" name="pt2783"/>
            <p:cNvSpPr/>
            <p:nvPr/>
          </p:nvSpPr>
          <p:spPr>
            <a:xfrm>
              <a:off x="5989537" y="2485196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4" name="pt2784"/>
            <p:cNvSpPr/>
            <p:nvPr/>
          </p:nvSpPr>
          <p:spPr>
            <a:xfrm>
              <a:off x="5892701" y="2170493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5" name="pt2785"/>
            <p:cNvSpPr/>
            <p:nvPr/>
          </p:nvSpPr>
          <p:spPr>
            <a:xfrm>
              <a:off x="6774625" y="1816457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6" name="pt2786"/>
            <p:cNvSpPr/>
            <p:nvPr/>
          </p:nvSpPr>
          <p:spPr>
            <a:xfrm>
              <a:off x="5864785" y="2210754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7" name="pt2787"/>
            <p:cNvSpPr/>
            <p:nvPr/>
          </p:nvSpPr>
          <p:spPr>
            <a:xfrm>
              <a:off x="6404764" y="214236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8" name="pt2788"/>
            <p:cNvSpPr/>
            <p:nvPr/>
          </p:nvSpPr>
          <p:spPr>
            <a:xfrm>
              <a:off x="5542929" y="198236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9" name="pt2789"/>
            <p:cNvSpPr/>
            <p:nvPr/>
          </p:nvSpPr>
          <p:spPr>
            <a:xfrm>
              <a:off x="6834446" y="1743367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0" name="pt2790"/>
            <p:cNvSpPr/>
            <p:nvPr/>
          </p:nvSpPr>
          <p:spPr>
            <a:xfrm>
              <a:off x="5241917" y="2411745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1" name="pt2791"/>
            <p:cNvSpPr/>
            <p:nvPr/>
          </p:nvSpPr>
          <p:spPr>
            <a:xfrm>
              <a:off x="5146617" y="2257978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2" name="pt2792"/>
            <p:cNvSpPr/>
            <p:nvPr/>
          </p:nvSpPr>
          <p:spPr>
            <a:xfrm>
              <a:off x="7324854" y="1936952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3" name="pt2793"/>
            <p:cNvSpPr/>
            <p:nvPr/>
          </p:nvSpPr>
          <p:spPr>
            <a:xfrm>
              <a:off x="5926519" y="1918490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4" name="pt2794"/>
            <p:cNvSpPr/>
            <p:nvPr/>
          </p:nvSpPr>
          <p:spPr>
            <a:xfrm>
              <a:off x="6517310" y="2276260"/>
              <a:ext cx="16849" cy="16849"/>
            </a:xfrm>
            <a:prstGeom prst="ellipse">
              <a:avLst/>
            </a:prstGeom>
            <a:solidFill>
              <a:srgbClr val="6FC95D">
                <a:alpha val="45098"/>
              </a:srgbClr>
            </a:solidFill>
            <a:ln w="7363" cap="rnd">
              <a:solidFill>
                <a:srgbClr val="6F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5" name="pt2795"/>
            <p:cNvSpPr/>
            <p:nvPr/>
          </p:nvSpPr>
          <p:spPr>
            <a:xfrm>
              <a:off x="5241714" y="2526447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6" name="pt2796"/>
            <p:cNvSpPr/>
            <p:nvPr/>
          </p:nvSpPr>
          <p:spPr>
            <a:xfrm>
              <a:off x="5496907" y="2491768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7" name="pt2797"/>
            <p:cNvSpPr/>
            <p:nvPr/>
          </p:nvSpPr>
          <p:spPr>
            <a:xfrm>
              <a:off x="6907776" y="1758478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8" name="pt2798"/>
            <p:cNvSpPr/>
            <p:nvPr/>
          </p:nvSpPr>
          <p:spPr>
            <a:xfrm>
              <a:off x="6250335" y="2262916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9" name="pt2799"/>
            <p:cNvSpPr/>
            <p:nvPr/>
          </p:nvSpPr>
          <p:spPr>
            <a:xfrm>
              <a:off x="6567525" y="2085766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0" name="pt2800"/>
            <p:cNvSpPr/>
            <p:nvPr/>
          </p:nvSpPr>
          <p:spPr>
            <a:xfrm>
              <a:off x="6206394" y="2255536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1" name="pt2801"/>
            <p:cNvSpPr/>
            <p:nvPr/>
          </p:nvSpPr>
          <p:spPr>
            <a:xfrm>
              <a:off x="6662112" y="2009133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2" name="pt2802"/>
            <p:cNvSpPr/>
            <p:nvPr/>
          </p:nvSpPr>
          <p:spPr>
            <a:xfrm>
              <a:off x="6417975" y="2208131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3" name="pt2803"/>
            <p:cNvSpPr/>
            <p:nvPr/>
          </p:nvSpPr>
          <p:spPr>
            <a:xfrm>
              <a:off x="6765006" y="194292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4" name="pt2804"/>
            <p:cNvSpPr/>
            <p:nvPr/>
          </p:nvSpPr>
          <p:spPr>
            <a:xfrm>
              <a:off x="6633693" y="2214995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5" name="pt2805"/>
            <p:cNvSpPr/>
            <p:nvPr/>
          </p:nvSpPr>
          <p:spPr>
            <a:xfrm>
              <a:off x="4980912" y="2672372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6" name="pt2806"/>
            <p:cNvSpPr/>
            <p:nvPr/>
          </p:nvSpPr>
          <p:spPr>
            <a:xfrm>
              <a:off x="6293775" y="212200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7" name="pt2807"/>
            <p:cNvSpPr/>
            <p:nvPr/>
          </p:nvSpPr>
          <p:spPr>
            <a:xfrm>
              <a:off x="5659191" y="2334413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8" name="pt2808"/>
            <p:cNvSpPr/>
            <p:nvPr/>
          </p:nvSpPr>
          <p:spPr>
            <a:xfrm>
              <a:off x="5677196" y="2485291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9" name="pt2809"/>
            <p:cNvSpPr/>
            <p:nvPr/>
          </p:nvSpPr>
          <p:spPr>
            <a:xfrm>
              <a:off x="6503358" y="223881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0" name="pt2810"/>
            <p:cNvSpPr/>
            <p:nvPr/>
          </p:nvSpPr>
          <p:spPr>
            <a:xfrm>
              <a:off x="6274399" y="2178968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1" name="pt2811"/>
            <p:cNvSpPr/>
            <p:nvPr/>
          </p:nvSpPr>
          <p:spPr>
            <a:xfrm>
              <a:off x="5725743" y="2511574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2" name="pt2812"/>
            <p:cNvSpPr/>
            <p:nvPr/>
          </p:nvSpPr>
          <p:spPr>
            <a:xfrm>
              <a:off x="6636268" y="227688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3" name="pt2813"/>
            <p:cNvSpPr/>
            <p:nvPr/>
          </p:nvSpPr>
          <p:spPr>
            <a:xfrm>
              <a:off x="5921739" y="1983760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4" name="pt2814"/>
            <p:cNvSpPr/>
            <p:nvPr/>
          </p:nvSpPr>
          <p:spPr>
            <a:xfrm>
              <a:off x="6242858" y="2299815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5" name="pt2815"/>
            <p:cNvSpPr/>
            <p:nvPr/>
          </p:nvSpPr>
          <p:spPr>
            <a:xfrm>
              <a:off x="6249544" y="2315924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6" name="pt2816"/>
            <p:cNvSpPr/>
            <p:nvPr/>
          </p:nvSpPr>
          <p:spPr>
            <a:xfrm>
              <a:off x="7129726" y="1506192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7" name="pt2817"/>
            <p:cNvSpPr/>
            <p:nvPr/>
          </p:nvSpPr>
          <p:spPr>
            <a:xfrm>
              <a:off x="5606221" y="233224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8" name="pt2818"/>
            <p:cNvSpPr/>
            <p:nvPr/>
          </p:nvSpPr>
          <p:spPr>
            <a:xfrm>
              <a:off x="6270947" y="2450914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9" name="pt2819"/>
            <p:cNvSpPr/>
            <p:nvPr/>
          </p:nvSpPr>
          <p:spPr>
            <a:xfrm>
              <a:off x="6140637" y="2244986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0" name="pt2820"/>
            <p:cNvSpPr/>
            <p:nvPr/>
          </p:nvSpPr>
          <p:spPr>
            <a:xfrm>
              <a:off x="6122053" y="2318879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1" name="pt2821"/>
            <p:cNvSpPr/>
            <p:nvPr/>
          </p:nvSpPr>
          <p:spPr>
            <a:xfrm>
              <a:off x="5648007" y="2430596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2" name="pt2822"/>
            <p:cNvSpPr/>
            <p:nvPr/>
          </p:nvSpPr>
          <p:spPr>
            <a:xfrm>
              <a:off x="6267122" y="2482904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3" name="pt2823"/>
            <p:cNvSpPr/>
            <p:nvPr/>
          </p:nvSpPr>
          <p:spPr>
            <a:xfrm>
              <a:off x="6244530" y="234099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4" name="pt2824"/>
            <p:cNvSpPr/>
            <p:nvPr/>
          </p:nvSpPr>
          <p:spPr>
            <a:xfrm>
              <a:off x="6661796" y="206742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5" name="pt2825"/>
            <p:cNvSpPr/>
            <p:nvPr/>
          </p:nvSpPr>
          <p:spPr>
            <a:xfrm>
              <a:off x="6235227" y="2343626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6" name="pt2826"/>
            <p:cNvSpPr/>
            <p:nvPr/>
          </p:nvSpPr>
          <p:spPr>
            <a:xfrm>
              <a:off x="6331032" y="234222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7" name="pt2827"/>
            <p:cNvSpPr/>
            <p:nvPr/>
          </p:nvSpPr>
          <p:spPr>
            <a:xfrm>
              <a:off x="5850111" y="2368916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8" name="pt2828"/>
            <p:cNvSpPr/>
            <p:nvPr/>
          </p:nvSpPr>
          <p:spPr>
            <a:xfrm>
              <a:off x="6686248" y="205534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9" name="pt2829"/>
            <p:cNvSpPr/>
            <p:nvPr/>
          </p:nvSpPr>
          <p:spPr>
            <a:xfrm>
              <a:off x="6396061" y="2154193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0" name="pt2830"/>
            <p:cNvSpPr/>
            <p:nvPr/>
          </p:nvSpPr>
          <p:spPr>
            <a:xfrm>
              <a:off x="6229696" y="225563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1" name="pt2831"/>
            <p:cNvSpPr/>
            <p:nvPr/>
          </p:nvSpPr>
          <p:spPr>
            <a:xfrm>
              <a:off x="6259343" y="2389019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2" name="pt2832"/>
            <p:cNvSpPr/>
            <p:nvPr/>
          </p:nvSpPr>
          <p:spPr>
            <a:xfrm>
              <a:off x="6262071" y="2271650"/>
              <a:ext cx="16849" cy="16849"/>
            </a:xfrm>
            <a:prstGeom prst="ellipse">
              <a:avLst/>
            </a:prstGeom>
            <a:solidFill>
              <a:srgbClr val="9CD74A">
                <a:alpha val="45098"/>
              </a:srgbClr>
            </a:solidFill>
            <a:ln w="7363" cap="rnd">
              <a:solidFill>
                <a:srgbClr val="9CD7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3" name="pt2833"/>
            <p:cNvSpPr/>
            <p:nvPr/>
          </p:nvSpPr>
          <p:spPr>
            <a:xfrm>
              <a:off x="5930717" y="2062672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4" name="pt2834"/>
            <p:cNvSpPr/>
            <p:nvPr/>
          </p:nvSpPr>
          <p:spPr>
            <a:xfrm>
              <a:off x="7153161" y="1737633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5" name="pt2835"/>
            <p:cNvSpPr/>
            <p:nvPr/>
          </p:nvSpPr>
          <p:spPr>
            <a:xfrm>
              <a:off x="6029720" y="2338256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6" name="pt2836"/>
            <p:cNvSpPr/>
            <p:nvPr/>
          </p:nvSpPr>
          <p:spPr>
            <a:xfrm>
              <a:off x="5966877" y="2385977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7" name="pt2837"/>
            <p:cNvSpPr/>
            <p:nvPr/>
          </p:nvSpPr>
          <p:spPr>
            <a:xfrm>
              <a:off x="6211295" y="2232538"/>
              <a:ext cx="16849" cy="16849"/>
            </a:xfrm>
            <a:prstGeom prst="ellipse">
              <a:avLst/>
            </a:prstGeom>
            <a:solidFill>
              <a:srgbClr val="5BBD6C">
                <a:alpha val="45098"/>
              </a:srgbClr>
            </a:solidFill>
            <a:ln w="7363" cap="rnd">
              <a:solidFill>
                <a:srgbClr val="5B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8" name="pt2838"/>
            <p:cNvSpPr/>
            <p:nvPr/>
          </p:nvSpPr>
          <p:spPr>
            <a:xfrm>
              <a:off x="6009187" y="2467158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9" name="pt2839"/>
            <p:cNvSpPr/>
            <p:nvPr/>
          </p:nvSpPr>
          <p:spPr>
            <a:xfrm>
              <a:off x="6270391" y="2458577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0" name="pt2840"/>
            <p:cNvSpPr/>
            <p:nvPr/>
          </p:nvSpPr>
          <p:spPr>
            <a:xfrm>
              <a:off x="5520577" y="2177660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1" name="pt2841"/>
            <p:cNvSpPr/>
            <p:nvPr/>
          </p:nvSpPr>
          <p:spPr>
            <a:xfrm>
              <a:off x="6488506" y="218488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2" name="pt2842"/>
            <p:cNvSpPr/>
            <p:nvPr/>
          </p:nvSpPr>
          <p:spPr>
            <a:xfrm>
              <a:off x="6144093" y="2208045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3" name="pt2843"/>
            <p:cNvSpPr/>
            <p:nvPr/>
          </p:nvSpPr>
          <p:spPr>
            <a:xfrm>
              <a:off x="5664339" y="248117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4" name="pt2844"/>
            <p:cNvSpPr/>
            <p:nvPr/>
          </p:nvSpPr>
          <p:spPr>
            <a:xfrm>
              <a:off x="6194995" y="2194165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5" name="pt2845"/>
            <p:cNvSpPr/>
            <p:nvPr/>
          </p:nvSpPr>
          <p:spPr>
            <a:xfrm>
              <a:off x="5325636" y="1926500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6" name="pt2846"/>
            <p:cNvSpPr/>
            <p:nvPr/>
          </p:nvSpPr>
          <p:spPr>
            <a:xfrm>
              <a:off x="6789684" y="1953396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7" name="pt2847"/>
            <p:cNvSpPr/>
            <p:nvPr/>
          </p:nvSpPr>
          <p:spPr>
            <a:xfrm>
              <a:off x="6818912" y="1780475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8" name="pt2848"/>
            <p:cNvSpPr/>
            <p:nvPr/>
          </p:nvSpPr>
          <p:spPr>
            <a:xfrm>
              <a:off x="6585966" y="2238872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9" name="pt2849"/>
            <p:cNvSpPr/>
            <p:nvPr/>
          </p:nvSpPr>
          <p:spPr>
            <a:xfrm>
              <a:off x="6563970" y="2062586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0" name="pt2850"/>
            <p:cNvSpPr/>
            <p:nvPr/>
          </p:nvSpPr>
          <p:spPr>
            <a:xfrm>
              <a:off x="5928260" y="2064767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1" name="pt2851"/>
            <p:cNvSpPr/>
            <p:nvPr/>
          </p:nvSpPr>
          <p:spPr>
            <a:xfrm>
              <a:off x="5883268" y="2105899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2" name="pt2852"/>
            <p:cNvSpPr/>
            <p:nvPr/>
          </p:nvSpPr>
          <p:spPr>
            <a:xfrm>
              <a:off x="5596528" y="2302949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3" name="pt2853"/>
            <p:cNvSpPr/>
            <p:nvPr/>
          </p:nvSpPr>
          <p:spPr>
            <a:xfrm>
              <a:off x="5669155" y="2412370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4" name="pt2854"/>
            <p:cNvSpPr/>
            <p:nvPr/>
          </p:nvSpPr>
          <p:spPr>
            <a:xfrm>
              <a:off x="6546600" y="2108609"/>
              <a:ext cx="16849" cy="16849"/>
            </a:xfrm>
            <a:prstGeom prst="ellipse">
              <a:avLst/>
            </a:prstGeom>
            <a:solidFill>
              <a:srgbClr val="6FC95D">
                <a:alpha val="45098"/>
              </a:srgbClr>
            </a:solidFill>
            <a:ln w="7363" cap="rnd">
              <a:solidFill>
                <a:srgbClr val="6F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5" name="pt2855"/>
            <p:cNvSpPr/>
            <p:nvPr/>
          </p:nvSpPr>
          <p:spPr>
            <a:xfrm>
              <a:off x="6207874" y="228467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6" name="pt2856"/>
            <p:cNvSpPr/>
            <p:nvPr/>
          </p:nvSpPr>
          <p:spPr>
            <a:xfrm>
              <a:off x="6522152" y="2277268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7" name="pt2857"/>
            <p:cNvSpPr/>
            <p:nvPr/>
          </p:nvSpPr>
          <p:spPr>
            <a:xfrm>
              <a:off x="6934247" y="1970747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8" name="pt2858"/>
            <p:cNvSpPr/>
            <p:nvPr/>
          </p:nvSpPr>
          <p:spPr>
            <a:xfrm>
              <a:off x="5399143" y="2229803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9" name="pt2859"/>
            <p:cNvSpPr/>
            <p:nvPr/>
          </p:nvSpPr>
          <p:spPr>
            <a:xfrm>
              <a:off x="6193338" y="2343249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0" name="pt2860"/>
            <p:cNvSpPr/>
            <p:nvPr/>
          </p:nvSpPr>
          <p:spPr>
            <a:xfrm>
              <a:off x="5848670" y="239191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1" name="pt2861"/>
            <p:cNvSpPr/>
            <p:nvPr/>
          </p:nvSpPr>
          <p:spPr>
            <a:xfrm>
              <a:off x="6604619" y="2146143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2" name="pt2862"/>
            <p:cNvSpPr/>
            <p:nvPr/>
          </p:nvSpPr>
          <p:spPr>
            <a:xfrm>
              <a:off x="6653161" y="2028415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3" name="pt2863"/>
            <p:cNvSpPr/>
            <p:nvPr/>
          </p:nvSpPr>
          <p:spPr>
            <a:xfrm>
              <a:off x="6421440" y="2203864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4" name="pt2864"/>
            <p:cNvSpPr/>
            <p:nvPr/>
          </p:nvSpPr>
          <p:spPr>
            <a:xfrm>
              <a:off x="6754909" y="2131230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5" name="pt2865"/>
            <p:cNvSpPr/>
            <p:nvPr/>
          </p:nvSpPr>
          <p:spPr>
            <a:xfrm>
              <a:off x="6561506" y="2076272"/>
              <a:ext cx="16849" cy="16849"/>
            </a:xfrm>
            <a:prstGeom prst="ellipse">
              <a:avLst/>
            </a:prstGeom>
            <a:solidFill>
              <a:srgbClr val="2C898B">
                <a:alpha val="45098"/>
              </a:srgbClr>
            </a:solidFill>
            <a:ln w="7363" cap="rnd">
              <a:solidFill>
                <a:srgbClr val="2C89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6" name="pt2866"/>
            <p:cNvSpPr/>
            <p:nvPr/>
          </p:nvSpPr>
          <p:spPr>
            <a:xfrm>
              <a:off x="6139221" y="2340047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7" name="pt2867"/>
            <p:cNvSpPr/>
            <p:nvPr/>
          </p:nvSpPr>
          <p:spPr>
            <a:xfrm>
              <a:off x="6478402" y="220863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8" name="pt2868"/>
            <p:cNvSpPr/>
            <p:nvPr/>
          </p:nvSpPr>
          <p:spPr>
            <a:xfrm>
              <a:off x="5419122" y="2545719"/>
              <a:ext cx="16849" cy="16849"/>
            </a:xfrm>
            <a:prstGeom prst="ellipse">
              <a:avLst/>
            </a:prstGeom>
            <a:solidFill>
              <a:srgbClr val="86D34F">
                <a:alpha val="45098"/>
              </a:srgbClr>
            </a:solidFill>
            <a:ln w="7363" cap="rnd">
              <a:solidFill>
                <a:srgbClr val="86D34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9" name="pt2869"/>
            <p:cNvSpPr/>
            <p:nvPr/>
          </p:nvSpPr>
          <p:spPr>
            <a:xfrm>
              <a:off x="5937441" y="1998363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0" name="pt2870"/>
            <p:cNvSpPr/>
            <p:nvPr/>
          </p:nvSpPr>
          <p:spPr>
            <a:xfrm>
              <a:off x="6154530" y="2316207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1" name="pt2871"/>
            <p:cNvSpPr/>
            <p:nvPr/>
          </p:nvSpPr>
          <p:spPr>
            <a:xfrm>
              <a:off x="5512818" y="2481983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2" name="pt2872"/>
            <p:cNvSpPr/>
            <p:nvPr/>
          </p:nvSpPr>
          <p:spPr>
            <a:xfrm>
              <a:off x="7025157" y="1968224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3" name="pt2873"/>
            <p:cNvSpPr/>
            <p:nvPr/>
          </p:nvSpPr>
          <p:spPr>
            <a:xfrm>
              <a:off x="5892187" y="226608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4" name="pt2874"/>
            <p:cNvSpPr/>
            <p:nvPr/>
          </p:nvSpPr>
          <p:spPr>
            <a:xfrm>
              <a:off x="6201265" y="2206459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5" name="pt2875"/>
            <p:cNvSpPr/>
            <p:nvPr/>
          </p:nvSpPr>
          <p:spPr>
            <a:xfrm>
              <a:off x="6808229" y="1685063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6" name="pt2876"/>
            <p:cNvSpPr/>
            <p:nvPr/>
          </p:nvSpPr>
          <p:spPr>
            <a:xfrm>
              <a:off x="5618752" y="2339494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7" name="pt2877"/>
            <p:cNvSpPr/>
            <p:nvPr/>
          </p:nvSpPr>
          <p:spPr>
            <a:xfrm>
              <a:off x="5991655" y="2596249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8" name="pt2878"/>
            <p:cNvSpPr/>
            <p:nvPr/>
          </p:nvSpPr>
          <p:spPr>
            <a:xfrm>
              <a:off x="7059152" y="1844720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9" name="pt2879"/>
            <p:cNvSpPr/>
            <p:nvPr/>
          </p:nvSpPr>
          <p:spPr>
            <a:xfrm>
              <a:off x="6295959" y="1935150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0" name="pt2880"/>
            <p:cNvSpPr/>
            <p:nvPr/>
          </p:nvSpPr>
          <p:spPr>
            <a:xfrm>
              <a:off x="6869264" y="1982021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1" name="pt2881"/>
            <p:cNvSpPr/>
            <p:nvPr/>
          </p:nvSpPr>
          <p:spPr>
            <a:xfrm>
              <a:off x="6232046" y="237959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2" name="pt2882"/>
            <p:cNvSpPr/>
            <p:nvPr/>
          </p:nvSpPr>
          <p:spPr>
            <a:xfrm>
              <a:off x="6572550" y="2171101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3" name="pt2883"/>
            <p:cNvSpPr/>
            <p:nvPr/>
          </p:nvSpPr>
          <p:spPr>
            <a:xfrm>
              <a:off x="6614843" y="2175827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4" name="pt2884"/>
            <p:cNvSpPr/>
            <p:nvPr/>
          </p:nvSpPr>
          <p:spPr>
            <a:xfrm>
              <a:off x="6320820" y="2215989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5" name="pt2885"/>
            <p:cNvSpPr/>
            <p:nvPr/>
          </p:nvSpPr>
          <p:spPr>
            <a:xfrm>
              <a:off x="7409170" y="1660189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6" name="pt2886"/>
            <p:cNvSpPr/>
            <p:nvPr/>
          </p:nvSpPr>
          <p:spPr>
            <a:xfrm>
              <a:off x="6363921" y="2224808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7" name="pt2887"/>
            <p:cNvSpPr/>
            <p:nvPr/>
          </p:nvSpPr>
          <p:spPr>
            <a:xfrm>
              <a:off x="6181265" y="2280739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8" name="pt2888"/>
            <p:cNvSpPr/>
            <p:nvPr/>
          </p:nvSpPr>
          <p:spPr>
            <a:xfrm>
              <a:off x="6344086" y="2272198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9" name="pt2889"/>
            <p:cNvSpPr/>
            <p:nvPr/>
          </p:nvSpPr>
          <p:spPr>
            <a:xfrm>
              <a:off x="6696041" y="2088644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0" name="pt2890"/>
            <p:cNvSpPr/>
            <p:nvPr/>
          </p:nvSpPr>
          <p:spPr>
            <a:xfrm>
              <a:off x="6267157" y="2384423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1" name="pt2891"/>
            <p:cNvSpPr/>
            <p:nvPr/>
          </p:nvSpPr>
          <p:spPr>
            <a:xfrm>
              <a:off x="6276247" y="2180650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2" name="pt2892"/>
            <p:cNvSpPr/>
            <p:nvPr/>
          </p:nvSpPr>
          <p:spPr>
            <a:xfrm>
              <a:off x="6774584" y="190390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3" name="pt2893"/>
            <p:cNvSpPr/>
            <p:nvPr/>
          </p:nvSpPr>
          <p:spPr>
            <a:xfrm>
              <a:off x="6699742" y="206771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4" name="pt2894"/>
            <p:cNvSpPr/>
            <p:nvPr/>
          </p:nvSpPr>
          <p:spPr>
            <a:xfrm>
              <a:off x="5984047" y="2584732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5" name="pt2895"/>
            <p:cNvSpPr/>
            <p:nvPr/>
          </p:nvSpPr>
          <p:spPr>
            <a:xfrm>
              <a:off x="6294877" y="2061810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6" name="pt2896"/>
            <p:cNvSpPr/>
            <p:nvPr/>
          </p:nvSpPr>
          <p:spPr>
            <a:xfrm>
              <a:off x="6463933" y="2055864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7" name="pt2897"/>
            <p:cNvSpPr/>
            <p:nvPr/>
          </p:nvSpPr>
          <p:spPr>
            <a:xfrm>
              <a:off x="6075706" y="234497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8" name="pt2898"/>
            <p:cNvSpPr/>
            <p:nvPr/>
          </p:nvSpPr>
          <p:spPr>
            <a:xfrm>
              <a:off x="6250680" y="2371702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9" name="pt2899"/>
            <p:cNvSpPr/>
            <p:nvPr/>
          </p:nvSpPr>
          <p:spPr>
            <a:xfrm>
              <a:off x="6449660" y="206211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0" name="pt2900"/>
            <p:cNvSpPr/>
            <p:nvPr/>
          </p:nvSpPr>
          <p:spPr>
            <a:xfrm>
              <a:off x="6258233" y="2467539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1" name="pt2901"/>
            <p:cNvSpPr/>
            <p:nvPr/>
          </p:nvSpPr>
          <p:spPr>
            <a:xfrm>
              <a:off x="5884619" y="2122507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2" name="pt2902"/>
            <p:cNvSpPr/>
            <p:nvPr/>
          </p:nvSpPr>
          <p:spPr>
            <a:xfrm>
              <a:off x="6931552" y="1816540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3" name="pt2903"/>
            <p:cNvSpPr/>
            <p:nvPr/>
          </p:nvSpPr>
          <p:spPr>
            <a:xfrm>
              <a:off x="6365653" y="2293841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4" name="pt2904"/>
            <p:cNvSpPr/>
            <p:nvPr/>
          </p:nvSpPr>
          <p:spPr>
            <a:xfrm>
              <a:off x="6073263" y="2330562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5" name="pt2905"/>
            <p:cNvSpPr/>
            <p:nvPr/>
          </p:nvSpPr>
          <p:spPr>
            <a:xfrm>
              <a:off x="6270561" y="2415975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6" name="pt2906"/>
            <p:cNvSpPr/>
            <p:nvPr/>
          </p:nvSpPr>
          <p:spPr>
            <a:xfrm>
              <a:off x="6613278" y="2244604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7" name="pt2907"/>
            <p:cNvSpPr/>
            <p:nvPr/>
          </p:nvSpPr>
          <p:spPr>
            <a:xfrm>
              <a:off x="6303998" y="2132770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8" name="pt2908"/>
            <p:cNvSpPr/>
            <p:nvPr/>
          </p:nvSpPr>
          <p:spPr>
            <a:xfrm>
              <a:off x="5883100" y="2144798"/>
              <a:ext cx="16849" cy="16849"/>
            </a:xfrm>
            <a:prstGeom prst="ellipse">
              <a:avLst/>
            </a:prstGeom>
            <a:solidFill>
              <a:srgbClr val="49B476">
                <a:alpha val="45098"/>
              </a:srgbClr>
            </a:solidFill>
            <a:ln w="7363" cap="rnd">
              <a:solidFill>
                <a:srgbClr val="49B4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9" name="pt2909"/>
            <p:cNvSpPr/>
            <p:nvPr/>
          </p:nvSpPr>
          <p:spPr>
            <a:xfrm>
              <a:off x="5242773" y="250283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0" name="pt2910"/>
            <p:cNvSpPr/>
            <p:nvPr/>
          </p:nvSpPr>
          <p:spPr>
            <a:xfrm>
              <a:off x="6224494" y="2310453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1" name="pt2911"/>
            <p:cNvSpPr/>
            <p:nvPr/>
          </p:nvSpPr>
          <p:spPr>
            <a:xfrm>
              <a:off x="5755151" y="2205172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2" name="pt2912"/>
            <p:cNvSpPr/>
            <p:nvPr/>
          </p:nvSpPr>
          <p:spPr>
            <a:xfrm>
              <a:off x="6795329" y="1857562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3" name="pt2913"/>
            <p:cNvSpPr/>
            <p:nvPr/>
          </p:nvSpPr>
          <p:spPr>
            <a:xfrm>
              <a:off x="7298057" y="1897732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4" name="pt2914"/>
            <p:cNvSpPr/>
            <p:nvPr/>
          </p:nvSpPr>
          <p:spPr>
            <a:xfrm>
              <a:off x="5692773" y="2428534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5" name="pt2915"/>
            <p:cNvSpPr/>
            <p:nvPr/>
          </p:nvSpPr>
          <p:spPr>
            <a:xfrm>
              <a:off x="6700227" y="2004726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6" name="pt2916"/>
            <p:cNvSpPr/>
            <p:nvPr/>
          </p:nvSpPr>
          <p:spPr>
            <a:xfrm>
              <a:off x="4956110" y="2628485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7" name="pt2917"/>
            <p:cNvSpPr/>
            <p:nvPr/>
          </p:nvSpPr>
          <p:spPr>
            <a:xfrm>
              <a:off x="5941951" y="2088701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8" name="pt2918"/>
            <p:cNvSpPr/>
            <p:nvPr/>
          </p:nvSpPr>
          <p:spPr>
            <a:xfrm>
              <a:off x="5998984" y="227733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9" name="pt2919"/>
            <p:cNvSpPr/>
            <p:nvPr/>
          </p:nvSpPr>
          <p:spPr>
            <a:xfrm>
              <a:off x="6135311" y="2134548"/>
              <a:ext cx="16849" cy="16849"/>
            </a:xfrm>
            <a:prstGeom prst="ellipse">
              <a:avLst/>
            </a:prstGeom>
            <a:solidFill>
              <a:srgbClr val="59BC6D">
                <a:alpha val="45098"/>
              </a:srgbClr>
            </a:solidFill>
            <a:ln w="7363" cap="rnd">
              <a:solidFill>
                <a:srgbClr val="59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0" name="pt2920"/>
            <p:cNvSpPr/>
            <p:nvPr/>
          </p:nvSpPr>
          <p:spPr>
            <a:xfrm>
              <a:off x="6126558" y="2153292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1" name="pt2921"/>
            <p:cNvSpPr/>
            <p:nvPr/>
          </p:nvSpPr>
          <p:spPr>
            <a:xfrm>
              <a:off x="6321629" y="2207319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2" name="pt2922"/>
            <p:cNvSpPr/>
            <p:nvPr/>
          </p:nvSpPr>
          <p:spPr>
            <a:xfrm>
              <a:off x="6572445" y="218422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3" name="pt2923"/>
            <p:cNvSpPr/>
            <p:nvPr/>
          </p:nvSpPr>
          <p:spPr>
            <a:xfrm>
              <a:off x="6809561" y="1705926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4" name="pt2924"/>
            <p:cNvSpPr/>
            <p:nvPr/>
          </p:nvSpPr>
          <p:spPr>
            <a:xfrm>
              <a:off x="7031204" y="152249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5" name="pt2925"/>
            <p:cNvSpPr/>
            <p:nvPr/>
          </p:nvSpPr>
          <p:spPr>
            <a:xfrm>
              <a:off x="5554556" y="2421278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6" name="pt2926"/>
            <p:cNvSpPr/>
            <p:nvPr/>
          </p:nvSpPr>
          <p:spPr>
            <a:xfrm>
              <a:off x="6050778" y="2298926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7" name="pt2927"/>
            <p:cNvSpPr/>
            <p:nvPr/>
          </p:nvSpPr>
          <p:spPr>
            <a:xfrm>
              <a:off x="6260270" y="2459950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8" name="pt2928"/>
            <p:cNvSpPr/>
            <p:nvPr/>
          </p:nvSpPr>
          <p:spPr>
            <a:xfrm>
              <a:off x="6304301" y="2001997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9" name="pt2929"/>
            <p:cNvSpPr/>
            <p:nvPr/>
          </p:nvSpPr>
          <p:spPr>
            <a:xfrm>
              <a:off x="5528105" y="2435754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0" name="pt2930"/>
            <p:cNvSpPr/>
            <p:nvPr/>
          </p:nvSpPr>
          <p:spPr>
            <a:xfrm>
              <a:off x="6283244" y="2292053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1" name="pt2931"/>
            <p:cNvSpPr/>
            <p:nvPr/>
          </p:nvSpPr>
          <p:spPr>
            <a:xfrm>
              <a:off x="6984679" y="1494263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2" name="pt2932"/>
            <p:cNvSpPr/>
            <p:nvPr/>
          </p:nvSpPr>
          <p:spPr>
            <a:xfrm>
              <a:off x="5984470" y="2442804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3" name="pt2933"/>
            <p:cNvSpPr/>
            <p:nvPr/>
          </p:nvSpPr>
          <p:spPr>
            <a:xfrm>
              <a:off x="6494665" y="2111157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4" name="pt2934"/>
            <p:cNvSpPr/>
            <p:nvPr/>
          </p:nvSpPr>
          <p:spPr>
            <a:xfrm>
              <a:off x="6285893" y="2140388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5" name="pt2935"/>
            <p:cNvSpPr/>
            <p:nvPr/>
          </p:nvSpPr>
          <p:spPr>
            <a:xfrm>
              <a:off x="6639020" y="2088280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6" name="pt2936"/>
            <p:cNvSpPr/>
            <p:nvPr/>
          </p:nvSpPr>
          <p:spPr>
            <a:xfrm>
              <a:off x="6473109" y="219864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7" name="pt2937"/>
            <p:cNvSpPr/>
            <p:nvPr/>
          </p:nvSpPr>
          <p:spPr>
            <a:xfrm>
              <a:off x="6647855" y="2115224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8" name="pt2938"/>
            <p:cNvSpPr/>
            <p:nvPr/>
          </p:nvSpPr>
          <p:spPr>
            <a:xfrm>
              <a:off x="5646300" y="2321330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9" name="pt2939"/>
            <p:cNvSpPr/>
            <p:nvPr/>
          </p:nvSpPr>
          <p:spPr>
            <a:xfrm>
              <a:off x="5656631" y="2552389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0" name="pt2940"/>
            <p:cNvSpPr/>
            <p:nvPr/>
          </p:nvSpPr>
          <p:spPr>
            <a:xfrm>
              <a:off x="6794284" y="1926903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1" name="pt2941"/>
            <p:cNvSpPr/>
            <p:nvPr/>
          </p:nvSpPr>
          <p:spPr>
            <a:xfrm>
              <a:off x="4863330" y="2759550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2" name="pt2942"/>
            <p:cNvSpPr/>
            <p:nvPr/>
          </p:nvSpPr>
          <p:spPr>
            <a:xfrm>
              <a:off x="6502152" y="2153145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3" name="pt2943"/>
            <p:cNvSpPr/>
            <p:nvPr/>
          </p:nvSpPr>
          <p:spPr>
            <a:xfrm>
              <a:off x="5072484" y="283632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4" name="pt2944"/>
            <p:cNvSpPr/>
            <p:nvPr/>
          </p:nvSpPr>
          <p:spPr>
            <a:xfrm>
              <a:off x="6348901" y="2082270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5" name="pt2945"/>
            <p:cNvSpPr/>
            <p:nvPr/>
          </p:nvSpPr>
          <p:spPr>
            <a:xfrm>
              <a:off x="5908450" y="2232004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6" name="pt2946"/>
            <p:cNvSpPr/>
            <p:nvPr/>
          </p:nvSpPr>
          <p:spPr>
            <a:xfrm>
              <a:off x="6439890" y="1894154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7" name="pt2947"/>
            <p:cNvSpPr/>
            <p:nvPr/>
          </p:nvSpPr>
          <p:spPr>
            <a:xfrm>
              <a:off x="6270852" y="244854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8" name="pt2948"/>
            <p:cNvSpPr/>
            <p:nvPr/>
          </p:nvSpPr>
          <p:spPr>
            <a:xfrm>
              <a:off x="6161792" y="2285358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9" name="pt2949"/>
            <p:cNvSpPr/>
            <p:nvPr/>
          </p:nvSpPr>
          <p:spPr>
            <a:xfrm>
              <a:off x="5589557" y="193034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0" name="pt2950"/>
            <p:cNvSpPr/>
            <p:nvPr/>
          </p:nvSpPr>
          <p:spPr>
            <a:xfrm>
              <a:off x="6223278" y="228617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1" name="pt2951"/>
            <p:cNvSpPr/>
            <p:nvPr/>
          </p:nvSpPr>
          <p:spPr>
            <a:xfrm>
              <a:off x="6489636" y="227266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2" name="pt2952"/>
            <p:cNvSpPr/>
            <p:nvPr/>
          </p:nvSpPr>
          <p:spPr>
            <a:xfrm>
              <a:off x="5636224" y="2342773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3" name="pt2953"/>
            <p:cNvSpPr/>
            <p:nvPr/>
          </p:nvSpPr>
          <p:spPr>
            <a:xfrm>
              <a:off x="6666170" y="2055523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4" name="pt2954"/>
            <p:cNvSpPr/>
            <p:nvPr/>
          </p:nvSpPr>
          <p:spPr>
            <a:xfrm>
              <a:off x="5547998" y="2449328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5" name="pt2955"/>
            <p:cNvSpPr/>
            <p:nvPr/>
          </p:nvSpPr>
          <p:spPr>
            <a:xfrm>
              <a:off x="6188624" y="2246493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6" name="pt2956"/>
            <p:cNvSpPr/>
            <p:nvPr/>
          </p:nvSpPr>
          <p:spPr>
            <a:xfrm>
              <a:off x="5130280" y="2116249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7" name="pt2957"/>
            <p:cNvSpPr/>
            <p:nvPr/>
          </p:nvSpPr>
          <p:spPr>
            <a:xfrm>
              <a:off x="6781385" y="200501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8" name="pt2958"/>
            <p:cNvSpPr/>
            <p:nvPr/>
          </p:nvSpPr>
          <p:spPr>
            <a:xfrm>
              <a:off x="6136060" y="2209780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9" name="pt2959"/>
            <p:cNvSpPr/>
            <p:nvPr/>
          </p:nvSpPr>
          <p:spPr>
            <a:xfrm>
              <a:off x="6524206" y="237794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0" name="pt2960"/>
            <p:cNvSpPr/>
            <p:nvPr/>
          </p:nvSpPr>
          <p:spPr>
            <a:xfrm>
              <a:off x="6294212" y="2071465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1" name="pt2961"/>
            <p:cNvSpPr/>
            <p:nvPr/>
          </p:nvSpPr>
          <p:spPr>
            <a:xfrm>
              <a:off x="6449126" y="2181615"/>
              <a:ext cx="16849" cy="16849"/>
            </a:xfrm>
            <a:prstGeom prst="ellipse">
              <a:avLst/>
            </a:prstGeom>
            <a:solidFill>
              <a:srgbClr val="A5D848">
                <a:alpha val="45098"/>
              </a:srgbClr>
            </a:solidFill>
            <a:ln w="7363" cap="rnd">
              <a:solidFill>
                <a:srgbClr val="A5D84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2" name="pt2962"/>
            <p:cNvSpPr/>
            <p:nvPr/>
          </p:nvSpPr>
          <p:spPr>
            <a:xfrm>
              <a:off x="6201744" y="1938145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3" name="pt2963"/>
            <p:cNvSpPr/>
            <p:nvPr/>
          </p:nvSpPr>
          <p:spPr>
            <a:xfrm>
              <a:off x="6421439" y="229554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4" name="pt2964"/>
            <p:cNvSpPr/>
            <p:nvPr/>
          </p:nvSpPr>
          <p:spPr>
            <a:xfrm>
              <a:off x="5256277" y="2491898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5" name="pt2965"/>
            <p:cNvSpPr/>
            <p:nvPr/>
          </p:nvSpPr>
          <p:spPr>
            <a:xfrm>
              <a:off x="6080325" y="2270149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6" name="pt2966"/>
            <p:cNvSpPr/>
            <p:nvPr/>
          </p:nvSpPr>
          <p:spPr>
            <a:xfrm>
              <a:off x="6793640" y="1913575"/>
              <a:ext cx="16849" cy="16849"/>
            </a:xfrm>
            <a:prstGeom prst="ellipse">
              <a:avLst/>
            </a:prstGeom>
            <a:solidFill>
              <a:srgbClr val="6EC85D">
                <a:alpha val="45098"/>
              </a:srgbClr>
            </a:solidFill>
            <a:ln w="7363" cap="rnd">
              <a:solidFill>
                <a:srgbClr val="6EC8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7" name="pt2967"/>
            <p:cNvSpPr/>
            <p:nvPr/>
          </p:nvSpPr>
          <p:spPr>
            <a:xfrm>
              <a:off x="6022736" y="2213023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8" name="pt2968"/>
            <p:cNvSpPr/>
            <p:nvPr/>
          </p:nvSpPr>
          <p:spPr>
            <a:xfrm>
              <a:off x="6224919" y="2412200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9" name="pt2969"/>
            <p:cNvSpPr/>
            <p:nvPr/>
          </p:nvSpPr>
          <p:spPr>
            <a:xfrm>
              <a:off x="5385974" y="226418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0" name="pt2970"/>
            <p:cNvSpPr/>
            <p:nvPr/>
          </p:nvSpPr>
          <p:spPr>
            <a:xfrm>
              <a:off x="6699309" y="2129371"/>
              <a:ext cx="16849" cy="16849"/>
            </a:xfrm>
            <a:prstGeom prst="ellipse">
              <a:avLst/>
            </a:prstGeom>
            <a:solidFill>
              <a:srgbClr val="71CB5A">
                <a:alpha val="45098"/>
              </a:srgbClr>
            </a:solidFill>
            <a:ln w="7363" cap="rnd">
              <a:solidFill>
                <a:srgbClr val="71CB5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1" name="pt2971"/>
            <p:cNvSpPr/>
            <p:nvPr/>
          </p:nvSpPr>
          <p:spPr>
            <a:xfrm>
              <a:off x="6042973" y="2347437"/>
              <a:ext cx="16849" cy="16849"/>
            </a:xfrm>
            <a:prstGeom prst="ellipse">
              <a:avLst/>
            </a:prstGeom>
            <a:solidFill>
              <a:srgbClr val="44B279">
                <a:alpha val="45098"/>
              </a:srgbClr>
            </a:solidFill>
            <a:ln w="7363" cap="rnd">
              <a:solidFill>
                <a:srgbClr val="44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2" name="pt2972"/>
            <p:cNvSpPr/>
            <p:nvPr/>
          </p:nvSpPr>
          <p:spPr>
            <a:xfrm>
              <a:off x="6728262" y="1743393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3" name="pt2973"/>
            <p:cNvSpPr/>
            <p:nvPr/>
          </p:nvSpPr>
          <p:spPr>
            <a:xfrm>
              <a:off x="5839116" y="2398829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4" name="pt2974"/>
            <p:cNvSpPr/>
            <p:nvPr/>
          </p:nvSpPr>
          <p:spPr>
            <a:xfrm>
              <a:off x="7374713" y="1417730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5" name="pt2975"/>
            <p:cNvSpPr/>
            <p:nvPr/>
          </p:nvSpPr>
          <p:spPr>
            <a:xfrm>
              <a:off x="5989163" y="2413703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6" name="pt2976"/>
            <p:cNvSpPr/>
            <p:nvPr/>
          </p:nvSpPr>
          <p:spPr>
            <a:xfrm>
              <a:off x="6418861" y="2302149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7" name="pt2977"/>
            <p:cNvSpPr/>
            <p:nvPr/>
          </p:nvSpPr>
          <p:spPr>
            <a:xfrm>
              <a:off x="6273890" y="208637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8" name="pt2978"/>
            <p:cNvSpPr/>
            <p:nvPr/>
          </p:nvSpPr>
          <p:spPr>
            <a:xfrm>
              <a:off x="6036180" y="216082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9" name="pt2979"/>
            <p:cNvSpPr/>
            <p:nvPr/>
          </p:nvSpPr>
          <p:spPr>
            <a:xfrm>
              <a:off x="5766104" y="2003396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0" name="pt2980"/>
            <p:cNvSpPr/>
            <p:nvPr/>
          </p:nvSpPr>
          <p:spPr>
            <a:xfrm>
              <a:off x="6714836" y="2029623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1" name="pt2981"/>
            <p:cNvSpPr/>
            <p:nvPr/>
          </p:nvSpPr>
          <p:spPr>
            <a:xfrm>
              <a:off x="5682751" y="2504583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2" name="pt2982"/>
            <p:cNvSpPr/>
            <p:nvPr/>
          </p:nvSpPr>
          <p:spPr>
            <a:xfrm>
              <a:off x="5805245" y="185224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3" name="pt2983"/>
            <p:cNvSpPr/>
            <p:nvPr/>
          </p:nvSpPr>
          <p:spPr>
            <a:xfrm>
              <a:off x="5833966" y="2503887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4" name="pt2984"/>
            <p:cNvSpPr/>
            <p:nvPr/>
          </p:nvSpPr>
          <p:spPr>
            <a:xfrm>
              <a:off x="6608741" y="2168197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5" name="pt2985"/>
            <p:cNvSpPr/>
            <p:nvPr/>
          </p:nvSpPr>
          <p:spPr>
            <a:xfrm>
              <a:off x="6871869" y="1871367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6" name="pt2986"/>
            <p:cNvSpPr/>
            <p:nvPr/>
          </p:nvSpPr>
          <p:spPr>
            <a:xfrm>
              <a:off x="6392532" y="2300016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7" name="pt2987"/>
            <p:cNvSpPr/>
            <p:nvPr/>
          </p:nvSpPr>
          <p:spPr>
            <a:xfrm>
              <a:off x="6179973" y="230350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8" name="pt2988"/>
            <p:cNvSpPr/>
            <p:nvPr/>
          </p:nvSpPr>
          <p:spPr>
            <a:xfrm>
              <a:off x="6604321" y="224877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9" name="pt2989"/>
            <p:cNvSpPr/>
            <p:nvPr/>
          </p:nvSpPr>
          <p:spPr>
            <a:xfrm>
              <a:off x="6939568" y="1919948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0" name="pt2990"/>
            <p:cNvSpPr/>
            <p:nvPr/>
          </p:nvSpPr>
          <p:spPr>
            <a:xfrm>
              <a:off x="6435112" y="1987496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1" name="pt2991"/>
            <p:cNvSpPr/>
            <p:nvPr/>
          </p:nvSpPr>
          <p:spPr>
            <a:xfrm>
              <a:off x="6900424" y="1917718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2" name="pt2992"/>
            <p:cNvSpPr/>
            <p:nvPr/>
          </p:nvSpPr>
          <p:spPr>
            <a:xfrm>
              <a:off x="5820294" y="2453561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3" name="pt2993"/>
            <p:cNvSpPr/>
            <p:nvPr/>
          </p:nvSpPr>
          <p:spPr>
            <a:xfrm>
              <a:off x="6473545" y="2248689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4" name="pt2994"/>
            <p:cNvSpPr/>
            <p:nvPr/>
          </p:nvSpPr>
          <p:spPr>
            <a:xfrm>
              <a:off x="5878438" y="2191329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5" name="pt2995"/>
            <p:cNvSpPr/>
            <p:nvPr/>
          </p:nvSpPr>
          <p:spPr>
            <a:xfrm>
              <a:off x="6992877" y="1794784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6" name="pt2996"/>
            <p:cNvSpPr/>
            <p:nvPr/>
          </p:nvSpPr>
          <p:spPr>
            <a:xfrm>
              <a:off x="5422255" y="2324634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7" name="pt2997"/>
            <p:cNvSpPr/>
            <p:nvPr/>
          </p:nvSpPr>
          <p:spPr>
            <a:xfrm>
              <a:off x="5941725" y="181939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8" name="pt2998"/>
            <p:cNvSpPr/>
            <p:nvPr/>
          </p:nvSpPr>
          <p:spPr>
            <a:xfrm>
              <a:off x="6249877" y="2320112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9" name="pt2999"/>
            <p:cNvSpPr/>
            <p:nvPr/>
          </p:nvSpPr>
          <p:spPr>
            <a:xfrm>
              <a:off x="6061898" y="2391859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0" name="pt3000"/>
            <p:cNvSpPr/>
            <p:nvPr/>
          </p:nvSpPr>
          <p:spPr>
            <a:xfrm>
              <a:off x="6758939" y="2041230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1" name="pt3001"/>
            <p:cNvSpPr/>
            <p:nvPr/>
          </p:nvSpPr>
          <p:spPr>
            <a:xfrm>
              <a:off x="7274182" y="1795682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2" name="pt3002"/>
            <p:cNvSpPr/>
            <p:nvPr/>
          </p:nvSpPr>
          <p:spPr>
            <a:xfrm>
              <a:off x="6897644" y="1708756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3" name="pt3003"/>
            <p:cNvSpPr/>
            <p:nvPr/>
          </p:nvSpPr>
          <p:spPr>
            <a:xfrm>
              <a:off x="6060326" y="2443116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4" name="pt3004"/>
            <p:cNvSpPr/>
            <p:nvPr/>
          </p:nvSpPr>
          <p:spPr>
            <a:xfrm>
              <a:off x="6428464" y="1923194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5" name="pt3005"/>
            <p:cNvSpPr/>
            <p:nvPr/>
          </p:nvSpPr>
          <p:spPr>
            <a:xfrm>
              <a:off x="6766483" y="2082536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6" name="pt3006"/>
            <p:cNvSpPr/>
            <p:nvPr/>
          </p:nvSpPr>
          <p:spPr>
            <a:xfrm>
              <a:off x="6242827" y="2306911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7" name="pt3007"/>
            <p:cNvSpPr/>
            <p:nvPr/>
          </p:nvSpPr>
          <p:spPr>
            <a:xfrm>
              <a:off x="7331950" y="2031470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8" name="pt3008"/>
            <p:cNvSpPr/>
            <p:nvPr/>
          </p:nvSpPr>
          <p:spPr>
            <a:xfrm>
              <a:off x="5820571" y="242100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9" name="pt3009"/>
            <p:cNvSpPr/>
            <p:nvPr/>
          </p:nvSpPr>
          <p:spPr>
            <a:xfrm>
              <a:off x="5607491" y="2568468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0" name="pt3010"/>
            <p:cNvSpPr/>
            <p:nvPr/>
          </p:nvSpPr>
          <p:spPr>
            <a:xfrm>
              <a:off x="5790013" y="2095374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1" name="pt3011"/>
            <p:cNvSpPr/>
            <p:nvPr/>
          </p:nvSpPr>
          <p:spPr>
            <a:xfrm>
              <a:off x="6625768" y="2148528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2" name="pt3012"/>
            <p:cNvSpPr/>
            <p:nvPr/>
          </p:nvSpPr>
          <p:spPr>
            <a:xfrm>
              <a:off x="6428263" y="1944182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3" name="pt3013"/>
            <p:cNvSpPr/>
            <p:nvPr/>
          </p:nvSpPr>
          <p:spPr>
            <a:xfrm>
              <a:off x="5923815" y="194303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4" name="pt3014"/>
            <p:cNvSpPr/>
            <p:nvPr/>
          </p:nvSpPr>
          <p:spPr>
            <a:xfrm>
              <a:off x="6060188" y="2342531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5" name="pt3015"/>
            <p:cNvSpPr/>
            <p:nvPr/>
          </p:nvSpPr>
          <p:spPr>
            <a:xfrm>
              <a:off x="6341042" y="2178781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6" name="pt3016"/>
            <p:cNvSpPr/>
            <p:nvPr/>
          </p:nvSpPr>
          <p:spPr>
            <a:xfrm>
              <a:off x="6116786" y="2185566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7" name="pt3017"/>
            <p:cNvSpPr/>
            <p:nvPr/>
          </p:nvSpPr>
          <p:spPr>
            <a:xfrm>
              <a:off x="6029451" y="2235077"/>
              <a:ext cx="16849" cy="16849"/>
            </a:xfrm>
            <a:prstGeom prst="ellipse">
              <a:avLst/>
            </a:prstGeom>
            <a:solidFill>
              <a:srgbClr val="78CF53">
                <a:alpha val="45098"/>
              </a:srgbClr>
            </a:solidFill>
            <a:ln w="7363" cap="rnd">
              <a:solidFill>
                <a:srgbClr val="78CF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8" name="pt3018"/>
            <p:cNvSpPr/>
            <p:nvPr/>
          </p:nvSpPr>
          <p:spPr>
            <a:xfrm>
              <a:off x="6659901" y="2112100"/>
              <a:ext cx="16849" cy="16849"/>
            </a:xfrm>
            <a:prstGeom prst="ellipse">
              <a:avLst/>
            </a:prstGeom>
            <a:solidFill>
              <a:srgbClr val="CCDF3C">
                <a:alpha val="45098"/>
              </a:srgbClr>
            </a:solidFill>
            <a:ln w="7363" cap="rnd">
              <a:solidFill>
                <a:srgbClr val="CCDF3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9" name="pt3019"/>
            <p:cNvSpPr/>
            <p:nvPr/>
          </p:nvSpPr>
          <p:spPr>
            <a:xfrm>
              <a:off x="6210900" y="2140352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0" name="pt3020"/>
            <p:cNvSpPr/>
            <p:nvPr/>
          </p:nvSpPr>
          <p:spPr>
            <a:xfrm>
              <a:off x="5625805" y="2508068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1" name="pt3021"/>
            <p:cNvSpPr/>
            <p:nvPr/>
          </p:nvSpPr>
          <p:spPr>
            <a:xfrm>
              <a:off x="6194294" y="2228222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2" name="pt3022"/>
            <p:cNvSpPr/>
            <p:nvPr/>
          </p:nvSpPr>
          <p:spPr>
            <a:xfrm>
              <a:off x="6243052" y="2099910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3" name="pt3023"/>
            <p:cNvSpPr/>
            <p:nvPr/>
          </p:nvSpPr>
          <p:spPr>
            <a:xfrm>
              <a:off x="6789891" y="1846370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4" name="pt3024"/>
            <p:cNvSpPr/>
            <p:nvPr/>
          </p:nvSpPr>
          <p:spPr>
            <a:xfrm>
              <a:off x="5336913" y="2061473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5" name="pt3025"/>
            <p:cNvSpPr/>
            <p:nvPr/>
          </p:nvSpPr>
          <p:spPr>
            <a:xfrm>
              <a:off x="5932126" y="2072838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6" name="pt3026"/>
            <p:cNvSpPr/>
            <p:nvPr/>
          </p:nvSpPr>
          <p:spPr>
            <a:xfrm>
              <a:off x="6360572" y="2253795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7" name="pt3027"/>
            <p:cNvSpPr/>
            <p:nvPr/>
          </p:nvSpPr>
          <p:spPr>
            <a:xfrm>
              <a:off x="5907506" y="201575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8" name="pt3028"/>
            <p:cNvSpPr/>
            <p:nvPr/>
          </p:nvSpPr>
          <p:spPr>
            <a:xfrm>
              <a:off x="6712185" y="193608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9" name="pt3029"/>
            <p:cNvSpPr/>
            <p:nvPr/>
          </p:nvSpPr>
          <p:spPr>
            <a:xfrm>
              <a:off x="6792915" y="1800854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0" name="pt3030"/>
            <p:cNvSpPr/>
            <p:nvPr/>
          </p:nvSpPr>
          <p:spPr>
            <a:xfrm>
              <a:off x="6332834" y="227417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1" name="pt3031"/>
            <p:cNvSpPr/>
            <p:nvPr/>
          </p:nvSpPr>
          <p:spPr>
            <a:xfrm>
              <a:off x="5423715" y="2466838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2" name="pt3032"/>
            <p:cNvSpPr/>
            <p:nvPr/>
          </p:nvSpPr>
          <p:spPr>
            <a:xfrm>
              <a:off x="6714512" y="2028052"/>
              <a:ext cx="16849" cy="16849"/>
            </a:xfrm>
            <a:prstGeom prst="ellipse">
              <a:avLst/>
            </a:prstGeom>
            <a:solidFill>
              <a:srgbClr val="2DAB81">
                <a:alpha val="45098"/>
              </a:srgbClr>
            </a:solidFill>
            <a:ln w="7363" cap="rnd">
              <a:solidFill>
                <a:srgbClr val="2D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3" name="pt3033"/>
            <p:cNvSpPr/>
            <p:nvPr/>
          </p:nvSpPr>
          <p:spPr>
            <a:xfrm>
              <a:off x="6448075" y="214471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4" name="pt3034"/>
            <p:cNvSpPr/>
            <p:nvPr/>
          </p:nvSpPr>
          <p:spPr>
            <a:xfrm>
              <a:off x="6263120" y="2441829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5" name="pt3035"/>
            <p:cNvSpPr/>
            <p:nvPr/>
          </p:nvSpPr>
          <p:spPr>
            <a:xfrm>
              <a:off x="6883665" y="1765796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6" name="pt3036"/>
            <p:cNvSpPr/>
            <p:nvPr/>
          </p:nvSpPr>
          <p:spPr>
            <a:xfrm>
              <a:off x="6267093" y="241107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7" name="pt3037"/>
            <p:cNvSpPr/>
            <p:nvPr/>
          </p:nvSpPr>
          <p:spPr>
            <a:xfrm>
              <a:off x="6772794" y="205088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8" name="pt3038"/>
            <p:cNvSpPr/>
            <p:nvPr/>
          </p:nvSpPr>
          <p:spPr>
            <a:xfrm>
              <a:off x="6143481" y="2296077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9" name="pt3039"/>
            <p:cNvSpPr/>
            <p:nvPr/>
          </p:nvSpPr>
          <p:spPr>
            <a:xfrm>
              <a:off x="6183317" y="230634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0" name="pt3040"/>
            <p:cNvSpPr/>
            <p:nvPr/>
          </p:nvSpPr>
          <p:spPr>
            <a:xfrm>
              <a:off x="6430021" y="1868073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1" name="pt3041"/>
            <p:cNvSpPr/>
            <p:nvPr/>
          </p:nvSpPr>
          <p:spPr>
            <a:xfrm>
              <a:off x="6758275" y="2051867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2" name="pt3042"/>
            <p:cNvSpPr/>
            <p:nvPr/>
          </p:nvSpPr>
          <p:spPr>
            <a:xfrm>
              <a:off x="6511014" y="2006594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3" name="pt3043"/>
            <p:cNvSpPr/>
            <p:nvPr/>
          </p:nvSpPr>
          <p:spPr>
            <a:xfrm>
              <a:off x="6195355" y="2104974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4" name="pt3044"/>
            <p:cNvSpPr/>
            <p:nvPr/>
          </p:nvSpPr>
          <p:spPr>
            <a:xfrm>
              <a:off x="5669532" y="2343023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5" name="pt3045"/>
            <p:cNvSpPr/>
            <p:nvPr/>
          </p:nvSpPr>
          <p:spPr>
            <a:xfrm>
              <a:off x="6293580" y="2068966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6" name="pt3046"/>
            <p:cNvSpPr/>
            <p:nvPr/>
          </p:nvSpPr>
          <p:spPr>
            <a:xfrm>
              <a:off x="5831111" y="2402278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7" name="pt3047"/>
            <p:cNvSpPr/>
            <p:nvPr/>
          </p:nvSpPr>
          <p:spPr>
            <a:xfrm>
              <a:off x="6011526" y="2294231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8" name="pt3048"/>
            <p:cNvSpPr/>
            <p:nvPr/>
          </p:nvSpPr>
          <p:spPr>
            <a:xfrm>
              <a:off x="6491035" y="2092969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9" name="pt3049"/>
            <p:cNvSpPr/>
            <p:nvPr/>
          </p:nvSpPr>
          <p:spPr>
            <a:xfrm>
              <a:off x="5771292" y="2110037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0" name="pt3050"/>
            <p:cNvSpPr/>
            <p:nvPr/>
          </p:nvSpPr>
          <p:spPr>
            <a:xfrm>
              <a:off x="5214563" y="1822355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1" name="pt3051"/>
            <p:cNvSpPr/>
            <p:nvPr/>
          </p:nvSpPr>
          <p:spPr>
            <a:xfrm>
              <a:off x="6462708" y="2106399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2" name="pt3052"/>
            <p:cNvSpPr/>
            <p:nvPr/>
          </p:nvSpPr>
          <p:spPr>
            <a:xfrm>
              <a:off x="6825113" y="195128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3" name="pt3053"/>
            <p:cNvSpPr/>
            <p:nvPr/>
          </p:nvSpPr>
          <p:spPr>
            <a:xfrm>
              <a:off x="6497848" y="2075232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4" name="pt3054"/>
            <p:cNvSpPr/>
            <p:nvPr/>
          </p:nvSpPr>
          <p:spPr>
            <a:xfrm>
              <a:off x="6882317" y="190762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5" name="pt3055"/>
            <p:cNvSpPr/>
            <p:nvPr/>
          </p:nvSpPr>
          <p:spPr>
            <a:xfrm>
              <a:off x="6339724" y="2205090"/>
              <a:ext cx="16849" cy="16849"/>
            </a:xfrm>
            <a:prstGeom prst="ellipse">
              <a:avLst/>
            </a:prstGeom>
            <a:solidFill>
              <a:srgbClr val="59BC6D">
                <a:alpha val="45098"/>
              </a:srgbClr>
            </a:solidFill>
            <a:ln w="7363" cap="rnd">
              <a:solidFill>
                <a:srgbClr val="59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6" name="pt3056"/>
            <p:cNvSpPr/>
            <p:nvPr/>
          </p:nvSpPr>
          <p:spPr>
            <a:xfrm>
              <a:off x="6228202" y="2285240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7" name="pt3057"/>
            <p:cNvSpPr/>
            <p:nvPr/>
          </p:nvSpPr>
          <p:spPr>
            <a:xfrm>
              <a:off x="5866594" y="1988549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8" name="pt3058"/>
            <p:cNvSpPr/>
            <p:nvPr/>
          </p:nvSpPr>
          <p:spPr>
            <a:xfrm>
              <a:off x="6132017" y="234587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9" name="pt3059"/>
            <p:cNvSpPr/>
            <p:nvPr/>
          </p:nvSpPr>
          <p:spPr>
            <a:xfrm>
              <a:off x="6058037" y="2513705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0" name="pt3060"/>
            <p:cNvSpPr/>
            <p:nvPr/>
          </p:nvSpPr>
          <p:spPr>
            <a:xfrm>
              <a:off x="6250169" y="2277211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1" name="pt3061"/>
            <p:cNvSpPr/>
            <p:nvPr/>
          </p:nvSpPr>
          <p:spPr>
            <a:xfrm>
              <a:off x="6195335" y="2256964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2" name="pt3062"/>
            <p:cNvSpPr/>
            <p:nvPr/>
          </p:nvSpPr>
          <p:spPr>
            <a:xfrm>
              <a:off x="6223580" y="2310710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3" name="pt3063"/>
            <p:cNvSpPr/>
            <p:nvPr/>
          </p:nvSpPr>
          <p:spPr>
            <a:xfrm>
              <a:off x="6608125" y="2128155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4" name="pt3064"/>
            <p:cNvSpPr/>
            <p:nvPr/>
          </p:nvSpPr>
          <p:spPr>
            <a:xfrm>
              <a:off x="6313868" y="2258483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5" name="pt3065"/>
            <p:cNvSpPr/>
            <p:nvPr/>
          </p:nvSpPr>
          <p:spPr>
            <a:xfrm>
              <a:off x="5172937" y="2426240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6" name="pt3066"/>
            <p:cNvSpPr/>
            <p:nvPr/>
          </p:nvSpPr>
          <p:spPr>
            <a:xfrm>
              <a:off x="5642063" y="2402366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7" name="pt3067"/>
            <p:cNvSpPr/>
            <p:nvPr/>
          </p:nvSpPr>
          <p:spPr>
            <a:xfrm>
              <a:off x="6759128" y="209314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8" name="pt3068"/>
            <p:cNvSpPr/>
            <p:nvPr/>
          </p:nvSpPr>
          <p:spPr>
            <a:xfrm>
              <a:off x="5530240" y="2326838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9" name="pt3069"/>
            <p:cNvSpPr/>
            <p:nvPr/>
          </p:nvSpPr>
          <p:spPr>
            <a:xfrm>
              <a:off x="6465199" y="2065130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0" name="pt3070"/>
            <p:cNvSpPr/>
            <p:nvPr/>
          </p:nvSpPr>
          <p:spPr>
            <a:xfrm>
              <a:off x="6025745" y="2233218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1" name="pt3071"/>
            <p:cNvSpPr/>
            <p:nvPr/>
          </p:nvSpPr>
          <p:spPr>
            <a:xfrm>
              <a:off x="5827012" y="2570064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2" name="pt3072"/>
            <p:cNvSpPr/>
            <p:nvPr/>
          </p:nvSpPr>
          <p:spPr>
            <a:xfrm>
              <a:off x="6415373" y="2264874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3" name="pt3073"/>
            <p:cNvSpPr/>
            <p:nvPr/>
          </p:nvSpPr>
          <p:spPr>
            <a:xfrm>
              <a:off x="6430536" y="1908540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4" name="pt3074"/>
            <p:cNvSpPr/>
            <p:nvPr/>
          </p:nvSpPr>
          <p:spPr>
            <a:xfrm>
              <a:off x="6046877" y="2388231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5" name="pt3075"/>
            <p:cNvSpPr/>
            <p:nvPr/>
          </p:nvSpPr>
          <p:spPr>
            <a:xfrm>
              <a:off x="6250868" y="2333678"/>
              <a:ext cx="16849" cy="16849"/>
            </a:xfrm>
            <a:prstGeom prst="ellipse">
              <a:avLst/>
            </a:prstGeom>
            <a:solidFill>
              <a:srgbClr val="3AAE7D">
                <a:alpha val="45098"/>
              </a:srgbClr>
            </a:solidFill>
            <a:ln w="7363" cap="rnd">
              <a:solidFill>
                <a:srgbClr val="3AAE7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6" name="pt3076"/>
            <p:cNvSpPr/>
            <p:nvPr/>
          </p:nvSpPr>
          <p:spPr>
            <a:xfrm>
              <a:off x="5083994" y="2849563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7" name="pt3077"/>
            <p:cNvSpPr/>
            <p:nvPr/>
          </p:nvSpPr>
          <p:spPr>
            <a:xfrm>
              <a:off x="6343374" y="234179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8" name="pt3078"/>
            <p:cNvSpPr/>
            <p:nvPr/>
          </p:nvSpPr>
          <p:spPr>
            <a:xfrm>
              <a:off x="6539156" y="2123576"/>
              <a:ext cx="16849" cy="16849"/>
            </a:xfrm>
            <a:prstGeom prst="ellipse">
              <a:avLst/>
            </a:prstGeom>
            <a:solidFill>
              <a:srgbClr val="72CC59">
                <a:alpha val="45098"/>
              </a:srgbClr>
            </a:solidFill>
            <a:ln w="7363" cap="rnd">
              <a:solidFill>
                <a:srgbClr val="72CC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9" name="pt3079"/>
            <p:cNvSpPr/>
            <p:nvPr/>
          </p:nvSpPr>
          <p:spPr>
            <a:xfrm>
              <a:off x="6529084" y="2181346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0" name="pt3080"/>
            <p:cNvSpPr/>
            <p:nvPr/>
          </p:nvSpPr>
          <p:spPr>
            <a:xfrm>
              <a:off x="5654352" y="2390690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1" name="pt3081"/>
            <p:cNvSpPr/>
            <p:nvPr/>
          </p:nvSpPr>
          <p:spPr>
            <a:xfrm>
              <a:off x="6953820" y="1941691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2" name="pt3082"/>
            <p:cNvSpPr/>
            <p:nvPr/>
          </p:nvSpPr>
          <p:spPr>
            <a:xfrm>
              <a:off x="6066106" y="2393719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3" name="pt3083"/>
            <p:cNvSpPr/>
            <p:nvPr/>
          </p:nvSpPr>
          <p:spPr>
            <a:xfrm>
              <a:off x="5650131" y="2369028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4" name="pt3084"/>
            <p:cNvSpPr/>
            <p:nvPr/>
          </p:nvSpPr>
          <p:spPr>
            <a:xfrm>
              <a:off x="6176913" y="2244342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5" name="pt3085"/>
            <p:cNvSpPr/>
            <p:nvPr/>
          </p:nvSpPr>
          <p:spPr>
            <a:xfrm>
              <a:off x="6429658" y="1837569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6" name="pt3086"/>
            <p:cNvSpPr/>
            <p:nvPr/>
          </p:nvSpPr>
          <p:spPr>
            <a:xfrm>
              <a:off x="5517584" y="2426576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7" name="pt3087"/>
            <p:cNvSpPr/>
            <p:nvPr/>
          </p:nvSpPr>
          <p:spPr>
            <a:xfrm>
              <a:off x="6370734" y="2191584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8" name="pt3088"/>
            <p:cNvSpPr/>
            <p:nvPr/>
          </p:nvSpPr>
          <p:spPr>
            <a:xfrm>
              <a:off x="6967611" y="1512356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9" name="pt3089"/>
            <p:cNvSpPr/>
            <p:nvPr/>
          </p:nvSpPr>
          <p:spPr>
            <a:xfrm>
              <a:off x="5722987" y="2486269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0" name="pt3090"/>
            <p:cNvSpPr/>
            <p:nvPr/>
          </p:nvSpPr>
          <p:spPr>
            <a:xfrm>
              <a:off x="6395354" y="2011656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1" name="pt3091"/>
            <p:cNvSpPr/>
            <p:nvPr/>
          </p:nvSpPr>
          <p:spPr>
            <a:xfrm>
              <a:off x="6252890" y="2299386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2" name="pt3092"/>
            <p:cNvSpPr/>
            <p:nvPr/>
          </p:nvSpPr>
          <p:spPr>
            <a:xfrm>
              <a:off x="5190875" y="2224734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3" name="pt3093"/>
            <p:cNvSpPr/>
            <p:nvPr/>
          </p:nvSpPr>
          <p:spPr>
            <a:xfrm>
              <a:off x="6120884" y="241002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4" name="pt3094"/>
            <p:cNvSpPr/>
            <p:nvPr/>
          </p:nvSpPr>
          <p:spPr>
            <a:xfrm>
              <a:off x="6518013" y="2281188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5" name="pt3095"/>
            <p:cNvSpPr/>
            <p:nvPr/>
          </p:nvSpPr>
          <p:spPr>
            <a:xfrm>
              <a:off x="6267249" y="2433353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6" name="pt3096"/>
            <p:cNvSpPr/>
            <p:nvPr/>
          </p:nvSpPr>
          <p:spPr>
            <a:xfrm>
              <a:off x="6690216" y="2072041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7" name="pt3097"/>
            <p:cNvSpPr/>
            <p:nvPr/>
          </p:nvSpPr>
          <p:spPr>
            <a:xfrm>
              <a:off x="6026358" y="207065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8" name="pt3098"/>
            <p:cNvSpPr/>
            <p:nvPr/>
          </p:nvSpPr>
          <p:spPr>
            <a:xfrm>
              <a:off x="6750930" y="2156461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9" name="pt3099"/>
            <p:cNvSpPr/>
            <p:nvPr/>
          </p:nvSpPr>
          <p:spPr>
            <a:xfrm>
              <a:off x="5876061" y="2100557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0" name="pt3100"/>
            <p:cNvSpPr/>
            <p:nvPr/>
          </p:nvSpPr>
          <p:spPr>
            <a:xfrm>
              <a:off x="5872719" y="204452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1" name="pt3101"/>
            <p:cNvSpPr/>
            <p:nvPr/>
          </p:nvSpPr>
          <p:spPr>
            <a:xfrm>
              <a:off x="6188419" y="2219111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2" name="pt3102"/>
            <p:cNvSpPr/>
            <p:nvPr/>
          </p:nvSpPr>
          <p:spPr>
            <a:xfrm>
              <a:off x="5893054" y="2152505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3" name="pt3103"/>
            <p:cNvSpPr/>
            <p:nvPr/>
          </p:nvSpPr>
          <p:spPr>
            <a:xfrm>
              <a:off x="5773443" y="2373206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4" name="pt3104"/>
            <p:cNvSpPr/>
            <p:nvPr/>
          </p:nvSpPr>
          <p:spPr>
            <a:xfrm>
              <a:off x="6151409" y="2154207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5" name="pt3105"/>
            <p:cNvSpPr/>
            <p:nvPr/>
          </p:nvSpPr>
          <p:spPr>
            <a:xfrm>
              <a:off x="6318904" y="2198191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6" name="pt3106"/>
            <p:cNvSpPr/>
            <p:nvPr/>
          </p:nvSpPr>
          <p:spPr>
            <a:xfrm>
              <a:off x="6584841" y="2232463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7" name="pt3107"/>
            <p:cNvSpPr/>
            <p:nvPr/>
          </p:nvSpPr>
          <p:spPr>
            <a:xfrm>
              <a:off x="6116470" y="2311626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8" name="pt3108"/>
            <p:cNvSpPr/>
            <p:nvPr/>
          </p:nvSpPr>
          <p:spPr>
            <a:xfrm>
              <a:off x="6700437" y="2096126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9" name="pt3109"/>
            <p:cNvSpPr/>
            <p:nvPr/>
          </p:nvSpPr>
          <p:spPr>
            <a:xfrm>
              <a:off x="6357600" y="2218064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0" name="pt3110"/>
            <p:cNvSpPr/>
            <p:nvPr/>
          </p:nvSpPr>
          <p:spPr>
            <a:xfrm>
              <a:off x="6582247" y="224654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1" name="pt3111"/>
            <p:cNvSpPr/>
            <p:nvPr/>
          </p:nvSpPr>
          <p:spPr>
            <a:xfrm>
              <a:off x="6312840" y="2331029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2" name="pt3112"/>
            <p:cNvSpPr/>
            <p:nvPr/>
          </p:nvSpPr>
          <p:spPr>
            <a:xfrm>
              <a:off x="6902498" y="1757374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3" name="pt3113"/>
            <p:cNvSpPr/>
            <p:nvPr/>
          </p:nvSpPr>
          <p:spPr>
            <a:xfrm>
              <a:off x="5531409" y="2444169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4" name="pt3114"/>
            <p:cNvSpPr/>
            <p:nvPr/>
          </p:nvSpPr>
          <p:spPr>
            <a:xfrm>
              <a:off x="6440175" y="1883693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5" name="pt3115"/>
            <p:cNvSpPr/>
            <p:nvPr/>
          </p:nvSpPr>
          <p:spPr>
            <a:xfrm>
              <a:off x="6449734" y="2052771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6" name="pt3116"/>
            <p:cNvSpPr/>
            <p:nvPr/>
          </p:nvSpPr>
          <p:spPr>
            <a:xfrm>
              <a:off x="6211006" y="2298016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7" name="pt3117"/>
            <p:cNvSpPr/>
            <p:nvPr/>
          </p:nvSpPr>
          <p:spPr>
            <a:xfrm>
              <a:off x="5293166" y="249830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8" name="pt3118"/>
            <p:cNvSpPr/>
            <p:nvPr/>
          </p:nvSpPr>
          <p:spPr>
            <a:xfrm>
              <a:off x="5751123" y="2221986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9" name="pt3119"/>
            <p:cNvSpPr/>
            <p:nvPr/>
          </p:nvSpPr>
          <p:spPr>
            <a:xfrm>
              <a:off x="6752772" y="2108941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0" name="pt3120"/>
            <p:cNvSpPr/>
            <p:nvPr/>
          </p:nvSpPr>
          <p:spPr>
            <a:xfrm>
              <a:off x="5863461" y="2120631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1" name="pt3121"/>
            <p:cNvSpPr/>
            <p:nvPr/>
          </p:nvSpPr>
          <p:spPr>
            <a:xfrm>
              <a:off x="6288258" y="2168958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2" name="pt3122"/>
            <p:cNvSpPr/>
            <p:nvPr/>
          </p:nvSpPr>
          <p:spPr>
            <a:xfrm>
              <a:off x="6601331" y="226618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3" name="pt3123"/>
            <p:cNvSpPr/>
            <p:nvPr/>
          </p:nvSpPr>
          <p:spPr>
            <a:xfrm>
              <a:off x="6648191" y="1944869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4" name="pt3124"/>
            <p:cNvSpPr/>
            <p:nvPr/>
          </p:nvSpPr>
          <p:spPr>
            <a:xfrm>
              <a:off x="5662604" y="2479180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5" name="pt3125"/>
            <p:cNvSpPr/>
            <p:nvPr/>
          </p:nvSpPr>
          <p:spPr>
            <a:xfrm>
              <a:off x="6377720" y="238954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6" name="pt3126"/>
            <p:cNvSpPr/>
            <p:nvPr/>
          </p:nvSpPr>
          <p:spPr>
            <a:xfrm>
              <a:off x="7004282" y="170762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7" name="pt3127"/>
            <p:cNvSpPr/>
            <p:nvPr/>
          </p:nvSpPr>
          <p:spPr>
            <a:xfrm>
              <a:off x="6478091" y="210430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8" name="pt3128"/>
            <p:cNvSpPr/>
            <p:nvPr/>
          </p:nvSpPr>
          <p:spPr>
            <a:xfrm>
              <a:off x="6677009" y="232104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9" name="pt3129"/>
            <p:cNvSpPr/>
            <p:nvPr/>
          </p:nvSpPr>
          <p:spPr>
            <a:xfrm>
              <a:off x="6217826" y="2372603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0" name="pt3130"/>
            <p:cNvSpPr/>
            <p:nvPr/>
          </p:nvSpPr>
          <p:spPr>
            <a:xfrm>
              <a:off x="6230574" y="2393806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1" name="pt3131"/>
            <p:cNvSpPr/>
            <p:nvPr/>
          </p:nvSpPr>
          <p:spPr>
            <a:xfrm>
              <a:off x="6366392" y="232984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2" name="pt3132"/>
            <p:cNvSpPr/>
            <p:nvPr/>
          </p:nvSpPr>
          <p:spPr>
            <a:xfrm>
              <a:off x="6096931" y="2134945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3" name="pt3133"/>
            <p:cNvSpPr/>
            <p:nvPr/>
          </p:nvSpPr>
          <p:spPr>
            <a:xfrm>
              <a:off x="5942005" y="2124332"/>
              <a:ext cx="16849" cy="16849"/>
            </a:xfrm>
            <a:prstGeom prst="ellipse">
              <a:avLst/>
            </a:prstGeom>
            <a:solidFill>
              <a:srgbClr val="55BA70">
                <a:alpha val="45098"/>
              </a:srgbClr>
            </a:solidFill>
            <a:ln w="7363" cap="rnd">
              <a:solidFill>
                <a:srgbClr val="55BA7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4" name="pt3134"/>
            <p:cNvSpPr/>
            <p:nvPr/>
          </p:nvSpPr>
          <p:spPr>
            <a:xfrm>
              <a:off x="6659533" y="2024174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5" name="pt3135"/>
            <p:cNvSpPr/>
            <p:nvPr/>
          </p:nvSpPr>
          <p:spPr>
            <a:xfrm>
              <a:off x="6361662" y="2329317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6" name="pt3136"/>
            <p:cNvSpPr/>
            <p:nvPr/>
          </p:nvSpPr>
          <p:spPr>
            <a:xfrm>
              <a:off x="5470591" y="2512939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7" name="pt3137"/>
            <p:cNvSpPr/>
            <p:nvPr/>
          </p:nvSpPr>
          <p:spPr>
            <a:xfrm>
              <a:off x="6307390" y="219325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8" name="pt3138"/>
            <p:cNvSpPr/>
            <p:nvPr/>
          </p:nvSpPr>
          <p:spPr>
            <a:xfrm>
              <a:off x="6188632" y="223841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9" name="pt3139"/>
            <p:cNvSpPr/>
            <p:nvPr/>
          </p:nvSpPr>
          <p:spPr>
            <a:xfrm>
              <a:off x="5668458" y="2490306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0" name="pt3140"/>
            <p:cNvSpPr/>
            <p:nvPr/>
          </p:nvSpPr>
          <p:spPr>
            <a:xfrm>
              <a:off x="6711339" y="201392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1" name="pt3141"/>
            <p:cNvSpPr/>
            <p:nvPr/>
          </p:nvSpPr>
          <p:spPr>
            <a:xfrm>
              <a:off x="5876034" y="2029491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2" name="pt3142"/>
            <p:cNvSpPr/>
            <p:nvPr/>
          </p:nvSpPr>
          <p:spPr>
            <a:xfrm>
              <a:off x="6485431" y="228000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3" name="pt3143"/>
            <p:cNvSpPr/>
            <p:nvPr/>
          </p:nvSpPr>
          <p:spPr>
            <a:xfrm>
              <a:off x="6313704" y="2185765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4" name="pt3144"/>
            <p:cNvSpPr/>
            <p:nvPr/>
          </p:nvSpPr>
          <p:spPr>
            <a:xfrm>
              <a:off x="6410671" y="2133720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5" name="pt3145"/>
            <p:cNvSpPr/>
            <p:nvPr/>
          </p:nvSpPr>
          <p:spPr>
            <a:xfrm>
              <a:off x="6477810" y="2032304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6" name="pt3146"/>
            <p:cNvSpPr/>
            <p:nvPr/>
          </p:nvSpPr>
          <p:spPr>
            <a:xfrm>
              <a:off x="5772598" y="2084915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7" name="pt3147"/>
            <p:cNvSpPr/>
            <p:nvPr/>
          </p:nvSpPr>
          <p:spPr>
            <a:xfrm>
              <a:off x="5721582" y="247787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8" name="pt3148"/>
            <p:cNvSpPr/>
            <p:nvPr/>
          </p:nvSpPr>
          <p:spPr>
            <a:xfrm>
              <a:off x="6541770" y="2156945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9" name="pt3149"/>
            <p:cNvSpPr/>
            <p:nvPr/>
          </p:nvSpPr>
          <p:spPr>
            <a:xfrm>
              <a:off x="5852028" y="2186587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0" name="pt3150"/>
            <p:cNvSpPr/>
            <p:nvPr/>
          </p:nvSpPr>
          <p:spPr>
            <a:xfrm>
              <a:off x="5795671" y="2051146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1" name="pt3151"/>
            <p:cNvSpPr/>
            <p:nvPr/>
          </p:nvSpPr>
          <p:spPr>
            <a:xfrm>
              <a:off x="6919394" y="1743595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2" name="pt3152"/>
            <p:cNvSpPr/>
            <p:nvPr/>
          </p:nvSpPr>
          <p:spPr>
            <a:xfrm>
              <a:off x="6615809" y="2074841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3" name="pt3153"/>
            <p:cNvSpPr/>
            <p:nvPr/>
          </p:nvSpPr>
          <p:spPr>
            <a:xfrm>
              <a:off x="6519351" y="2172330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4" name="pt3154"/>
            <p:cNvSpPr/>
            <p:nvPr/>
          </p:nvSpPr>
          <p:spPr>
            <a:xfrm>
              <a:off x="6895530" y="1918934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5" name="pt3155"/>
            <p:cNvSpPr/>
            <p:nvPr/>
          </p:nvSpPr>
          <p:spPr>
            <a:xfrm>
              <a:off x="6209076" y="2399309"/>
              <a:ext cx="16849" cy="16849"/>
            </a:xfrm>
            <a:prstGeom prst="ellipse">
              <a:avLst/>
            </a:prstGeom>
            <a:solidFill>
              <a:srgbClr val="2DAB81">
                <a:alpha val="45098"/>
              </a:srgbClr>
            </a:solidFill>
            <a:ln w="7363" cap="rnd">
              <a:solidFill>
                <a:srgbClr val="2D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6" name="pt3156"/>
            <p:cNvSpPr/>
            <p:nvPr/>
          </p:nvSpPr>
          <p:spPr>
            <a:xfrm>
              <a:off x="6974642" y="1711609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7" name="pt3157"/>
            <p:cNvSpPr/>
            <p:nvPr/>
          </p:nvSpPr>
          <p:spPr>
            <a:xfrm>
              <a:off x="5865634" y="2043400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8" name="pt3158"/>
            <p:cNvSpPr/>
            <p:nvPr/>
          </p:nvSpPr>
          <p:spPr>
            <a:xfrm>
              <a:off x="6235899" y="2154218"/>
              <a:ext cx="16849" cy="16849"/>
            </a:xfrm>
            <a:prstGeom prst="ellipse">
              <a:avLst/>
            </a:prstGeom>
            <a:solidFill>
              <a:srgbClr val="A5D847">
                <a:alpha val="45098"/>
              </a:srgbClr>
            </a:solidFill>
            <a:ln w="7363" cap="rnd">
              <a:solidFill>
                <a:srgbClr val="A5D84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9" name="pt3159"/>
            <p:cNvSpPr/>
            <p:nvPr/>
          </p:nvSpPr>
          <p:spPr>
            <a:xfrm>
              <a:off x="6577334" y="2117892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0" name="pt3160"/>
            <p:cNvSpPr/>
            <p:nvPr/>
          </p:nvSpPr>
          <p:spPr>
            <a:xfrm>
              <a:off x="5709271" y="2473842"/>
              <a:ext cx="16849" cy="16849"/>
            </a:xfrm>
            <a:prstGeom prst="ellipse">
              <a:avLst/>
            </a:prstGeom>
            <a:solidFill>
              <a:srgbClr val="6AC661">
                <a:alpha val="45098"/>
              </a:srgbClr>
            </a:solidFill>
            <a:ln w="7363" cap="rnd">
              <a:solidFill>
                <a:srgbClr val="6AC66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1" name="pt3161"/>
            <p:cNvSpPr/>
            <p:nvPr/>
          </p:nvSpPr>
          <p:spPr>
            <a:xfrm>
              <a:off x="6243211" y="2286034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2" name="pt3162"/>
            <p:cNvSpPr/>
            <p:nvPr/>
          </p:nvSpPr>
          <p:spPr>
            <a:xfrm>
              <a:off x="5814046" y="2157420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3" name="pt3163"/>
            <p:cNvSpPr/>
            <p:nvPr/>
          </p:nvSpPr>
          <p:spPr>
            <a:xfrm>
              <a:off x="5741545" y="2084416"/>
              <a:ext cx="16849" cy="16849"/>
            </a:xfrm>
            <a:prstGeom prst="ellipse">
              <a:avLst/>
            </a:prstGeom>
            <a:solidFill>
              <a:srgbClr val="DCE236">
                <a:alpha val="45098"/>
              </a:srgbClr>
            </a:solidFill>
            <a:ln w="7363" cap="rnd">
              <a:solidFill>
                <a:srgbClr val="DCE23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4" name="pt3164"/>
            <p:cNvSpPr/>
            <p:nvPr/>
          </p:nvSpPr>
          <p:spPr>
            <a:xfrm>
              <a:off x="6773432" y="1901910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5" name="pt3165"/>
            <p:cNvSpPr/>
            <p:nvPr/>
          </p:nvSpPr>
          <p:spPr>
            <a:xfrm>
              <a:off x="5524909" y="245003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6" name="pt3166"/>
            <p:cNvSpPr/>
            <p:nvPr/>
          </p:nvSpPr>
          <p:spPr>
            <a:xfrm>
              <a:off x="6803962" y="2023416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7" name="pt3167"/>
            <p:cNvSpPr/>
            <p:nvPr/>
          </p:nvSpPr>
          <p:spPr>
            <a:xfrm>
              <a:off x="6275800" y="215473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8" name="pt3168"/>
            <p:cNvSpPr/>
            <p:nvPr/>
          </p:nvSpPr>
          <p:spPr>
            <a:xfrm>
              <a:off x="6365466" y="2201477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9" name="pt3169"/>
            <p:cNvSpPr/>
            <p:nvPr/>
          </p:nvSpPr>
          <p:spPr>
            <a:xfrm>
              <a:off x="6785271" y="1985596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0" name="pt3170"/>
            <p:cNvSpPr/>
            <p:nvPr/>
          </p:nvSpPr>
          <p:spPr>
            <a:xfrm>
              <a:off x="6622135" y="2155556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1" name="pt3171"/>
            <p:cNvSpPr/>
            <p:nvPr/>
          </p:nvSpPr>
          <p:spPr>
            <a:xfrm>
              <a:off x="7164033" y="1684761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2" name="pt3172"/>
            <p:cNvSpPr/>
            <p:nvPr/>
          </p:nvSpPr>
          <p:spPr>
            <a:xfrm>
              <a:off x="6221093" y="226302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3" name="pt3173"/>
            <p:cNvSpPr/>
            <p:nvPr/>
          </p:nvSpPr>
          <p:spPr>
            <a:xfrm>
              <a:off x="5878315" y="2169643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4" name="pt3174"/>
            <p:cNvSpPr/>
            <p:nvPr/>
          </p:nvSpPr>
          <p:spPr>
            <a:xfrm>
              <a:off x="6321644" y="2258980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5" name="pt3175"/>
            <p:cNvSpPr/>
            <p:nvPr/>
          </p:nvSpPr>
          <p:spPr>
            <a:xfrm>
              <a:off x="6974625" y="1691533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6" name="pt3176"/>
            <p:cNvSpPr/>
            <p:nvPr/>
          </p:nvSpPr>
          <p:spPr>
            <a:xfrm>
              <a:off x="5681442" y="2488946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7" name="pt3177"/>
            <p:cNvSpPr/>
            <p:nvPr/>
          </p:nvSpPr>
          <p:spPr>
            <a:xfrm>
              <a:off x="6545794" y="2109992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8" name="pt3178"/>
            <p:cNvSpPr/>
            <p:nvPr/>
          </p:nvSpPr>
          <p:spPr>
            <a:xfrm>
              <a:off x="4828447" y="2500399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9" name="pt3179"/>
            <p:cNvSpPr/>
            <p:nvPr/>
          </p:nvSpPr>
          <p:spPr>
            <a:xfrm>
              <a:off x="6299074" y="1830084"/>
              <a:ext cx="16849" cy="16849"/>
            </a:xfrm>
            <a:prstGeom prst="ellipse">
              <a:avLst/>
            </a:prstGeom>
            <a:solidFill>
              <a:srgbClr val="A5D847">
                <a:alpha val="45098"/>
              </a:srgbClr>
            </a:solidFill>
            <a:ln w="7363" cap="rnd">
              <a:solidFill>
                <a:srgbClr val="A5D84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0" name="pt3180"/>
            <p:cNvSpPr/>
            <p:nvPr/>
          </p:nvSpPr>
          <p:spPr>
            <a:xfrm>
              <a:off x="6845117" y="1900856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1" name="pt3181"/>
            <p:cNvSpPr/>
            <p:nvPr/>
          </p:nvSpPr>
          <p:spPr>
            <a:xfrm>
              <a:off x="6531380" y="234425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2" name="pt3182"/>
            <p:cNvSpPr/>
            <p:nvPr/>
          </p:nvSpPr>
          <p:spPr>
            <a:xfrm>
              <a:off x="5824660" y="2520603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3" name="pt3183"/>
            <p:cNvSpPr/>
            <p:nvPr/>
          </p:nvSpPr>
          <p:spPr>
            <a:xfrm>
              <a:off x="6205470" y="2259719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4" name="pt3184"/>
            <p:cNvSpPr/>
            <p:nvPr/>
          </p:nvSpPr>
          <p:spPr>
            <a:xfrm>
              <a:off x="5583107" y="1828199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5" name="pt3185"/>
            <p:cNvSpPr/>
            <p:nvPr/>
          </p:nvSpPr>
          <p:spPr>
            <a:xfrm>
              <a:off x="5993150" y="2625561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6" name="pt3186"/>
            <p:cNvSpPr/>
            <p:nvPr/>
          </p:nvSpPr>
          <p:spPr>
            <a:xfrm>
              <a:off x="6541167" y="2125031"/>
              <a:ext cx="16849" cy="16849"/>
            </a:xfrm>
            <a:prstGeom prst="ellipse">
              <a:avLst/>
            </a:prstGeom>
            <a:solidFill>
              <a:srgbClr val="5ABC6D">
                <a:alpha val="45098"/>
              </a:srgbClr>
            </a:solidFill>
            <a:ln w="7363" cap="rnd">
              <a:solidFill>
                <a:srgbClr val="5A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7" name="pt3187"/>
            <p:cNvSpPr/>
            <p:nvPr/>
          </p:nvSpPr>
          <p:spPr>
            <a:xfrm>
              <a:off x="6278678" y="211130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8" name="pt3188"/>
            <p:cNvSpPr/>
            <p:nvPr/>
          </p:nvSpPr>
          <p:spPr>
            <a:xfrm>
              <a:off x="5993506" y="2522303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9" name="pt3189"/>
            <p:cNvSpPr/>
            <p:nvPr/>
          </p:nvSpPr>
          <p:spPr>
            <a:xfrm>
              <a:off x="6283316" y="219585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0" name="pt3190"/>
            <p:cNvSpPr/>
            <p:nvPr/>
          </p:nvSpPr>
          <p:spPr>
            <a:xfrm>
              <a:off x="6597802" y="2124853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1" name="pt3191"/>
            <p:cNvSpPr/>
            <p:nvPr/>
          </p:nvSpPr>
          <p:spPr>
            <a:xfrm>
              <a:off x="6564735" y="2187100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2" name="pt3192"/>
            <p:cNvSpPr/>
            <p:nvPr/>
          </p:nvSpPr>
          <p:spPr>
            <a:xfrm>
              <a:off x="6498965" y="224843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3" name="pt3193"/>
            <p:cNvSpPr/>
            <p:nvPr/>
          </p:nvSpPr>
          <p:spPr>
            <a:xfrm>
              <a:off x="5934328" y="176031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4" name="pt3194"/>
            <p:cNvSpPr/>
            <p:nvPr/>
          </p:nvSpPr>
          <p:spPr>
            <a:xfrm>
              <a:off x="6472105" y="2094271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5" name="pt3195"/>
            <p:cNvSpPr/>
            <p:nvPr/>
          </p:nvSpPr>
          <p:spPr>
            <a:xfrm>
              <a:off x="6367623" y="2355452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6" name="pt3196"/>
            <p:cNvSpPr/>
            <p:nvPr/>
          </p:nvSpPr>
          <p:spPr>
            <a:xfrm>
              <a:off x="5897833" y="2295514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7" name="pt3197"/>
            <p:cNvSpPr/>
            <p:nvPr/>
          </p:nvSpPr>
          <p:spPr>
            <a:xfrm>
              <a:off x="5575486" y="2482626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8" name="pt3198"/>
            <p:cNvSpPr/>
            <p:nvPr/>
          </p:nvSpPr>
          <p:spPr>
            <a:xfrm>
              <a:off x="6828019" y="179614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9" name="pt3199"/>
            <p:cNvSpPr/>
            <p:nvPr/>
          </p:nvSpPr>
          <p:spPr>
            <a:xfrm>
              <a:off x="5592889" y="2479283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0" name="pt3200"/>
            <p:cNvSpPr/>
            <p:nvPr/>
          </p:nvSpPr>
          <p:spPr>
            <a:xfrm>
              <a:off x="6874550" y="1951110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1" name="pt3201"/>
            <p:cNvSpPr/>
            <p:nvPr/>
          </p:nvSpPr>
          <p:spPr>
            <a:xfrm>
              <a:off x="4747195" y="2096548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2" name="pt3202"/>
            <p:cNvSpPr/>
            <p:nvPr/>
          </p:nvSpPr>
          <p:spPr>
            <a:xfrm>
              <a:off x="6003425" y="2685784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3" name="pt3203"/>
            <p:cNvSpPr/>
            <p:nvPr/>
          </p:nvSpPr>
          <p:spPr>
            <a:xfrm>
              <a:off x="6520388" y="2253287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4" name="pt3204"/>
            <p:cNvSpPr/>
            <p:nvPr/>
          </p:nvSpPr>
          <p:spPr>
            <a:xfrm>
              <a:off x="6232740" y="2277140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5" name="pt3205"/>
            <p:cNvSpPr/>
            <p:nvPr/>
          </p:nvSpPr>
          <p:spPr>
            <a:xfrm>
              <a:off x="5795473" y="1890148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6" name="pt3206"/>
            <p:cNvSpPr/>
            <p:nvPr/>
          </p:nvSpPr>
          <p:spPr>
            <a:xfrm>
              <a:off x="6342961" y="2226972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7" name="pt3207"/>
            <p:cNvSpPr/>
            <p:nvPr/>
          </p:nvSpPr>
          <p:spPr>
            <a:xfrm>
              <a:off x="5807606" y="2195361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8" name="pt3208"/>
            <p:cNvSpPr/>
            <p:nvPr/>
          </p:nvSpPr>
          <p:spPr>
            <a:xfrm>
              <a:off x="6193806" y="2201873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9" name="pt3209"/>
            <p:cNvSpPr/>
            <p:nvPr/>
          </p:nvSpPr>
          <p:spPr>
            <a:xfrm>
              <a:off x="6288779" y="215235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0" name="pt3210"/>
            <p:cNvSpPr/>
            <p:nvPr/>
          </p:nvSpPr>
          <p:spPr>
            <a:xfrm>
              <a:off x="6151113" y="2149981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1" name="pt3211"/>
            <p:cNvSpPr/>
            <p:nvPr/>
          </p:nvSpPr>
          <p:spPr>
            <a:xfrm>
              <a:off x="5556239" y="2436528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2" name="pt3212"/>
            <p:cNvSpPr/>
            <p:nvPr/>
          </p:nvSpPr>
          <p:spPr>
            <a:xfrm>
              <a:off x="5819652" y="252706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3" name="pt3213"/>
            <p:cNvSpPr/>
            <p:nvPr/>
          </p:nvSpPr>
          <p:spPr>
            <a:xfrm>
              <a:off x="5671630" y="2490945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4" name="pt3214"/>
            <p:cNvSpPr/>
            <p:nvPr/>
          </p:nvSpPr>
          <p:spPr>
            <a:xfrm>
              <a:off x="6262633" y="225903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5" name="pt3215"/>
            <p:cNvSpPr/>
            <p:nvPr/>
          </p:nvSpPr>
          <p:spPr>
            <a:xfrm>
              <a:off x="6050537" y="2252598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6" name="pt3216"/>
            <p:cNvSpPr/>
            <p:nvPr/>
          </p:nvSpPr>
          <p:spPr>
            <a:xfrm>
              <a:off x="6482612" y="235052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7" name="pt3217"/>
            <p:cNvSpPr/>
            <p:nvPr/>
          </p:nvSpPr>
          <p:spPr>
            <a:xfrm>
              <a:off x="5864842" y="2140397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8" name="pt3218"/>
            <p:cNvSpPr/>
            <p:nvPr/>
          </p:nvSpPr>
          <p:spPr>
            <a:xfrm>
              <a:off x="6018534" y="205699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9" name="pt3219"/>
            <p:cNvSpPr/>
            <p:nvPr/>
          </p:nvSpPr>
          <p:spPr>
            <a:xfrm>
              <a:off x="6144010" y="241368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0" name="pt3220"/>
            <p:cNvSpPr/>
            <p:nvPr/>
          </p:nvSpPr>
          <p:spPr>
            <a:xfrm>
              <a:off x="6751687" y="2040271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1" name="pt3221"/>
            <p:cNvSpPr/>
            <p:nvPr/>
          </p:nvSpPr>
          <p:spPr>
            <a:xfrm>
              <a:off x="6858623" y="1978845"/>
              <a:ext cx="16849" cy="16849"/>
            </a:xfrm>
            <a:prstGeom prst="ellipse">
              <a:avLst/>
            </a:prstGeom>
            <a:solidFill>
              <a:srgbClr val="6EC85E">
                <a:alpha val="45098"/>
              </a:srgbClr>
            </a:solidFill>
            <a:ln w="7363" cap="rnd">
              <a:solidFill>
                <a:srgbClr val="6EC85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2" name="pt3222"/>
            <p:cNvSpPr/>
            <p:nvPr/>
          </p:nvSpPr>
          <p:spPr>
            <a:xfrm>
              <a:off x="7288798" y="2134979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3" name="pt3223"/>
            <p:cNvSpPr/>
            <p:nvPr/>
          </p:nvSpPr>
          <p:spPr>
            <a:xfrm>
              <a:off x="6718320" y="207887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4" name="pt3224"/>
            <p:cNvSpPr/>
            <p:nvPr/>
          </p:nvSpPr>
          <p:spPr>
            <a:xfrm>
              <a:off x="6954617" y="1981972"/>
              <a:ext cx="16849" cy="16849"/>
            </a:xfrm>
            <a:prstGeom prst="ellipse">
              <a:avLst/>
            </a:prstGeom>
            <a:solidFill>
              <a:srgbClr val="77CF54">
                <a:alpha val="45098"/>
              </a:srgbClr>
            </a:solidFill>
            <a:ln w="7363" cap="rnd">
              <a:solidFill>
                <a:srgbClr val="77CF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5" name="pt3225"/>
            <p:cNvSpPr/>
            <p:nvPr/>
          </p:nvSpPr>
          <p:spPr>
            <a:xfrm>
              <a:off x="6107530" y="2312177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6" name="pt3226"/>
            <p:cNvSpPr/>
            <p:nvPr/>
          </p:nvSpPr>
          <p:spPr>
            <a:xfrm>
              <a:off x="6384784" y="2353722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7" name="pt3227"/>
            <p:cNvSpPr/>
            <p:nvPr/>
          </p:nvSpPr>
          <p:spPr>
            <a:xfrm>
              <a:off x="6856462" y="2051383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8" name="pt3228"/>
            <p:cNvSpPr/>
            <p:nvPr/>
          </p:nvSpPr>
          <p:spPr>
            <a:xfrm>
              <a:off x="5816462" y="241871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9" name="pt3229"/>
            <p:cNvSpPr/>
            <p:nvPr/>
          </p:nvSpPr>
          <p:spPr>
            <a:xfrm>
              <a:off x="5091028" y="2711014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0" name="pt3230"/>
            <p:cNvSpPr/>
            <p:nvPr/>
          </p:nvSpPr>
          <p:spPr>
            <a:xfrm>
              <a:off x="5972520" y="209118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1" name="pt3231"/>
            <p:cNvSpPr/>
            <p:nvPr/>
          </p:nvSpPr>
          <p:spPr>
            <a:xfrm>
              <a:off x="6137644" y="2303046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2" name="pt3232"/>
            <p:cNvSpPr/>
            <p:nvPr/>
          </p:nvSpPr>
          <p:spPr>
            <a:xfrm>
              <a:off x="5996527" y="228497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3" name="pt3233"/>
            <p:cNvSpPr/>
            <p:nvPr/>
          </p:nvSpPr>
          <p:spPr>
            <a:xfrm>
              <a:off x="5415168" y="2397155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4" name="pt3234"/>
            <p:cNvSpPr/>
            <p:nvPr/>
          </p:nvSpPr>
          <p:spPr>
            <a:xfrm>
              <a:off x="6061539" y="234332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5" name="pt3235"/>
            <p:cNvSpPr/>
            <p:nvPr/>
          </p:nvSpPr>
          <p:spPr>
            <a:xfrm>
              <a:off x="6430894" y="1882319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6" name="pt3236"/>
            <p:cNvSpPr/>
            <p:nvPr/>
          </p:nvSpPr>
          <p:spPr>
            <a:xfrm>
              <a:off x="5753032" y="2088623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7" name="pt3237"/>
            <p:cNvSpPr/>
            <p:nvPr/>
          </p:nvSpPr>
          <p:spPr>
            <a:xfrm>
              <a:off x="6538327" y="2170422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8" name="pt3238"/>
            <p:cNvSpPr/>
            <p:nvPr/>
          </p:nvSpPr>
          <p:spPr>
            <a:xfrm>
              <a:off x="5360111" y="2435718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9" name="pt3239"/>
            <p:cNvSpPr/>
            <p:nvPr/>
          </p:nvSpPr>
          <p:spPr>
            <a:xfrm>
              <a:off x="7163356" y="1663217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0" name="pt3240"/>
            <p:cNvSpPr/>
            <p:nvPr/>
          </p:nvSpPr>
          <p:spPr>
            <a:xfrm>
              <a:off x="6471871" y="2108097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1" name="pt3241"/>
            <p:cNvSpPr/>
            <p:nvPr/>
          </p:nvSpPr>
          <p:spPr>
            <a:xfrm>
              <a:off x="6483091" y="231716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2" name="pt3242"/>
            <p:cNvSpPr/>
            <p:nvPr/>
          </p:nvSpPr>
          <p:spPr>
            <a:xfrm>
              <a:off x="6450689" y="1981089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3" name="pt3243"/>
            <p:cNvSpPr/>
            <p:nvPr/>
          </p:nvSpPr>
          <p:spPr>
            <a:xfrm>
              <a:off x="6298253" y="2065330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4" name="pt3244"/>
            <p:cNvSpPr/>
            <p:nvPr/>
          </p:nvSpPr>
          <p:spPr>
            <a:xfrm>
              <a:off x="5963637" y="2371402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5" name="pt3245"/>
            <p:cNvSpPr/>
            <p:nvPr/>
          </p:nvSpPr>
          <p:spPr>
            <a:xfrm>
              <a:off x="6889643" y="1861381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6" name="pt3246"/>
            <p:cNvSpPr/>
            <p:nvPr/>
          </p:nvSpPr>
          <p:spPr>
            <a:xfrm>
              <a:off x="5511154" y="247600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7" name="pt3247"/>
            <p:cNvSpPr/>
            <p:nvPr/>
          </p:nvSpPr>
          <p:spPr>
            <a:xfrm>
              <a:off x="7156471" y="1667624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8" name="pt3248"/>
            <p:cNvSpPr/>
            <p:nvPr/>
          </p:nvSpPr>
          <p:spPr>
            <a:xfrm>
              <a:off x="6014743" y="2404819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9" name="pt3249"/>
            <p:cNvSpPr/>
            <p:nvPr/>
          </p:nvSpPr>
          <p:spPr>
            <a:xfrm>
              <a:off x="6608390" y="201288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0" name="pt3250"/>
            <p:cNvSpPr/>
            <p:nvPr/>
          </p:nvSpPr>
          <p:spPr>
            <a:xfrm>
              <a:off x="6488292" y="2150522"/>
              <a:ext cx="16849" cy="16849"/>
            </a:xfrm>
            <a:prstGeom prst="ellipse">
              <a:avLst/>
            </a:prstGeom>
            <a:solidFill>
              <a:srgbClr val="59BC6D">
                <a:alpha val="45098"/>
              </a:srgbClr>
            </a:solidFill>
            <a:ln w="7363" cap="rnd">
              <a:solidFill>
                <a:srgbClr val="59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1" name="pt3251"/>
            <p:cNvSpPr/>
            <p:nvPr/>
          </p:nvSpPr>
          <p:spPr>
            <a:xfrm>
              <a:off x="6863533" y="2044929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2" name="pt3252"/>
            <p:cNvSpPr/>
            <p:nvPr/>
          </p:nvSpPr>
          <p:spPr>
            <a:xfrm>
              <a:off x="6210885" y="2240752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3" name="pt3253"/>
            <p:cNvSpPr/>
            <p:nvPr/>
          </p:nvSpPr>
          <p:spPr>
            <a:xfrm>
              <a:off x="6070581" y="2313943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4" name="pt3254"/>
            <p:cNvSpPr/>
            <p:nvPr/>
          </p:nvSpPr>
          <p:spPr>
            <a:xfrm>
              <a:off x="6309244" y="2198747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5" name="pt3255"/>
            <p:cNvSpPr/>
            <p:nvPr/>
          </p:nvSpPr>
          <p:spPr>
            <a:xfrm>
              <a:off x="5968374" y="2441920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6" name="pt3256"/>
            <p:cNvSpPr/>
            <p:nvPr/>
          </p:nvSpPr>
          <p:spPr>
            <a:xfrm>
              <a:off x="6598777" y="211555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7" name="pt3257"/>
            <p:cNvSpPr/>
            <p:nvPr/>
          </p:nvSpPr>
          <p:spPr>
            <a:xfrm>
              <a:off x="6016004" y="2492560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8" name="pt3258"/>
            <p:cNvSpPr/>
            <p:nvPr/>
          </p:nvSpPr>
          <p:spPr>
            <a:xfrm>
              <a:off x="6170314" y="2268813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9" name="pt3259"/>
            <p:cNvSpPr/>
            <p:nvPr/>
          </p:nvSpPr>
          <p:spPr>
            <a:xfrm>
              <a:off x="6576215" y="2130309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0" name="pt3260"/>
            <p:cNvSpPr/>
            <p:nvPr/>
          </p:nvSpPr>
          <p:spPr>
            <a:xfrm>
              <a:off x="5800370" y="2085037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1" name="pt3261"/>
            <p:cNvSpPr/>
            <p:nvPr/>
          </p:nvSpPr>
          <p:spPr>
            <a:xfrm>
              <a:off x="7179721" y="1457955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2" name="pt3262"/>
            <p:cNvSpPr/>
            <p:nvPr/>
          </p:nvSpPr>
          <p:spPr>
            <a:xfrm>
              <a:off x="6602104" y="2082531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3" name="pt3263"/>
            <p:cNvSpPr/>
            <p:nvPr/>
          </p:nvSpPr>
          <p:spPr>
            <a:xfrm>
              <a:off x="6564166" y="2174069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4" name="pt3264"/>
            <p:cNvSpPr/>
            <p:nvPr/>
          </p:nvSpPr>
          <p:spPr>
            <a:xfrm>
              <a:off x="5770201" y="2206417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5" name="pt3265"/>
            <p:cNvSpPr/>
            <p:nvPr/>
          </p:nvSpPr>
          <p:spPr>
            <a:xfrm>
              <a:off x="6399500" y="2076938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6" name="pt3266"/>
            <p:cNvSpPr/>
            <p:nvPr/>
          </p:nvSpPr>
          <p:spPr>
            <a:xfrm>
              <a:off x="5241061" y="2092047"/>
              <a:ext cx="16849" cy="16849"/>
            </a:xfrm>
            <a:prstGeom prst="ellipse">
              <a:avLst/>
            </a:prstGeom>
            <a:solidFill>
              <a:srgbClr val="C5DE3E">
                <a:alpha val="45098"/>
              </a:srgbClr>
            </a:solidFill>
            <a:ln w="7363" cap="rnd">
              <a:solidFill>
                <a:srgbClr val="C5DE3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7" name="pt3267"/>
            <p:cNvSpPr/>
            <p:nvPr/>
          </p:nvSpPr>
          <p:spPr>
            <a:xfrm>
              <a:off x="7017568" y="1766344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8" name="pt3268"/>
            <p:cNvSpPr/>
            <p:nvPr/>
          </p:nvSpPr>
          <p:spPr>
            <a:xfrm>
              <a:off x="7067407" y="140589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9" name="pt3269"/>
            <p:cNvSpPr/>
            <p:nvPr/>
          </p:nvSpPr>
          <p:spPr>
            <a:xfrm>
              <a:off x="5698885" y="2356752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0" name="pt3270"/>
            <p:cNvSpPr/>
            <p:nvPr/>
          </p:nvSpPr>
          <p:spPr>
            <a:xfrm>
              <a:off x="6162122" y="2245573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1" name="pt3271"/>
            <p:cNvSpPr/>
            <p:nvPr/>
          </p:nvSpPr>
          <p:spPr>
            <a:xfrm>
              <a:off x="5780508" y="1898355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2" name="pt3272"/>
            <p:cNvSpPr/>
            <p:nvPr/>
          </p:nvSpPr>
          <p:spPr>
            <a:xfrm>
              <a:off x="6628582" y="2118246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3" name="pt3273"/>
            <p:cNvSpPr/>
            <p:nvPr/>
          </p:nvSpPr>
          <p:spPr>
            <a:xfrm>
              <a:off x="5629196" y="247105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4" name="pt3274"/>
            <p:cNvSpPr/>
            <p:nvPr/>
          </p:nvSpPr>
          <p:spPr>
            <a:xfrm>
              <a:off x="6594003" y="2196136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5" name="pt3275"/>
            <p:cNvSpPr/>
            <p:nvPr/>
          </p:nvSpPr>
          <p:spPr>
            <a:xfrm>
              <a:off x="5497773" y="2375622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6" name="pt3276"/>
            <p:cNvSpPr/>
            <p:nvPr/>
          </p:nvSpPr>
          <p:spPr>
            <a:xfrm>
              <a:off x="6403993" y="2050644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7" name="pt3277"/>
            <p:cNvSpPr/>
            <p:nvPr/>
          </p:nvSpPr>
          <p:spPr>
            <a:xfrm>
              <a:off x="6158794" y="2297224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8" name="pt3278"/>
            <p:cNvSpPr/>
            <p:nvPr/>
          </p:nvSpPr>
          <p:spPr>
            <a:xfrm>
              <a:off x="6684284" y="2093798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9" name="pt3279"/>
            <p:cNvSpPr/>
            <p:nvPr/>
          </p:nvSpPr>
          <p:spPr>
            <a:xfrm>
              <a:off x="5986440" y="2486032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0" name="pt3280"/>
            <p:cNvSpPr/>
            <p:nvPr/>
          </p:nvSpPr>
          <p:spPr>
            <a:xfrm>
              <a:off x="6534839" y="2133797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1" name="pt3281"/>
            <p:cNvSpPr/>
            <p:nvPr/>
          </p:nvSpPr>
          <p:spPr>
            <a:xfrm>
              <a:off x="5918769" y="2125311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2" name="pt3282"/>
            <p:cNvSpPr/>
            <p:nvPr/>
          </p:nvSpPr>
          <p:spPr>
            <a:xfrm>
              <a:off x="6491596" y="218459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3" name="pt3283"/>
            <p:cNvSpPr/>
            <p:nvPr/>
          </p:nvSpPr>
          <p:spPr>
            <a:xfrm>
              <a:off x="5744460" y="2181869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4" name="pt3284"/>
            <p:cNvSpPr/>
            <p:nvPr/>
          </p:nvSpPr>
          <p:spPr>
            <a:xfrm>
              <a:off x="6621149" y="225386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5" name="pt3285"/>
            <p:cNvSpPr/>
            <p:nvPr/>
          </p:nvSpPr>
          <p:spPr>
            <a:xfrm>
              <a:off x="6290896" y="2050793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6" name="pt3286"/>
            <p:cNvSpPr/>
            <p:nvPr/>
          </p:nvSpPr>
          <p:spPr>
            <a:xfrm>
              <a:off x="5962754" y="2385366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7" name="pt3287"/>
            <p:cNvSpPr/>
            <p:nvPr/>
          </p:nvSpPr>
          <p:spPr>
            <a:xfrm>
              <a:off x="6175602" y="2269565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8" name="pt3288"/>
            <p:cNvSpPr/>
            <p:nvPr/>
          </p:nvSpPr>
          <p:spPr>
            <a:xfrm>
              <a:off x="7060541" y="1700400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9" name="pt3289"/>
            <p:cNvSpPr/>
            <p:nvPr/>
          </p:nvSpPr>
          <p:spPr>
            <a:xfrm>
              <a:off x="6976176" y="1772482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0" name="pt3290"/>
            <p:cNvSpPr/>
            <p:nvPr/>
          </p:nvSpPr>
          <p:spPr>
            <a:xfrm>
              <a:off x="6497757" y="2235564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1" name="pt3291"/>
            <p:cNvSpPr/>
            <p:nvPr/>
          </p:nvSpPr>
          <p:spPr>
            <a:xfrm>
              <a:off x="6089465" y="2231515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2" name="pt3292"/>
            <p:cNvSpPr/>
            <p:nvPr/>
          </p:nvSpPr>
          <p:spPr>
            <a:xfrm>
              <a:off x="6556928" y="2117387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3" name="pt3293"/>
            <p:cNvSpPr/>
            <p:nvPr/>
          </p:nvSpPr>
          <p:spPr>
            <a:xfrm>
              <a:off x="5976783" y="2451245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4" name="pt3294"/>
            <p:cNvSpPr/>
            <p:nvPr/>
          </p:nvSpPr>
          <p:spPr>
            <a:xfrm>
              <a:off x="6471771" y="2058335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5" name="pt3295"/>
            <p:cNvSpPr/>
            <p:nvPr/>
          </p:nvSpPr>
          <p:spPr>
            <a:xfrm>
              <a:off x="6261766" y="2401999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6" name="pt3296"/>
            <p:cNvSpPr/>
            <p:nvPr/>
          </p:nvSpPr>
          <p:spPr>
            <a:xfrm>
              <a:off x="5172495" y="2474257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7" name="pt3297"/>
            <p:cNvSpPr/>
            <p:nvPr/>
          </p:nvSpPr>
          <p:spPr>
            <a:xfrm>
              <a:off x="6499046" y="2109328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8" name="pt3298"/>
            <p:cNvSpPr/>
            <p:nvPr/>
          </p:nvSpPr>
          <p:spPr>
            <a:xfrm>
              <a:off x="6113988" y="2159340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9" name="pt3299"/>
            <p:cNvSpPr/>
            <p:nvPr/>
          </p:nvSpPr>
          <p:spPr>
            <a:xfrm>
              <a:off x="5941222" y="178098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0" name="pt3300"/>
            <p:cNvSpPr/>
            <p:nvPr/>
          </p:nvSpPr>
          <p:spPr>
            <a:xfrm>
              <a:off x="6386642" y="230812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1" name="pt3301"/>
            <p:cNvSpPr/>
            <p:nvPr/>
          </p:nvSpPr>
          <p:spPr>
            <a:xfrm>
              <a:off x="5975086" y="2271448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2" name="pt3302"/>
            <p:cNvSpPr/>
            <p:nvPr/>
          </p:nvSpPr>
          <p:spPr>
            <a:xfrm>
              <a:off x="6815222" y="1808422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3" name="pt3303"/>
            <p:cNvSpPr/>
            <p:nvPr/>
          </p:nvSpPr>
          <p:spPr>
            <a:xfrm>
              <a:off x="6376559" y="2317906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4" name="pt3304"/>
            <p:cNvSpPr/>
            <p:nvPr/>
          </p:nvSpPr>
          <p:spPr>
            <a:xfrm>
              <a:off x="6465587" y="2075423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5" name="pt3305"/>
            <p:cNvSpPr/>
            <p:nvPr/>
          </p:nvSpPr>
          <p:spPr>
            <a:xfrm>
              <a:off x="7044741" y="1777051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6" name="pt3306"/>
            <p:cNvSpPr/>
            <p:nvPr/>
          </p:nvSpPr>
          <p:spPr>
            <a:xfrm>
              <a:off x="5650796" y="2441965"/>
              <a:ext cx="16849" cy="16849"/>
            </a:xfrm>
            <a:prstGeom prst="ellipse">
              <a:avLst/>
            </a:prstGeom>
            <a:solidFill>
              <a:srgbClr val="8DD44D">
                <a:alpha val="45098"/>
              </a:srgbClr>
            </a:solidFill>
            <a:ln w="7363" cap="rnd">
              <a:solidFill>
                <a:srgbClr val="8D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7" name="pt3307"/>
            <p:cNvSpPr/>
            <p:nvPr/>
          </p:nvSpPr>
          <p:spPr>
            <a:xfrm>
              <a:off x="6387298" y="219482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8" name="pt3308"/>
            <p:cNvSpPr/>
            <p:nvPr/>
          </p:nvSpPr>
          <p:spPr>
            <a:xfrm>
              <a:off x="5918867" y="196777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9" name="pt3309"/>
            <p:cNvSpPr/>
            <p:nvPr/>
          </p:nvSpPr>
          <p:spPr>
            <a:xfrm>
              <a:off x="6736001" y="2049765"/>
              <a:ext cx="16849" cy="16849"/>
            </a:xfrm>
            <a:prstGeom prst="ellipse">
              <a:avLst/>
            </a:prstGeom>
            <a:solidFill>
              <a:srgbClr val="2C898B">
                <a:alpha val="45098"/>
              </a:srgbClr>
            </a:solidFill>
            <a:ln w="7363" cap="rnd">
              <a:solidFill>
                <a:srgbClr val="2C89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0" name="pt3310"/>
            <p:cNvSpPr/>
            <p:nvPr/>
          </p:nvSpPr>
          <p:spPr>
            <a:xfrm>
              <a:off x="5095432" y="2901370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1" name="pt3311"/>
            <p:cNvSpPr/>
            <p:nvPr/>
          </p:nvSpPr>
          <p:spPr>
            <a:xfrm>
              <a:off x="5085423" y="2688774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2" name="pt3312"/>
            <p:cNvSpPr/>
            <p:nvPr/>
          </p:nvSpPr>
          <p:spPr>
            <a:xfrm>
              <a:off x="6315255" y="2168424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3" name="pt3313"/>
            <p:cNvSpPr/>
            <p:nvPr/>
          </p:nvSpPr>
          <p:spPr>
            <a:xfrm>
              <a:off x="6540843" y="2234146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4" name="pt3314"/>
            <p:cNvSpPr/>
            <p:nvPr/>
          </p:nvSpPr>
          <p:spPr>
            <a:xfrm>
              <a:off x="5832862" y="2458478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5" name="pt3315"/>
            <p:cNvSpPr/>
            <p:nvPr/>
          </p:nvSpPr>
          <p:spPr>
            <a:xfrm>
              <a:off x="6513431" y="2198808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6" name="pt3316"/>
            <p:cNvSpPr/>
            <p:nvPr/>
          </p:nvSpPr>
          <p:spPr>
            <a:xfrm>
              <a:off x="6038565" y="220787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7" name="pt3317"/>
            <p:cNvSpPr/>
            <p:nvPr/>
          </p:nvSpPr>
          <p:spPr>
            <a:xfrm>
              <a:off x="6748752" y="203863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8" name="pt3318"/>
            <p:cNvSpPr/>
            <p:nvPr/>
          </p:nvSpPr>
          <p:spPr>
            <a:xfrm>
              <a:off x="6394177" y="2206993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9" name="pt3319"/>
            <p:cNvSpPr/>
            <p:nvPr/>
          </p:nvSpPr>
          <p:spPr>
            <a:xfrm>
              <a:off x="6242155" y="2280482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0" name="pt3320"/>
            <p:cNvSpPr/>
            <p:nvPr/>
          </p:nvSpPr>
          <p:spPr>
            <a:xfrm>
              <a:off x="5902450" y="2104446"/>
              <a:ext cx="16849" cy="16849"/>
            </a:xfrm>
            <a:prstGeom prst="ellipse">
              <a:avLst/>
            </a:prstGeom>
            <a:solidFill>
              <a:srgbClr val="25A485">
                <a:alpha val="45098"/>
              </a:srgbClr>
            </a:solidFill>
            <a:ln w="7363" cap="rnd">
              <a:solidFill>
                <a:srgbClr val="25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1" name="pt3321"/>
            <p:cNvSpPr/>
            <p:nvPr/>
          </p:nvSpPr>
          <p:spPr>
            <a:xfrm>
              <a:off x="5823012" y="2539978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2" name="pt3322"/>
            <p:cNvSpPr/>
            <p:nvPr/>
          </p:nvSpPr>
          <p:spPr>
            <a:xfrm>
              <a:off x="6558899" y="2179904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3" name="pt3323"/>
            <p:cNvSpPr/>
            <p:nvPr/>
          </p:nvSpPr>
          <p:spPr>
            <a:xfrm>
              <a:off x="6506487" y="2054227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4" name="pt3324"/>
            <p:cNvSpPr/>
            <p:nvPr/>
          </p:nvSpPr>
          <p:spPr>
            <a:xfrm>
              <a:off x="5853386" y="2100617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5" name="pt3325"/>
            <p:cNvSpPr/>
            <p:nvPr/>
          </p:nvSpPr>
          <p:spPr>
            <a:xfrm>
              <a:off x="5672079" y="2455680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6" name="pt3326"/>
            <p:cNvSpPr/>
            <p:nvPr/>
          </p:nvSpPr>
          <p:spPr>
            <a:xfrm>
              <a:off x="5789667" y="2108522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7" name="pt3327"/>
            <p:cNvSpPr/>
            <p:nvPr/>
          </p:nvSpPr>
          <p:spPr>
            <a:xfrm>
              <a:off x="6581545" y="223810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8" name="pt3328"/>
            <p:cNvSpPr/>
            <p:nvPr/>
          </p:nvSpPr>
          <p:spPr>
            <a:xfrm>
              <a:off x="6342397" y="2176673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9" name="pt3329"/>
            <p:cNvSpPr/>
            <p:nvPr/>
          </p:nvSpPr>
          <p:spPr>
            <a:xfrm>
              <a:off x="6550751" y="225909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0" name="pt3330"/>
            <p:cNvSpPr/>
            <p:nvPr/>
          </p:nvSpPr>
          <p:spPr>
            <a:xfrm>
              <a:off x="6772599" y="203788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1" name="pt3331"/>
            <p:cNvSpPr/>
            <p:nvPr/>
          </p:nvSpPr>
          <p:spPr>
            <a:xfrm>
              <a:off x="6231350" y="2206100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2" name="pt3332"/>
            <p:cNvSpPr/>
            <p:nvPr/>
          </p:nvSpPr>
          <p:spPr>
            <a:xfrm>
              <a:off x="6377207" y="2294164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3" name="pt3333"/>
            <p:cNvSpPr/>
            <p:nvPr/>
          </p:nvSpPr>
          <p:spPr>
            <a:xfrm>
              <a:off x="5800889" y="2165244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4" name="pt3334"/>
            <p:cNvSpPr/>
            <p:nvPr/>
          </p:nvSpPr>
          <p:spPr>
            <a:xfrm>
              <a:off x="6138231" y="2258616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5" name="pt3335"/>
            <p:cNvSpPr/>
            <p:nvPr/>
          </p:nvSpPr>
          <p:spPr>
            <a:xfrm>
              <a:off x="5580116" y="2119838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6" name="pt3336"/>
            <p:cNvSpPr/>
            <p:nvPr/>
          </p:nvSpPr>
          <p:spPr>
            <a:xfrm>
              <a:off x="6472097" y="216547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7" name="pt3337"/>
            <p:cNvSpPr/>
            <p:nvPr/>
          </p:nvSpPr>
          <p:spPr>
            <a:xfrm>
              <a:off x="6108457" y="2238078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8" name="pt3338"/>
            <p:cNvSpPr/>
            <p:nvPr/>
          </p:nvSpPr>
          <p:spPr>
            <a:xfrm>
              <a:off x="5966195" y="2379062"/>
              <a:ext cx="16849" cy="16849"/>
            </a:xfrm>
            <a:prstGeom prst="ellipse">
              <a:avLst/>
            </a:prstGeom>
            <a:solidFill>
              <a:srgbClr val="38AE7E">
                <a:alpha val="45098"/>
              </a:srgbClr>
            </a:solidFill>
            <a:ln w="7363" cap="rnd">
              <a:solidFill>
                <a:srgbClr val="38AE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9" name="pt3339"/>
            <p:cNvSpPr/>
            <p:nvPr/>
          </p:nvSpPr>
          <p:spPr>
            <a:xfrm>
              <a:off x="6788163" y="2046410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0" name="pt3340"/>
            <p:cNvSpPr/>
            <p:nvPr/>
          </p:nvSpPr>
          <p:spPr>
            <a:xfrm>
              <a:off x="6659415" y="2070769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1" name="pt3341"/>
            <p:cNvSpPr/>
            <p:nvPr/>
          </p:nvSpPr>
          <p:spPr>
            <a:xfrm>
              <a:off x="6388379" y="2237176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2" name="pt3342"/>
            <p:cNvSpPr/>
            <p:nvPr/>
          </p:nvSpPr>
          <p:spPr>
            <a:xfrm>
              <a:off x="6444705" y="2038590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3" name="pt3343"/>
            <p:cNvSpPr/>
            <p:nvPr/>
          </p:nvSpPr>
          <p:spPr>
            <a:xfrm>
              <a:off x="5961922" y="2306538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4" name="pt3344"/>
            <p:cNvSpPr/>
            <p:nvPr/>
          </p:nvSpPr>
          <p:spPr>
            <a:xfrm>
              <a:off x="7365286" y="1358662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5" name="pt3345"/>
            <p:cNvSpPr/>
            <p:nvPr/>
          </p:nvSpPr>
          <p:spPr>
            <a:xfrm>
              <a:off x="6879076" y="1958406"/>
              <a:ext cx="16849" cy="16849"/>
            </a:xfrm>
            <a:prstGeom prst="ellipse">
              <a:avLst/>
            </a:prstGeom>
            <a:solidFill>
              <a:srgbClr val="6EC85E">
                <a:alpha val="45098"/>
              </a:srgbClr>
            </a:solidFill>
            <a:ln w="7363" cap="rnd">
              <a:solidFill>
                <a:srgbClr val="6EC85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6" name="pt3346"/>
            <p:cNvSpPr/>
            <p:nvPr/>
          </p:nvSpPr>
          <p:spPr>
            <a:xfrm>
              <a:off x="6034195" y="2326418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7" name="pt3347"/>
            <p:cNvSpPr/>
            <p:nvPr/>
          </p:nvSpPr>
          <p:spPr>
            <a:xfrm>
              <a:off x="6209339" y="2212792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8" name="pt3348"/>
            <p:cNvSpPr/>
            <p:nvPr/>
          </p:nvSpPr>
          <p:spPr>
            <a:xfrm>
              <a:off x="5658021" y="224222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9" name="pt3349"/>
            <p:cNvSpPr/>
            <p:nvPr/>
          </p:nvSpPr>
          <p:spPr>
            <a:xfrm>
              <a:off x="5727980" y="255105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0" name="pt3350"/>
            <p:cNvSpPr/>
            <p:nvPr/>
          </p:nvSpPr>
          <p:spPr>
            <a:xfrm>
              <a:off x="6805976" y="1969752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1" name="pt3351"/>
            <p:cNvSpPr/>
            <p:nvPr/>
          </p:nvSpPr>
          <p:spPr>
            <a:xfrm>
              <a:off x="6029637" y="2074748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2" name="pt3352"/>
            <p:cNvSpPr/>
            <p:nvPr/>
          </p:nvSpPr>
          <p:spPr>
            <a:xfrm>
              <a:off x="6721119" y="1870229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3" name="pt3353"/>
            <p:cNvSpPr/>
            <p:nvPr/>
          </p:nvSpPr>
          <p:spPr>
            <a:xfrm>
              <a:off x="6039516" y="2439575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4" name="pt3354"/>
            <p:cNvSpPr/>
            <p:nvPr/>
          </p:nvSpPr>
          <p:spPr>
            <a:xfrm>
              <a:off x="5505211" y="2370838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5" name="pt3355"/>
            <p:cNvSpPr/>
            <p:nvPr/>
          </p:nvSpPr>
          <p:spPr>
            <a:xfrm>
              <a:off x="6475163" y="2161021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6" name="pt3356"/>
            <p:cNvSpPr/>
            <p:nvPr/>
          </p:nvSpPr>
          <p:spPr>
            <a:xfrm>
              <a:off x="5919508" y="195875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7" name="pt3357"/>
            <p:cNvSpPr/>
            <p:nvPr/>
          </p:nvSpPr>
          <p:spPr>
            <a:xfrm>
              <a:off x="6485822" y="224131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8" name="pt3358"/>
            <p:cNvSpPr/>
            <p:nvPr/>
          </p:nvSpPr>
          <p:spPr>
            <a:xfrm>
              <a:off x="6698431" y="2054674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9" name="pt3359"/>
            <p:cNvSpPr/>
            <p:nvPr/>
          </p:nvSpPr>
          <p:spPr>
            <a:xfrm>
              <a:off x="6244235" y="2301229"/>
              <a:ext cx="16849" cy="16849"/>
            </a:xfrm>
            <a:prstGeom prst="ellipse">
              <a:avLst/>
            </a:prstGeom>
            <a:solidFill>
              <a:srgbClr val="32AC80">
                <a:alpha val="45098"/>
              </a:srgbClr>
            </a:solidFill>
            <a:ln w="7363" cap="rnd">
              <a:solidFill>
                <a:srgbClr val="32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0" name="pt3360"/>
            <p:cNvSpPr/>
            <p:nvPr/>
          </p:nvSpPr>
          <p:spPr>
            <a:xfrm>
              <a:off x="6122129" y="2318534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1" name="pt3361"/>
            <p:cNvSpPr/>
            <p:nvPr/>
          </p:nvSpPr>
          <p:spPr>
            <a:xfrm>
              <a:off x="6243552" y="2271916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2" name="pt3362"/>
            <p:cNvSpPr/>
            <p:nvPr/>
          </p:nvSpPr>
          <p:spPr>
            <a:xfrm>
              <a:off x="5794220" y="1754906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3" name="pt3363"/>
            <p:cNvSpPr/>
            <p:nvPr/>
          </p:nvSpPr>
          <p:spPr>
            <a:xfrm>
              <a:off x="5496686" y="233672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4" name="pt3364"/>
            <p:cNvSpPr/>
            <p:nvPr/>
          </p:nvSpPr>
          <p:spPr>
            <a:xfrm>
              <a:off x="6327767" y="2251741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5" name="pt3365"/>
            <p:cNvSpPr/>
            <p:nvPr/>
          </p:nvSpPr>
          <p:spPr>
            <a:xfrm>
              <a:off x="6696287" y="1975494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6" name="pt3366"/>
            <p:cNvSpPr/>
            <p:nvPr/>
          </p:nvSpPr>
          <p:spPr>
            <a:xfrm>
              <a:off x="6837365" y="1915808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7" name="pt3367"/>
            <p:cNvSpPr/>
            <p:nvPr/>
          </p:nvSpPr>
          <p:spPr>
            <a:xfrm>
              <a:off x="6084667" y="2339364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8" name="pt3368"/>
            <p:cNvSpPr/>
            <p:nvPr/>
          </p:nvSpPr>
          <p:spPr>
            <a:xfrm>
              <a:off x="6215542" y="232267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9" name="pt3369"/>
            <p:cNvSpPr/>
            <p:nvPr/>
          </p:nvSpPr>
          <p:spPr>
            <a:xfrm>
              <a:off x="6413352" y="2206158"/>
              <a:ext cx="16849" cy="16849"/>
            </a:xfrm>
            <a:prstGeom prst="ellipse">
              <a:avLst/>
            </a:prstGeom>
            <a:solidFill>
              <a:srgbClr val="2B7B8D">
                <a:alpha val="45098"/>
              </a:srgbClr>
            </a:solidFill>
            <a:ln w="7363" cap="rnd">
              <a:solidFill>
                <a:srgbClr val="2B7B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0" name="pt3370"/>
            <p:cNvSpPr/>
            <p:nvPr/>
          </p:nvSpPr>
          <p:spPr>
            <a:xfrm>
              <a:off x="5972427" y="2435960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1" name="pt3371"/>
            <p:cNvSpPr/>
            <p:nvPr/>
          </p:nvSpPr>
          <p:spPr>
            <a:xfrm>
              <a:off x="6372023" y="2387240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2" name="pt3372"/>
            <p:cNvSpPr/>
            <p:nvPr/>
          </p:nvSpPr>
          <p:spPr>
            <a:xfrm>
              <a:off x="6170260" y="233045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3" name="pt3373"/>
            <p:cNvSpPr/>
            <p:nvPr/>
          </p:nvSpPr>
          <p:spPr>
            <a:xfrm>
              <a:off x="6724169" y="1772747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4" name="pt3374"/>
            <p:cNvSpPr/>
            <p:nvPr/>
          </p:nvSpPr>
          <p:spPr>
            <a:xfrm>
              <a:off x="6465407" y="214593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5" name="pt3375"/>
            <p:cNvSpPr/>
            <p:nvPr/>
          </p:nvSpPr>
          <p:spPr>
            <a:xfrm>
              <a:off x="6211407" y="228692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6" name="pt3376"/>
            <p:cNvSpPr/>
            <p:nvPr/>
          </p:nvSpPr>
          <p:spPr>
            <a:xfrm>
              <a:off x="6440917" y="200051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7" name="pt3377"/>
            <p:cNvSpPr/>
            <p:nvPr/>
          </p:nvSpPr>
          <p:spPr>
            <a:xfrm>
              <a:off x="7163453" y="1605533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8" name="pt3378"/>
            <p:cNvSpPr/>
            <p:nvPr/>
          </p:nvSpPr>
          <p:spPr>
            <a:xfrm>
              <a:off x="6311662" y="2207174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9" name="pt3379"/>
            <p:cNvSpPr/>
            <p:nvPr/>
          </p:nvSpPr>
          <p:spPr>
            <a:xfrm>
              <a:off x="5780360" y="2164884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0" name="pt3380"/>
            <p:cNvSpPr/>
            <p:nvPr/>
          </p:nvSpPr>
          <p:spPr>
            <a:xfrm>
              <a:off x="6301833" y="1842211"/>
              <a:ext cx="16849" cy="16849"/>
            </a:xfrm>
            <a:prstGeom prst="ellipse">
              <a:avLst/>
            </a:prstGeom>
            <a:solidFill>
              <a:srgbClr val="71CB5A">
                <a:alpha val="45098"/>
              </a:srgbClr>
            </a:solidFill>
            <a:ln w="7363" cap="rnd">
              <a:solidFill>
                <a:srgbClr val="71CB5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1" name="pt3381"/>
            <p:cNvSpPr/>
            <p:nvPr/>
          </p:nvSpPr>
          <p:spPr>
            <a:xfrm>
              <a:off x="6276890" y="213236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2" name="pt3382"/>
            <p:cNvSpPr/>
            <p:nvPr/>
          </p:nvSpPr>
          <p:spPr>
            <a:xfrm>
              <a:off x="5517101" y="2512665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3" name="pt3383"/>
            <p:cNvSpPr/>
            <p:nvPr/>
          </p:nvSpPr>
          <p:spPr>
            <a:xfrm>
              <a:off x="6544734" y="2034506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4" name="pt3384"/>
            <p:cNvSpPr/>
            <p:nvPr/>
          </p:nvSpPr>
          <p:spPr>
            <a:xfrm>
              <a:off x="6552573" y="230226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5" name="pt3385"/>
            <p:cNvSpPr/>
            <p:nvPr/>
          </p:nvSpPr>
          <p:spPr>
            <a:xfrm>
              <a:off x="5936495" y="2091102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6" name="pt3386"/>
            <p:cNvSpPr/>
            <p:nvPr/>
          </p:nvSpPr>
          <p:spPr>
            <a:xfrm>
              <a:off x="6330849" y="220026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7" name="pt3387"/>
            <p:cNvSpPr/>
            <p:nvPr/>
          </p:nvSpPr>
          <p:spPr>
            <a:xfrm>
              <a:off x="6826012" y="1766013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8" name="pt3388"/>
            <p:cNvSpPr/>
            <p:nvPr/>
          </p:nvSpPr>
          <p:spPr>
            <a:xfrm>
              <a:off x="5603250" y="2472192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9" name="pt3389"/>
            <p:cNvSpPr/>
            <p:nvPr/>
          </p:nvSpPr>
          <p:spPr>
            <a:xfrm>
              <a:off x="6083884" y="2388778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0" name="pt3390"/>
            <p:cNvSpPr/>
            <p:nvPr/>
          </p:nvSpPr>
          <p:spPr>
            <a:xfrm>
              <a:off x="6059575" y="237759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1" name="pt3391"/>
            <p:cNvSpPr/>
            <p:nvPr/>
          </p:nvSpPr>
          <p:spPr>
            <a:xfrm>
              <a:off x="6170959" y="2302840"/>
              <a:ext cx="16849" cy="16849"/>
            </a:xfrm>
            <a:prstGeom prst="ellipse">
              <a:avLst/>
            </a:prstGeom>
            <a:solidFill>
              <a:srgbClr val="3AAE7D">
                <a:alpha val="45098"/>
              </a:srgbClr>
            </a:solidFill>
            <a:ln w="7363" cap="rnd">
              <a:solidFill>
                <a:srgbClr val="3AAE7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2" name="pt3392"/>
            <p:cNvSpPr/>
            <p:nvPr/>
          </p:nvSpPr>
          <p:spPr>
            <a:xfrm>
              <a:off x="6175882" y="2311834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3" name="pt3393"/>
            <p:cNvSpPr/>
            <p:nvPr/>
          </p:nvSpPr>
          <p:spPr>
            <a:xfrm>
              <a:off x="5796157" y="1954411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4" name="pt3394"/>
            <p:cNvSpPr/>
            <p:nvPr/>
          </p:nvSpPr>
          <p:spPr>
            <a:xfrm>
              <a:off x="7106476" y="1579026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5" name="pt3395"/>
            <p:cNvSpPr/>
            <p:nvPr/>
          </p:nvSpPr>
          <p:spPr>
            <a:xfrm>
              <a:off x="5763631" y="2117996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6" name="pt3396"/>
            <p:cNvSpPr/>
            <p:nvPr/>
          </p:nvSpPr>
          <p:spPr>
            <a:xfrm>
              <a:off x="5933841" y="2075490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7" name="pt3397"/>
            <p:cNvSpPr/>
            <p:nvPr/>
          </p:nvSpPr>
          <p:spPr>
            <a:xfrm>
              <a:off x="6314881" y="2065493"/>
              <a:ext cx="16849" cy="16849"/>
            </a:xfrm>
            <a:prstGeom prst="ellipse">
              <a:avLst/>
            </a:prstGeom>
            <a:solidFill>
              <a:srgbClr val="68C562">
                <a:alpha val="45098"/>
              </a:srgbClr>
            </a:solidFill>
            <a:ln w="7363" cap="rnd">
              <a:solidFill>
                <a:srgbClr val="68C56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8" name="pt3398"/>
            <p:cNvSpPr/>
            <p:nvPr/>
          </p:nvSpPr>
          <p:spPr>
            <a:xfrm>
              <a:off x="5792323" y="1938175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9" name="pt3399"/>
            <p:cNvSpPr/>
            <p:nvPr/>
          </p:nvSpPr>
          <p:spPr>
            <a:xfrm>
              <a:off x="6625104" y="2189951"/>
              <a:ext cx="16849" cy="16849"/>
            </a:xfrm>
            <a:prstGeom prst="ellipse">
              <a:avLst/>
            </a:prstGeom>
            <a:solidFill>
              <a:srgbClr val="DCE236">
                <a:alpha val="45098"/>
              </a:srgbClr>
            </a:solidFill>
            <a:ln w="7363" cap="rnd">
              <a:solidFill>
                <a:srgbClr val="DCE23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0" name="pt3400"/>
            <p:cNvSpPr/>
            <p:nvPr/>
          </p:nvSpPr>
          <p:spPr>
            <a:xfrm>
              <a:off x="5553465" y="2446881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1" name="pt3401"/>
            <p:cNvSpPr/>
            <p:nvPr/>
          </p:nvSpPr>
          <p:spPr>
            <a:xfrm>
              <a:off x="6439095" y="202020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2" name="pt3402"/>
            <p:cNvSpPr/>
            <p:nvPr/>
          </p:nvSpPr>
          <p:spPr>
            <a:xfrm>
              <a:off x="6461079" y="2000609"/>
              <a:ext cx="16849" cy="16849"/>
            </a:xfrm>
            <a:prstGeom prst="ellipse">
              <a:avLst/>
            </a:prstGeom>
            <a:solidFill>
              <a:srgbClr val="28A983">
                <a:alpha val="45098"/>
              </a:srgbClr>
            </a:solidFill>
            <a:ln w="7363" cap="rnd">
              <a:solidFill>
                <a:srgbClr val="28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3" name="pt3403"/>
            <p:cNvSpPr/>
            <p:nvPr/>
          </p:nvSpPr>
          <p:spPr>
            <a:xfrm>
              <a:off x="5888319" y="2194341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4" name="pt3404"/>
            <p:cNvSpPr/>
            <p:nvPr/>
          </p:nvSpPr>
          <p:spPr>
            <a:xfrm>
              <a:off x="6330986" y="2046838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5" name="pt3405"/>
            <p:cNvSpPr/>
            <p:nvPr/>
          </p:nvSpPr>
          <p:spPr>
            <a:xfrm>
              <a:off x="6317901" y="2077151"/>
              <a:ext cx="16849" cy="16849"/>
            </a:xfrm>
            <a:prstGeom prst="ellipse">
              <a:avLst/>
            </a:prstGeom>
            <a:solidFill>
              <a:srgbClr val="68C562">
                <a:alpha val="45098"/>
              </a:srgbClr>
            </a:solidFill>
            <a:ln w="7363" cap="rnd">
              <a:solidFill>
                <a:srgbClr val="68C56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6" name="pt3406"/>
            <p:cNvSpPr/>
            <p:nvPr/>
          </p:nvSpPr>
          <p:spPr>
            <a:xfrm>
              <a:off x="5745406" y="225636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7" name="pt3407"/>
            <p:cNvSpPr/>
            <p:nvPr/>
          </p:nvSpPr>
          <p:spPr>
            <a:xfrm>
              <a:off x="6328912" y="2201167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8" name="pt3408"/>
            <p:cNvSpPr/>
            <p:nvPr/>
          </p:nvSpPr>
          <p:spPr>
            <a:xfrm>
              <a:off x="6179884" y="2260567"/>
              <a:ext cx="16849" cy="16849"/>
            </a:xfrm>
            <a:prstGeom prst="ellipse">
              <a:avLst/>
            </a:prstGeom>
            <a:solidFill>
              <a:srgbClr val="25A485">
                <a:alpha val="45098"/>
              </a:srgbClr>
            </a:solidFill>
            <a:ln w="7363" cap="rnd">
              <a:solidFill>
                <a:srgbClr val="25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9" name="pt3409"/>
            <p:cNvSpPr/>
            <p:nvPr/>
          </p:nvSpPr>
          <p:spPr>
            <a:xfrm>
              <a:off x="5639181" y="2463698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0" name="pt3410"/>
            <p:cNvSpPr/>
            <p:nvPr/>
          </p:nvSpPr>
          <p:spPr>
            <a:xfrm>
              <a:off x="6387296" y="232325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1" name="pt3411"/>
            <p:cNvSpPr/>
            <p:nvPr/>
          </p:nvSpPr>
          <p:spPr>
            <a:xfrm>
              <a:off x="6502906" y="2160578"/>
              <a:ext cx="16849" cy="16849"/>
            </a:xfrm>
            <a:prstGeom prst="ellipse">
              <a:avLst/>
            </a:prstGeom>
            <a:solidFill>
              <a:srgbClr val="6EC95D">
                <a:alpha val="45098"/>
              </a:srgbClr>
            </a:solidFill>
            <a:ln w="7363" cap="rnd">
              <a:solidFill>
                <a:srgbClr val="6E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2" name="pt3412"/>
            <p:cNvSpPr/>
            <p:nvPr/>
          </p:nvSpPr>
          <p:spPr>
            <a:xfrm>
              <a:off x="6591955" y="2219934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3" name="pt3413"/>
            <p:cNvSpPr/>
            <p:nvPr/>
          </p:nvSpPr>
          <p:spPr>
            <a:xfrm>
              <a:off x="6341631" y="2207096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4" name="pt3414"/>
            <p:cNvSpPr/>
            <p:nvPr/>
          </p:nvSpPr>
          <p:spPr>
            <a:xfrm>
              <a:off x="6107202" y="238642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5" name="pt3415"/>
            <p:cNvSpPr/>
            <p:nvPr/>
          </p:nvSpPr>
          <p:spPr>
            <a:xfrm>
              <a:off x="6329043" y="231616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6" name="pt3416"/>
            <p:cNvSpPr/>
            <p:nvPr/>
          </p:nvSpPr>
          <p:spPr>
            <a:xfrm>
              <a:off x="6895840" y="1922011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7" name="pt3417"/>
            <p:cNvSpPr/>
            <p:nvPr/>
          </p:nvSpPr>
          <p:spPr>
            <a:xfrm>
              <a:off x="5823941" y="2453164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8" name="pt3418"/>
            <p:cNvSpPr/>
            <p:nvPr/>
          </p:nvSpPr>
          <p:spPr>
            <a:xfrm>
              <a:off x="6528129" y="2452105"/>
              <a:ext cx="16849" cy="16849"/>
            </a:xfrm>
            <a:prstGeom prst="ellipse">
              <a:avLst/>
            </a:prstGeom>
            <a:solidFill>
              <a:srgbClr val="CCDF3C">
                <a:alpha val="45098"/>
              </a:srgbClr>
            </a:solidFill>
            <a:ln w="7363" cap="rnd">
              <a:solidFill>
                <a:srgbClr val="CCDF3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9" name="pt3419"/>
            <p:cNvSpPr/>
            <p:nvPr/>
          </p:nvSpPr>
          <p:spPr>
            <a:xfrm>
              <a:off x="6185903" y="2232026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0" name="pt3420"/>
            <p:cNvSpPr/>
            <p:nvPr/>
          </p:nvSpPr>
          <p:spPr>
            <a:xfrm>
              <a:off x="7047636" y="1951012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1" name="pt3421"/>
            <p:cNvSpPr/>
            <p:nvPr/>
          </p:nvSpPr>
          <p:spPr>
            <a:xfrm>
              <a:off x="6320209" y="2222117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2" name="pt3422"/>
            <p:cNvSpPr/>
            <p:nvPr/>
          </p:nvSpPr>
          <p:spPr>
            <a:xfrm>
              <a:off x="6615262" y="2254991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3" name="pt3423"/>
            <p:cNvSpPr/>
            <p:nvPr/>
          </p:nvSpPr>
          <p:spPr>
            <a:xfrm>
              <a:off x="5862406" y="1928389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4" name="pt3424"/>
            <p:cNvSpPr/>
            <p:nvPr/>
          </p:nvSpPr>
          <p:spPr>
            <a:xfrm>
              <a:off x="6192605" y="2190777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5" name="pt3425"/>
            <p:cNvSpPr/>
            <p:nvPr/>
          </p:nvSpPr>
          <p:spPr>
            <a:xfrm>
              <a:off x="6834553" y="1973995"/>
              <a:ext cx="16849" cy="16849"/>
            </a:xfrm>
            <a:prstGeom prst="ellipse">
              <a:avLst/>
            </a:prstGeom>
            <a:solidFill>
              <a:srgbClr val="68C562">
                <a:alpha val="45098"/>
              </a:srgbClr>
            </a:solidFill>
            <a:ln w="7363" cap="rnd">
              <a:solidFill>
                <a:srgbClr val="68C56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6" name="pt3426"/>
            <p:cNvSpPr/>
            <p:nvPr/>
          </p:nvSpPr>
          <p:spPr>
            <a:xfrm>
              <a:off x="6401616" y="2079118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7" name="pt3427"/>
            <p:cNvSpPr/>
            <p:nvPr/>
          </p:nvSpPr>
          <p:spPr>
            <a:xfrm>
              <a:off x="6480317" y="2147204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8" name="pt3428"/>
            <p:cNvSpPr/>
            <p:nvPr/>
          </p:nvSpPr>
          <p:spPr>
            <a:xfrm>
              <a:off x="5885500" y="2206033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9" name="pt3429"/>
            <p:cNvSpPr/>
            <p:nvPr/>
          </p:nvSpPr>
          <p:spPr>
            <a:xfrm>
              <a:off x="6379913" y="2279681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0" name="pt3430"/>
            <p:cNvSpPr/>
            <p:nvPr/>
          </p:nvSpPr>
          <p:spPr>
            <a:xfrm>
              <a:off x="6555156" y="220088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1" name="pt3431"/>
            <p:cNvSpPr/>
            <p:nvPr/>
          </p:nvSpPr>
          <p:spPr>
            <a:xfrm>
              <a:off x="6444714" y="2051420"/>
              <a:ext cx="16849" cy="16849"/>
            </a:xfrm>
            <a:prstGeom prst="ellipse">
              <a:avLst/>
            </a:prstGeom>
            <a:solidFill>
              <a:srgbClr val="6EC95D">
                <a:alpha val="45098"/>
              </a:srgbClr>
            </a:solidFill>
            <a:ln w="7363" cap="rnd">
              <a:solidFill>
                <a:srgbClr val="6E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2" name="pt3432"/>
            <p:cNvSpPr/>
            <p:nvPr/>
          </p:nvSpPr>
          <p:spPr>
            <a:xfrm>
              <a:off x="5724195" y="2345594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3" name="pt3433"/>
            <p:cNvSpPr/>
            <p:nvPr/>
          </p:nvSpPr>
          <p:spPr>
            <a:xfrm>
              <a:off x="5953670" y="2301153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4" name="pt3434"/>
            <p:cNvSpPr/>
            <p:nvPr/>
          </p:nvSpPr>
          <p:spPr>
            <a:xfrm>
              <a:off x="6003834" y="2549447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5" name="pt3435"/>
            <p:cNvSpPr/>
            <p:nvPr/>
          </p:nvSpPr>
          <p:spPr>
            <a:xfrm>
              <a:off x="5759788" y="200515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6" name="pt3436"/>
            <p:cNvSpPr/>
            <p:nvPr/>
          </p:nvSpPr>
          <p:spPr>
            <a:xfrm>
              <a:off x="5666130" y="2194348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7" name="pt3437"/>
            <p:cNvSpPr/>
            <p:nvPr/>
          </p:nvSpPr>
          <p:spPr>
            <a:xfrm>
              <a:off x="6733195" y="202503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8" name="pt3438"/>
            <p:cNvSpPr/>
            <p:nvPr/>
          </p:nvSpPr>
          <p:spPr>
            <a:xfrm>
              <a:off x="6353790" y="2305704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9" name="pt3439"/>
            <p:cNvSpPr/>
            <p:nvPr/>
          </p:nvSpPr>
          <p:spPr>
            <a:xfrm>
              <a:off x="5832230" y="2361567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0" name="pt3440"/>
            <p:cNvSpPr/>
            <p:nvPr/>
          </p:nvSpPr>
          <p:spPr>
            <a:xfrm>
              <a:off x="5943107" y="2017825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1" name="pt3441"/>
            <p:cNvSpPr/>
            <p:nvPr/>
          </p:nvSpPr>
          <p:spPr>
            <a:xfrm>
              <a:off x="6217281" y="229113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2" name="pt3442"/>
            <p:cNvSpPr/>
            <p:nvPr/>
          </p:nvSpPr>
          <p:spPr>
            <a:xfrm>
              <a:off x="5943610" y="2045358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3" name="pt3443"/>
            <p:cNvSpPr/>
            <p:nvPr/>
          </p:nvSpPr>
          <p:spPr>
            <a:xfrm>
              <a:off x="5654504" y="2267872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4" name="pt3444"/>
            <p:cNvSpPr/>
            <p:nvPr/>
          </p:nvSpPr>
          <p:spPr>
            <a:xfrm>
              <a:off x="5825544" y="2562901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5" name="pt3445"/>
            <p:cNvSpPr/>
            <p:nvPr/>
          </p:nvSpPr>
          <p:spPr>
            <a:xfrm>
              <a:off x="5453195" y="2658769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6" name="pt3446"/>
            <p:cNvSpPr/>
            <p:nvPr/>
          </p:nvSpPr>
          <p:spPr>
            <a:xfrm>
              <a:off x="6216764" y="2099097"/>
              <a:ext cx="16849" cy="16849"/>
            </a:xfrm>
            <a:prstGeom prst="ellipse">
              <a:avLst/>
            </a:prstGeom>
            <a:solidFill>
              <a:srgbClr val="68C562">
                <a:alpha val="45098"/>
              </a:srgbClr>
            </a:solidFill>
            <a:ln w="7363" cap="rnd">
              <a:solidFill>
                <a:srgbClr val="68C56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7" name="pt3447"/>
            <p:cNvSpPr/>
            <p:nvPr/>
          </p:nvSpPr>
          <p:spPr>
            <a:xfrm>
              <a:off x="6018109" y="2372650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8" name="pt3448"/>
            <p:cNvSpPr/>
            <p:nvPr/>
          </p:nvSpPr>
          <p:spPr>
            <a:xfrm>
              <a:off x="6329027" y="2203555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9" name="pt3449"/>
            <p:cNvSpPr/>
            <p:nvPr/>
          </p:nvSpPr>
          <p:spPr>
            <a:xfrm>
              <a:off x="6227945" y="2305285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0" name="pt3450"/>
            <p:cNvSpPr/>
            <p:nvPr/>
          </p:nvSpPr>
          <p:spPr>
            <a:xfrm>
              <a:off x="6395446" y="2079985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1" name="pt3451"/>
            <p:cNvSpPr/>
            <p:nvPr/>
          </p:nvSpPr>
          <p:spPr>
            <a:xfrm>
              <a:off x="6061510" y="2316635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2" name="pt3452"/>
            <p:cNvSpPr/>
            <p:nvPr/>
          </p:nvSpPr>
          <p:spPr>
            <a:xfrm>
              <a:off x="6627071" y="2123013"/>
              <a:ext cx="16849" cy="16849"/>
            </a:xfrm>
            <a:prstGeom prst="ellipse">
              <a:avLst/>
            </a:prstGeom>
            <a:solidFill>
              <a:srgbClr val="6FC95C">
                <a:alpha val="45098"/>
              </a:srgbClr>
            </a:solidFill>
            <a:ln w="7363" cap="rnd">
              <a:solidFill>
                <a:srgbClr val="6FC95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3" name="pt3453"/>
            <p:cNvSpPr/>
            <p:nvPr/>
          </p:nvSpPr>
          <p:spPr>
            <a:xfrm>
              <a:off x="6493632" y="2051918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4" name="pt3454"/>
            <p:cNvSpPr/>
            <p:nvPr/>
          </p:nvSpPr>
          <p:spPr>
            <a:xfrm>
              <a:off x="6160605" y="2210915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5" name="pt3455"/>
            <p:cNvSpPr/>
            <p:nvPr/>
          </p:nvSpPr>
          <p:spPr>
            <a:xfrm>
              <a:off x="6056526" y="228100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6" name="pt3456"/>
            <p:cNvSpPr/>
            <p:nvPr/>
          </p:nvSpPr>
          <p:spPr>
            <a:xfrm>
              <a:off x="6004565" y="2630060"/>
              <a:ext cx="16849" cy="16849"/>
            </a:xfrm>
            <a:prstGeom prst="ellipse">
              <a:avLst/>
            </a:prstGeom>
            <a:solidFill>
              <a:srgbClr val="26A983">
                <a:alpha val="45098"/>
              </a:srgbClr>
            </a:solidFill>
            <a:ln w="7363" cap="rnd">
              <a:solidFill>
                <a:srgbClr val="26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7" name="pt3457"/>
            <p:cNvSpPr/>
            <p:nvPr/>
          </p:nvSpPr>
          <p:spPr>
            <a:xfrm>
              <a:off x="5669777" y="252106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8" name="pt3458"/>
            <p:cNvSpPr/>
            <p:nvPr/>
          </p:nvSpPr>
          <p:spPr>
            <a:xfrm>
              <a:off x="6403217" y="228817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9" name="pt3459"/>
            <p:cNvSpPr/>
            <p:nvPr/>
          </p:nvSpPr>
          <p:spPr>
            <a:xfrm>
              <a:off x="6827501" y="1972608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0" name="pt3460"/>
            <p:cNvSpPr/>
            <p:nvPr/>
          </p:nvSpPr>
          <p:spPr>
            <a:xfrm>
              <a:off x="6459479" y="2069832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1" name="pt3461"/>
            <p:cNvSpPr/>
            <p:nvPr/>
          </p:nvSpPr>
          <p:spPr>
            <a:xfrm>
              <a:off x="6931727" y="1984194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2" name="pt3462"/>
            <p:cNvSpPr/>
            <p:nvPr/>
          </p:nvSpPr>
          <p:spPr>
            <a:xfrm>
              <a:off x="6040485" y="2221047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3" name="pt3463"/>
            <p:cNvSpPr/>
            <p:nvPr/>
          </p:nvSpPr>
          <p:spPr>
            <a:xfrm>
              <a:off x="6287080" y="2059211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4" name="pt3464"/>
            <p:cNvSpPr/>
            <p:nvPr/>
          </p:nvSpPr>
          <p:spPr>
            <a:xfrm>
              <a:off x="6143775" y="2383591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5" name="pt3465"/>
            <p:cNvSpPr/>
            <p:nvPr/>
          </p:nvSpPr>
          <p:spPr>
            <a:xfrm>
              <a:off x="6726680" y="1825627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6" name="pt3466"/>
            <p:cNvSpPr/>
            <p:nvPr/>
          </p:nvSpPr>
          <p:spPr>
            <a:xfrm>
              <a:off x="6038583" y="2415473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7" name="pt3467"/>
            <p:cNvSpPr/>
            <p:nvPr/>
          </p:nvSpPr>
          <p:spPr>
            <a:xfrm>
              <a:off x="6301140" y="1909555"/>
              <a:ext cx="16849" cy="16849"/>
            </a:xfrm>
            <a:prstGeom prst="ellipse">
              <a:avLst/>
            </a:prstGeom>
            <a:solidFill>
              <a:srgbClr val="28A983">
                <a:alpha val="45098"/>
              </a:srgbClr>
            </a:solidFill>
            <a:ln w="7363" cap="rnd">
              <a:solidFill>
                <a:srgbClr val="28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8" name="pt3468"/>
            <p:cNvSpPr/>
            <p:nvPr/>
          </p:nvSpPr>
          <p:spPr>
            <a:xfrm>
              <a:off x="5499213" y="2328805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9" name="pt3469"/>
            <p:cNvSpPr/>
            <p:nvPr/>
          </p:nvSpPr>
          <p:spPr>
            <a:xfrm>
              <a:off x="6224300" y="2313440"/>
              <a:ext cx="16849" cy="16849"/>
            </a:xfrm>
            <a:prstGeom prst="ellipse">
              <a:avLst/>
            </a:prstGeom>
            <a:solidFill>
              <a:srgbClr val="3AAE7D">
                <a:alpha val="45098"/>
              </a:srgbClr>
            </a:solidFill>
            <a:ln w="7363" cap="rnd">
              <a:solidFill>
                <a:srgbClr val="3AAE7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0" name="pt3470"/>
            <p:cNvSpPr/>
            <p:nvPr/>
          </p:nvSpPr>
          <p:spPr>
            <a:xfrm>
              <a:off x="6157119" y="2325329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1" name="pt3471"/>
            <p:cNvSpPr/>
            <p:nvPr/>
          </p:nvSpPr>
          <p:spPr>
            <a:xfrm>
              <a:off x="6731384" y="1962307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2" name="pt3472"/>
            <p:cNvSpPr/>
            <p:nvPr/>
          </p:nvSpPr>
          <p:spPr>
            <a:xfrm>
              <a:off x="5992829" y="2415417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3" name="pt3473"/>
            <p:cNvSpPr/>
            <p:nvPr/>
          </p:nvSpPr>
          <p:spPr>
            <a:xfrm>
              <a:off x="5993890" y="2629830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4" name="pt3474"/>
            <p:cNvSpPr/>
            <p:nvPr/>
          </p:nvSpPr>
          <p:spPr>
            <a:xfrm>
              <a:off x="6256914" y="2466662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5" name="pt3475"/>
            <p:cNvSpPr/>
            <p:nvPr/>
          </p:nvSpPr>
          <p:spPr>
            <a:xfrm>
              <a:off x="6262649" y="2410689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6" name="pt3476"/>
            <p:cNvSpPr/>
            <p:nvPr/>
          </p:nvSpPr>
          <p:spPr>
            <a:xfrm>
              <a:off x="7406298" y="1515379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7" name="pt3477"/>
            <p:cNvSpPr/>
            <p:nvPr/>
          </p:nvSpPr>
          <p:spPr>
            <a:xfrm>
              <a:off x="6306987" y="2173783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8" name="pt3478"/>
            <p:cNvSpPr/>
            <p:nvPr/>
          </p:nvSpPr>
          <p:spPr>
            <a:xfrm>
              <a:off x="6284287" y="212414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9" name="pt3479"/>
            <p:cNvSpPr/>
            <p:nvPr/>
          </p:nvSpPr>
          <p:spPr>
            <a:xfrm>
              <a:off x="5992393" y="2413621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0" name="pt3480"/>
            <p:cNvSpPr/>
            <p:nvPr/>
          </p:nvSpPr>
          <p:spPr>
            <a:xfrm>
              <a:off x="5926197" y="2055451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1" name="pt3481"/>
            <p:cNvSpPr/>
            <p:nvPr/>
          </p:nvSpPr>
          <p:spPr>
            <a:xfrm>
              <a:off x="6280868" y="2139771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2" name="pt3482"/>
            <p:cNvSpPr/>
            <p:nvPr/>
          </p:nvSpPr>
          <p:spPr>
            <a:xfrm>
              <a:off x="6963495" y="1805347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3" name="pt3483"/>
            <p:cNvSpPr/>
            <p:nvPr/>
          </p:nvSpPr>
          <p:spPr>
            <a:xfrm>
              <a:off x="6259416" y="2414555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4" name="pt3484"/>
            <p:cNvSpPr/>
            <p:nvPr/>
          </p:nvSpPr>
          <p:spPr>
            <a:xfrm>
              <a:off x="5999610" y="2619440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5" name="pt3485"/>
            <p:cNvSpPr/>
            <p:nvPr/>
          </p:nvSpPr>
          <p:spPr>
            <a:xfrm>
              <a:off x="6256526" y="234595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6" name="pt3486"/>
            <p:cNvSpPr/>
            <p:nvPr/>
          </p:nvSpPr>
          <p:spPr>
            <a:xfrm>
              <a:off x="6390945" y="2162353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7" name="pt3487"/>
            <p:cNvSpPr/>
            <p:nvPr/>
          </p:nvSpPr>
          <p:spPr>
            <a:xfrm>
              <a:off x="6528040" y="2209838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8" name="pt3488"/>
            <p:cNvSpPr/>
            <p:nvPr/>
          </p:nvSpPr>
          <p:spPr>
            <a:xfrm>
              <a:off x="6366569" y="242785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9" name="pt3489"/>
            <p:cNvSpPr/>
            <p:nvPr/>
          </p:nvSpPr>
          <p:spPr>
            <a:xfrm>
              <a:off x="6424313" y="1899220"/>
              <a:ext cx="16849" cy="16849"/>
            </a:xfrm>
            <a:prstGeom prst="ellipse">
              <a:avLst/>
            </a:prstGeom>
            <a:solidFill>
              <a:srgbClr val="64C265">
                <a:alpha val="45098"/>
              </a:srgbClr>
            </a:solidFill>
            <a:ln w="7363" cap="rnd">
              <a:solidFill>
                <a:srgbClr val="64C2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0" name="pt3490"/>
            <p:cNvSpPr/>
            <p:nvPr/>
          </p:nvSpPr>
          <p:spPr>
            <a:xfrm>
              <a:off x="5801621" y="2089303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1" name="pt3491"/>
            <p:cNvSpPr/>
            <p:nvPr/>
          </p:nvSpPr>
          <p:spPr>
            <a:xfrm>
              <a:off x="5454223" y="248711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2" name="pt3492"/>
            <p:cNvSpPr/>
            <p:nvPr/>
          </p:nvSpPr>
          <p:spPr>
            <a:xfrm>
              <a:off x="6027510" y="2305855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3" name="pt3493"/>
            <p:cNvSpPr/>
            <p:nvPr/>
          </p:nvSpPr>
          <p:spPr>
            <a:xfrm>
              <a:off x="5539468" y="2089078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4" name="pt3494"/>
            <p:cNvSpPr/>
            <p:nvPr/>
          </p:nvSpPr>
          <p:spPr>
            <a:xfrm>
              <a:off x="5375680" y="2356766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5" name="pt3495"/>
            <p:cNvSpPr/>
            <p:nvPr/>
          </p:nvSpPr>
          <p:spPr>
            <a:xfrm>
              <a:off x="6230961" y="2276810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6" name="pt3496"/>
            <p:cNvSpPr/>
            <p:nvPr/>
          </p:nvSpPr>
          <p:spPr>
            <a:xfrm>
              <a:off x="5764265" y="2180147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7" name="pt3497"/>
            <p:cNvSpPr/>
            <p:nvPr/>
          </p:nvSpPr>
          <p:spPr>
            <a:xfrm>
              <a:off x="6398740" y="2199149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8" name="pt3498"/>
            <p:cNvSpPr/>
            <p:nvPr/>
          </p:nvSpPr>
          <p:spPr>
            <a:xfrm>
              <a:off x="6464814" y="218853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9" name="pt3499"/>
            <p:cNvSpPr/>
            <p:nvPr/>
          </p:nvSpPr>
          <p:spPr>
            <a:xfrm>
              <a:off x="6341770" y="2184587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0" name="pt3500"/>
            <p:cNvSpPr/>
            <p:nvPr/>
          </p:nvSpPr>
          <p:spPr>
            <a:xfrm>
              <a:off x="6443450" y="1969071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1" name="pt3501"/>
            <p:cNvSpPr/>
            <p:nvPr/>
          </p:nvSpPr>
          <p:spPr>
            <a:xfrm>
              <a:off x="6625490" y="221359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2" name="pt3502"/>
            <p:cNvSpPr/>
            <p:nvPr/>
          </p:nvSpPr>
          <p:spPr>
            <a:xfrm>
              <a:off x="6242874" y="2326217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3" name="pt3503"/>
            <p:cNvSpPr/>
            <p:nvPr/>
          </p:nvSpPr>
          <p:spPr>
            <a:xfrm>
              <a:off x="6591053" y="229661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4" name="pt3504"/>
            <p:cNvSpPr/>
            <p:nvPr/>
          </p:nvSpPr>
          <p:spPr>
            <a:xfrm>
              <a:off x="6757831" y="2079637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5" name="pt3505"/>
            <p:cNvSpPr/>
            <p:nvPr/>
          </p:nvSpPr>
          <p:spPr>
            <a:xfrm>
              <a:off x="5729318" y="2489452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6" name="pt3506"/>
            <p:cNvSpPr/>
            <p:nvPr/>
          </p:nvSpPr>
          <p:spPr>
            <a:xfrm>
              <a:off x="5222134" y="2369221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7" name="pt3507"/>
            <p:cNvSpPr/>
            <p:nvPr/>
          </p:nvSpPr>
          <p:spPr>
            <a:xfrm>
              <a:off x="6203388" y="2147802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8" name="pt3508"/>
            <p:cNvSpPr/>
            <p:nvPr/>
          </p:nvSpPr>
          <p:spPr>
            <a:xfrm>
              <a:off x="6124443" y="235307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9" name="pt3509"/>
            <p:cNvSpPr/>
            <p:nvPr/>
          </p:nvSpPr>
          <p:spPr>
            <a:xfrm>
              <a:off x="6856005" y="1796793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0" name="pt3510"/>
            <p:cNvSpPr/>
            <p:nvPr/>
          </p:nvSpPr>
          <p:spPr>
            <a:xfrm>
              <a:off x="6604173" y="2120597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1" name="pt3511"/>
            <p:cNvSpPr/>
            <p:nvPr/>
          </p:nvSpPr>
          <p:spPr>
            <a:xfrm>
              <a:off x="6722287" y="1919882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2" name="pt3512"/>
            <p:cNvSpPr/>
            <p:nvPr/>
          </p:nvSpPr>
          <p:spPr>
            <a:xfrm>
              <a:off x="5696160" y="2384526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3" name="pt3513"/>
            <p:cNvSpPr/>
            <p:nvPr/>
          </p:nvSpPr>
          <p:spPr>
            <a:xfrm>
              <a:off x="6804034" y="201281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4" name="pt3514"/>
            <p:cNvSpPr/>
            <p:nvPr/>
          </p:nvSpPr>
          <p:spPr>
            <a:xfrm>
              <a:off x="6667072" y="2065740"/>
              <a:ext cx="16849" cy="16849"/>
            </a:xfrm>
            <a:prstGeom prst="ellipse">
              <a:avLst/>
            </a:prstGeom>
            <a:solidFill>
              <a:srgbClr val="FDE725">
                <a:alpha val="45098"/>
              </a:srgbClr>
            </a:solidFill>
            <a:ln w="7363" cap="rnd">
              <a:solidFill>
                <a:srgbClr val="FDE72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5" name="pt3515"/>
            <p:cNvSpPr/>
            <p:nvPr/>
          </p:nvSpPr>
          <p:spPr>
            <a:xfrm>
              <a:off x="6495024" y="2162969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6" name="pt3516"/>
            <p:cNvSpPr/>
            <p:nvPr/>
          </p:nvSpPr>
          <p:spPr>
            <a:xfrm>
              <a:off x="6041706" y="2322345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7" name="pt3517"/>
            <p:cNvSpPr/>
            <p:nvPr/>
          </p:nvSpPr>
          <p:spPr>
            <a:xfrm>
              <a:off x="6851605" y="1944886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8" name="pt3518"/>
            <p:cNvSpPr/>
            <p:nvPr/>
          </p:nvSpPr>
          <p:spPr>
            <a:xfrm>
              <a:off x="6199587" y="2270485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9" name="pt3519"/>
            <p:cNvSpPr/>
            <p:nvPr/>
          </p:nvSpPr>
          <p:spPr>
            <a:xfrm>
              <a:off x="6824592" y="192019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0" name="pt3520"/>
            <p:cNvSpPr/>
            <p:nvPr/>
          </p:nvSpPr>
          <p:spPr>
            <a:xfrm>
              <a:off x="6282875" y="2201465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1" name="pt3521"/>
            <p:cNvSpPr/>
            <p:nvPr/>
          </p:nvSpPr>
          <p:spPr>
            <a:xfrm>
              <a:off x="6127278" y="2324607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2" name="pt3522"/>
            <p:cNvSpPr/>
            <p:nvPr/>
          </p:nvSpPr>
          <p:spPr>
            <a:xfrm>
              <a:off x="5771525" y="2037210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3" name="pt3523"/>
            <p:cNvSpPr/>
            <p:nvPr/>
          </p:nvSpPr>
          <p:spPr>
            <a:xfrm>
              <a:off x="6219994" y="2327646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4" name="pt3524"/>
            <p:cNvSpPr/>
            <p:nvPr/>
          </p:nvSpPr>
          <p:spPr>
            <a:xfrm>
              <a:off x="5723339" y="2452923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5" name="pt3525"/>
            <p:cNvSpPr/>
            <p:nvPr/>
          </p:nvSpPr>
          <p:spPr>
            <a:xfrm>
              <a:off x="6449865" y="2005298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6" name="pt3526"/>
            <p:cNvSpPr/>
            <p:nvPr/>
          </p:nvSpPr>
          <p:spPr>
            <a:xfrm>
              <a:off x="6250671" y="2273510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7" name="pt3527"/>
            <p:cNvSpPr/>
            <p:nvPr/>
          </p:nvSpPr>
          <p:spPr>
            <a:xfrm>
              <a:off x="6681075" y="1991782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8" name="pt3528"/>
            <p:cNvSpPr/>
            <p:nvPr/>
          </p:nvSpPr>
          <p:spPr>
            <a:xfrm>
              <a:off x="6557382" y="219419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9" name="pt3529"/>
            <p:cNvSpPr/>
            <p:nvPr/>
          </p:nvSpPr>
          <p:spPr>
            <a:xfrm>
              <a:off x="6232698" y="2293343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0" name="pt3530"/>
            <p:cNvSpPr/>
            <p:nvPr/>
          </p:nvSpPr>
          <p:spPr>
            <a:xfrm>
              <a:off x="5665431" y="239768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1" name="pt3531"/>
            <p:cNvSpPr/>
            <p:nvPr/>
          </p:nvSpPr>
          <p:spPr>
            <a:xfrm>
              <a:off x="5792462" y="2193067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2" name="pt3532"/>
            <p:cNvSpPr/>
            <p:nvPr/>
          </p:nvSpPr>
          <p:spPr>
            <a:xfrm>
              <a:off x="5838521" y="2458183"/>
              <a:ext cx="16849" cy="16849"/>
            </a:xfrm>
            <a:prstGeom prst="ellipse">
              <a:avLst/>
            </a:prstGeom>
            <a:solidFill>
              <a:srgbClr val="66C364">
                <a:alpha val="45098"/>
              </a:srgbClr>
            </a:solidFill>
            <a:ln w="7363" cap="rnd">
              <a:solidFill>
                <a:srgbClr val="66C36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3" name="pt3533"/>
            <p:cNvSpPr/>
            <p:nvPr/>
          </p:nvSpPr>
          <p:spPr>
            <a:xfrm>
              <a:off x="6041412" y="2346409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4" name="pt3534"/>
            <p:cNvSpPr/>
            <p:nvPr/>
          </p:nvSpPr>
          <p:spPr>
            <a:xfrm>
              <a:off x="6138962" y="2331528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5" name="pt3535"/>
            <p:cNvSpPr/>
            <p:nvPr/>
          </p:nvSpPr>
          <p:spPr>
            <a:xfrm>
              <a:off x="5969145" y="2437967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6" name="pt3536"/>
            <p:cNvSpPr/>
            <p:nvPr/>
          </p:nvSpPr>
          <p:spPr>
            <a:xfrm>
              <a:off x="6425620" y="1863718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7" name="pt3537"/>
            <p:cNvSpPr/>
            <p:nvPr/>
          </p:nvSpPr>
          <p:spPr>
            <a:xfrm>
              <a:off x="6034077" y="198546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8" name="pt3538"/>
            <p:cNvSpPr/>
            <p:nvPr/>
          </p:nvSpPr>
          <p:spPr>
            <a:xfrm>
              <a:off x="6448686" y="1988742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9" name="pt3539"/>
            <p:cNvSpPr/>
            <p:nvPr/>
          </p:nvSpPr>
          <p:spPr>
            <a:xfrm>
              <a:off x="6068687" y="242892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0" name="pt3540"/>
            <p:cNvSpPr/>
            <p:nvPr/>
          </p:nvSpPr>
          <p:spPr>
            <a:xfrm>
              <a:off x="6838571" y="1912148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1" name="pt3541"/>
            <p:cNvSpPr/>
            <p:nvPr/>
          </p:nvSpPr>
          <p:spPr>
            <a:xfrm>
              <a:off x="6122282" y="2179818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2" name="pt3542"/>
            <p:cNvSpPr/>
            <p:nvPr/>
          </p:nvSpPr>
          <p:spPr>
            <a:xfrm>
              <a:off x="6013940" y="2234904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3" name="pt3543"/>
            <p:cNvSpPr/>
            <p:nvPr/>
          </p:nvSpPr>
          <p:spPr>
            <a:xfrm>
              <a:off x="5762196" y="2223339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4" name="pt3544"/>
            <p:cNvSpPr/>
            <p:nvPr/>
          </p:nvSpPr>
          <p:spPr>
            <a:xfrm>
              <a:off x="6465267" y="2132829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5" name="pt3545"/>
            <p:cNvSpPr/>
            <p:nvPr/>
          </p:nvSpPr>
          <p:spPr>
            <a:xfrm>
              <a:off x="6758168" y="1927808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6" name="pt3546"/>
            <p:cNvSpPr/>
            <p:nvPr/>
          </p:nvSpPr>
          <p:spPr>
            <a:xfrm>
              <a:off x="6109411" y="237049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7" name="pt3547"/>
            <p:cNvSpPr/>
            <p:nvPr/>
          </p:nvSpPr>
          <p:spPr>
            <a:xfrm>
              <a:off x="6100980" y="2162791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8" name="pt3548"/>
            <p:cNvSpPr/>
            <p:nvPr/>
          </p:nvSpPr>
          <p:spPr>
            <a:xfrm>
              <a:off x="6123876" y="2339862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9" name="pt3549"/>
            <p:cNvSpPr/>
            <p:nvPr/>
          </p:nvSpPr>
          <p:spPr>
            <a:xfrm>
              <a:off x="5999320" y="2514152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0" name="pt3550"/>
            <p:cNvSpPr/>
            <p:nvPr/>
          </p:nvSpPr>
          <p:spPr>
            <a:xfrm>
              <a:off x="6034993" y="2288017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1" name="pt3551"/>
            <p:cNvSpPr/>
            <p:nvPr/>
          </p:nvSpPr>
          <p:spPr>
            <a:xfrm>
              <a:off x="6513287" y="2266641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2" name="pt3552"/>
            <p:cNvSpPr/>
            <p:nvPr/>
          </p:nvSpPr>
          <p:spPr>
            <a:xfrm>
              <a:off x="5641386" y="2405474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3" name="pt3553"/>
            <p:cNvSpPr/>
            <p:nvPr/>
          </p:nvSpPr>
          <p:spPr>
            <a:xfrm>
              <a:off x="5348949" y="2047042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4" name="pt3554"/>
            <p:cNvSpPr/>
            <p:nvPr/>
          </p:nvSpPr>
          <p:spPr>
            <a:xfrm>
              <a:off x="6125348" y="2410696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5" name="pt3555"/>
            <p:cNvSpPr/>
            <p:nvPr/>
          </p:nvSpPr>
          <p:spPr>
            <a:xfrm>
              <a:off x="5941481" y="177992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6" name="pt3556"/>
            <p:cNvSpPr/>
            <p:nvPr/>
          </p:nvSpPr>
          <p:spPr>
            <a:xfrm>
              <a:off x="6060721" y="2506709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7" name="pt3557"/>
            <p:cNvSpPr/>
            <p:nvPr/>
          </p:nvSpPr>
          <p:spPr>
            <a:xfrm>
              <a:off x="6992188" y="172219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8" name="pt3558"/>
            <p:cNvSpPr/>
            <p:nvPr/>
          </p:nvSpPr>
          <p:spPr>
            <a:xfrm>
              <a:off x="5432262" y="2398131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9" name="pt3559"/>
            <p:cNvSpPr/>
            <p:nvPr/>
          </p:nvSpPr>
          <p:spPr>
            <a:xfrm>
              <a:off x="5731905" y="2223327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0" name="pt3560"/>
            <p:cNvSpPr/>
            <p:nvPr/>
          </p:nvSpPr>
          <p:spPr>
            <a:xfrm>
              <a:off x="6026711" y="2143914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1" name="pt3561"/>
            <p:cNvSpPr/>
            <p:nvPr/>
          </p:nvSpPr>
          <p:spPr>
            <a:xfrm>
              <a:off x="6998145" y="1552155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2" name="pt3562"/>
            <p:cNvSpPr/>
            <p:nvPr/>
          </p:nvSpPr>
          <p:spPr>
            <a:xfrm>
              <a:off x="5947760" y="2040294"/>
              <a:ext cx="16849" cy="16849"/>
            </a:xfrm>
            <a:prstGeom prst="ellipse">
              <a:avLst/>
            </a:prstGeom>
            <a:solidFill>
              <a:srgbClr val="4FB773">
                <a:alpha val="45098"/>
              </a:srgbClr>
            </a:solidFill>
            <a:ln w="7363" cap="rnd">
              <a:solidFill>
                <a:srgbClr val="4FB7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3" name="pt3563"/>
            <p:cNvSpPr/>
            <p:nvPr/>
          </p:nvSpPr>
          <p:spPr>
            <a:xfrm>
              <a:off x="5878768" y="2176075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4" name="pt3564"/>
            <p:cNvSpPr/>
            <p:nvPr/>
          </p:nvSpPr>
          <p:spPr>
            <a:xfrm>
              <a:off x="5737795" y="2212804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5" name="pt3565"/>
            <p:cNvSpPr/>
            <p:nvPr/>
          </p:nvSpPr>
          <p:spPr>
            <a:xfrm>
              <a:off x="6607231" y="2081583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6" name="pt3566"/>
            <p:cNvSpPr/>
            <p:nvPr/>
          </p:nvSpPr>
          <p:spPr>
            <a:xfrm>
              <a:off x="6221191" y="2257315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7" name="pt3567"/>
            <p:cNvSpPr/>
            <p:nvPr/>
          </p:nvSpPr>
          <p:spPr>
            <a:xfrm>
              <a:off x="6292469" y="2193544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8" name="pt3568"/>
            <p:cNvSpPr/>
            <p:nvPr/>
          </p:nvSpPr>
          <p:spPr>
            <a:xfrm>
              <a:off x="7088546" y="1443894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9" name="pt3569"/>
            <p:cNvSpPr/>
            <p:nvPr/>
          </p:nvSpPr>
          <p:spPr>
            <a:xfrm>
              <a:off x="5833676" y="2503920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0" name="pt3570"/>
            <p:cNvSpPr/>
            <p:nvPr/>
          </p:nvSpPr>
          <p:spPr>
            <a:xfrm>
              <a:off x="5553973" y="2602594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1" name="pt3571"/>
            <p:cNvSpPr/>
            <p:nvPr/>
          </p:nvSpPr>
          <p:spPr>
            <a:xfrm>
              <a:off x="5696634" y="2451225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2" name="pt3572"/>
            <p:cNvSpPr/>
            <p:nvPr/>
          </p:nvSpPr>
          <p:spPr>
            <a:xfrm>
              <a:off x="6967503" y="1800472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3" name="pt3573"/>
            <p:cNvSpPr/>
            <p:nvPr/>
          </p:nvSpPr>
          <p:spPr>
            <a:xfrm>
              <a:off x="6706521" y="1990825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4" name="pt3574"/>
            <p:cNvSpPr/>
            <p:nvPr/>
          </p:nvSpPr>
          <p:spPr>
            <a:xfrm>
              <a:off x="5609721" y="2410975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5" name="pt3575"/>
            <p:cNvSpPr/>
            <p:nvPr/>
          </p:nvSpPr>
          <p:spPr>
            <a:xfrm>
              <a:off x="4907539" y="2719352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6" name="pt3576"/>
            <p:cNvSpPr/>
            <p:nvPr/>
          </p:nvSpPr>
          <p:spPr>
            <a:xfrm>
              <a:off x="6394894" y="214381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7" name="pt3577"/>
            <p:cNvSpPr/>
            <p:nvPr/>
          </p:nvSpPr>
          <p:spPr>
            <a:xfrm>
              <a:off x="6720858" y="1949432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8" name="pt3578"/>
            <p:cNvSpPr/>
            <p:nvPr/>
          </p:nvSpPr>
          <p:spPr>
            <a:xfrm>
              <a:off x="5605674" y="2505356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9" name="pt3579"/>
            <p:cNvSpPr/>
            <p:nvPr/>
          </p:nvSpPr>
          <p:spPr>
            <a:xfrm>
              <a:off x="5066240" y="2895362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0" name="pt3580"/>
            <p:cNvSpPr/>
            <p:nvPr/>
          </p:nvSpPr>
          <p:spPr>
            <a:xfrm>
              <a:off x="6238193" y="2310710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1" name="pt3581"/>
            <p:cNvSpPr/>
            <p:nvPr/>
          </p:nvSpPr>
          <p:spPr>
            <a:xfrm>
              <a:off x="5643686" y="2410279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2" name="pt3582"/>
            <p:cNvSpPr/>
            <p:nvPr/>
          </p:nvSpPr>
          <p:spPr>
            <a:xfrm>
              <a:off x="5908873" y="2093094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3" name="pt3583"/>
            <p:cNvSpPr/>
            <p:nvPr/>
          </p:nvSpPr>
          <p:spPr>
            <a:xfrm>
              <a:off x="6658197" y="208900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4" name="pt3584"/>
            <p:cNvSpPr/>
            <p:nvPr/>
          </p:nvSpPr>
          <p:spPr>
            <a:xfrm>
              <a:off x="5794701" y="191443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5" name="pt3585"/>
            <p:cNvSpPr/>
            <p:nvPr/>
          </p:nvSpPr>
          <p:spPr>
            <a:xfrm>
              <a:off x="5592961" y="246425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6" name="pt3586"/>
            <p:cNvSpPr/>
            <p:nvPr/>
          </p:nvSpPr>
          <p:spPr>
            <a:xfrm>
              <a:off x="6827863" y="1874855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7" name="pt3587"/>
            <p:cNvSpPr/>
            <p:nvPr/>
          </p:nvSpPr>
          <p:spPr>
            <a:xfrm>
              <a:off x="6754456" y="1910628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8" name="pt3588"/>
            <p:cNvSpPr/>
            <p:nvPr/>
          </p:nvSpPr>
          <p:spPr>
            <a:xfrm>
              <a:off x="6631966" y="2165854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9" name="pt3589"/>
            <p:cNvSpPr/>
            <p:nvPr/>
          </p:nvSpPr>
          <p:spPr>
            <a:xfrm>
              <a:off x="6154106" y="234920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0" name="pt3590"/>
            <p:cNvSpPr/>
            <p:nvPr/>
          </p:nvSpPr>
          <p:spPr>
            <a:xfrm>
              <a:off x="5704907" y="2483198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1" name="pt3591"/>
            <p:cNvSpPr/>
            <p:nvPr/>
          </p:nvSpPr>
          <p:spPr>
            <a:xfrm>
              <a:off x="6671749" y="2004127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2" name="pt3592"/>
            <p:cNvSpPr/>
            <p:nvPr/>
          </p:nvSpPr>
          <p:spPr>
            <a:xfrm>
              <a:off x="6163031" y="2345237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3" name="pt3593"/>
            <p:cNvSpPr/>
            <p:nvPr/>
          </p:nvSpPr>
          <p:spPr>
            <a:xfrm>
              <a:off x="6276813" y="213677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4" name="pt3594"/>
            <p:cNvSpPr/>
            <p:nvPr/>
          </p:nvSpPr>
          <p:spPr>
            <a:xfrm>
              <a:off x="6417381" y="2303539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5" name="pt3595"/>
            <p:cNvSpPr/>
            <p:nvPr/>
          </p:nvSpPr>
          <p:spPr>
            <a:xfrm>
              <a:off x="5840171" y="2444538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6" name="pt3596"/>
            <p:cNvSpPr/>
            <p:nvPr/>
          </p:nvSpPr>
          <p:spPr>
            <a:xfrm>
              <a:off x="6850819" y="1842019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7" name="pt3597"/>
            <p:cNvSpPr/>
            <p:nvPr/>
          </p:nvSpPr>
          <p:spPr>
            <a:xfrm>
              <a:off x="5906742" y="193370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8" name="pt3598"/>
            <p:cNvSpPr/>
            <p:nvPr/>
          </p:nvSpPr>
          <p:spPr>
            <a:xfrm>
              <a:off x="7027761" y="1713003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9" name="pt3599"/>
            <p:cNvSpPr/>
            <p:nvPr/>
          </p:nvSpPr>
          <p:spPr>
            <a:xfrm>
              <a:off x="5782316" y="2020696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0" name="pt3600"/>
            <p:cNvSpPr/>
            <p:nvPr/>
          </p:nvSpPr>
          <p:spPr>
            <a:xfrm>
              <a:off x="6312563" y="2235485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1" name="pt3601"/>
            <p:cNvSpPr/>
            <p:nvPr/>
          </p:nvSpPr>
          <p:spPr>
            <a:xfrm>
              <a:off x="6999257" y="1684866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2" name="pt3602"/>
            <p:cNvSpPr/>
            <p:nvPr/>
          </p:nvSpPr>
          <p:spPr>
            <a:xfrm>
              <a:off x="6683651" y="2003094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3" name="pt3603"/>
            <p:cNvSpPr/>
            <p:nvPr/>
          </p:nvSpPr>
          <p:spPr>
            <a:xfrm>
              <a:off x="5828621" y="2479144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4" name="pt3604"/>
            <p:cNvSpPr/>
            <p:nvPr/>
          </p:nvSpPr>
          <p:spPr>
            <a:xfrm>
              <a:off x="5659356" y="2261974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5" name="pt3605"/>
            <p:cNvSpPr/>
            <p:nvPr/>
          </p:nvSpPr>
          <p:spPr>
            <a:xfrm>
              <a:off x="6516670" y="231849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6" name="pt3606"/>
            <p:cNvSpPr/>
            <p:nvPr/>
          </p:nvSpPr>
          <p:spPr>
            <a:xfrm>
              <a:off x="6423552" y="200114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7" name="pt3607"/>
            <p:cNvSpPr/>
            <p:nvPr/>
          </p:nvSpPr>
          <p:spPr>
            <a:xfrm>
              <a:off x="7068990" y="1692392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8" name="pt3608"/>
            <p:cNvSpPr/>
            <p:nvPr/>
          </p:nvSpPr>
          <p:spPr>
            <a:xfrm>
              <a:off x="6018829" y="2223909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9" name="pt3609"/>
            <p:cNvSpPr/>
            <p:nvPr/>
          </p:nvSpPr>
          <p:spPr>
            <a:xfrm>
              <a:off x="5978245" y="2364389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0" name="pt3610"/>
            <p:cNvSpPr/>
            <p:nvPr/>
          </p:nvSpPr>
          <p:spPr>
            <a:xfrm>
              <a:off x="6077947" y="2406240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1" name="pt3611"/>
            <p:cNvSpPr/>
            <p:nvPr/>
          </p:nvSpPr>
          <p:spPr>
            <a:xfrm>
              <a:off x="6766882" y="2148314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2" name="pt3612"/>
            <p:cNvSpPr/>
            <p:nvPr/>
          </p:nvSpPr>
          <p:spPr>
            <a:xfrm>
              <a:off x="6270186" y="2383552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3" name="pt3613"/>
            <p:cNvSpPr/>
            <p:nvPr/>
          </p:nvSpPr>
          <p:spPr>
            <a:xfrm>
              <a:off x="7526713" y="1473251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4" name="pt3614"/>
            <p:cNvSpPr/>
            <p:nvPr/>
          </p:nvSpPr>
          <p:spPr>
            <a:xfrm>
              <a:off x="6132154" y="2322918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5" name="pt3615"/>
            <p:cNvSpPr/>
            <p:nvPr/>
          </p:nvSpPr>
          <p:spPr>
            <a:xfrm>
              <a:off x="6081529" y="2380251"/>
              <a:ext cx="16849" cy="16849"/>
            </a:xfrm>
            <a:prstGeom prst="ellipse">
              <a:avLst/>
            </a:prstGeom>
            <a:solidFill>
              <a:srgbClr val="44B279">
                <a:alpha val="45098"/>
              </a:srgbClr>
            </a:solidFill>
            <a:ln w="7363" cap="rnd">
              <a:solidFill>
                <a:srgbClr val="44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6" name="pt3616"/>
            <p:cNvSpPr/>
            <p:nvPr/>
          </p:nvSpPr>
          <p:spPr>
            <a:xfrm>
              <a:off x="6200545" y="2136784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7" name="pt3617"/>
            <p:cNvSpPr/>
            <p:nvPr/>
          </p:nvSpPr>
          <p:spPr>
            <a:xfrm>
              <a:off x="6295900" y="1834486"/>
              <a:ext cx="16849" cy="16849"/>
            </a:xfrm>
            <a:prstGeom prst="ellipse">
              <a:avLst/>
            </a:prstGeom>
            <a:solidFill>
              <a:srgbClr val="A1D749">
                <a:alpha val="45098"/>
              </a:srgbClr>
            </a:solidFill>
            <a:ln w="7363" cap="rnd">
              <a:solidFill>
                <a:srgbClr val="A1D74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8" name="pt3618"/>
            <p:cNvSpPr/>
            <p:nvPr/>
          </p:nvSpPr>
          <p:spPr>
            <a:xfrm>
              <a:off x="6820740" y="1821979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9" name="pt3619"/>
            <p:cNvSpPr/>
            <p:nvPr/>
          </p:nvSpPr>
          <p:spPr>
            <a:xfrm>
              <a:off x="6018710" y="200950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0" name="pt3620"/>
            <p:cNvSpPr/>
            <p:nvPr/>
          </p:nvSpPr>
          <p:spPr>
            <a:xfrm>
              <a:off x="6004888" y="232055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1" name="pt3621"/>
            <p:cNvSpPr/>
            <p:nvPr/>
          </p:nvSpPr>
          <p:spPr>
            <a:xfrm>
              <a:off x="5859114" y="2028921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2" name="pt3622"/>
            <p:cNvSpPr/>
            <p:nvPr/>
          </p:nvSpPr>
          <p:spPr>
            <a:xfrm>
              <a:off x="5936953" y="2021007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3" name="pt3623"/>
            <p:cNvSpPr/>
            <p:nvPr/>
          </p:nvSpPr>
          <p:spPr>
            <a:xfrm>
              <a:off x="6439031" y="1849215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4" name="pt3624"/>
            <p:cNvSpPr/>
            <p:nvPr/>
          </p:nvSpPr>
          <p:spPr>
            <a:xfrm>
              <a:off x="6208409" y="2323169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5" name="pt3625"/>
            <p:cNvSpPr/>
            <p:nvPr/>
          </p:nvSpPr>
          <p:spPr>
            <a:xfrm>
              <a:off x="5910298" y="225313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6" name="pt3626"/>
            <p:cNvSpPr/>
            <p:nvPr/>
          </p:nvSpPr>
          <p:spPr>
            <a:xfrm>
              <a:off x="6578040" y="237468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7" name="pt3627"/>
            <p:cNvSpPr/>
            <p:nvPr/>
          </p:nvSpPr>
          <p:spPr>
            <a:xfrm>
              <a:off x="6485256" y="230743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8" name="pt3628"/>
            <p:cNvSpPr/>
            <p:nvPr/>
          </p:nvSpPr>
          <p:spPr>
            <a:xfrm>
              <a:off x="5918718" y="2133486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9" name="pt3629"/>
            <p:cNvSpPr/>
            <p:nvPr/>
          </p:nvSpPr>
          <p:spPr>
            <a:xfrm>
              <a:off x="6393051" y="2151984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0" name="pt3630"/>
            <p:cNvSpPr/>
            <p:nvPr/>
          </p:nvSpPr>
          <p:spPr>
            <a:xfrm>
              <a:off x="6670016" y="1960711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1" name="pt3631"/>
            <p:cNvSpPr/>
            <p:nvPr/>
          </p:nvSpPr>
          <p:spPr>
            <a:xfrm>
              <a:off x="6759086" y="2030234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2" name="pt3632"/>
            <p:cNvSpPr/>
            <p:nvPr/>
          </p:nvSpPr>
          <p:spPr>
            <a:xfrm>
              <a:off x="5899505" y="2166354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3" name="pt3633"/>
            <p:cNvSpPr/>
            <p:nvPr/>
          </p:nvSpPr>
          <p:spPr>
            <a:xfrm>
              <a:off x="5708552" y="2542659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4" name="pt3634"/>
            <p:cNvSpPr/>
            <p:nvPr/>
          </p:nvSpPr>
          <p:spPr>
            <a:xfrm>
              <a:off x="7181234" y="164989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5" name="pt3635"/>
            <p:cNvSpPr/>
            <p:nvPr/>
          </p:nvSpPr>
          <p:spPr>
            <a:xfrm>
              <a:off x="5723824" y="2387356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6" name="pt3636"/>
            <p:cNvSpPr/>
            <p:nvPr/>
          </p:nvSpPr>
          <p:spPr>
            <a:xfrm>
              <a:off x="5852160" y="2165403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7" name="pt3637"/>
            <p:cNvSpPr/>
            <p:nvPr/>
          </p:nvSpPr>
          <p:spPr>
            <a:xfrm>
              <a:off x="6429541" y="186010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8" name="pt3638"/>
            <p:cNvSpPr/>
            <p:nvPr/>
          </p:nvSpPr>
          <p:spPr>
            <a:xfrm>
              <a:off x="5448757" y="2710840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9" name="pt3639"/>
            <p:cNvSpPr/>
            <p:nvPr/>
          </p:nvSpPr>
          <p:spPr>
            <a:xfrm>
              <a:off x="6188851" y="2193427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0" name="pt3640"/>
            <p:cNvSpPr/>
            <p:nvPr/>
          </p:nvSpPr>
          <p:spPr>
            <a:xfrm>
              <a:off x="5640853" y="2436918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1" name="pt3641"/>
            <p:cNvSpPr/>
            <p:nvPr/>
          </p:nvSpPr>
          <p:spPr>
            <a:xfrm>
              <a:off x="5935653" y="2040302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2" name="pt3642"/>
            <p:cNvSpPr/>
            <p:nvPr/>
          </p:nvSpPr>
          <p:spPr>
            <a:xfrm>
              <a:off x="6748173" y="1947351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3" name="pt3643"/>
            <p:cNvSpPr/>
            <p:nvPr/>
          </p:nvSpPr>
          <p:spPr>
            <a:xfrm>
              <a:off x="5974295" y="2418185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4" name="pt3644"/>
            <p:cNvSpPr/>
            <p:nvPr/>
          </p:nvSpPr>
          <p:spPr>
            <a:xfrm>
              <a:off x="6643914" y="2093179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5" name="pt3645"/>
            <p:cNvSpPr/>
            <p:nvPr/>
          </p:nvSpPr>
          <p:spPr>
            <a:xfrm>
              <a:off x="6106189" y="232386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6" name="pt3646"/>
            <p:cNvSpPr/>
            <p:nvPr/>
          </p:nvSpPr>
          <p:spPr>
            <a:xfrm>
              <a:off x="5704901" y="2378878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7" name="pt3647"/>
            <p:cNvSpPr/>
            <p:nvPr/>
          </p:nvSpPr>
          <p:spPr>
            <a:xfrm>
              <a:off x="7151826" y="1795033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8" name="pt3648"/>
            <p:cNvSpPr/>
            <p:nvPr/>
          </p:nvSpPr>
          <p:spPr>
            <a:xfrm>
              <a:off x="6624545" y="2115431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9" name="pt3649"/>
            <p:cNvSpPr/>
            <p:nvPr/>
          </p:nvSpPr>
          <p:spPr>
            <a:xfrm>
              <a:off x="6133252" y="2107503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0" name="pt3650"/>
            <p:cNvSpPr/>
            <p:nvPr/>
          </p:nvSpPr>
          <p:spPr>
            <a:xfrm>
              <a:off x="6887478" y="1662695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1" name="pt3651"/>
            <p:cNvSpPr/>
            <p:nvPr/>
          </p:nvSpPr>
          <p:spPr>
            <a:xfrm>
              <a:off x="6604106" y="2094819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2" name="pt3652"/>
            <p:cNvSpPr/>
            <p:nvPr/>
          </p:nvSpPr>
          <p:spPr>
            <a:xfrm>
              <a:off x="6580978" y="2199904"/>
              <a:ext cx="16849" cy="16849"/>
            </a:xfrm>
            <a:prstGeom prst="ellipse">
              <a:avLst/>
            </a:prstGeom>
            <a:solidFill>
              <a:srgbClr val="2DAB81">
                <a:alpha val="45098"/>
              </a:srgbClr>
            </a:solidFill>
            <a:ln w="7363" cap="rnd">
              <a:solidFill>
                <a:srgbClr val="2D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3" name="pt3653"/>
            <p:cNvSpPr/>
            <p:nvPr/>
          </p:nvSpPr>
          <p:spPr>
            <a:xfrm>
              <a:off x="6364182" y="2197802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4" name="pt3654"/>
            <p:cNvSpPr/>
            <p:nvPr/>
          </p:nvSpPr>
          <p:spPr>
            <a:xfrm>
              <a:off x="6467097" y="2190604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5" name="pt3655"/>
            <p:cNvSpPr/>
            <p:nvPr/>
          </p:nvSpPr>
          <p:spPr>
            <a:xfrm>
              <a:off x="5727251" y="2510601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6" name="pt3656"/>
            <p:cNvSpPr/>
            <p:nvPr/>
          </p:nvSpPr>
          <p:spPr>
            <a:xfrm>
              <a:off x="6125125" y="2330113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7" name="pt3657"/>
            <p:cNvSpPr/>
            <p:nvPr/>
          </p:nvSpPr>
          <p:spPr>
            <a:xfrm>
              <a:off x="6509058" y="2093876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8" name="pt3658"/>
            <p:cNvSpPr/>
            <p:nvPr/>
          </p:nvSpPr>
          <p:spPr>
            <a:xfrm>
              <a:off x="6088836" y="2207444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9" name="pt3659"/>
            <p:cNvSpPr/>
            <p:nvPr/>
          </p:nvSpPr>
          <p:spPr>
            <a:xfrm>
              <a:off x="4660882" y="2516664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0" name="pt3660"/>
            <p:cNvSpPr/>
            <p:nvPr/>
          </p:nvSpPr>
          <p:spPr>
            <a:xfrm>
              <a:off x="6223371" y="2323863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1" name="pt3661"/>
            <p:cNvSpPr/>
            <p:nvPr/>
          </p:nvSpPr>
          <p:spPr>
            <a:xfrm>
              <a:off x="5698056" y="2376032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2" name="pt3662"/>
            <p:cNvSpPr/>
            <p:nvPr/>
          </p:nvSpPr>
          <p:spPr>
            <a:xfrm>
              <a:off x="6330346" y="220595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3" name="pt3663"/>
            <p:cNvSpPr/>
            <p:nvPr/>
          </p:nvSpPr>
          <p:spPr>
            <a:xfrm>
              <a:off x="5716260" y="2364081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4" name="pt3664"/>
            <p:cNvSpPr/>
            <p:nvPr/>
          </p:nvSpPr>
          <p:spPr>
            <a:xfrm>
              <a:off x="5308066" y="2041193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5" name="pt3665"/>
            <p:cNvSpPr/>
            <p:nvPr/>
          </p:nvSpPr>
          <p:spPr>
            <a:xfrm>
              <a:off x="5968658" y="2426107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6" name="pt3666"/>
            <p:cNvSpPr/>
            <p:nvPr/>
          </p:nvSpPr>
          <p:spPr>
            <a:xfrm>
              <a:off x="6583885" y="217782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7" name="pt3667"/>
            <p:cNvSpPr/>
            <p:nvPr/>
          </p:nvSpPr>
          <p:spPr>
            <a:xfrm>
              <a:off x="6544580" y="2094318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8" name="pt3668"/>
            <p:cNvSpPr/>
            <p:nvPr/>
          </p:nvSpPr>
          <p:spPr>
            <a:xfrm>
              <a:off x="6891516" y="1845601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9" name="pt3669"/>
            <p:cNvSpPr/>
            <p:nvPr/>
          </p:nvSpPr>
          <p:spPr>
            <a:xfrm>
              <a:off x="5960512" y="2198827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0" name="pt3670"/>
            <p:cNvSpPr/>
            <p:nvPr/>
          </p:nvSpPr>
          <p:spPr>
            <a:xfrm>
              <a:off x="6356023" y="230349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1" name="pt3671"/>
            <p:cNvSpPr/>
            <p:nvPr/>
          </p:nvSpPr>
          <p:spPr>
            <a:xfrm>
              <a:off x="7220565" y="1579777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2" name="pt3672"/>
            <p:cNvSpPr/>
            <p:nvPr/>
          </p:nvSpPr>
          <p:spPr>
            <a:xfrm>
              <a:off x="6369895" y="2286868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3" name="pt3673"/>
            <p:cNvSpPr/>
            <p:nvPr/>
          </p:nvSpPr>
          <p:spPr>
            <a:xfrm>
              <a:off x="6877343" y="1995379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4" name="pt3674"/>
            <p:cNvSpPr/>
            <p:nvPr/>
          </p:nvSpPr>
          <p:spPr>
            <a:xfrm>
              <a:off x="6216877" y="2266945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5" name="pt3675"/>
            <p:cNvSpPr/>
            <p:nvPr/>
          </p:nvSpPr>
          <p:spPr>
            <a:xfrm>
              <a:off x="5445308" y="2709974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6" name="pt3676"/>
            <p:cNvSpPr/>
            <p:nvPr/>
          </p:nvSpPr>
          <p:spPr>
            <a:xfrm>
              <a:off x="6078654" y="2442992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7" name="pt3677"/>
            <p:cNvSpPr/>
            <p:nvPr/>
          </p:nvSpPr>
          <p:spPr>
            <a:xfrm>
              <a:off x="6150224" y="2309802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8" name="pt3678"/>
            <p:cNvSpPr/>
            <p:nvPr/>
          </p:nvSpPr>
          <p:spPr>
            <a:xfrm>
              <a:off x="6248621" y="2326882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9" name="pt3679"/>
            <p:cNvSpPr/>
            <p:nvPr/>
          </p:nvSpPr>
          <p:spPr>
            <a:xfrm>
              <a:off x="6432887" y="196083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0" name="pt3680"/>
            <p:cNvSpPr/>
            <p:nvPr/>
          </p:nvSpPr>
          <p:spPr>
            <a:xfrm>
              <a:off x="5415333" y="2503451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1" name="pt3681"/>
            <p:cNvSpPr/>
            <p:nvPr/>
          </p:nvSpPr>
          <p:spPr>
            <a:xfrm>
              <a:off x="6613089" y="229524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2" name="pt3682"/>
            <p:cNvSpPr/>
            <p:nvPr/>
          </p:nvSpPr>
          <p:spPr>
            <a:xfrm>
              <a:off x="5734468" y="2313733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3" name="pt3683"/>
            <p:cNvSpPr/>
            <p:nvPr/>
          </p:nvSpPr>
          <p:spPr>
            <a:xfrm>
              <a:off x="6018627" y="2185213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4" name="pt3684"/>
            <p:cNvSpPr/>
            <p:nvPr/>
          </p:nvSpPr>
          <p:spPr>
            <a:xfrm>
              <a:off x="6399199" y="2219693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5" name="pt3685"/>
            <p:cNvSpPr/>
            <p:nvPr/>
          </p:nvSpPr>
          <p:spPr>
            <a:xfrm>
              <a:off x="7213992" y="1602490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6" name="pt3686"/>
            <p:cNvSpPr/>
            <p:nvPr/>
          </p:nvSpPr>
          <p:spPr>
            <a:xfrm>
              <a:off x="6443995" y="1985186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7" name="pt3687"/>
            <p:cNvSpPr/>
            <p:nvPr/>
          </p:nvSpPr>
          <p:spPr>
            <a:xfrm>
              <a:off x="5380341" y="2367018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8" name="pt3688"/>
            <p:cNvSpPr/>
            <p:nvPr/>
          </p:nvSpPr>
          <p:spPr>
            <a:xfrm>
              <a:off x="7172121" y="1438845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9" name="pt3689"/>
            <p:cNvSpPr/>
            <p:nvPr/>
          </p:nvSpPr>
          <p:spPr>
            <a:xfrm>
              <a:off x="5775793" y="2097911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0" name="pt3690"/>
            <p:cNvSpPr/>
            <p:nvPr/>
          </p:nvSpPr>
          <p:spPr>
            <a:xfrm>
              <a:off x="5777621" y="2257252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1" name="pt3691"/>
            <p:cNvSpPr/>
            <p:nvPr/>
          </p:nvSpPr>
          <p:spPr>
            <a:xfrm>
              <a:off x="5586585" y="1989949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2" name="pt3692"/>
            <p:cNvSpPr/>
            <p:nvPr/>
          </p:nvSpPr>
          <p:spPr>
            <a:xfrm>
              <a:off x="5853439" y="2212685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3" name="pt3693"/>
            <p:cNvSpPr/>
            <p:nvPr/>
          </p:nvSpPr>
          <p:spPr>
            <a:xfrm>
              <a:off x="6211562" y="2246926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4" name="pt3694"/>
            <p:cNvSpPr/>
            <p:nvPr/>
          </p:nvSpPr>
          <p:spPr>
            <a:xfrm>
              <a:off x="6063875" y="2350464"/>
              <a:ext cx="16849" cy="16849"/>
            </a:xfrm>
            <a:prstGeom prst="ellipse">
              <a:avLst/>
            </a:prstGeom>
            <a:solidFill>
              <a:srgbClr val="72CC59">
                <a:alpha val="45098"/>
              </a:srgbClr>
            </a:solidFill>
            <a:ln w="7363" cap="rnd">
              <a:solidFill>
                <a:srgbClr val="72CC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5" name="pt3695"/>
            <p:cNvSpPr/>
            <p:nvPr/>
          </p:nvSpPr>
          <p:spPr>
            <a:xfrm>
              <a:off x="6309196" y="2262497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6" name="pt3696"/>
            <p:cNvSpPr/>
            <p:nvPr/>
          </p:nvSpPr>
          <p:spPr>
            <a:xfrm>
              <a:off x="6674669" y="2079216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7" name="pt3697"/>
            <p:cNvSpPr/>
            <p:nvPr/>
          </p:nvSpPr>
          <p:spPr>
            <a:xfrm>
              <a:off x="6278078" y="218731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8" name="pt3698"/>
            <p:cNvSpPr/>
            <p:nvPr/>
          </p:nvSpPr>
          <p:spPr>
            <a:xfrm>
              <a:off x="6298580" y="1976130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9" name="pt3699"/>
            <p:cNvSpPr/>
            <p:nvPr/>
          </p:nvSpPr>
          <p:spPr>
            <a:xfrm>
              <a:off x="5498645" y="2539472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0" name="pt3700"/>
            <p:cNvSpPr/>
            <p:nvPr/>
          </p:nvSpPr>
          <p:spPr>
            <a:xfrm>
              <a:off x="5521046" y="2117113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1" name="pt3701"/>
            <p:cNvSpPr/>
            <p:nvPr/>
          </p:nvSpPr>
          <p:spPr>
            <a:xfrm>
              <a:off x="5840996" y="222235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2" name="pt3702"/>
            <p:cNvSpPr/>
            <p:nvPr/>
          </p:nvSpPr>
          <p:spPr>
            <a:xfrm>
              <a:off x="6727461" y="2065725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3" name="pt3703"/>
            <p:cNvSpPr/>
            <p:nvPr/>
          </p:nvSpPr>
          <p:spPr>
            <a:xfrm>
              <a:off x="6285202" y="223895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4" name="pt3704"/>
            <p:cNvSpPr/>
            <p:nvPr/>
          </p:nvSpPr>
          <p:spPr>
            <a:xfrm>
              <a:off x="6890844" y="2219967"/>
              <a:ext cx="16849" cy="16849"/>
            </a:xfrm>
            <a:prstGeom prst="ellipse">
              <a:avLst/>
            </a:prstGeom>
            <a:solidFill>
              <a:srgbClr val="DCE236">
                <a:alpha val="45098"/>
              </a:srgbClr>
            </a:solidFill>
            <a:ln w="7363" cap="rnd">
              <a:solidFill>
                <a:srgbClr val="DCE23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5" name="pt3705"/>
            <p:cNvSpPr/>
            <p:nvPr/>
          </p:nvSpPr>
          <p:spPr>
            <a:xfrm>
              <a:off x="6951732" y="1812886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6" name="pt3706"/>
            <p:cNvSpPr/>
            <p:nvPr/>
          </p:nvSpPr>
          <p:spPr>
            <a:xfrm>
              <a:off x="6212757" y="232161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7" name="pt3707"/>
            <p:cNvSpPr/>
            <p:nvPr/>
          </p:nvSpPr>
          <p:spPr>
            <a:xfrm>
              <a:off x="6414552" y="2284786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8" name="pt3708"/>
            <p:cNvSpPr/>
            <p:nvPr/>
          </p:nvSpPr>
          <p:spPr>
            <a:xfrm>
              <a:off x="5119678" y="2531428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9" name="pt3709"/>
            <p:cNvSpPr/>
            <p:nvPr/>
          </p:nvSpPr>
          <p:spPr>
            <a:xfrm>
              <a:off x="5344621" y="1766082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0" name="pt3710"/>
            <p:cNvSpPr/>
            <p:nvPr/>
          </p:nvSpPr>
          <p:spPr>
            <a:xfrm>
              <a:off x="6085126" y="2404390"/>
              <a:ext cx="16849" cy="16849"/>
            </a:xfrm>
            <a:prstGeom prst="ellipse">
              <a:avLst/>
            </a:prstGeom>
            <a:solidFill>
              <a:srgbClr val="26A983">
                <a:alpha val="45098"/>
              </a:srgbClr>
            </a:solidFill>
            <a:ln w="7363" cap="rnd">
              <a:solidFill>
                <a:srgbClr val="26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1" name="pt3711"/>
            <p:cNvSpPr/>
            <p:nvPr/>
          </p:nvSpPr>
          <p:spPr>
            <a:xfrm>
              <a:off x="6757794" y="216771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2" name="pt3712"/>
            <p:cNvSpPr/>
            <p:nvPr/>
          </p:nvSpPr>
          <p:spPr>
            <a:xfrm>
              <a:off x="5271541" y="2215368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3" name="pt3713"/>
            <p:cNvSpPr/>
            <p:nvPr/>
          </p:nvSpPr>
          <p:spPr>
            <a:xfrm>
              <a:off x="6935131" y="1906232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4" name="pt3714"/>
            <p:cNvSpPr/>
            <p:nvPr/>
          </p:nvSpPr>
          <p:spPr>
            <a:xfrm>
              <a:off x="6628016" y="2082604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5" name="pt3715"/>
            <p:cNvSpPr/>
            <p:nvPr/>
          </p:nvSpPr>
          <p:spPr>
            <a:xfrm>
              <a:off x="5923747" y="1927094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6" name="pt3716"/>
            <p:cNvSpPr/>
            <p:nvPr/>
          </p:nvSpPr>
          <p:spPr>
            <a:xfrm>
              <a:off x="6391711" y="2195832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7" name="pt3717"/>
            <p:cNvSpPr/>
            <p:nvPr/>
          </p:nvSpPr>
          <p:spPr>
            <a:xfrm>
              <a:off x="6911318" y="2016242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8" name="pt3718"/>
            <p:cNvSpPr/>
            <p:nvPr/>
          </p:nvSpPr>
          <p:spPr>
            <a:xfrm>
              <a:off x="6281220" y="211358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9" name="pt3719"/>
            <p:cNvSpPr/>
            <p:nvPr/>
          </p:nvSpPr>
          <p:spPr>
            <a:xfrm>
              <a:off x="6626596" y="2090815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0" name="pt3720"/>
            <p:cNvSpPr/>
            <p:nvPr/>
          </p:nvSpPr>
          <p:spPr>
            <a:xfrm>
              <a:off x="6001365" y="2652408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1" name="pt3721"/>
            <p:cNvSpPr/>
            <p:nvPr/>
          </p:nvSpPr>
          <p:spPr>
            <a:xfrm>
              <a:off x="6827085" y="1894787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2" name="pt3722"/>
            <p:cNvSpPr/>
            <p:nvPr/>
          </p:nvSpPr>
          <p:spPr>
            <a:xfrm>
              <a:off x="5977164" y="2204171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3" name="pt3723"/>
            <p:cNvSpPr/>
            <p:nvPr/>
          </p:nvSpPr>
          <p:spPr>
            <a:xfrm>
              <a:off x="6267049" y="2398888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4" name="pt3724"/>
            <p:cNvSpPr/>
            <p:nvPr/>
          </p:nvSpPr>
          <p:spPr>
            <a:xfrm>
              <a:off x="5621507" y="2425680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5" name="pt3725"/>
            <p:cNvSpPr/>
            <p:nvPr/>
          </p:nvSpPr>
          <p:spPr>
            <a:xfrm>
              <a:off x="6150208" y="232991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6" name="pt3726"/>
            <p:cNvSpPr/>
            <p:nvPr/>
          </p:nvSpPr>
          <p:spPr>
            <a:xfrm>
              <a:off x="6362996" y="2268683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7" name="pt3727"/>
            <p:cNvSpPr/>
            <p:nvPr/>
          </p:nvSpPr>
          <p:spPr>
            <a:xfrm>
              <a:off x="6692145" y="224587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8" name="pt3728"/>
            <p:cNvSpPr/>
            <p:nvPr/>
          </p:nvSpPr>
          <p:spPr>
            <a:xfrm>
              <a:off x="5968898" y="2420863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9" name="pt3729"/>
            <p:cNvSpPr/>
            <p:nvPr/>
          </p:nvSpPr>
          <p:spPr>
            <a:xfrm>
              <a:off x="6801414" y="1680124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0" name="pt3730"/>
            <p:cNvSpPr/>
            <p:nvPr/>
          </p:nvSpPr>
          <p:spPr>
            <a:xfrm>
              <a:off x="6689104" y="2108887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1" name="pt3731"/>
            <p:cNvSpPr/>
            <p:nvPr/>
          </p:nvSpPr>
          <p:spPr>
            <a:xfrm>
              <a:off x="4895571" y="2471314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2" name="pt3732"/>
            <p:cNvSpPr/>
            <p:nvPr/>
          </p:nvSpPr>
          <p:spPr>
            <a:xfrm>
              <a:off x="5786628" y="2224200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3" name="pt3733"/>
            <p:cNvSpPr/>
            <p:nvPr/>
          </p:nvSpPr>
          <p:spPr>
            <a:xfrm>
              <a:off x="6501349" y="2224473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4" name="pt3734"/>
            <p:cNvSpPr/>
            <p:nvPr/>
          </p:nvSpPr>
          <p:spPr>
            <a:xfrm>
              <a:off x="6527900" y="2166577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5" name="pt3735"/>
            <p:cNvSpPr/>
            <p:nvPr/>
          </p:nvSpPr>
          <p:spPr>
            <a:xfrm>
              <a:off x="6558673" y="2041506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6" name="pt3736"/>
            <p:cNvSpPr/>
            <p:nvPr/>
          </p:nvSpPr>
          <p:spPr>
            <a:xfrm>
              <a:off x="6486211" y="2153154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7" name="pt3737"/>
            <p:cNvSpPr/>
            <p:nvPr/>
          </p:nvSpPr>
          <p:spPr>
            <a:xfrm>
              <a:off x="6442979" y="206477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8" name="pt3738"/>
            <p:cNvSpPr/>
            <p:nvPr/>
          </p:nvSpPr>
          <p:spPr>
            <a:xfrm>
              <a:off x="6852417" y="1935168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9" name="pt3739"/>
            <p:cNvSpPr/>
            <p:nvPr/>
          </p:nvSpPr>
          <p:spPr>
            <a:xfrm>
              <a:off x="6097834" y="229592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0" name="pt3740"/>
            <p:cNvSpPr/>
            <p:nvPr/>
          </p:nvSpPr>
          <p:spPr>
            <a:xfrm>
              <a:off x="5572064" y="237691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1" name="pt3741"/>
            <p:cNvSpPr/>
            <p:nvPr/>
          </p:nvSpPr>
          <p:spPr>
            <a:xfrm>
              <a:off x="5299365" y="1968577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2" name="pt3742"/>
            <p:cNvSpPr/>
            <p:nvPr/>
          </p:nvSpPr>
          <p:spPr>
            <a:xfrm>
              <a:off x="6586681" y="2057399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3" name="pt3743"/>
            <p:cNvSpPr/>
            <p:nvPr/>
          </p:nvSpPr>
          <p:spPr>
            <a:xfrm>
              <a:off x="6535643" y="228904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4" name="pt3744"/>
            <p:cNvSpPr/>
            <p:nvPr/>
          </p:nvSpPr>
          <p:spPr>
            <a:xfrm>
              <a:off x="6447112" y="206768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5" name="pt3745"/>
            <p:cNvSpPr/>
            <p:nvPr/>
          </p:nvSpPr>
          <p:spPr>
            <a:xfrm>
              <a:off x="5809812" y="2061969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6" name="pt3746"/>
            <p:cNvSpPr/>
            <p:nvPr/>
          </p:nvSpPr>
          <p:spPr>
            <a:xfrm>
              <a:off x="6694867" y="216358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7" name="pt3747"/>
            <p:cNvSpPr/>
            <p:nvPr/>
          </p:nvSpPr>
          <p:spPr>
            <a:xfrm>
              <a:off x="7142327" y="1251400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8" name="pt3748"/>
            <p:cNvSpPr/>
            <p:nvPr/>
          </p:nvSpPr>
          <p:spPr>
            <a:xfrm>
              <a:off x="6610984" y="226699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9" name="pt3749"/>
            <p:cNvSpPr/>
            <p:nvPr/>
          </p:nvSpPr>
          <p:spPr>
            <a:xfrm>
              <a:off x="4914845" y="2782891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0" name="pt3750"/>
            <p:cNvSpPr/>
            <p:nvPr/>
          </p:nvSpPr>
          <p:spPr>
            <a:xfrm>
              <a:off x="5768157" y="186526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1" name="pt3751"/>
            <p:cNvSpPr/>
            <p:nvPr/>
          </p:nvSpPr>
          <p:spPr>
            <a:xfrm>
              <a:off x="6442717" y="1811438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2" name="pt3752"/>
            <p:cNvSpPr/>
            <p:nvPr/>
          </p:nvSpPr>
          <p:spPr>
            <a:xfrm>
              <a:off x="5628384" y="2355543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3" name="pt3753"/>
            <p:cNvSpPr/>
            <p:nvPr/>
          </p:nvSpPr>
          <p:spPr>
            <a:xfrm>
              <a:off x="6064672" y="244456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4" name="pt3754"/>
            <p:cNvSpPr/>
            <p:nvPr/>
          </p:nvSpPr>
          <p:spPr>
            <a:xfrm>
              <a:off x="6597871" y="2125409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5" name="pt3755"/>
            <p:cNvSpPr/>
            <p:nvPr/>
          </p:nvSpPr>
          <p:spPr>
            <a:xfrm>
              <a:off x="6571004" y="2141082"/>
              <a:ext cx="16849" cy="16849"/>
            </a:xfrm>
            <a:prstGeom prst="ellipse">
              <a:avLst/>
            </a:prstGeom>
            <a:solidFill>
              <a:srgbClr val="68C562">
                <a:alpha val="45098"/>
              </a:srgbClr>
            </a:solidFill>
            <a:ln w="7363" cap="rnd">
              <a:solidFill>
                <a:srgbClr val="68C56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6" name="pt3756"/>
            <p:cNvSpPr/>
            <p:nvPr/>
          </p:nvSpPr>
          <p:spPr>
            <a:xfrm>
              <a:off x="6739068" y="2070546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7" name="pt3757"/>
            <p:cNvSpPr/>
            <p:nvPr/>
          </p:nvSpPr>
          <p:spPr>
            <a:xfrm>
              <a:off x="6255396" y="2284931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8" name="pt3758"/>
            <p:cNvSpPr/>
            <p:nvPr/>
          </p:nvSpPr>
          <p:spPr>
            <a:xfrm>
              <a:off x="6148026" y="2333747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9" name="pt3759"/>
            <p:cNvSpPr/>
            <p:nvPr/>
          </p:nvSpPr>
          <p:spPr>
            <a:xfrm>
              <a:off x="6669325" y="2125147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0" name="pt3760"/>
            <p:cNvSpPr/>
            <p:nvPr/>
          </p:nvSpPr>
          <p:spPr>
            <a:xfrm>
              <a:off x="6444770" y="2001147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1" name="pt3761"/>
            <p:cNvSpPr/>
            <p:nvPr/>
          </p:nvSpPr>
          <p:spPr>
            <a:xfrm>
              <a:off x="5566094" y="241749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2" name="pt3762"/>
            <p:cNvSpPr/>
            <p:nvPr/>
          </p:nvSpPr>
          <p:spPr>
            <a:xfrm>
              <a:off x="5836855" y="2487255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3" name="pt3763"/>
            <p:cNvSpPr/>
            <p:nvPr/>
          </p:nvSpPr>
          <p:spPr>
            <a:xfrm>
              <a:off x="6082076" y="2434145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4" name="pt3764"/>
            <p:cNvSpPr/>
            <p:nvPr/>
          </p:nvSpPr>
          <p:spPr>
            <a:xfrm>
              <a:off x="5879217" y="213944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5" name="pt3765"/>
            <p:cNvSpPr/>
            <p:nvPr/>
          </p:nvSpPr>
          <p:spPr>
            <a:xfrm>
              <a:off x="5835811" y="2442996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6" name="pt3766"/>
            <p:cNvSpPr/>
            <p:nvPr/>
          </p:nvSpPr>
          <p:spPr>
            <a:xfrm>
              <a:off x="5684488" y="2381684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7" name="pt3767"/>
            <p:cNvSpPr/>
            <p:nvPr/>
          </p:nvSpPr>
          <p:spPr>
            <a:xfrm>
              <a:off x="6396524" y="2128062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8" name="pt3768"/>
            <p:cNvSpPr/>
            <p:nvPr/>
          </p:nvSpPr>
          <p:spPr>
            <a:xfrm>
              <a:off x="6244735" y="234703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9" name="pt3769"/>
            <p:cNvSpPr/>
            <p:nvPr/>
          </p:nvSpPr>
          <p:spPr>
            <a:xfrm>
              <a:off x="7017944" y="1699861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0" name="pt3770"/>
            <p:cNvSpPr/>
            <p:nvPr/>
          </p:nvSpPr>
          <p:spPr>
            <a:xfrm>
              <a:off x="5943300" y="2201444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1" name="pt3771"/>
            <p:cNvSpPr/>
            <p:nvPr/>
          </p:nvSpPr>
          <p:spPr>
            <a:xfrm>
              <a:off x="6035701" y="2380762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2" name="pt3772"/>
            <p:cNvSpPr/>
            <p:nvPr/>
          </p:nvSpPr>
          <p:spPr>
            <a:xfrm>
              <a:off x="6419880" y="234262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3" name="pt3773"/>
            <p:cNvSpPr/>
            <p:nvPr/>
          </p:nvSpPr>
          <p:spPr>
            <a:xfrm>
              <a:off x="7446147" y="1642542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4" name="pt3774"/>
            <p:cNvSpPr/>
            <p:nvPr/>
          </p:nvSpPr>
          <p:spPr>
            <a:xfrm>
              <a:off x="5809429" y="2174124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5" name="pt3775"/>
            <p:cNvSpPr/>
            <p:nvPr/>
          </p:nvSpPr>
          <p:spPr>
            <a:xfrm>
              <a:off x="5588725" y="1919468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6" name="pt3776"/>
            <p:cNvSpPr/>
            <p:nvPr/>
          </p:nvSpPr>
          <p:spPr>
            <a:xfrm>
              <a:off x="6052624" y="2300509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7" name="pt3777"/>
            <p:cNvSpPr/>
            <p:nvPr/>
          </p:nvSpPr>
          <p:spPr>
            <a:xfrm>
              <a:off x="6081834" y="235602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8" name="pt3778"/>
            <p:cNvSpPr/>
            <p:nvPr/>
          </p:nvSpPr>
          <p:spPr>
            <a:xfrm>
              <a:off x="6267895" y="2387614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9" name="pt3779"/>
            <p:cNvSpPr/>
            <p:nvPr/>
          </p:nvSpPr>
          <p:spPr>
            <a:xfrm>
              <a:off x="5958022" y="2237339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0" name="pt3780"/>
            <p:cNvSpPr/>
            <p:nvPr/>
          </p:nvSpPr>
          <p:spPr>
            <a:xfrm>
              <a:off x="6489743" y="2144828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1" name="pt3781"/>
            <p:cNvSpPr/>
            <p:nvPr/>
          </p:nvSpPr>
          <p:spPr>
            <a:xfrm>
              <a:off x="6064444" y="2461099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2" name="pt3782"/>
            <p:cNvSpPr/>
            <p:nvPr/>
          </p:nvSpPr>
          <p:spPr>
            <a:xfrm>
              <a:off x="6387330" y="2326386"/>
              <a:ext cx="16849" cy="16849"/>
            </a:xfrm>
            <a:prstGeom prst="ellipse">
              <a:avLst/>
            </a:prstGeom>
            <a:solidFill>
              <a:srgbClr val="A5D848">
                <a:alpha val="45098"/>
              </a:srgbClr>
            </a:solidFill>
            <a:ln w="7363" cap="rnd">
              <a:solidFill>
                <a:srgbClr val="A5D84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3" name="pt3783"/>
            <p:cNvSpPr/>
            <p:nvPr/>
          </p:nvSpPr>
          <p:spPr>
            <a:xfrm>
              <a:off x="6117922" y="239911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4" name="pt3784"/>
            <p:cNvSpPr/>
            <p:nvPr/>
          </p:nvSpPr>
          <p:spPr>
            <a:xfrm>
              <a:off x="5940185" y="215135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5" name="pt3785"/>
            <p:cNvSpPr/>
            <p:nvPr/>
          </p:nvSpPr>
          <p:spPr>
            <a:xfrm>
              <a:off x="6552078" y="2145244"/>
              <a:ext cx="16849" cy="16849"/>
            </a:xfrm>
            <a:prstGeom prst="ellipse">
              <a:avLst/>
            </a:prstGeom>
            <a:solidFill>
              <a:srgbClr val="89D34E">
                <a:alpha val="45098"/>
              </a:srgbClr>
            </a:solidFill>
            <a:ln w="7363" cap="rnd">
              <a:solidFill>
                <a:srgbClr val="89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6" name="pt3786"/>
            <p:cNvSpPr/>
            <p:nvPr/>
          </p:nvSpPr>
          <p:spPr>
            <a:xfrm>
              <a:off x="5879236" y="198723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7" name="pt3787"/>
            <p:cNvSpPr/>
            <p:nvPr/>
          </p:nvSpPr>
          <p:spPr>
            <a:xfrm>
              <a:off x="6744235" y="2007036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8" name="pt3788"/>
            <p:cNvSpPr/>
            <p:nvPr/>
          </p:nvSpPr>
          <p:spPr>
            <a:xfrm>
              <a:off x="6554934" y="2135783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9" name="pt3789"/>
            <p:cNvSpPr/>
            <p:nvPr/>
          </p:nvSpPr>
          <p:spPr>
            <a:xfrm>
              <a:off x="6304186" y="2106650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0" name="pt3790"/>
            <p:cNvSpPr/>
            <p:nvPr/>
          </p:nvSpPr>
          <p:spPr>
            <a:xfrm>
              <a:off x="6821801" y="1832566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1" name="pt3791"/>
            <p:cNvSpPr/>
            <p:nvPr/>
          </p:nvSpPr>
          <p:spPr>
            <a:xfrm>
              <a:off x="6407271" y="224099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2" name="pt3792"/>
            <p:cNvSpPr/>
            <p:nvPr/>
          </p:nvSpPr>
          <p:spPr>
            <a:xfrm>
              <a:off x="6486621" y="2213963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3" name="pt3793"/>
            <p:cNvSpPr/>
            <p:nvPr/>
          </p:nvSpPr>
          <p:spPr>
            <a:xfrm>
              <a:off x="6736898" y="1929039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4" name="pt3794"/>
            <p:cNvSpPr/>
            <p:nvPr/>
          </p:nvSpPr>
          <p:spPr>
            <a:xfrm>
              <a:off x="6050342" y="2400702"/>
              <a:ext cx="16849" cy="16849"/>
            </a:xfrm>
            <a:prstGeom prst="ellipse">
              <a:avLst/>
            </a:prstGeom>
            <a:solidFill>
              <a:srgbClr val="33AC80">
                <a:alpha val="45098"/>
              </a:srgbClr>
            </a:solidFill>
            <a:ln w="7363" cap="rnd">
              <a:solidFill>
                <a:srgbClr val="33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5" name="pt3795"/>
            <p:cNvSpPr/>
            <p:nvPr/>
          </p:nvSpPr>
          <p:spPr>
            <a:xfrm>
              <a:off x="5114009" y="2650086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6" name="pt3796"/>
            <p:cNvSpPr/>
            <p:nvPr/>
          </p:nvSpPr>
          <p:spPr>
            <a:xfrm>
              <a:off x="6696535" y="197231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7" name="pt3797"/>
            <p:cNvSpPr/>
            <p:nvPr/>
          </p:nvSpPr>
          <p:spPr>
            <a:xfrm>
              <a:off x="6365611" y="234250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8" name="pt3798"/>
            <p:cNvSpPr/>
            <p:nvPr/>
          </p:nvSpPr>
          <p:spPr>
            <a:xfrm>
              <a:off x="6526584" y="2221517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9" name="pt3799"/>
            <p:cNvSpPr/>
            <p:nvPr/>
          </p:nvSpPr>
          <p:spPr>
            <a:xfrm>
              <a:off x="6936525" y="1842609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0" name="pt3800"/>
            <p:cNvSpPr/>
            <p:nvPr/>
          </p:nvSpPr>
          <p:spPr>
            <a:xfrm>
              <a:off x="6653414" y="235652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1" name="pt3801"/>
            <p:cNvSpPr/>
            <p:nvPr/>
          </p:nvSpPr>
          <p:spPr>
            <a:xfrm>
              <a:off x="6133020" y="233864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2" name="pt3802"/>
            <p:cNvSpPr/>
            <p:nvPr/>
          </p:nvSpPr>
          <p:spPr>
            <a:xfrm>
              <a:off x="5966970" y="2268497"/>
              <a:ext cx="16849" cy="16849"/>
            </a:xfrm>
            <a:prstGeom prst="ellipse">
              <a:avLst/>
            </a:prstGeom>
            <a:solidFill>
              <a:srgbClr val="AEDA45">
                <a:alpha val="45098"/>
              </a:srgbClr>
            </a:solidFill>
            <a:ln w="7363" cap="rnd">
              <a:solidFill>
                <a:srgbClr val="AEDA4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3" name="pt3803"/>
            <p:cNvSpPr/>
            <p:nvPr/>
          </p:nvSpPr>
          <p:spPr>
            <a:xfrm>
              <a:off x="5605467" y="2357325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4" name="pt3804"/>
            <p:cNvSpPr/>
            <p:nvPr/>
          </p:nvSpPr>
          <p:spPr>
            <a:xfrm>
              <a:off x="6003050" y="2624398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5" name="pt3805"/>
            <p:cNvSpPr/>
            <p:nvPr/>
          </p:nvSpPr>
          <p:spPr>
            <a:xfrm>
              <a:off x="7003072" y="152695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6" name="pt3806"/>
            <p:cNvSpPr/>
            <p:nvPr/>
          </p:nvSpPr>
          <p:spPr>
            <a:xfrm>
              <a:off x="6448113" y="2108552"/>
              <a:ext cx="16849" cy="16849"/>
            </a:xfrm>
            <a:prstGeom prst="ellipse">
              <a:avLst/>
            </a:prstGeom>
            <a:solidFill>
              <a:srgbClr val="33AC80">
                <a:alpha val="45098"/>
              </a:srgbClr>
            </a:solidFill>
            <a:ln w="7363" cap="rnd">
              <a:solidFill>
                <a:srgbClr val="33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7" name="pt3807"/>
            <p:cNvSpPr/>
            <p:nvPr/>
          </p:nvSpPr>
          <p:spPr>
            <a:xfrm>
              <a:off x="6138589" y="2380943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8" name="pt3808"/>
            <p:cNvSpPr/>
            <p:nvPr/>
          </p:nvSpPr>
          <p:spPr>
            <a:xfrm>
              <a:off x="6149859" y="2314300"/>
              <a:ext cx="16849" cy="16849"/>
            </a:xfrm>
            <a:prstGeom prst="ellipse">
              <a:avLst/>
            </a:prstGeom>
            <a:solidFill>
              <a:srgbClr val="45B279">
                <a:alpha val="45098"/>
              </a:srgbClr>
            </a:solidFill>
            <a:ln w="7363" cap="rnd">
              <a:solidFill>
                <a:srgbClr val="45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9" name="pt3809"/>
            <p:cNvSpPr/>
            <p:nvPr/>
          </p:nvSpPr>
          <p:spPr>
            <a:xfrm>
              <a:off x="6108341" y="2128642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0" name="pt3810"/>
            <p:cNvSpPr/>
            <p:nvPr/>
          </p:nvSpPr>
          <p:spPr>
            <a:xfrm>
              <a:off x="6186475" y="2169886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1" name="pt3811"/>
            <p:cNvSpPr/>
            <p:nvPr/>
          </p:nvSpPr>
          <p:spPr>
            <a:xfrm>
              <a:off x="6367997" y="2336814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2" name="pt3812"/>
            <p:cNvSpPr/>
            <p:nvPr/>
          </p:nvSpPr>
          <p:spPr>
            <a:xfrm>
              <a:off x="6015402" y="2447498"/>
              <a:ext cx="16849" cy="16849"/>
            </a:xfrm>
            <a:prstGeom prst="ellipse">
              <a:avLst/>
            </a:prstGeom>
            <a:solidFill>
              <a:srgbClr val="5EBE6A">
                <a:alpha val="45098"/>
              </a:srgbClr>
            </a:solidFill>
            <a:ln w="7363" cap="rnd">
              <a:solidFill>
                <a:srgbClr val="5EBE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3" name="pt3813"/>
            <p:cNvSpPr/>
            <p:nvPr/>
          </p:nvSpPr>
          <p:spPr>
            <a:xfrm>
              <a:off x="6618464" y="2243121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4" name="pt3814"/>
            <p:cNvSpPr/>
            <p:nvPr/>
          </p:nvSpPr>
          <p:spPr>
            <a:xfrm>
              <a:off x="6470445" y="2037283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5" name="pt3815"/>
            <p:cNvSpPr/>
            <p:nvPr/>
          </p:nvSpPr>
          <p:spPr>
            <a:xfrm>
              <a:off x="6150087" y="2252298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6" name="pt3816"/>
            <p:cNvSpPr/>
            <p:nvPr/>
          </p:nvSpPr>
          <p:spPr>
            <a:xfrm>
              <a:off x="6581521" y="2182673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7" name="pt3817"/>
            <p:cNvSpPr/>
            <p:nvPr/>
          </p:nvSpPr>
          <p:spPr>
            <a:xfrm>
              <a:off x="6028089" y="2083993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8" name="pt3818"/>
            <p:cNvSpPr/>
            <p:nvPr/>
          </p:nvSpPr>
          <p:spPr>
            <a:xfrm>
              <a:off x="6419997" y="2227795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9" name="pt3819"/>
            <p:cNvSpPr/>
            <p:nvPr/>
          </p:nvSpPr>
          <p:spPr>
            <a:xfrm>
              <a:off x="6005520" y="2533049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0" name="pt3820"/>
            <p:cNvSpPr/>
            <p:nvPr/>
          </p:nvSpPr>
          <p:spPr>
            <a:xfrm>
              <a:off x="6244950" y="2270454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1" name="pt3821"/>
            <p:cNvSpPr/>
            <p:nvPr/>
          </p:nvSpPr>
          <p:spPr>
            <a:xfrm>
              <a:off x="5080245" y="2916355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2" name="pt3822"/>
            <p:cNvSpPr/>
            <p:nvPr/>
          </p:nvSpPr>
          <p:spPr>
            <a:xfrm>
              <a:off x="6576816" y="2103074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3" name="pt3823"/>
            <p:cNvSpPr/>
            <p:nvPr/>
          </p:nvSpPr>
          <p:spPr>
            <a:xfrm>
              <a:off x="6263564" y="243018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4" name="pt3824"/>
            <p:cNvSpPr/>
            <p:nvPr/>
          </p:nvSpPr>
          <p:spPr>
            <a:xfrm>
              <a:off x="5041452" y="2749417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5" name="pt3825"/>
            <p:cNvSpPr/>
            <p:nvPr/>
          </p:nvSpPr>
          <p:spPr>
            <a:xfrm>
              <a:off x="5349833" y="1751416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6" name="pt3826"/>
            <p:cNvSpPr/>
            <p:nvPr/>
          </p:nvSpPr>
          <p:spPr>
            <a:xfrm>
              <a:off x="5325741" y="1816917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7" name="pt3827"/>
            <p:cNvSpPr/>
            <p:nvPr/>
          </p:nvSpPr>
          <p:spPr>
            <a:xfrm>
              <a:off x="5987309" y="2519602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8" name="pt3828"/>
            <p:cNvSpPr/>
            <p:nvPr/>
          </p:nvSpPr>
          <p:spPr>
            <a:xfrm>
              <a:off x="6244954" y="2262025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9" name="pt3829"/>
            <p:cNvSpPr/>
            <p:nvPr/>
          </p:nvSpPr>
          <p:spPr>
            <a:xfrm>
              <a:off x="6535410" y="2284878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0" name="pt3830"/>
            <p:cNvSpPr/>
            <p:nvPr/>
          </p:nvSpPr>
          <p:spPr>
            <a:xfrm>
              <a:off x="6329174" y="225932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1" name="pt3831"/>
            <p:cNvSpPr/>
            <p:nvPr/>
          </p:nvSpPr>
          <p:spPr>
            <a:xfrm>
              <a:off x="6192440" y="223915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2" name="pt3832"/>
            <p:cNvSpPr/>
            <p:nvPr/>
          </p:nvSpPr>
          <p:spPr>
            <a:xfrm>
              <a:off x="7160110" y="1734078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3" name="pt3833"/>
            <p:cNvSpPr/>
            <p:nvPr/>
          </p:nvSpPr>
          <p:spPr>
            <a:xfrm>
              <a:off x="6063779" y="2388688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4" name="pt3834"/>
            <p:cNvSpPr/>
            <p:nvPr/>
          </p:nvSpPr>
          <p:spPr>
            <a:xfrm>
              <a:off x="5958570" y="2257087"/>
              <a:ext cx="16849" cy="16849"/>
            </a:xfrm>
            <a:prstGeom prst="ellipse">
              <a:avLst/>
            </a:prstGeom>
            <a:solidFill>
              <a:srgbClr val="3AAE7D">
                <a:alpha val="45098"/>
              </a:srgbClr>
            </a:solidFill>
            <a:ln w="7363" cap="rnd">
              <a:solidFill>
                <a:srgbClr val="3AAE7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5" name="pt3835"/>
            <p:cNvSpPr/>
            <p:nvPr/>
          </p:nvSpPr>
          <p:spPr>
            <a:xfrm>
              <a:off x="5810518" y="2192345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6" name="pt3836"/>
            <p:cNvSpPr/>
            <p:nvPr/>
          </p:nvSpPr>
          <p:spPr>
            <a:xfrm>
              <a:off x="6949916" y="1840868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7" name="pt3837"/>
            <p:cNvSpPr/>
            <p:nvPr/>
          </p:nvSpPr>
          <p:spPr>
            <a:xfrm>
              <a:off x="5383716" y="2557461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8" name="pt3838"/>
            <p:cNvSpPr/>
            <p:nvPr/>
          </p:nvSpPr>
          <p:spPr>
            <a:xfrm>
              <a:off x="6849451" y="2154424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9" name="pt3839"/>
            <p:cNvSpPr/>
            <p:nvPr/>
          </p:nvSpPr>
          <p:spPr>
            <a:xfrm>
              <a:off x="6409623" y="2183221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0" name="pt3840"/>
            <p:cNvSpPr/>
            <p:nvPr/>
          </p:nvSpPr>
          <p:spPr>
            <a:xfrm>
              <a:off x="5043874" y="301694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1" name="pt3841"/>
            <p:cNvSpPr/>
            <p:nvPr/>
          </p:nvSpPr>
          <p:spPr>
            <a:xfrm>
              <a:off x="6233939" y="232158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2" name="pt3842"/>
            <p:cNvSpPr/>
            <p:nvPr/>
          </p:nvSpPr>
          <p:spPr>
            <a:xfrm>
              <a:off x="6992693" y="1642120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3" name="pt3843"/>
            <p:cNvSpPr/>
            <p:nvPr/>
          </p:nvSpPr>
          <p:spPr>
            <a:xfrm>
              <a:off x="6223746" y="2273093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4" name="pt3844"/>
            <p:cNvSpPr/>
            <p:nvPr/>
          </p:nvSpPr>
          <p:spPr>
            <a:xfrm>
              <a:off x="6085040" y="235817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5" name="pt3845"/>
            <p:cNvSpPr/>
            <p:nvPr/>
          </p:nvSpPr>
          <p:spPr>
            <a:xfrm>
              <a:off x="6990757" y="1890184"/>
              <a:ext cx="16849" cy="16849"/>
            </a:xfrm>
            <a:prstGeom prst="ellipse">
              <a:avLst/>
            </a:prstGeom>
            <a:solidFill>
              <a:srgbClr val="8DD44D">
                <a:alpha val="45098"/>
              </a:srgbClr>
            </a:solidFill>
            <a:ln w="7363" cap="rnd">
              <a:solidFill>
                <a:srgbClr val="8D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6" name="pt3846"/>
            <p:cNvSpPr/>
            <p:nvPr/>
          </p:nvSpPr>
          <p:spPr>
            <a:xfrm>
              <a:off x="6119175" y="2367994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7" name="pt3847"/>
            <p:cNvSpPr/>
            <p:nvPr/>
          </p:nvSpPr>
          <p:spPr>
            <a:xfrm>
              <a:off x="6398438" y="2182819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8" name="pt3848"/>
            <p:cNvSpPr/>
            <p:nvPr/>
          </p:nvSpPr>
          <p:spPr>
            <a:xfrm>
              <a:off x="6727432" y="1825289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9" name="pt3849"/>
            <p:cNvSpPr/>
            <p:nvPr/>
          </p:nvSpPr>
          <p:spPr>
            <a:xfrm>
              <a:off x="5622613" y="2365502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0" name="pt3850"/>
            <p:cNvSpPr/>
            <p:nvPr/>
          </p:nvSpPr>
          <p:spPr>
            <a:xfrm>
              <a:off x="6450949" y="2027795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1" name="pt3851"/>
            <p:cNvSpPr/>
            <p:nvPr/>
          </p:nvSpPr>
          <p:spPr>
            <a:xfrm>
              <a:off x="6715083" y="208632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2" name="pt3852"/>
            <p:cNvSpPr/>
            <p:nvPr/>
          </p:nvSpPr>
          <p:spPr>
            <a:xfrm>
              <a:off x="5772599" y="2015793"/>
              <a:ext cx="16849" cy="16849"/>
            </a:xfrm>
            <a:prstGeom prst="ellipse">
              <a:avLst/>
            </a:prstGeom>
            <a:solidFill>
              <a:srgbClr val="2DAA81">
                <a:alpha val="45098"/>
              </a:srgbClr>
            </a:solidFill>
            <a:ln w="7363" cap="rnd">
              <a:solidFill>
                <a:srgbClr val="2DAA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3" name="pt3853"/>
            <p:cNvSpPr/>
            <p:nvPr/>
          </p:nvSpPr>
          <p:spPr>
            <a:xfrm>
              <a:off x="5609596" y="2370654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4" name="pt3854"/>
            <p:cNvSpPr/>
            <p:nvPr/>
          </p:nvSpPr>
          <p:spPr>
            <a:xfrm>
              <a:off x="7083693" y="1588724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5" name="pt3855"/>
            <p:cNvSpPr/>
            <p:nvPr/>
          </p:nvSpPr>
          <p:spPr>
            <a:xfrm>
              <a:off x="6707841" y="1994356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6" name="pt3856"/>
            <p:cNvSpPr/>
            <p:nvPr/>
          </p:nvSpPr>
          <p:spPr>
            <a:xfrm>
              <a:off x="6139068" y="236868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7" name="pt3857"/>
            <p:cNvSpPr/>
            <p:nvPr/>
          </p:nvSpPr>
          <p:spPr>
            <a:xfrm>
              <a:off x="6174144" y="2308592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8" name="pt3858"/>
            <p:cNvSpPr/>
            <p:nvPr/>
          </p:nvSpPr>
          <p:spPr>
            <a:xfrm>
              <a:off x="5527418" y="2392816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9" name="pt3859"/>
            <p:cNvSpPr/>
            <p:nvPr/>
          </p:nvSpPr>
          <p:spPr>
            <a:xfrm>
              <a:off x="5918323" y="197627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0" name="pt3860"/>
            <p:cNvSpPr/>
            <p:nvPr/>
          </p:nvSpPr>
          <p:spPr>
            <a:xfrm>
              <a:off x="6220262" y="2294472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1" name="pt3861"/>
            <p:cNvSpPr/>
            <p:nvPr/>
          </p:nvSpPr>
          <p:spPr>
            <a:xfrm>
              <a:off x="6698103" y="1985320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2" name="pt3862"/>
            <p:cNvSpPr/>
            <p:nvPr/>
          </p:nvSpPr>
          <p:spPr>
            <a:xfrm>
              <a:off x="5866173" y="200641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3" name="pt3863"/>
            <p:cNvSpPr/>
            <p:nvPr/>
          </p:nvSpPr>
          <p:spPr>
            <a:xfrm>
              <a:off x="5748911" y="2073627"/>
              <a:ext cx="16849" cy="16849"/>
            </a:xfrm>
            <a:prstGeom prst="ellipse">
              <a:avLst/>
            </a:prstGeom>
            <a:solidFill>
              <a:srgbClr val="2DAA81">
                <a:alpha val="45098"/>
              </a:srgbClr>
            </a:solidFill>
            <a:ln w="7363" cap="rnd">
              <a:solidFill>
                <a:srgbClr val="2DAA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4" name="pt3864"/>
            <p:cNvSpPr/>
            <p:nvPr/>
          </p:nvSpPr>
          <p:spPr>
            <a:xfrm>
              <a:off x="5751697" y="2226504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5" name="pt3865"/>
            <p:cNvSpPr/>
            <p:nvPr/>
          </p:nvSpPr>
          <p:spPr>
            <a:xfrm>
              <a:off x="6637578" y="2106624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6" name="pt3866"/>
            <p:cNvSpPr/>
            <p:nvPr/>
          </p:nvSpPr>
          <p:spPr>
            <a:xfrm>
              <a:off x="6141145" y="2314619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7" name="pt3867"/>
            <p:cNvSpPr/>
            <p:nvPr/>
          </p:nvSpPr>
          <p:spPr>
            <a:xfrm>
              <a:off x="5026071" y="281717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8" name="pt3868"/>
            <p:cNvSpPr/>
            <p:nvPr/>
          </p:nvSpPr>
          <p:spPr>
            <a:xfrm>
              <a:off x="5903894" y="207035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9" name="pt3869"/>
            <p:cNvSpPr/>
            <p:nvPr/>
          </p:nvSpPr>
          <p:spPr>
            <a:xfrm>
              <a:off x="6827834" y="1863067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0" name="pt3870"/>
            <p:cNvSpPr/>
            <p:nvPr/>
          </p:nvSpPr>
          <p:spPr>
            <a:xfrm>
              <a:off x="7172567" y="1915319"/>
              <a:ext cx="16849" cy="16849"/>
            </a:xfrm>
            <a:prstGeom prst="ellipse">
              <a:avLst/>
            </a:prstGeom>
            <a:solidFill>
              <a:srgbClr val="97D64B">
                <a:alpha val="45098"/>
              </a:srgbClr>
            </a:solidFill>
            <a:ln w="7363" cap="rnd">
              <a:solidFill>
                <a:srgbClr val="97D64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1" name="pt3871"/>
            <p:cNvSpPr/>
            <p:nvPr/>
          </p:nvSpPr>
          <p:spPr>
            <a:xfrm>
              <a:off x="6700955" y="1934523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2" name="pt3872"/>
            <p:cNvSpPr/>
            <p:nvPr/>
          </p:nvSpPr>
          <p:spPr>
            <a:xfrm>
              <a:off x="6432799" y="203048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3" name="pt3873"/>
            <p:cNvSpPr/>
            <p:nvPr/>
          </p:nvSpPr>
          <p:spPr>
            <a:xfrm>
              <a:off x="5529206" y="2481922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4" name="pt3874"/>
            <p:cNvSpPr/>
            <p:nvPr/>
          </p:nvSpPr>
          <p:spPr>
            <a:xfrm>
              <a:off x="6073294" y="2458090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5" name="pt3875"/>
            <p:cNvSpPr/>
            <p:nvPr/>
          </p:nvSpPr>
          <p:spPr>
            <a:xfrm>
              <a:off x="6158231" y="232997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6" name="pt3876"/>
            <p:cNvSpPr/>
            <p:nvPr/>
          </p:nvSpPr>
          <p:spPr>
            <a:xfrm>
              <a:off x="6426575" y="1894415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7" name="pt3877"/>
            <p:cNvSpPr/>
            <p:nvPr/>
          </p:nvSpPr>
          <p:spPr>
            <a:xfrm>
              <a:off x="6486273" y="2115464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8" name="pt3878"/>
            <p:cNvSpPr/>
            <p:nvPr/>
          </p:nvSpPr>
          <p:spPr>
            <a:xfrm>
              <a:off x="5642794" y="2326750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9" name="pt3879"/>
            <p:cNvSpPr/>
            <p:nvPr/>
          </p:nvSpPr>
          <p:spPr>
            <a:xfrm>
              <a:off x="6311206" y="229027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0" name="pt3880"/>
            <p:cNvSpPr/>
            <p:nvPr/>
          </p:nvSpPr>
          <p:spPr>
            <a:xfrm>
              <a:off x="5988588" y="2492660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1" name="pt3881"/>
            <p:cNvSpPr/>
            <p:nvPr/>
          </p:nvSpPr>
          <p:spPr>
            <a:xfrm>
              <a:off x="6801148" y="190721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2" name="pt3882"/>
            <p:cNvSpPr/>
            <p:nvPr/>
          </p:nvSpPr>
          <p:spPr>
            <a:xfrm>
              <a:off x="6391852" y="2134118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3" name="pt3883"/>
            <p:cNvSpPr/>
            <p:nvPr/>
          </p:nvSpPr>
          <p:spPr>
            <a:xfrm>
              <a:off x="5714411" y="2461047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4" name="pt3884"/>
            <p:cNvSpPr/>
            <p:nvPr/>
          </p:nvSpPr>
          <p:spPr>
            <a:xfrm>
              <a:off x="6766160" y="2021940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5" name="pt3885"/>
            <p:cNvSpPr/>
            <p:nvPr/>
          </p:nvSpPr>
          <p:spPr>
            <a:xfrm>
              <a:off x="5721793" y="2419525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6" name="pt3886"/>
            <p:cNvSpPr/>
            <p:nvPr/>
          </p:nvSpPr>
          <p:spPr>
            <a:xfrm>
              <a:off x="6668342" y="220205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7" name="pt3887"/>
            <p:cNvSpPr/>
            <p:nvPr/>
          </p:nvSpPr>
          <p:spPr>
            <a:xfrm>
              <a:off x="6080884" y="2390621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8" name="pt3888"/>
            <p:cNvSpPr/>
            <p:nvPr/>
          </p:nvSpPr>
          <p:spPr>
            <a:xfrm>
              <a:off x="6131289" y="2310051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9" name="pt3889"/>
            <p:cNvSpPr/>
            <p:nvPr/>
          </p:nvSpPr>
          <p:spPr>
            <a:xfrm>
              <a:off x="6369672" y="2324149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0" name="pt3890"/>
            <p:cNvSpPr/>
            <p:nvPr/>
          </p:nvSpPr>
          <p:spPr>
            <a:xfrm>
              <a:off x="6320546" y="2204354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1" name="pt3891"/>
            <p:cNvSpPr/>
            <p:nvPr/>
          </p:nvSpPr>
          <p:spPr>
            <a:xfrm>
              <a:off x="5598523" y="2514517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2" name="pt3892"/>
            <p:cNvSpPr/>
            <p:nvPr/>
          </p:nvSpPr>
          <p:spPr>
            <a:xfrm>
              <a:off x="5792763" y="211170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3" name="pt3893"/>
            <p:cNvSpPr/>
            <p:nvPr/>
          </p:nvSpPr>
          <p:spPr>
            <a:xfrm>
              <a:off x="6133239" y="239474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4" name="pt3894"/>
            <p:cNvSpPr/>
            <p:nvPr/>
          </p:nvSpPr>
          <p:spPr>
            <a:xfrm>
              <a:off x="6018201" y="2444068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5" name="pt3895"/>
            <p:cNvSpPr/>
            <p:nvPr/>
          </p:nvSpPr>
          <p:spPr>
            <a:xfrm>
              <a:off x="6172456" y="2236197"/>
              <a:ext cx="16849" cy="16849"/>
            </a:xfrm>
            <a:prstGeom prst="ellipse">
              <a:avLst/>
            </a:prstGeom>
            <a:solidFill>
              <a:srgbClr val="4FB773">
                <a:alpha val="45098"/>
              </a:srgbClr>
            </a:solidFill>
            <a:ln w="7363" cap="rnd">
              <a:solidFill>
                <a:srgbClr val="4FB7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6" name="pt3896"/>
            <p:cNvSpPr/>
            <p:nvPr/>
          </p:nvSpPr>
          <p:spPr>
            <a:xfrm>
              <a:off x="6608911" y="225104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7" name="pt3897"/>
            <p:cNvSpPr/>
            <p:nvPr/>
          </p:nvSpPr>
          <p:spPr>
            <a:xfrm>
              <a:off x="6084973" y="2282576"/>
              <a:ext cx="16849" cy="16849"/>
            </a:xfrm>
            <a:prstGeom prst="ellipse">
              <a:avLst/>
            </a:prstGeom>
            <a:solidFill>
              <a:srgbClr val="76CE56">
                <a:alpha val="45098"/>
              </a:srgbClr>
            </a:solidFill>
            <a:ln w="7363" cap="rnd">
              <a:solidFill>
                <a:srgbClr val="76CE5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8" name="pt3898"/>
            <p:cNvSpPr/>
            <p:nvPr/>
          </p:nvSpPr>
          <p:spPr>
            <a:xfrm>
              <a:off x="6375409" y="2379953"/>
              <a:ext cx="16849" cy="16849"/>
            </a:xfrm>
            <a:prstGeom prst="ellipse">
              <a:avLst/>
            </a:prstGeom>
            <a:solidFill>
              <a:srgbClr val="2B7B8D">
                <a:alpha val="45098"/>
              </a:srgbClr>
            </a:solidFill>
            <a:ln w="7363" cap="rnd">
              <a:solidFill>
                <a:srgbClr val="2B7B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9" name="pt3899"/>
            <p:cNvSpPr/>
            <p:nvPr/>
          </p:nvSpPr>
          <p:spPr>
            <a:xfrm>
              <a:off x="6885642" y="2081339"/>
              <a:ext cx="16849" cy="16849"/>
            </a:xfrm>
            <a:prstGeom prst="ellipse">
              <a:avLst/>
            </a:prstGeom>
            <a:solidFill>
              <a:srgbClr val="BBDC41">
                <a:alpha val="45098"/>
              </a:srgbClr>
            </a:solidFill>
            <a:ln w="7363" cap="rnd">
              <a:solidFill>
                <a:srgbClr val="BBDC4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0" name="pt3900"/>
            <p:cNvSpPr/>
            <p:nvPr/>
          </p:nvSpPr>
          <p:spPr>
            <a:xfrm>
              <a:off x="6414807" y="2257272"/>
              <a:ext cx="16849" cy="16849"/>
            </a:xfrm>
            <a:prstGeom prst="ellipse">
              <a:avLst/>
            </a:prstGeom>
            <a:solidFill>
              <a:srgbClr val="89D34E">
                <a:alpha val="45098"/>
              </a:srgbClr>
            </a:solidFill>
            <a:ln w="7363" cap="rnd">
              <a:solidFill>
                <a:srgbClr val="89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1" name="pt3901"/>
            <p:cNvSpPr/>
            <p:nvPr/>
          </p:nvSpPr>
          <p:spPr>
            <a:xfrm>
              <a:off x="4792978" y="2595112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2" name="pt3902"/>
            <p:cNvSpPr/>
            <p:nvPr/>
          </p:nvSpPr>
          <p:spPr>
            <a:xfrm>
              <a:off x="5571618" y="2464424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3" name="pt3903"/>
            <p:cNvSpPr/>
            <p:nvPr/>
          </p:nvSpPr>
          <p:spPr>
            <a:xfrm>
              <a:off x="6322740" y="229827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4" name="pt3904"/>
            <p:cNvSpPr/>
            <p:nvPr/>
          </p:nvSpPr>
          <p:spPr>
            <a:xfrm>
              <a:off x="5816166" y="242165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5" name="pt3905"/>
            <p:cNvSpPr/>
            <p:nvPr/>
          </p:nvSpPr>
          <p:spPr>
            <a:xfrm>
              <a:off x="5784661" y="2164909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6" name="pt3906"/>
            <p:cNvSpPr/>
            <p:nvPr/>
          </p:nvSpPr>
          <p:spPr>
            <a:xfrm>
              <a:off x="6491615" y="2038292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7" name="pt3907"/>
            <p:cNvSpPr/>
            <p:nvPr/>
          </p:nvSpPr>
          <p:spPr>
            <a:xfrm>
              <a:off x="6609958" y="2100566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8" name="pt3908"/>
            <p:cNvSpPr/>
            <p:nvPr/>
          </p:nvSpPr>
          <p:spPr>
            <a:xfrm>
              <a:off x="5578613" y="2376797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9" name="pt3909"/>
            <p:cNvSpPr/>
            <p:nvPr/>
          </p:nvSpPr>
          <p:spPr>
            <a:xfrm>
              <a:off x="6709103" y="1905876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0" name="pt3910"/>
            <p:cNvSpPr/>
            <p:nvPr/>
          </p:nvSpPr>
          <p:spPr>
            <a:xfrm>
              <a:off x="6183216" y="2246503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1" name="pt3911"/>
            <p:cNvSpPr/>
            <p:nvPr/>
          </p:nvSpPr>
          <p:spPr>
            <a:xfrm>
              <a:off x="6434687" y="208152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2" name="pt3912"/>
            <p:cNvSpPr/>
            <p:nvPr/>
          </p:nvSpPr>
          <p:spPr>
            <a:xfrm>
              <a:off x="6376995" y="2243986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3" name="pt3913"/>
            <p:cNvSpPr/>
            <p:nvPr/>
          </p:nvSpPr>
          <p:spPr>
            <a:xfrm>
              <a:off x="7199482" y="1511844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4" name="pt3914"/>
            <p:cNvSpPr/>
            <p:nvPr/>
          </p:nvSpPr>
          <p:spPr>
            <a:xfrm>
              <a:off x="6588749" y="2162926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5" name="pt3915"/>
            <p:cNvSpPr/>
            <p:nvPr/>
          </p:nvSpPr>
          <p:spPr>
            <a:xfrm>
              <a:off x="6165685" y="2268978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6" name="pt3916"/>
            <p:cNvSpPr/>
            <p:nvPr/>
          </p:nvSpPr>
          <p:spPr>
            <a:xfrm>
              <a:off x="6090880" y="2275617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7" name="pt3917"/>
            <p:cNvSpPr/>
            <p:nvPr/>
          </p:nvSpPr>
          <p:spPr>
            <a:xfrm>
              <a:off x="6526103" y="2248437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8" name="pt3918"/>
            <p:cNvSpPr/>
            <p:nvPr/>
          </p:nvSpPr>
          <p:spPr>
            <a:xfrm>
              <a:off x="5424138" y="223236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9" name="pt3919"/>
            <p:cNvSpPr/>
            <p:nvPr/>
          </p:nvSpPr>
          <p:spPr>
            <a:xfrm>
              <a:off x="6382934" y="2227605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0" name="pt3920"/>
            <p:cNvSpPr/>
            <p:nvPr/>
          </p:nvSpPr>
          <p:spPr>
            <a:xfrm>
              <a:off x="6594379" y="2169813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1" name="pt3921"/>
            <p:cNvSpPr/>
            <p:nvPr/>
          </p:nvSpPr>
          <p:spPr>
            <a:xfrm>
              <a:off x="5461873" y="2596556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2" name="pt3922"/>
            <p:cNvSpPr/>
            <p:nvPr/>
          </p:nvSpPr>
          <p:spPr>
            <a:xfrm>
              <a:off x="6477199" y="216262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3" name="pt3923"/>
            <p:cNvSpPr/>
            <p:nvPr/>
          </p:nvSpPr>
          <p:spPr>
            <a:xfrm>
              <a:off x="6634945" y="2174607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4" name="pt3924"/>
            <p:cNvSpPr/>
            <p:nvPr/>
          </p:nvSpPr>
          <p:spPr>
            <a:xfrm>
              <a:off x="6982850" y="1638071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5" name="pt3925"/>
            <p:cNvSpPr/>
            <p:nvPr/>
          </p:nvSpPr>
          <p:spPr>
            <a:xfrm>
              <a:off x="6098948" y="2281336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6" name="pt3926"/>
            <p:cNvSpPr/>
            <p:nvPr/>
          </p:nvSpPr>
          <p:spPr>
            <a:xfrm>
              <a:off x="5130017" y="2213514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7" name="pt3927"/>
            <p:cNvSpPr/>
            <p:nvPr/>
          </p:nvSpPr>
          <p:spPr>
            <a:xfrm>
              <a:off x="6159155" y="227846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8" name="pt3928"/>
            <p:cNvSpPr/>
            <p:nvPr/>
          </p:nvSpPr>
          <p:spPr>
            <a:xfrm>
              <a:off x="6228827" y="2293407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9" name="pt3929"/>
            <p:cNvSpPr/>
            <p:nvPr/>
          </p:nvSpPr>
          <p:spPr>
            <a:xfrm>
              <a:off x="5507895" y="2449315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0" name="pt3930"/>
            <p:cNvSpPr/>
            <p:nvPr/>
          </p:nvSpPr>
          <p:spPr>
            <a:xfrm>
              <a:off x="5987999" y="2462314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1" name="pt3931"/>
            <p:cNvSpPr/>
            <p:nvPr/>
          </p:nvSpPr>
          <p:spPr>
            <a:xfrm>
              <a:off x="6000687" y="228209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2" name="pt3932"/>
            <p:cNvSpPr/>
            <p:nvPr/>
          </p:nvSpPr>
          <p:spPr>
            <a:xfrm>
              <a:off x="6312120" y="2107198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3" name="pt3933"/>
            <p:cNvSpPr/>
            <p:nvPr/>
          </p:nvSpPr>
          <p:spPr>
            <a:xfrm>
              <a:off x="6047786" y="2313236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4" name="pt3934"/>
            <p:cNvSpPr/>
            <p:nvPr/>
          </p:nvSpPr>
          <p:spPr>
            <a:xfrm>
              <a:off x="6904706" y="1921500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5" name="pt3935"/>
            <p:cNvSpPr/>
            <p:nvPr/>
          </p:nvSpPr>
          <p:spPr>
            <a:xfrm>
              <a:off x="6858118" y="2043633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6" name="pt3936"/>
            <p:cNvSpPr/>
            <p:nvPr/>
          </p:nvSpPr>
          <p:spPr>
            <a:xfrm>
              <a:off x="6719484" y="1913347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7" name="pt3937"/>
            <p:cNvSpPr/>
            <p:nvPr/>
          </p:nvSpPr>
          <p:spPr>
            <a:xfrm>
              <a:off x="6847346" y="1728611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8" name="pt3938"/>
            <p:cNvSpPr/>
            <p:nvPr/>
          </p:nvSpPr>
          <p:spPr>
            <a:xfrm>
              <a:off x="6351979" y="233883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9" name="pt3939"/>
            <p:cNvSpPr/>
            <p:nvPr/>
          </p:nvSpPr>
          <p:spPr>
            <a:xfrm>
              <a:off x="6192193" y="2205159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0" name="pt3940"/>
            <p:cNvSpPr/>
            <p:nvPr/>
          </p:nvSpPr>
          <p:spPr>
            <a:xfrm>
              <a:off x="6140535" y="2361680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1" name="pt3941"/>
            <p:cNvSpPr/>
            <p:nvPr/>
          </p:nvSpPr>
          <p:spPr>
            <a:xfrm>
              <a:off x="6297426" y="1971211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2" name="pt3942"/>
            <p:cNvSpPr/>
            <p:nvPr/>
          </p:nvSpPr>
          <p:spPr>
            <a:xfrm>
              <a:off x="6832050" y="197126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3" name="pt3943"/>
            <p:cNvSpPr/>
            <p:nvPr/>
          </p:nvSpPr>
          <p:spPr>
            <a:xfrm>
              <a:off x="6696786" y="215260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4" name="pt3944"/>
            <p:cNvSpPr/>
            <p:nvPr/>
          </p:nvSpPr>
          <p:spPr>
            <a:xfrm>
              <a:off x="5688836" y="2493533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5" name="pt3945"/>
            <p:cNvSpPr/>
            <p:nvPr/>
          </p:nvSpPr>
          <p:spPr>
            <a:xfrm>
              <a:off x="5626559" y="2517571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6" name="pt3946"/>
            <p:cNvSpPr/>
            <p:nvPr/>
          </p:nvSpPr>
          <p:spPr>
            <a:xfrm>
              <a:off x="5463332" y="2372525"/>
              <a:ext cx="16849" cy="16849"/>
            </a:xfrm>
            <a:prstGeom prst="ellipse">
              <a:avLst/>
            </a:prstGeom>
            <a:solidFill>
              <a:srgbClr val="AEDA45">
                <a:alpha val="45098"/>
              </a:srgbClr>
            </a:solidFill>
            <a:ln w="7363" cap="rnd">
              <a:solidFill>
                <a:srgbClr val="AEDA4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7" name="pt3947"/>
            <p:cNvSpPr/>
            <p:nvPr/>
          </p:nvSpPr>
          <p:spPr>
            <a:xfrm>
              <a:off x="6008125" y="2405642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8" name="pt3948"/>
            <p:cNvSpPr/>
            <p:nvPr/>
          </p:nvSpPr>
          <p:spPr>
            <a:xfrm>
              <a:off x="6844433" y="1799284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9" name="pt3949"/>
            <p:cNvSpPr/>
            <p:nvPr/>
          </p:nvSpPr>
          <p:spPr>
            <a:xfrm>
              <a:off x="5583744" y="1937617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0" name="pt3950"/>
            <p:cNvSpPr/>
            <p:nvPr/>
          </p:nvSpPr>
          <p:spPr>
            <a:xfrm>
              <a:off x="6676682" y="2141474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1" name="pt3951"/>
            <p:cNvSpPr/>
            <p:nvPr/>
          </p:nvSpPr>
          <p:spPr>
            <a:xfrm>
              <a:off x="6273469" y="2196389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2" name="pt3952"/>
            <p:cNvSpPr/>
            <p:nvPr/>
          </p:nvSpPr>
          <p:spPr>
            <a:xfrm>
              <a:off x="5975047" y="2413988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3" name="pt3953"/>
            <p:cNvSpPr/>
            <p:nvPr/>
          </p:nvSpPr>
          <p:spPr>
            <a:xfrm>
              <a:off x="7265307" y="2330906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4" name="pt3954"/>
            <p:cNvSpPr/>
            <p:nvPr/>
          </p:nvSpPr>
          <p:spPr>
            <a:xfrm>
              <a:off x="5641701" y="2322093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5" name="pt3955"/>
            <p:cNvSpPr/>
            <p:nvPr/>
          </p:nvSpPr>
          <p:spPr>
            <a:xfrm>
              <a:off x="6499884" y="2060998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6" name="pt3956"/>
            <p:cNvSpPr/>
            <p:nvPr/>
          </p:nvSpPr>
          <p:spPr>
            <a:xfrm>
              <a:off x="6737050" y="2037099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7" name="pt3957"/>
            <p:cNvSpPr/>
            <p:nvPr/>
          </p:nvSpPr>
          <p:spPr>
            <a:xfrm>
              <a:off x="6573142" y="233779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8" name="pt3958"/>
            <p:cNvSpPr/>
            <p:nvPr/>
          </p:nvSpPr>
          <p:spPr>
            <a:xfrm>
              <a:off x="6932843" y="1790851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9" name="pt3959"/>
            <p:cNvSpPr/>
            <p:nvPr/>
          </p:nvSpPr>
          <p:spPr>
            <a:xfrm>
              <a:off x="6216755" y="227627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0" name="pt3960"/>
            <p:cNvSpPr/>
            <p:nvPr/>
          </p:nvSpPr>
          <p:spPr>
            <a:xfrm>
              <a:off x="5702743" y="228718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1" name="pt3961"/>
            <p:cNvSpPr/>
            <p:nvPr/>
          </p:nvSpPr>
          <p:spPr>
            <a:xfrm>
              <a:off x="6180725" y="233012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2" name="pt3962"/>
            <p:cNvSpPr/>
            <p:nvPr/>
          </p:nvSpPr>
          <p:spPr>
            <a:xfrm>
              <a:off x="6531300" y="240745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3" name="pt3963"/>
            <p:cNvSpPr/>
            <p:nvPr/>
          </p:nvSpPr>
          <p:spPr>
            <a:xfrm>
              <a:off x="6658459" y="210798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4" name="pt3964"/>
            <p:cNvSpPr/>
            <p:nvPr/>
          </p:nvSpPr>
          <p:spPr>
            <a:xfrm>
              <a:off x="6534219" y="2173727"/>
              <a:ext cx="16849" cy="16849"/>
            </a:xfrm>
            <a:prstGeom prst="ellipse">
              <a:avLst/>
            </a:prstGeom>
            <a:solidFill>
              <a:srgbClr val="5ABC6D">
                <a:alpha val="45098"/>
              </a:srgbClr>
            </a:solidFill>
            <a:ln w="7363" cap="rnd">
              <a:solidFill>
                <a:srgbClr val="5A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5" name="pt3965"/>
            <p:cNvSpPr/>
            <p:nvPr/>
          </p:nvSpPr>
          <p:spPr>
            <a:xfrm>
              <a:off x="6464189" y="2008395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6" name="pt3966"/>
            <p:cNvSpPr/>
            <p:nvPr/>
          </p:nvSpPr>
          <p:spPr>
            <a:xfrm>
              <a:off x="5788573" y="2207814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7" name="pt3967"/>
            <p:cNvSpPr/>
            <p:nvPr/>
          </p:nvSpPr>
          <p:spPr>
            <a:xfrm>
              <a:off x="6223706" y="2303178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8" name="pt3968"/>
            <p:cNvSpPr/>
            <p:nvPr/>
          </p:nvSpPr>
          <p:spPr>
            <a:xfrm>
              <a:off x="5340251" y="2031259"/>
              <a:ext cx="16849" cy="16849"/>
            </a:xfrm>
            <a:prstGeom prst="ellipse">
              <a:avLst/>
            </a:prstGeom>
            <a:solidFill>
              <a:srgbClr val="2A9488">
                <a:alpha val="45098"/>
              </a:srgbClr>
            </a:solidFill>
            <a:ln w="7363" cap="rnd">
              <a:solidFill>
                <a:srgbClr val="2A94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9" name="pt3969"/>
            <p:cNvSpPr/>
            <p:nvPr/>
          </p:nvSpPr>
          <p:spPr>
            <a:xfrm>
              <a:off x="5910400" y="191668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0" name="pt3970"/>
            <p:cNvSpPr/>
            <p:nvPr/>
          </p:nvSpPr>
          <p:spPr>
            <a:xfrm>
              <a:off x="6143247" y="2331069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1" name="pt3971"/>
            <p:cNvSpPr/>
            <p:nvPr/>
          </p:nvSpPr>
          <p:spPr>
            <a:xfrm>
              <a:off x="6545359" y="2034104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2" name="pt3972"/>
            <p:cNvSpPr/>
            <p:nvPr/>
          </p:nvSpPr>
          <p:spPr>
            <a:xfrm>
              <a:off x="6434261" y="1977424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3" name="pt3973"/>
            <p:cNvSpPr/>
            <p:nvPr/>
          </p:nvSpPr>
          <p:spPr>
            <a:xfrm>
              <a:off x="6275661" y="2247823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4" name="pt3974"/>
            <p:cNvSpPr/>
            <p:nvPr/>
          </p:nvSpPr>
          <p:spPr>
            <a:xfrm>
              <a:off x="5254693" y="2253028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5" name="pt3975"/>
            <p:cNvSpPr/>
            <p:nvPr/>
          </p:nvSpPr>
          <p:spPr>
            <a:xfrm>
              <a:off x="6440465" y="1891910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6" name="pt3976"/>
            <p:cNvSpPr/>
            <p:nvPr/>
          </p:nvSpPr>
          <p:spPr>
            <a:xfrm>
              <a:off x="5687019" y="2447174"/>
              <a:ext cx="16849" cy="16849"/>
            </a:xfrm>
            <a:prstGeom prst="ellipse">
              <a:avLst/>
            </a:prstGeom>
            <a:solidFill>
              <a:srgbClr val="24A485">
                <a:alpha val="45098"/>
              </a:srgbClr>
            </a:solidFill>
            <a:ln w="7363" cap="rnd">
              <a:solidFill>
                <a:srgbClr val="24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7" name="pt3977"/>
            <p:cNvSpPr/>
            <p:nvPr/>
          </p:nvSpPr>
          <p:spPr>
            <a:xfrm>
              <a:off x="6576944" y="2104332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8" name="pt3978"/>
            <p:cNvSpPr/>
            <p:nvPr/>
          </p:nvSpPr>
          <p:spPr>
            <a:xfrm>
              <a:off x="5783153" y="1951606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9" name="pt3979"/>
            <p:cNvSpPr/>
            <p:nvPr/>
          </p:nvSpPr>
          <p:spPr>
            <a:xfrm>
              <a:off x="6369633" y="237447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0" name="pt3980"/>
            <p:cNvSpPr/>
            <p:nvPr/>
          </p:nvSpPr>
          <p:spPr>
            <a:xfrm>
              <a:off x="6069946" y="240840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1" name="pt3981"/>
            <p:cNvSpPr/>
            <p:nvPr/>
          </p:nvSpPr>
          <p:spPr>
            <a:xfrm>
              <a:off x="7197826" y="1661071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2" name="pt3982"/>
            <p:cNvSpPr/>
            <p:nvPr/>
          </p:nvSpPr>
          <p:spPr>
            <a:xfrm>
              <a:off x="5417532" y="2208213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3" name="pt3983"/>
            <p:cNvSpPr/>
            <p:nvPr/>
          </p:nvSpPr>
          <p:spPr>
            <a:xfrm>
              <a:off x="6314114" y="213328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4" name="pt3984"/>
            <p:cNvSpPr/>
            <p:nvPr/>
          </p:nvSpPr>
          <p:spPr>
            <a:xfrm>
              <a:off x="6015165" y="207546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5" name="pt3985"/>
            <p:cNvSpPr/>
            <p:nvPr/>
          </p:nvSpPr>
          <p:spPr>
            <a:xfrm>
              <a:off x="6530146" y="232649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6" name="pt3986"/>
            <p:cNvSpPr/>
            <p:nvPr/>
          </p:nvSpPr>
          <p:spPr>
            <a:xfrm>
              <a:off x="5844570" y="228064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7" name="pt3987"/>
            <p:cNvSpPr/>
            <p:nvPr/>
          </p:nvSpPr>
          <p:spPr>
            <a:xfrm>
              <a:off x="7136784" y="146054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8" name="pt3988"/>
            <p:cNvSpPr/>
            <p:nvPr/>
          </p:nvSpPr>
          <p:spPr>
            <a:xfrm>
              <a:off x="6344269" y="223042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9" name="pt3989"/>
            <p:cNvSpPr/>
            <p:nvPr/>
          </p:nvSpPr>
          <p:spPr>
            <a:xfrm>
              <a:off x="6506202" y="225743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0" name="pt3990"/>
            <p:cNvSpPr/>
            <p:nvPr/>
          </p:nvSpPr>
          <p:spPr>
            <a:xfrm>
              <a:off x="5582482" y="1995085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1" name="pt3991"/>
            <p:cNvSpPr/>
            <p:nvPr/>
          </p:nvSpPr>
          <p:spPr>
            <a:xfrm>
              <a:off x="5903635" y="2112115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2" name="pt3992"/>
            <p:cNvSpPr/>
            <p:nvPr/>
          </p:nvSpPr>
          <p:spPr>
            <a:xfrm>
              <a:off x="6516506" y="238167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3" name="pt3993"/>
            <p:cNvSpPr/>
            <p:nvPr/>
          </p:nvSpPr>
          <p:spPr>
            <a:xfrm>
              <a:off x="7005105" y="1516098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4" name="pt3994"/>
            <p:cNvSpPr/>
            <p:nvPr/>
          </p:nvSpPr>
          <p:spPr>
            <a:xfrm>
              <a:off x="6095702" y="228820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5" name="pt3995"/>
            <p:cNvSpPr/>
            <p:nvPr/>
          </p:nvSpPr>
          <p:spPr>
            <a:xfrm>
              <a:off x="6496000" y="2189919"/>
              <a:ext cx="16849" cy="16849"/>
            </a:xfrm>
            <a:prstGeom prst="ellipse">
              <a:avLst/>
            </a:prstGeom>
            <a:solidFill>
              <a:srgbClr val="63C266">
                <a:alpha val="45098"/>
              </a:srgbClr>
            </a:solidFill>
            <a:ln w="7363" cap="rnd">
              <a:solidFill>
                <a:srgbClr val="63C26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6" name="pt3996"/>
            <p:cNvSpPr/>
            <p:nvPr/>
          </p:nvSpPr>
          <p:spPr>
            <a:xfrm>
              <a:off x="6898838" y="1855754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7" name="pt3997"/>
            <p:cNvSpPr/>
            <p:nvPr/>
          </p:nvSpPr>
          <p:spPr>
            <a:xfrm>
              <a:off x="5964383" y="207551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8" name="pt3998"/>
            <p:cNvSpPr/>
            <p:nvPr/>
          </p:nvSpPr>
          <p:spPr>
            <a:xfrm>
              <a:off x="6342929" y="2307042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9" name="pt3999"/>
            <p:cNvSpPr/>
            <p:nvPr/>
          </p:nvSpPr>
          <p:spPr>
            <a:xfrm>
              <a:off x="7270081" y="2158635"/>
              <a:ext cx="16849" cy="16849"/>
            </a:xfrm>
            <a:prstGeom prst="ellipse">
              <a:avLst/>
            </a:prstGeom>
            <a:solidFill>
              <a:srgbClr val="30AB80">
                <a:alpha val="45098"/>
              </a:srgbClr>
            </a:solidFill>
            <a:ln w="7363" cap="rnd">
              <a:solidFill>
                <a:srgbClr val="30AB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0" name="pt4000"/>
            <p:cNvSpPr/>
            <p:nvPr/>
          </p:nvSpPr>
          <p:spPr>
            <a:xfrm>
              <a:off x="6280544" y="2085002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1" name="pt4001"/>
            <p:cNvSpPr/>
            <p:nvPr/>
          </p:nvSpPr>
          <p:spPr>
            <a:xfrm>
              <a:off x="7602891" y="1321021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2" name="pt4002"/>
            <p:cNvSpPr/>
            <p:nvPr/>
          </p:nvSpPr>
          <p:spPr>
            <a:xfrm>
              <a:off x="5157067" y="2485791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3" name="pt4003"/>
            <p:cNvSpPr/>
            <p:nvPr/>
          </p:nvSpPr>
          <p:spPr>
            <a:xfrm>
              <a:off x="5389786" y="2489697"/>
              <a:ext cx="16849" cy="16849"/>
            </a:xfrm>
            <a:prstGeom prst="ellipse">
              <a:avLst/>
            </a:prstGeom>
            <a:solidFill>
              <a:srgbClr val="26A983">
                <a:alpha val="45098"/>
              </a:srgbClr>
            </a:solidFill>
            <a:ln w="7363" cap="rnd">
              <a:solidFill>
                <a:srgbClr val="26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4" name="pt4004"/>
            <p:cNvSpPr/>
            <p:nvPr/>
          </p:nvSpPr>
          <p:spPr>
            <a:xfrm>
              <a:off x="7257893" y="2261657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5" name="pt4005"/>
            <p:cNvSpPr/>
            <p:nvPr/>
          </p:nvSpPr>
          <p:spPr>
            <a:xfrm>
              <a:off x="6918970" y="1769295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6" name="pt4006"/>
            <p:cNvSpPr/>
            <p:nvPr/>
          </p:nvSpPr>
          <p:spPr>
            <a:xfrm>
              <a:off x="6478543" y="2173355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7" name="pt4007"/>
            <p:cNvSpPr/>
            <p:nvPr/>
          </p:nvSpPr>
          <p:spPr>
            <a:xfrm>
              <a:off x="6104420" y="230405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8" name="pt4008"/>
            <p:cNvSpPr/>
            <p:nvPr/>
          </p:nvSpPr>
          <p:spPr>
            <a:xfrm>
              <a:off x="6239474" y="2334843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9" name="pt4009"/>
            <p:cNvSpPr/>
            <p:nvPr/>
          </p:nvSpPr>
          <p:spPr>
            <a:xfrm>
              <a:off x="5430502" y="2320617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0" name="pt4010"/>
            <p:cNvSpPr/>
            <p:nvPr/>
          </p:nvSpPr>
          <p:spPr>
            <a:xfrm>
              <a:off x="7404617" y="1500931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1" name="pt4011"/>
            <p:cNvSpPr/>
            <p:nvPr/>
          </p:nvSpPr>
          <p:spPr>
            <a:xfrm>
              <a:off x="6020366" y="2170700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2" name="pt4012"/>
            <p:cNvSpPr/>
            <p:nvPr/>
          </p:nvSpPr>
          <p:spPr>
            <a:xfrm>
              <a:off x="6005485" y="2577000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3" name="pt4013"/>
            <p:cNvSpPr/>
            <p:nvPr/>
          </p:nvSpPr>
          <p:spPr>
            <a:xfrm>
              <a:off x="6412361" y="2148655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4" name="pt4014"/>
            <p:cNvSpPr/>
            <p:nvPr/>
          </p:nvSpPr>
          <p:spPr>
            <a:xfrm>
              <a:off x="5702286" y="2346920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5" name="pt4015"/>
            <p:cNvSpPr/>
            <p:nvPr/>
          </p:nvSpPr>
          <p:spPr>
            <a:xfrm>
              <a:off x="6054369" y="2379085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6" name="pt4016"/>
            <p:cNvSpPr/>
            <p:nvPr/>
          </p:nvSpPr>
          <p:spPr>
            <a:xfrm>
              <a:off x="6368569" y="2342512"/>
              <a:ext cx="16849" cy="16849"/>
            </a:xfrm>
            <a:prstGeom prst="ellipse">
              <a:avLst/>
            </a:prstGeom>
            <a:solidFill>
              <a:srgbClr val="32AC80">
                <a:alpha val="45098"/>
              </a:srgbClr>
            </a:solidFill>
            <a:ln w="7363" cap="rnd">
              <a:solidFill>
                <a:srgbClr val="32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7" name="pt4017"/>
            <p:cNvSpPr/>
            <p:nvPr/>
          </p:nvSpPr>
          <p:spPr>
            <a:xfrm>
              <a:off x="6692695" y="2100102"/>
              <a:ext cx="16849" cy="16849"/>
            </a:xfrm>
            <a:prstGeom prst="ellipse">
              <a:avLst/>
            </a:prstGeom>
            <a:solidFill>
              <a:srgbClr val="6EC85E">
                <a:alpha val="45098"/>
              </a:srgbClr>
            </a:solidFill>
            <a:ln w="7363" cap="rnd">
              <a:solidFill>
                <a:srgbClr val="6EC85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8" name="pt4018"/>
            <p:cNvSpPr/>
            <p:nvPr/>
          </p:nvSpPr>
          <p:spPr>
            <a:xfrm>
              <a:off x="6482811" y="2071469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9" name="pt4019"/>
            <p:cNvSpPr/>
            <p:nvPr/>
          </p:nvSpPr>
          <p:spPr>
            <a:xfrm>
              <a:off x="6235341" y="2272742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0" name="pt4020"/>
            <p:cNvSpPr/>
            <p:nvPr/>
          </p:nvSpPr>
          <p:spPr>
            <a:xfrm>
              <a:off x="5796036" y="2134071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1" name="pt4021"/>
            <p:cNvSpPr/>
            <p:nvPr/>
          </p:nvSpPr>
          <p:spPr>
            <a:xfrm>
              <a:off x="6131413" y="239185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2" name="pt4022"/>
            <p:cNvSpPr/>
            <p:nvPr/>
          </p:nvSpPr>
          <p:spPr>
            <a:xfrm>
              <a:off x="5695993" y="2326323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3" name="pt4023"/>
            <p:cNvSpPr/>
            <p:nvPr/>
          </p:nvSpPr>
          <p:spPr>
            <a:xfrm>
              <a:off x="6698578" y="2005152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4" name="pt4024"/>
            <p:cNvSpPr/>
            <p:nvPr/>
          </p:nvSpPr>
          <p:spPr>
            <a:xfrm>
              <a:off x="6106233" y="2238964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5" name="pt4025"/>
            <p:cNvSpPr/>
            <p:nvPr/>
          </p:nvSpPr>
          <p:spPr>
            <a:xfrm>
              <a:off x="6723149" y="1958066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6" name="pt4026"/>
            <p:cNvSpPr/>
            <p:nvPr/>
          </p:nvSpPr>
          <p:spPr>
            <a:xfrm>
              <a:off x="5729788" y="2307042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7" name="pt4027"/>
            <p:cNvSpPr/>
            <p:nvPr/>
          </p:nvSpPr>
          <p:spPr>
            <a:xfrm>
              <a:off x="6420778" y="2220027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8" name="pt4028"/>
            <p:cNvSpPr/>
            <p:nvPr/>
          </p:nvSpPr>
          <p:spPr>
            <a:xfrm>
              <a:off x="5583584" y="2088202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9" name="pt4029"/>
            <p:cNvSpPr/>
            <p:nvPr/>
          </p:nvSpPr>
          <p:spPr>
            <a:xfrm>
              <a:off x="5788178" y="1911734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0" name="pt4030"/>
            <p:cNvSpPr/>
            <p:nvPr/>
          </p:nvSpPr>
          <p:spPr>
            <a:xfrm>
              <a:off x="6605892" y="236665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1" name="pt4031"/>
            <p:cNvSpPr/>
            <p:nvPr/>
          </p:nvSpPr>
          <p:spPr>
            <a:xfrm>
              <a:off x="6103573" y="2281364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2" name="pt4032"/>
            <p:cNvSpPr/>
            <p:nvPr/>
          </p:nvSpPr>
          <p:spPr>
            <a:xfrm>
              <a:off x="6261745" y="244358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3" name="pt4033"/>
            <p:cNvSpPr/>
            <p:nvPr/>
          </p:nvSpPr>
          <p:spPr>
            <a:xfrm>
              <a:off x="6396783" y="2250285"/>
              <a:ext cx="16849" cy="16849"/>
            </a:xfrm>
            <a:prstGeom prst="ellipse">
              <a:avLst/>
            </a:prstGeom>
            <a:solidFill>
              <a:srgbClr val="BBDC41">
                <a:alpha val="45098"/>
              </a:srgbClr>
            </a:solidFill>
            <a:ln w="7363" cap="rnd">
              <a:solidFill>
                <a:srgbClr val="BBDC4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4" name="pt4034"/>
            <p:cNvSpPr/>
            <p:nvPr/>
          </p:nvSpPr>
          <p:spPr>
            <a:xfrm>
              <a:off x="6335337" y="2304505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5" name="pt4035"/>
            <p:cNvSpPr/>
            <p:nvPr/>
          </p:nvSpPr>
          <p:spPr>
            <a:xfrm>
              <a:off x="6088306" y="2145761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6" name="pt4036"/>
            <p:cNvSpPr/>
            <p:nvPr/>
          </p:nvSpPr>
          <p:spPr>
            <a:xfrm>
              <a:off x="6577384" y="2133710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7" name="pt4037"/>
            <p:cNvSpPr/>
            <p:nvPr/>
          </p:nvSpPr>
          <p:spPr>
            <a:xfrm>
              <a:off x="5767586" y="213280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8" name="pt4038"/>
            <p:cNvSpPr/>
            <p:nvPr/>
          </p:nvSpPr>
          <p:spPr>
            <a:xfrm>
              <a:off x="6086928" y="2369684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9" name="pt4039"/>
            <p:cNvSpPr/>
            <p:nvPr/>
          </p:nvSpPr>
          <p:spPr>
            <a:xfrm>
              <a:off x="6210008" y="2202603"/>
              <a:ext cx="16849" cy="16849"/>
            </a:xfrm>
            <a:prstGeom prst="ellipse">
              <a:avLst/>
            </a:prstGeom>
            <a:solidFill>
              <a:srgbClr val="8DD44D">
                <a:alpha val="45098"/>
              </a:srgbClr>
            </a:solidFill>
            <a:ln w="7363" cap="rnd">
              <a:solidFill>
                <a:srgbClr val="8D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0" name="pt4040"/>
            <p:cNvSpPr/>
            <p:nvPr/>
          </p:nvSpPr>
          <p:spPr>
            <a:xfrm>
              <a:off x="7482813" y="1292783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1" name="pt4041"/>
            <p:cNvSpPr/>
            <p:nvPr/>
          </p:nvSpPr>
          <p:spPr>
            <a:xfrm>
              <a:off x="6651731" y="205744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2" name="pt4042"/>
            <p:cNvSpPr/>
            <p:nvPr/>
          </p:nvSpPr>
          <p:spPr>
            <a:xfrm>
              <a:off x="6291753" y="216028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3" name="pt4043"/>
            <p:cNvSpPr/>
            <p:nvPr/>
          </p:nvSpPr>
          <p:spPr>
            <a:xfrm>
              <a:off x="6385129" y="2238377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4" name="pt4044"/>
            <p:cNvSpPr/>
            <p:nvPr/>
          </p:nvSpPr>
          <p:spPr>
            <a:xfrm>
              <a:off x="5716057" y="2492520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5" name="pt4045"/>
            <p:cNvSpPr/>
            <p:nvPr/>
          </p:nvSpPr>
          <p:spPr>
            <a:xfrm>
              <a:off x="5587375" y="2045980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6" name="pt4046"/>
            <p:cNvSpPr/>
            <p:nvPr/>
          </p:nvSpPr>
          <p:spPr>
            <a:xfrm>
              <a:off x="5951108" y="2281783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7" name="pt4047"/>
            <p:cNvSpPr/>
            <p:nvPr/>
          </p:nvSpPr>
          <p:spPr>
            <a:xfrm>
              <a:off x="5737806" y="2159120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8" name="pt4048"/>
            <p:cNvSpPr/>
            <p:nvPr/>
          </p:nvSpPr>
          <p:spPr>
            <a:xfrm>
              <a:off x="5830721" y="2479597"/>
              <a:ext cx="16849" cy="16849"/>
            </a:xfrm>
            <a:prstGeom prst="ellipse">
              <a:avLst/>
            </a:prstGeom>
            <a:solidFill>
              <a:srgbClr val="72CC59">
                <a:alpha val="45098"/>
              </a:srgbClr>
            </a:solidFill>
            <a:ln w="7363" cap="rnd">
              <a:solidFill>
                <a:srgbClr val="72CC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9" name="pt4049"/>
            <p:cNvSpPr/>
            <p:nvPr/>
          </p:nvSpPr>
          <p:spPr>
            <a:xfrm>
              <a:off x="6809285" y="1886156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0" name="pt4050"/>
            <p:cNvSpPr/>
            <p:nvPr/>
          </p:nvSpPr>
          <p:spPr>
            <a:xfrm>
              <a:off x="6741774" y="2080427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1" name="pt4051"/>
            <p:cNvSpPr/>
            <p:nvPr/>
          </p:nvSpPr>
          <p:spPr>
            <a:xfrm>
              <a:off x="7157061" y="1650535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2" name="pt4052"/>
            <p:cNvSpPr/>
            <p:nvPr/>
          </p:nvSpPr>
          <p:spPr>
            <a:xfrm>
              <a:off x="6507935" y="2099463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3" name="pt4053"/>
            <p:cNvSpPr/>
            <p:nvPr/>
          </p:nvSpPr>
          <p:spPr>
            <a:xfrm>
              <a:off x="5193068" y="2467497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4" name="pt4054"/>
            <p:cNvSpPr/>
            <p:nvPr/>
          </p:nvSpPr>
          <p:spPr>
            <a:xfrm>
              <a:off x="6347952" y="2262916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5" name="pt4055"/>
            <p:cNvSpPr/>
            <p:nvPr/>
          </p:nvSpPr>
          <p:spPr>
            <a:xfrm>
              <a:off x="5909094" y="2170851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6" name="pt4056"/>
            <p:cNvSpPr/>
            <p:nvPr/>
          </p:nvSpPr>
          <p:spPr>
            <a:xfrm>
              <a:off x="6291782" y="210675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7" name="pt4057"/>
            <p:cNvSpPr/>
            <p:nvPr/>
          </p:nvSpPr>
          <p:spPr>
            <a:xfrm>
              <a:off x="6369260" y="2195953"/>
              <a:ext cx="16849" cy="16849"/>
            </a:xfrm>
            <a:prstGeom prst="ellipse">
              <a:avLst/>
            </a:prstGeom>
            <a:solidFill>
              <a:srgbClr val="FDE725">
                <a:alpha val="45098"/>
              </a:srgbClr>
            </a:solidFill>
            <a:ln w="7363" cap="rnd">
              <a:solidFill>
                <a:srgbClr val="FDE72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8" name="pt4058"/>
            <p:cNvSpPr/>
            <p:nvPr/>
          </p:nvSpPr>
          <p:spPr>
            <a:xfrm>
              <a:off x="6000355" y="239237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9" name="pt4059"/>
            <p:cNvSpPr/>
            <p:nvPr/>
          </p:nvSpPr>
          <p:spPr>
            <a:xfrm>
              <a:off x="6705458" y="215456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0" name="pt4060"/>
            <p:cNvSpPr/>
            <p:nvPr/>
          </p:nvSpPr>
          <p:spPr>
            <a:xfrm>
              <a:off x="6476237" y="226661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1" name="pt4061"/>
            <p:cNvSpPr/>
            <p:nvPr/>
          </p:nvSpPr>
          <p:spPr>
            <a:xfrm>
              <a:off x="5903410" y="202535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2" name="pt4062"/>
            <p:cNvSpPr/>
            <p:nvPr/>
          </p:nvSpPr>
          <p:spPr>
            <a:xfrm>
              <a:off x="6350545" y="2293674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3" name="pt4063"/>
            <p:cNvSpPr/>
            <p:nvPr/>
          </p:nvSpPr>
          <p:spPr>
            <a:xfrm>
              <a:off x="7013046" y="1493352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4" name="pt4064"/>
            <p:cNvSpPr/>
            <p:nvPr/>
          </p:nvSpPr>
          <p:spPr>
            <a:xfrm>
              <a:off x="5443837" y="2410255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5" name="pt4065"/>
            <p:cNvSpPr/>
            <p:nvPr/>
          </p:nvSpPr>
          <p:spPr>
            <a:xfrm>
              <a:off x="6862829" y="1981593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6" name="pt4066"/>
            <p:cNvSpPr/>
            <p:nvPr/>
          </p:nvSpPr>
          <p:spPr>
            <a:xfrm>
              <a:off x="5986811" y="2413703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7" name="pt4067"/>
            <p:cNvSpPr/>
            <p:nvPr/>
          </p:nvSpPr>
          <p:spPr>
            <a:xfrm>
              <a:off x="6260767" y="2311930"/>
              <a:ext cx="16849" cy="16849"/>
            </a:xfrm>
            <a:prstGeom prst="ellipse">
              <a:avLst/>
            </a:prstGeom>
            <a:solidFill>
              <a:srgbClr val="AEDA45">
                <a:alpha val="45098"/>
              </a:srgbClr>
            </a:solidFill>
            <a:ln w="7363" cap="rnd">
              <a:solidFill>
                <a:srgbClr val="AEDA4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8" name="pt4068"/>
            <p:cNvSpPr/>
            <p:nvPr/>
          </p:nvSpPr>
          <p:spPr>
            <a:xfrm>
              <a:off x="4931560" y="267302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9" name="pt4069"/>
            <p:cNvSpPr/>
            <p:nvPr/>
          </p:nvSpPr>
          <p:spPr>
            <a:xfrm>
              <a:off x="6444761" y="2058430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0" name="pt4070"/>
            <p:cNvSpPr/>
            <p:nvPr/>
          </p:nvSpPr>
          <p:spPr>
            <a:xfrm>
              <a:off x="6075470" y="241857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1" name="pt4071"/>
            <p:cNvSpPr/>
            <p:nvPr/>
          </p:nvSpPr>
          <p:spPr>
            <a:xfrm>
              <a:off x="5942126" y="1999089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2" name="pt4072"/>
            <p:cNvSpPr/>
            <p:nvPr/>
          </p:nvSpPr>
          <p:spPr>
            <a:xfrm>
              <a:off x="5724823" y="243324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3" name="pt4073"/>
            <p:cNvSpPr/>
            <p:nvPr/>
          </p:nvSpPr>
          <p:spPr>
            <a:xfrm>
              <a:off x="6047856" y="2318713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4" name="pt4074"/>
            <p:cNvSpPr/>
            <p:nvPr/>
          </p:nvSpPr>
          <p:spPr>
            <a:xfrm>
              <a:off x="6505951" y="2225998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5" name="pt4075"/>
            <p:cNvSpPr/>
            <p:nvPr/>
          </p:nvSpPr>
          <p:spPr>
            <a:xfrm>
              <a:off x="6783582" y="182715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6" name="pt4076"/>
            <p:cNvSpPr/>
            <p:nvPr/>
          </p:nvSpPr>
          <p:spPr>
            <a:xfrm>
              <a:off x="6010330" y="2391629"/>
              <a:ext cx="16849" cy="16849"/>
            </a:xfrm>
            <a:prstGeom prst="ellipse">
              <a:avLst/>
            </a:prstGeom>
            <a:solidFill>
              <a:srgbClr val="49B476">
                <a:alpha val="45098"/>
              </a:srgbClr>
            </a:solidFill>
            <a:ln w="7363" cap="rnd">
              <a:solidFill>
                <a:srgbClr val="49B4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7" name="pt4077"/>
            <p:cNvSpPr/>
            <p:nvPr/>
          </p:nvSpPr>
          <p:spPr>
            <a:xfrm>
              <a:off x="6236833" y="230932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8" name="pt4078"/>
            <p:cNvSpPr/>
            <p:nvPr/>
          </p:nvSpPr>
          <p:spPr>
            <a:xfrm>
              <a:off x="6047821" y="2255653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9" name="pt4079"/>
            <p:cNvSpPr/>
            <p:nvPr/>
          </p:nvSpPr>
          <p:spPr>
            <a:xfrm>
              <a:off x="6986275" y="1779350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0" name="pt4080"/>
            <p:cNvSpPr/>
            <p:nvPr/>
          </p:nvSpPr>
          <p:spPr>
            <a:xfrm>
              <a:off x="5902312" y="1959371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1" name="pt4081"/>
            <p:cNvSpPr/>
            <p:nvPr/>
          </p:nvSpPr>
          <p:spPr>
            <a:xfrm>
              <a:off x="6468134" y="2068335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2" name="pt4082"/>
            <p:cNvSpPr/>
            <p:nvPr/>
          </p:nvSpPr>
          <p:spPr>
            <a:xfrm>
              <a:off x="6465896" y="2008285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3" name="pt4083"/>
            <p:cNvSpPr/>
            <p:nvPr/>
          </p:nvSpPr>
          <p:spPr>
            <a:xfrm>
              <a:off x="6323667" y="2192624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4" name="pt4084"/>
            <p:cNvSpPr/>
            <p:nvPr/>
          </p:nvSpPr>
          <p:spPr>
            <a:xfrm>
              <a:off x="5837260" y="2366892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5" name="pt4085"/>
            <p:cNvSpPr/>
            <p:nvPr/>
          </p:nvSpPr>
          <p:spPr>
            <a:xfrm>
              <a:off x="6601734" y="218839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6" name="pt4086"/>
            <p:cNvSpPr/>
            <p:nvPr/>
          </p:nvSpPr>
          <p:spPr>
            <a:xfrm>
              <a:off x="5704626" y="2338028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7" name="pt4087"/>
            <p:cNvSpPr/>
            <p:nvPr/>
          </p:nvSpPr>
          <p:spPr>
            <a:xfrm>
              <a:off x="6571791" y="226460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8" name="pt4088"/>
            <p:cNvSpPr/>
            <p:nvPr/>
          </p:nvSpPr>
          <p:spPr>
            <a:xfrm>
              <a:off x="5728612" y="244768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9" name="pt4089"/>
            <p:cNvSpPr/>
            <p:nvPr/>
          </p:nvSpPr>
          <p:spPr>
            <a:xfrm>
              <a:off x="7423673" y="1150414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0" name="pt4090"/>
            <p:cNvSpPr/>
            <p:nvPr/>
          </p:nvSpPr>
          <p:spPr>
            <a:xfrm>
              <a:off x="6564034" y="2130548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1" name="pt4091"/>
            <p:cNvSpPr/>
            <p:nvPr/>
          </p:nvSpPr>
          <p:spPr>
            <a:xfrm>
              <a:off x="6507362" y="2247416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2" name="pt4092"/>
            <p:cNvSpPr/>
            <p:nvPr/>
          </p:nvSpPr>
          <p:spPr>
            <a:xfrm>
              <a:off x="5502093" y="2226499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3" name="pt4093"/>
            <p:cNvSpPr/>
            <p:nvPr/>
          </p:nvSpPr>
          <p:spPr>
            <a:xfrm>
              <a:off x="6099139" y="2307157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4" name="pt4094"/>
            <p:cNvSpPr/>
            <p:nvPr/>
          </p:nvSpPr>
          <p:spPr>
            <a:xfrm>
              <a:off x="6806381" y="1825854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5" name="pt4095"/>
            <p:cNvSpPr/>
            <p:nvPr/>
          </p:nvSpPr>
          <p:spPr>
            <a:xfrm>
              <a:off x="6743941" y="207626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6" name="pt4096"/>
            <p:cNvSpPr/>
            <p:nvPr/>
          </p:nvSpPr>
          <p:spPr>
            <a:xfrm>
              <a:off x="6157645" y="2286766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7" name="pt4097"/>
            <p:cNvSpPr/>
            <p:nvPr/>
          </p:nvSpPr>
          <p:spPr>
            <a:xfrm>
              <a:off x="5799874" y="216316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8" name="pt4098"/>
            <p:cNvSpPr/>
            <p:nvPr/>
          </p:nvSpPr>
          <p:spPr>
            <a:xfrm>
              <a:off x="6660534" y="2030141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9" name="pt4099"/>
            <p:cNvSpPr/>
            <p:nvPr/>
          </p:nvSpPr>
          <p:spPr>
            <a:xfrm>
              <a:off x="6687720" y="205084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0" name="pt4100"/>
            <p:cNvSpPr/>
            <p:nvPr/>
          </p:nvSpPr>
          <p:spPr>
            <a:xfrm>
              <a:off x="5597567" y="2425890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1" name="pt4101"/>
            <p:cNvSpPr/>
            <p:nvPr/>
          </p:nvSpPr>
          <p:spPr>
            <a:xfrm>
              <a:off x="5212621" y="2361192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2" name="pt4102"/>
            <p:cNvSpPr/>
            <p:nvPr/>
          </p:nvSpPr>
          <p:spPr>
            <a:xfrm>
              <a:off x="6784965" y="1833507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3" name="pt4103"/>
            <p:cNvSpPr/>
            <p:nvPr/>
          </p:nvSpPr>
          <p:spPr>
            <a:xfrm>
              <a:off x="4583193" y="2534084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4" name="pt4104"/>
            <p:cNvSpPr/>
            <p:nvPr/>
          </p:nvSpPr>
          <p:spPr>
            <a:xfrm>
              <a:off x="6757803" y="2053828"/>
              <a:ext cx="16849" cy="16849"/>
            </a:xfrm>
            <a:prstGeom prst="ellipse">
              <a:avLst/>
            </a:prstGeom>
            <a:solidFill>
              <a:srgbClr val="77CF54">
                <a:alpha val="45098"/>
              </a:srgbClr>
            </a:solidFill>
            <a:ln w="7363" cap="rnd">
              <a:solidFill>
                <a:srgbClr val="77CF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5" name="pt4105"/>
            <p:cNvSpPr/>
            <p:nvPr/>
          </p:nvSpPr>
          <p:spPr>
            <a:xfrm>
              <a:off x="5765531" y="2085901"/>
              <a:ext cx="16849" cy="16849"/>
            </a:xfrm>
            <a:prstGeom prst="ellipse">
              <a:avLst/>
            </a:prstGeom>
            <a:solidFill>
              <a:srgbClr val="6AC661">
                <a:alpha val="45098"/>
              </a:srgbClr>
            </a:solidFill>
            <a:ln w="7363" cap="rnd">
              <a:solidFill>
                <a:srgbClr val="6AC66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6" name="pt4106"/>
            <p:cNvSpPr/>
            <p:nvPr/>
          </p:nvSpPr>
          <p:spPr>
            <a:xfrm>
              <a:off x="6168050" y="231841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7" name="pt4107"/>
            <p:cNvSpPr/>
            <p:nvPr/>
          </p:nvSpPr>
          <p:spPr>
            <a:xfrm>
              <a:off x="6512746" y="225559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8" name="pt4108"/>
            <p:cNvSpPr/>
            <p:nvPr/>
          </p:nvSpPr>
          <p:spPr>
            <a:xfrm>
              <a:off x="5568992" y="2435394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9" name="pt4109"/>
            <p:cNvSpPr/>
            <p:nvPr/>
          </p:nvSpPr>
          <p:spPr>
            <a:xfrm>
              <a:off x="6373154" y="228118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0" name="pt4110"/>
            <p:cNvSpPr/>
            <p:nvPr/>
          </p:nvSpPr>
          <p:spPr>
            <a:xfrm>
              <a:off x="5409484" y="2478553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1" name="pt4111"/>
            <p:cNvSpPr/>
            <p:nvPr/>
          </p:nvSpPr>
          <p:spPr>
            <a:xfrm>
              <a:off x="6502250" y="228049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2" name="pt4112"/>
            <p:cNvSpPr/>
            <p:nvPr/>
          </p:nvSpPr>
          <p:spPr>
            <a:xfrm>
              <a:off x="6421731" y="230116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3" name="pt4113"/>
            <p:cNvSpPr/>
            <p:nvPr/>
          </p:nvSpPr>
          <p:spPr>
            <a:xfrm>
              <a:off x="5814310" y="2146914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4" name="pt4114"/>
            <p:cNvSpPr/>
            <p:nvPr/>
          </p:nvSpPr>
          <p:spPr>
            <a:xfrm>
              <a:off x="7451271" y="1489746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5" name="pt4115"/>
            <p:cNvSpPr/>
            <p:nvPr/>
          </p:nvSpPr>
          <p:spPr>
            <a:xfrm>
              <a:off x="6875757" y="1893095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6" name="pt4116"/>
            <p:cNvSpPr/>
            <p:nvPr/>
          </p:nvSpPr>
          <p:spPr>
            <a:xfrm>
              <a:off x="6072715" y="243064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7" name="pt4117"/>
            <p:cNvSpPr/>
            <p:nvPr/>
          </p:nvSpPr>
          <p:spPr>
            <a:xfrm>
              <a:off x="5865803" y="1876586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8" name="pt4118"/>
            <p:cNvSpPr/>
            <p:nvPr/>
          </p:nvSpPr>
          <p:spPr>
            <a:xfrm>
              <a:off x="6552514" y="2188219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9" name="pt4119"/>
            <p:cNvSpPr/>
            <p:nvPr/>
          </p:nvSpPr>
          <p:spPr>
            <a:xfrm>
              <a:off x="6850107" y="1755165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0" name="pt4120"/>
            <p:cNvSpPr/>
            <p:nvPr/>
          </p:nvSpPr>
          <p:spPr>
            <a:xfrm>
              <a:off x="6650238" y="2076793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1" name="pt4121"/>
            <p:cNvSpPr/>
            <p:nvPr/>
          </p:nvSpPr>
          <p:spPr>
            <a:xfrm>
              <a:off x="5837871" y="2445094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2" name="pt4122"/>
            <p:cNvSpPr/>
            <p:nvPr/>
          </p:nvSpPr>
          <p:spPr>
            <a:xfrm>
              <a:off x="6618452" y="2168117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3" name="pt4123"/>
            <p:cNvSpPr/>
            <p:nvPr/>
          </p:nvSpPr>
          <p:spPr>
            <a:xfrm>
              <a:off x="6132964" y="233893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4" name="pt4124"/>
            <p:cNvSpPr/>
            <p:nvPr/>
          </p:nvSpPr>
          <p:spPr>
            <a:xfrm>
              <a:off x="5865233" y="2053505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5" name="pt4125"/>
            <p:cNvSpPr/>
            <p:nvPr/>
          </p:nvSpPr>
          <p:spPr>
            <a:xfrm>
              <a:off x="6369490" y="225619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6" name="pt4126"/>
            <p:cNvSpPr/>
            <p:nvPr/>
          </p:nvSpPr>
          <p:spPr>
            <a:xfrm>
              <a:off x="6415111" y="2281838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7" name="pt4127"/>
            <p:cNvSpPr/>
            <p:nvPr/>
          </p:nvSpPr>
          <p:spPr>
            <a:xfrm>
              <a:off x="5859608" y="2184745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8" name="pt4128"/>
            <p:cNvSpPr/>
            <p:nvPr/>
          </p:nvSpPr>
          <p:spPr>
            <a:xfrm>
              <a:off x="5433002" y="232189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9" name="pt4129"/>
            <p:cNvSpPr/>
            <p:nvPr/>
          </p:nvSpPr>
          <p:spPr>
            <a:xfrm>
              <a:off x="5755088" y="1977888"/>
              <a:ext cx="16849" cy="16849"/>
            </a:xfrm>
            <a:prstGeom prst="ellipse">
              <a:avLst/>
            </a:prstGeom>
            <a:solidFill>
              <a:srgbClr val="336E8D">
                <a:alpha val="45098"/>
              </a:srgbClr>
            </a:solidFill>
            <a:ln w="7363" cap="rnd">
              <a:solidFill>
                <a:srgbClr val="336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0" name="pt4130"/>
            <p:cNvSpPr/>
            <p:nvPr/>
          </p:nvSpPr>
          <p:spPr>
            <a:xfrm>
              <a:off x="6418406" y="229369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1" name="pt4131"/>
            <p:cNvSpPr/>
            <p:nvPr/>
          </p:nvSpPr>
          <p:spPr>
            <a:xfrm>
              <a:off x="6360449" y="230494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2" name="pt4132"/>
            <p:cNvSpPr/>
            <p:nvPr/>
          </p:nvSpPr>
          <p:spPr>
            <a:xfrm>
              <a:off x="6017945" y="2483878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3" name="pt4133"/>
            <p:cNvSpPr/>
            <p:nvPr/>
          </p:nvSpPr>
          <p:spPr>
            <a:xfrm>
              <a:off x="6354719" y="212882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4" name="pt4134"/>
            <p:cNvSpPr/>
            <p:nvPr/>
          </p:nvSpPr>
          <p:spPr>
            <a:xfrm>
              <a:off x="6435003" y="1947440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5" name="pt4135"/>
            <p:cNvSpPr/>
            <p:nvPr/>
          </p:nvSpPr>
          <p:spPr>
            <a:xfrm>
              <a:off x="6143714" y="2398078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6" name="pt4136"/>
            <p:cNvSpPr/>
            <p:nvPr/>
          </p:nvSpPr>
          <p:spPr>
            <a:xfrm>
              <a:off x="7110714" y="1331974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7" name="pt4137"/>
            <p:cNvSpPr/>
            <p:nvPr/>
          </p:nvSpPr>
          <p:spPr>
            <a:xfrm>
              <a:off x="5949738" y="2023052"/>
              <a:ext cx="16849" cy="16849"/>
            </a:xfrm>
            <a:prstGeom prst="ellipse">
              <a:avLst/>
            </a:prstGeom>
            <a:solidFill>
              <a:srgbClr val="62C167">
                <a:alpha val="45098"/>
              </a:srgbClr>
            </a:solidFill>
            <a:ln w="7363" cap="rnd">
              <a:solidFill>
                <a:srgbClr val="62C16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8" name="pt4138"/>
            <p:cNvSpPr/>
            <p:nvPr/>
          </p:nvSpPr>
          <p:spPr>
            <a:xfrm>
              <a:off x="6823810" y="2032539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9" name="pt4139"/>
            <p:cNvSpPr/>
            <p:nvPr/>
          </p:nvSpPr>
          <p:spPr>
            <a:xfrm>
              <a:off x="6931231" y="1900250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0" name="pt4140"/>
            <p:cNvSpPr/>
            <p:nvPr/>
          </p:nvSpPr>
          <p:spPr>
            <a:xfrm>
              <a:off x="6681550" y="1945334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1" name="pt4141"/>
            <p:cNvSpPr/>
            <p:nvPr/>
          </p:nvSpPr>
          <p:spPr>
            <a:xfrm>
              <a:off x="6082294" y="2482708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2" name="pt4142"/>
            <p:cNvSpPr/>
            <p:nvPr/>
          </p:nvSpPr>
          <p:spPr>
            <a:xfrm>
              <a:off x="5898936" y="2099923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3" name="pt4143"/>
            <p:cNvSpPr/>
            <p:nvPr/>
          </p:nvSpPr>
          <p:spPr>
            <a:xfrm>
              <a:off x="6646432" y="2114589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4" name="pt4144"/>
            <p:cNvSpPr/>
            <p:nvPr/>
          </p:nvSpPr>
          <p:spPr>
            <a:xfrm>
              <a:off x="5388153" y="2443131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5" name="pt4145"/>
            <p:cNvSpPr/>
            <p:nvPr/>
          </p:nvSpPr>
          <p:spPr>
            <a:xfrm>
              <a:off x="6604550" y="1954932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6" name="pt4146"/>
            <p:cNvSpPr/>
            <p:nvPr/>
          </p:nvSpPr>
          <p:spPr>
            <a:xfrm>
              <a:off x="6751636" y="2027702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7" name="pt4147"/>
            <p:cNvSpPr/>
            <p:nvPr/>
          </p:nvSpPr>
          <p:spPr>
            <a:xfrm>
              <a:off x="6357456" y="2145518"/>
              <a:ext cx="16849" cy="16849"/>
            </a:xfrm>
            <a:prstGeom prst="ellipse">
              <a:avLst/>
            </a:prstGeom>
            <a:solidFill>
              <a:srgbClr val="9CD74A">
                <a:alpha val="45098"/>
              </a:srgbClr>
            </a:solidFill>
            <a:ln w="7363" cap="rnd">
              <a:solidFill>
                <a:srgbClr val="9CD7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8" name="pt4148"/>
            <p:cNvSpPr/>
            <p:nvPr/>
          </p:nvSpPr>
          <p:spPr>
            <a:xfrm>
              <a:off x="6011434" y="2442600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9" name="pt4149"/>
            <p:cNvSpPr/>
            <p:nvPr/>
          </p:nvSpPr>
          <p:spPr>
            <a:xfrm>
              <a:off x="6407068" y="230212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0" name="pt4150"/>
            <p:cNvSpPr/>
            <p:nvPr/>
          </p:nvSpPr>
          <p:spPr>
            <a:xfrm>
              <a:off x="6831468" y="1957857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1" name="pt4151"/>
            <p:cNvSpPr/>
            <p:nvPr/>
          </p:nvSpPr>
          <p:spPr>
            <a:xfrm>
              <a:off x="5414371" y="233682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2" name="pt4152"/>
            <p:cNvSpPr/>
            <p:nvPr/>
          </p:nvSpPr>
          <p:spPr>
            <a:xfrm>
              <a:off x="6084242" y="2419072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3" name="pt4153"/>
            <p:cNvSpPr/>
            <p:nvPr/>
          </p:nvSpPr>
          <p:spPr>
            <a:xfrm>
              <a:off x="5675743" y="2508257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4" name="pt4154"/>
            <p:cNvSpPr/>
            <p:nvPr/>
          </p:nvSpPr>
          <p:spPr>
            <a:xfrm>
              <a:off x="6593806" y="2204968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5" name="pt4155"/>
            <p:cNvSpPr/>
            <p:nvPr/>
          </p:nvSpPr>
          <p:spPr>
            <a:xfrm>
              <a:off x="6860325" y="1900963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6" name="pt4156"/>
            <p:cNvSpPr/>
            <p:nvPr/>
          </p:nvSpPr>
          <p:spPr>
            <a:xfrm>
              <a:off x="5884747" y="2248135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7" name="pt4157"/>
            <p:cNvSpPr/>
            <p:nvPr/>
          </p:nvSpPr>
          <p:spPr>
            <a:xfrm>
              <a:off x="5819548" y="2513305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8" name="pt4158"/>
            <p:cNvSpPr/>
            <p:nvPr/>
          </p:nvSpPr>
          <p:spPr>
            <a:xfrm>
              <a:off x="5749054" y="208687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9" name="pt4159"/>
            <p:cNvSpPr/>
            <p:nvPr/>
          </p:nvSpPr>
          <p:spPr>
            <a:xfrm>
              <a:off x="6054411" y="2392280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0" name="pt4160"/>
            <p:cNvSpPr/>
            <p:nvPr/>
          </p:nvSpPr>
          <p:spPr>
            <a:xfrm>
              <a:off x="6629318" y="2170492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1" name="pt4161"/>
            <p:cNvSpPr/>
            <p:nvPr/>
          </p:nvSpPr>
          <p:spPr>
            <a:xfrm>
              <a:off x="5997127" y="2587011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2" name="pt4162"/>
            <p:cNvSpPr/>
            <p:nvPr/>
          </p:nvSpPr>
          <p:spPr>
            <a:xfrm>
              <a:off x="6479859" y="2367586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3" name="pt4163"/>
            <p:cNvSpPr/>
            <p:nvPr/>
          </p:nvSpPr>
          <p:spPr>
            <a:xfrm>
              <a:off x="6229628" y="225195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4" name="pt4164"/>
            <p:cNvSpPr/>
            <p:nvPr/>
          </p:nvSpPr>
          <p:spPr>
            <a:xfrm>
              <a:off x="5794840" y="1917562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5" name="pt4165"/>
            <p:cNvSpPr/>
            <p:nvPr/>
          </p:nvSpPr>
          <p:spPr>
            <a:xfrm>
              <a:off x="5443570" y="247608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6" name="pt4166"/>
            <p:cNvSpPr/>
            <p:nvPr/>
          </p:nvSpPr>
          <p:spPr>
            <a:xfrm>
              <a:off x="6373565" y="2224365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7" name="pt4167"/>
            <p:cNvSpPr/>
            <p:nvPr/>
          </p:nvSpPr>
          <p:spPr>
            <a:xfrm>
              <a:off x="6333383" y="2167909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8" name="pt4168"/>
            <p:cNvSpPr/>
            <p:nvPr/>
          </p:nvSpPr>
          <p:spPr>
            <a:xfrm>
              <a:off x="5751044" y="206944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9" name="pt4169"/>
            <p:cNvSpPr/>
            <p:nvPr/>
          </p:nvSpPr>
          <p:spPr>
            <a:xfrm>
              <a:off x="6340794" y="2204188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0" name="pt4170"/>
            <p:cNvSpPr/>
            <p:nvPr/>
          </p:nvSpPr>
          <p:spPr>
            <a:xfrm>
              <a:off x="6362993" y="2295957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1" name="pt4171"/>
            <p:cNvSpPr/>
            <p:nvPr/>
          </p:nvSpPr>
          <p:spPr>
            <a:xfrm>
              <a:off x="5388912" y="2592318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2" name="pt4172"/>
            <p:cNvSpPr/>
            <p:nvPr/>
          </p:nvSpPr>
          <p:spPr>
            <a:xfrm>
              <a:off x="6366641" y="2290340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3" name="pt4173"/>
            <p:cNvSpPr/>
            <p:nvPr/>
          </p:nvSpPr>
          <p:spPr>
            <a:xfrm>
              <a:off x="6326940" y="236067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4" name="pt4174"/>
            <p:cNvSpPr/>
            <p:nvPr/>
          </p:nvSpPr>
          <p:spPr>
            <a:xfrm>
              <a:off x="6829915" y="1916521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5" name="pt4175"/>
            <p:cNvSpPr/>
            <p:nvPr/>
          </p:nvSpPr>
          <p:spPr>
            <a:xfrm>
              <a:off x="6407403" y="202287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6" name="pt4176"/>
            <p:cNvSpPr/>
            <p:nvPr/>
          </p:nvSpPr>
          <p:spPr>
            <a:xfrm>
              <a:off x="6646397" y="2160287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7" name="pt4177"/>
            <p:cNvSpPr/>
            <p:nvPr/>
          </p:nvSpPr>
          <p:spPr>
            <a:xfrm>
              <a:off x="5636637" y="2351469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8" name="pt4178"/>
            <p:cNvSpPr/>
            <p:nvPr/>
          </p:nvSpPr>
          <p:spPr>
            <a:xfrm>
              <a:off x="6512903" y="2087934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9" name="pt4179"/>
            <p:cNvSpPr/>
            <p:nvPr/>
          </p:nvSpPr>
          <p:spPr>
            <a:xfrm>
              <a:off x="5659960" y="240112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0" name="pt4180"/>
            <p:cNvSpPr/>
            <p:nvPr/>
          </p:nvSpPr>
          <p:spPr>
            <a:xfrm>
              <a:off x="6304883" y="2179975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1" name="pt4181"/>
            <p:cNvSpPr/>
            <p:nvPr/>
          </p:nvSpPr>
          <p:spPr>
            <a:xfrm>
              <a:off x="5697425" y="2478250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2" name="pt4182"/>
            <p:cNvSpPr/>
            <p:nvPr/>
          </p:nvSpPr>
          <p:spPr>
            <a:xfrm>
              <a:off x="5574745" y="2496943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3" name="pt4183"/>
            <p:cNvSpPr/>
            <p:nvPr/>
          </p:nvSpPr>
          <p:spPr>
            <a:xfrm>
              <a:off x="6186828" y="2276071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4" name="pt4184"/>
            <p:cNvSpPr/>
            <p:nvPr/>
          </p:nvSpPr>
          <p:spPr>
            <a:xfrm>
              <a:off x="5719125" y="239299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5" name="pt4185"/>
            <p:cNvSpPr/>
            <p:nvPr/>
          </p:nvSpPr>
          <p:spPr>
            <a:xfrm>
              <a:off x="5691192" y="244353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6" name="pt4186"/>
            <p:cNvSpPr/>
            <p:nvPr/>
          </p:nvSpPr>
          <p:spPr>
            <a:xfrm>
              <a:off x="6889864" y="2055451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7" name="pt4187"/>
            <p:cNvSpPr/>
            <p:nvPr/>
          </p:nvSpPr>
          <p:spPr>
            <a:xfrm>
              <a:off x="6576366" y="225861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8" name="pt4188"/>
            <p:cNvSpPr/>
            <p:nvPr/>
          </p:nvSpPr>
          <p:spPr>
            <a:xfrm>
              <a:off x="6197055" y="223322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9" name="pt4189"/>
            <p:cNvSpPr/>
            <p:nvPr/>
          </p:nvSpPr>
          <p:spPr>
            <a:xfrm>
              <a:off x="5540025" y="2152797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0" name="pt4190"/>
            <p:cNvSpPr/>
            <p:nvPr/>
          </p:nvSpPr>
          <p:spPr>
            <a:xfrm>
              <a:off x="6062476" y="2352781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1" name="pt4191"/>
            <p:cNvSpPr/>
            <p:nvPr/>
          </p:nvSpPr>
          <p:spPr>
            <a:xfrm>
              <a:off x="6642719" y="2087741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2" name="pt4192"/>
            <p:cNvSpPr/>
            <p:nvPr/>
          </p:nvSpPr>
          <p:spPr>
            <a:xfrm>
              <a:off x="6110075" y="2148249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3" name="pt4193"/>
            <p:cNvSpPr/>
            <p:nvPr/>
          </p:nvSpPr>
          <p:spPr>
            <a:xfrm>
              <a:off x="5925142" y="2020547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4" name="pt4194"/>
            <p:cNvSpPr/>
            <p:nvPr/>
          </p:nvSpPr>
          <p:spPr>
            <a:xfrm>
              <a:off x="5934046" y="2098608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5" name="pt4195"/>
            <p:cNvSpPr/>
            <p:nvPr/>
          </p:nvSpPr>
          <p:spPr>
            <a:xfrm>
              <a:off x="5312415" y="2019975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6" name="pt4196"/>
            <p:cNvSpPr/>
            <p:nvPr/>
          </p:nvSpPr>
          <p:spPr>
            <a:xfrm>
              <a:off x="5290163" y="2095904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7" name="pt4197"/>
            <p:cNvSpPr/>
            <p:nvPr/>
          </p:nvSpPr>
          <p:spPr>
            <a:xfrm>
              <a:off x="6217894" y="232315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8" name="pt4198"/>
            <p:cNvSpPr/>
            <p:nvPr/>
          </p:nvSpPr>
          <p:spPr>
            <a:xfrm>
              <a:off x="5938835" y="194404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9" name="pt4199"/>
            <p:cNvSpPr/>
            <p:nvPr/>
          </p:nvSpPr>
          <p:spPr>
            <a:xfrm>
              <a:off x="6039895" y="2371160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0" name="pt4200"/>
            <p:cNvSpPr/>
            <p:nvPr/>
          </p:nvSpPr>
          <p:spPr>
            <a:xfrm>
              <a:off x="5952337" y="2289352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1" name="pt4201"/>
            <p:cNvSpPr/>
            <p:nvPr/>
          </p:nvSpPr>
          <p:spPr>
            <a:xfrm>
              <a:off x="5849894" y="2290583"/>
              <a:ext cx="16849" cy="16849"/>
            </a:xfrm>
            <a:prstGeom prst="ellipse">
              <a:avLst/>
            </a:prstGeom>
            <a:solidFill>
              <a:srgbClr val="2AAA82">
                <a:alpha val="45098"/>
              </a:srgbClr>
            </a:solidFill>
            <a:ln w="7363" cap="rnd">
              <a:solidFill>
                <a:srgbClr val="2A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2" name="pt4202"/>
            <p:cNvSpPr/>
            <p:nvPr/>
          </p:nvSpPr>
          <p:spPr>
            <a:xfrm>
              <a:off x="6003273" y="2640736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3" name="pt4203"/>
            <p:cNvSpPr/>
            <p:nvPr/>
          </p:nvSpPr>
          <p:spPr>
            <a:xfrm>
              <a:off x="6181517" y="2231925"/>
              <a:ext cx="16849" cy="16849"/>
            </a:xfrm>
            <a:prstGeom prst="ellipse">
              <a:avLst/>
            </a:prstGeom>
            <a:solidFill>
              <a:srgbClr val="49B476">
                <a:alpha val="45098"/>
              </a:srgbClr>
            </a:solidFill>
            <a:ln w="7363" cap="rnd">
              <a:solidFill>
                <a:srgbClr val="49B4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4" name="pt4204"/>
            <p:cNvSpPr/>
            <p:nvPr/>
          </p:nvSpPr>
          <p:spPr>
            <a:xfrm>
              <a:off x="6646395" y="212136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5" name="pt4205"/>
            <p:cNvSpPr/>
            <p:nvPr/>
          </p:nvSpPr>
          <p:spPr>
            <a:xfrm>
              <a:off x="5062893" y="2695228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6" name="pt4206"/>
            <p:cNvSpPr/>
            <p:nvPr/>
          </p:nvSpPr>
          <p:spPr>
            <a:xfrm>
              <a:off x="6176629" y="231336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7" name="pt4207"/>
            <p:cNvSpPr/>
            <p:nvPr/>
          </p:nvSpPr>
          <p:spPr>
            <a:xfrm>
              <a:off x="6388187" y="2215807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8" name="pt4208"/>
            <p:cNvSpPr/>
            <p:nvPr/>
          </p:nvSpPr>
          <p:spPr>
            <a:xfrm>
              <a:off x="5833391" y="2480895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9" name="pt4209"/>
            <p:cNvSpPr/>
            <p:nvPr/>
          </p:nvSpPr>
          <p:spPr>
            <a:xfrm>
              <a:off x="6533534" y="232134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0" name="pt4210"/>
            <p:cNvSpPr/>
            <p:nvPr/>
          </p:nvSpPr>
          <p:spPr>
            <a:xfrm>
              <a:off x="5782218" y="2089194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1" name="pt4211"/>
            <p:cNvSpPr/>
            <p:nvPr/>
          </p:nvSpPr>
          <p:spPr>
            <a:xfrm>
              <a:off x="5968737" y="213985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2" name="pt4212"/>
            <p:cNvSpPr/>
            <p:nvPr/>
          </p:nvSpPr>
          <p:spPr>
            <a:xfrm>
              <a:off x="5702882" y="2482965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3" name="pt4213"/>
            <p:cNvSpPr/>
            <p:nvPr/>
          </p:nvSpPr>
          <p:spPr>
            <a:xfrm>
              <a:off x="6444850" y="2052098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4" name="pt4214"/>
            <p:cNvSpPr/>
            <p:nvPr/>
          </p:nvSpPr>
          <p:spPr>
            <a:xfrm>
              <a:off x="6919576" y="1778216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5" name="pt4215"/>
            <p:cNvSpPr/>
            <p:nvPr/>
          </p:nvSpPr>
          <p:spPr>
            <a:xfrm>
              <a:off x="6776813" y="1955513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6" name="pt4216"/>
            <p:cNvSpPr/>
            <p:nvPr/>
          </p:nvSpPr>
          <p:spPr>
            <a:xfrm>
              <a:off x="6702297" y="211936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7" name="pt4217"/>
            <p:cNvSpPr/>
            <p:nvPr/>
          </p:nvSpPr>
          <p:spPr>
            <a:xfrm>
              <a:off x="6342794" y="2232191"/>
              <a:ext cx="16849" cy="16849"/>
            </a:xfrm>
            <a:prstGeom prst="ellipse">
              <a:avLst/>
            </a:prstGeom>
            <a:solidFill>
              <a:srgbClr val="32AC80">
                <a:alpha val="45098"/>
              </a:srgbClr>
            </a:solidFill>
            <a:ln w="7363" cap="rnd">
              <a:solidFill>
                <a:srgbClr val="32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8" name="pt4218"/>
            <p:cNvSpPr/>
            <p:nvPr/>
          </p:nvSpPr>
          <p:spPr>
            <a:xfrm>
              <a:off x="5642405" y="227711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9" name="pt4219"/>
            <p:cNvSpPr/>
            <p:nvPr/>
          </p:nvSpPr>
          <p:spPr>
            <a:xfrm>
              <a:off x="6608527" y="224178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0" name="pt4220"/>
            <p:cNvSpPr/>
            <p:nvPr/>
          </p:nvSpPr>
          <p:spPr>
            <a:xfrm>
              <a:off x="6243508" y="2296709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1" name="pt4221"/>
            <p:cNvSpPr/>
            <p:nvPr/>
          </p:nvSpPr>
          <p:spPr>
            <a:xfrm>
              <a:off x="6378061" y="2237195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2" name="pt4222"/>
            <p:cNvSpPr/>
            <p:nvPr/>
          </p:nvSpPr>
          <p:spPr>
            <a:xfrm>
              <a:off x="7106992" y="1496214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3" name="pt4223"/>
            <p:cNvSpPr/>
            <p:nvPr/>
          </p:nvSpPr>
          <p:spPr>
            <a:xfrm>
              <a:off x="6374826" y="218600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4" name="pt4224"/>
            <p:cNvSpPr/>
            <p:nvPr/>
          </p:nvSpPr>
          <p:spPr>
            <a:xfrm>
              <a:off x="7095906" y="152851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5" name="pt4225"/>
            <p:cNvSpPr/>
            <p:nvPr/>
          </p:nvSpPr>
          <p:spPr>
            <a:xfrm>
              <a:off x="6419843" y="2204292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6" name="pt4226"/>
            <p:cNvSpPr/>
            <p:nvPr/>
          </p:nvSpPr>
          <p:spPr>
            <a:xfrm>
              <a:off x="5938169" y="179203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7" name="pt4227"/>
            <p:cNvSpPr/>
            <p:nvPr/>
          </p:nvSpPr>
          <p:spPr>
            <a:xfrm>
              <a:off x="6862618" y="1921523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8" name="pt4228"/>
            <p:cNvSpPr/>
            <p:nvPr/>
          </p:nvSpPr>
          <p:spPr>
            <a:xfrm>
              <a:off x="5843513" y="2398414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9" name="pt4229"/>
            <p:cNvSpPr/>
            <p:nvPr/>
          </p:nvSpPr>
          <p:spPr>
            <a:xfrm>
              <a:off x="5322588" y="2077765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0" name="pt4230"/>
            <p:cNvSpPr/>
            <p:nvPr/>
          </p:nvSpPr>
          <p:spPr>
            <a:xfrm>
              <a:off x="6853529" y="1875068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1" name="pt4231"/>
            <p:cNvSpPr/>
            <p:nvPr/>
          </p:nvSpPr>
          <p:spPr>
            <a:xfrm>
              <a:off x="6311178" y="2295439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2" name="pt4232"/>
            <p:cNvSpPr/>
            <p:nvPr/>
          </p:nvSpPr>
          <p:spPr>
            <a:xfrm>
              <a:off x="6354185" y="232657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3" name="pt4233"/>
            <p:cNvSpPr/>
            <p:nvPr/>
          </p:nvSpPr>
          <p:spPr>
            <a:xfrm>
              <a:off x="6829868" y="1958713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4" name="pt4234"/>
            <p:cNvSpPr/>
            <p:nvPr/>
          </p:nvSpPr>
          <p:spPr>
            <a:xfrm>
              <a:off x="5482798" y="2406029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5" name="pt4235"/>
            <p:cNvSpPr/>
            <p:nvPr/>
          </p:nvSpPr>
          <p:spPr>
            <a:xfrm>
              <a:off x="6841500" y="189714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6" name="pt4236"/>
            <p:cNvSpPr/>
            <p:nvPr/>
          </p:nvSpPr>
          <p:spPr>
            <a:xfrm>
              <a:off x="6432332" y="198111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7" name="pt4237"/>
            <p:cNvSpPr/>
            <p:nvPr/>
          </p:nvSpPr>
          <p:spPr>
            <a:xfrm>
              <a:off x="6284353" y="2161522"/>
              <a:ext cx="16849" cy="16849"/>
            </a:xfrm>
            <a:prstGeom prst="ellipse">
              <a:avLst/>
            </a:prstGeom>
            <a:solidFill>
              <a:srgbClr val="28A983">
                <a:alpha val="45098"/>
              </a:srgbClr>
            </a:solidFill>
            <a:ln w="7363" cap="rnd">
              <a:solidFill>
                <a:srgbClr val="28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8" name="pt4238"/>
            <p:cNvSpPr/>
            <p:nvPr/>
          </p:nvSpPr>
          <p:spPr>
            <a:xfrm>
              <a:off x="6049173" y="2318128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9" name="pt4239"/>
            <p:cNvSpPr/>
            <p:nvPr/>
          </p:nvSpPr>
          <p:spPr>
            <a:xfrm>
              <a:off x="5485881" y="2531051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0" name="pt4240"/>
            <p:cNvSpPr/>
            <p:nvPr/>
          </p:nvSpPr>
          <p:spPr>
            <a:xfrm>
              <a:off x="5767490" y="2113563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1" name="pt4241"/>
            <p:cNvSpPr/>
            <p:nvPr/>
          </p:nvSpPr>
          <p:spPr>
            <a:xfrm>
              <a:off x="6136571" y="2264529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2" name="pt4242"/>
            <p:cNvSpPr/>
            <p:nvPr/>
          </p:nvSpPr>
          <p:spPr>
            <a:xfrm>
              <a:off x="6455340" y="2036874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3" name="pt4243"/>
            <p:cNvSpPr/>
            <p:nvPr/>
          </p:nvSpPr>
          <p:spPr>
            <a:xfrm>
              <a:off x="6400429" y="217170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4" name="pt4244"/>
            <p:cNvSpPr/>
            <p:nvPr/>
          </p:nvSpPr>
          <p:spPr>
            <a:xfrm>
              <a:off x="6442438" y="1790939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5" name="pt4245"/>
            <p:cNvSpPr/>
            <p:nvPr/>
          </p:nvSpPr>
          <p:spPr>
            <a:xfrm>
              <a:off x="6055085" y="2266094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6" name="pt4246"/>
            <p:cNvSpPr/>
            <p:nvPr/>
          </p:nvSpPr>
          <p:spPr>
            <a:xfrm>
              <a:off x="6548789" y="223218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7" name="pt4247"/>
            <p:cNvSpPr/>
            <p:nvPr/>
          </p:nvSpPr>
          <p:spPr>
            <a:xfrm>
              <a:off x="5900195" y="2164248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8" name="pt4248"/>
            <p:cNvSpPr/>
            <p:nvPr/>
          </p:nvSpPr>
          <p:spPr>
            <a:xfrm>
              <a:off x="6502325" y="2050177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9" name="pt4249"/>
            <p:cNvSpPr/>
            <p:nvPr/>
          </p:nvSpPr>
          <p:spPr>
            <a:xfrm>
              <a:off x="6546555" y="219050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0" name="pt4250"/>
            <p:cNvSpPr/>
            <p:nvPr/>
          </p:nvSpPr>
          <p:spPr>
            <a:xfrm>
              <a:off x="6814843" y="1892758"/>
              <a:ext cx="16849" cy="16849"/>
            </a:xfrm>
            <a:prstGeom prst="ellipse">
              <a:avLst/>
            </a:prstGeom>
            <a:solidFill>
              <a:srgbClr val="8DD44D">
                <a:alpha val="45098"/>
              </a:srgbClr>
            </a:solidFill>
            <a:ln w="7363" cap="rnd">
              <a:solidFill>
                <a:srgbClr val="8D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1" name="pt4251"/>
            <p:cNvSpPr/>
            <p:nvPr/>
          </p:nvSpPr>
          <p:spPr>
            <a:xfrm>
              <a:off x="6696250" y="2154307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2" name="pt4252"/>
            <p:cNvSpPr/>
            <p:nvPr/>
          </p:nvSpPr>
          <p:spPr>
            <a:xfrm>
              <a:off x="6216628" y="227102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3" name="pt4253"/>
            <p:cNvSpPr/>
            <p:nvPr/>
          </p:nvSpPr>
          <p:spPr>
            <a:xfrm>
              <a:off x="6596076" y="2082740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4" name="pt4254"/>
            <p:cNvSpPr/>
            <p:nvPr/>
          </p:nvSpPr>
          <p:spPr>
            <a:xfrm>
              <a:off x="6193160" y="209628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5" name="pt4255"/>
            <p:cNvSpPr/>
            <p:nvPr/>
          </p:nvSpPr>
          <p:spPr>
            <a:xfrm>
              <a:off x="6322319" y="2099946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6" name="pt4256"/>
            <p:cNvSpPr/>
            <p:nvPr/>
          </p:nvSpPr>
          <p:spPr>
            <a:xfrm>
              <a:off x="5498305" y="2387188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7" name="pt4257"/>
            <p:cNvSpPr/>
            <p:nvPr/>
          </p:nvSpPr>
          <p:spPr>
            <a:xfrm>
              <a:off x="6271278" y="240874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8" name="pt4258"/>
            <p:cNvSpPr/>
            <p:nvPr/>
          </p:nvSpPr>
          <p:spPr>
            <a:xfrm>
              <a:off x="5636283" y="2510498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9" name="pt4259"/>
            <p:cNvSpPr/>
            <p:nvPr/>
          </p:nvSpPr>
          <p:spPr>
            <a:xfrm>
              <a:off x="5840838" y="238025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0" name="pt4260"/>
            <p:cNvSpPr/>
            <p:nvPr/>
          </p:nvSpPr>
          <p:spPr>
            <a:xfrm>
              <a:off x="5667203" y="2428289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1" name="pt4261"/>
            <p:cNvSpPr/>
            <p:nvPr/>
          </p:nvSpPr>
          <p:spPr>
            <a:xfrm>
              <a:off x="6074838" y="2303817"/>
              <a:ext cx="16849" cy="16849"/>
            </a:xfrm>
            <a:prstGeom prst="ellipse">
              <a:avLst/>
            </a:prstGeom>
            <a:solidFill>
              <a:srgbClr val="6EC95D">
                <a:alpha val="45098"/>
              </a:srgbClr>
            </a:solidFill>
            <a:ln w="7363" cap="rnd">
              <a:solidFill>
                <a:srgbClr val="6E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2" name="pt4262"/>
            <p:cNvSpPr/>
            <p:nvPr/>
          </p:nvSpPr>
          <p:spPr>
            <a:xfrm>
              <a:off x="6781413" y="2095507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3" name="pt4263"/>
            <p:cNvSpPr/>
            <p:nvPr/>
          </p:nvSpPr>
          <p:spPr>
            <a:xfrm>
              <a:off x="6345694" y="2144914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4" name="pt4264"/>
            <p:cNvSpPr/>
            <p:nvPr/>
          </p:nvSpPr>
          <p:spPr>
            <a:xfrm>
              <a:off x="6205698" y="2295320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5" name="pt4265"/>
            <p:cNvSpPr/>
            <p:nvPr/>
          </p:nvSpPr>
          <p:spPr>
            <a:xfrm>
              <a:off x="6104030" y="230935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6" name="pt4266"/>
            <p:cNvSpPr/>
            <p:nvPr/>
          </p:nvSpPr>
          <p:spPr>
            <a:xfrm>
              <a:off x="6194907" y="2302436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7" name="pt4267"/>
            <p:cNvSpPr/>
            <p:nvPr/>
          </p:nvSpPr>
          <p:spPr>
            <a:xfrm>
              <a:off x="7417598" y="951637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8" name="pt4268"/>
            <p:cNvSpPr/>
            <p:nvPr/>
          </p:nvSpPr>
          <p:spPr>
            <a:xfrm>
              <a:off x="5934899" y="2000345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9" name="pt4269"/>
            <p:cNvSpPr/>
            <p:nvPr/>
          </p:nvSpPr>
          <p:spPr>
            <a:xfrm>
              <a:off x="6772175" y="1999469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0" name="pt4270"/>
            <p:cNvSpPr/>
            <p:nvPr/>
          </p:nvSpPr>
          <p:spPr>
            <a:xfrm>
              <a:off x="5614340" y="2263002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1" name="pt4271"/>
            <p:cNvSpPr/>
            <p:nvPr/>
          </p:nvSpPr>
          <p:spPr>
            <a:xfrm>
              <a:off x="6415484" y="2238175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2" name="pt4272"/>
            <p:cNvSpPr/>
            <p:nvPr/>
          </p:nvSpPr>
          <p:spPr>
            <a:xfrm>
              <a:off x="5497975" y="2471919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3" name="pt4273"/>
            <p:cNvSpPr/>
            <p:nvPr/>
          </p:nvSpPr>
          <p:spPr>
            <a:xfrm>
              <a:off x="6559860" y="2072203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4" name="pt4274"/>
            <p:cNvSpPr/>
            <p:nvPr/>
          </p:nvSpPr>
          <p:spPr>
            <a:xfrm>
              <a:off x="5710829" y="2529338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5" name="pt4275"/>
            <p:cNvSpPr/>
            <p:nvPr/>
          </p:nvSpPr>
          <p:spPr>
            <a:xfrm>
              <a:off x="5239361" y="2366930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6" name="pt4276"/>
            <p:cNvSpPr/>
            <p:nvPr/>
          </p:nvSpPr>
          <p:spPr>
            <a:xfrm>
              <a:off x="6029868" y="2210294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7" name="pt4277"/>
            <p:cNvSpPr/>
            <p:nvPr/>
          </p:nvSpPr>
          <p:spPr>
            <a:xfrm>
              <a:off x="6676282" y="2182952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8" name="pt4278"/>
            <p:cNvSpPr/>
            <p:nvPr/>
          </p:nvSpPr>
          <p:spPr>
            <a:xfrm>
              <a:off x="6715129" y="190837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9" name="pt4279"/>
            <p:cNvSpPr/>
            <p:nvPr/>
          </p:nvSpPr>
          <p:spPr>
            <a:xfrm>
              <a:off x="5681052" y="2443828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0" name="pt4280"/>
            <p:cNvSpPr/>
            <p:nvPr/>
          </p:nvSpPr>
          <p:spPr>
            <a:xfrm>
              <a:off x="5391333" y="2518723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1" name="pt4281"/>
            <p:cNvSpPr/>
            <p:nvPr/>
          </p:nvSpPr>
          <p:spPr>
            <a:xfrm>
              <a:off x="6372324" y="2318413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2" name="pt4282"/>
            <p:cNvSpPr/>
            <p:nvPr/>
          </p:nvSpPr>
          <p:spPr>
            <a:xfrm>
              <a:off x="5456176" y="2453232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3" name="pt4283"/>
            <p:cNvSpPr/>
            <p:nvPr/>
          </p:nvSpPr>
          <p:spPr>
            <a:xfrm>
              <a:off x="6244174" y="236284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4" name="pt4284"/>
            <p:cNvSpPr/>
            <p:nvPr/>
          </p:nvSpPr>
          <p:spPr>
            <a:xfrm>
              <a:off x="6850125" y="1937410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5" name="pt4285"/>
            <p:cNvSpPr/>
            <p:nvPr/>
          </p:nvSpPr>
          <p:spPr>
            <a:xfrm>
              <a:off x="6012539" y="2395344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6" name="pt4286"/>
            <p:cNvSpPr/>
            <p:nvPr/>
          </p:nvSpPr>
          <p:spPr>
            <a:xfrm>
              <a:off x="5661434" y="2406279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7" name="pt4287"/>
            <p:cNvSpPr/>
            <p:nvPr/>
          </p:nvSpPr>
          <p:spPr>
            <a:xfrm>
              <a:off x="6846799" y="1915134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8" name="pt4288"/>
            <p:cNvSpPr/>
            <p:nvPr/>
          </p:nvSpPr>
          <p:spPr>
            <a:xfrm>
              <a:off x="6486565" y="2026685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9" name="pt4289"/>
            <p:cNvSpPr/>
            <p:nvPr/>
          </p:nvSpPr>
          <p:spPr>
            <a:xfrm>
              <a:off x="6341739" y="224175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0" name="pt4290"/>
            <p:cNvSpPr/>
            <p:nvPr/>
          </p:nvSpPr>
          <p:spPr>
            <a:xfrm>
              <a:off x="6553881" y="2128266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1" name="pt4291"/>
            <p:cNvSpPr/>
            <p:nvPr/>
          </p:nvSpPr>
          <p:spPr>
            <a:xfrm>
              <a:off x="6709789" y="2044592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2" name="pt4292"/>
            <p:cNvSpPr/>
            <p:nvPr/>
          </p:nvSpPr>
          <p:spPr>
            <a:xfrm>
              <a:off x="5611597" y="2499734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3" name="pt4293"/>
            <p:cNvSpPr/>
            <p:nvPr/>
          </p:nvSpPr>
          <p:spPr>
            <a:xfrm>
              <a:off x="6173071" y="2154318"/>
              <a:ext cx="16849" cy="16849"/>
            </a:xfrm>
            <a:prstGeom prst="ellipse">
              <a:avLst/>
            </a:prstGeom>
            <a:solidFill>
              <a:srgbClr val="9CD74A">
                <a:alpha val="45098"/>
              </a:srgbClr>
            </a:solidFill>
            <a:ln w="7363" cap="rnd">
              <a:solidFill>
                <a:srgbClr val="9CD7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4" name="pt4294"/>
            <p:cNvSpPr/>
            <p:nvPr/>
          </p:nvSpPr>
          <p:spPr>
            <a:xfrm>
              <a:off x="6235460" y="222643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5" name="pt4295"/>
            <p:cNvSpPr/>
            <p:nvPr/>
          </p:nvSpPr>
          <p:spPr>
            <a:xfrm>
              <a:off x="6293594" y="2095123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6" name="pt4296"/>
            <p:cNvSpPr/>
            <p:nvPr/>
          </p:nvSpPr>
          <p:spPr>
            <a:xfrm>
              <a:off x="6355184" y="2136782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7" name="pt4297"/>
            <p:cNvSpPr/>
            <p:nvPr/>
          </p:nvSpPr>
          <p:spPr>
            <a:xfrm>
              <a:off x="5863178" y="2014218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8" name="pt4298"/>
            <p:cNvSpPr/>
            <p:nvPr/>
          </p:nvSpPr>
          <p:spPr>
            <a:xfrm>
              <a:off x="6456488" y="218580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9" name="pt4299"/>
            <p:cNvSpPr/>
            <p:nvPr/>
          </p:nvSpPr>
          <p:spPr>
            <a:xfrm>
              <a:off x="5280564" y="2143508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0" name="pt4300"/>
            <p:cNvSpPr/>
            <p:nvPr/>
          </p:nvSpPr>
          <p:spPr>
            <a:xfrm>
              <a:off x="6467725" y="2059102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1" name="pt4301"/>
            <p:cNvSpPr/>
            <p:nvPr/>
          </p:nvSpPr>
          <p:spPr>
            <a:xfrm>
              <a:off x="6083358" y="2303991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2" name="pt4302"/>
            <p:cNvSpPr/>
            <p:nvPr/>
          </p:nvSpPr>
          <p:spPr>
            <a:xfrm>
              <a:off x="6584064" y="2102725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3" name="pt4303"/>
            <p:cNvSpPr/>
            <p:nvPr/>
          </p:nvSpPr>
          <p:spPr>
            <a:xfrm>
              <a:off x="6094536" y="2260618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4" name="pt4304"/>
            <p:cNvSpPr/>
            <p:nvPr/>
          </p:nvSpPr>
          <p:spPr>
            <a:xfrm>
              <a:off x="6346847" y="2194973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5" name="pt4305"/>
            <p:cNvSpPr/>
            <p:nvPr/>
          </p:nvSpPr>
          <p:spPr>
            <a:xfrm>
              <a:off x="6239403" y="2085558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6" name="pt4306"/>
            <p:cNvSpPr/>
            <p:nvPr/>
          </p:nvSpPr>
          <p:spPr>
            <a:xfrm>
              <a:off x="6334695" y="2272958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7" name="pt4307"/>
            <p:cNvSpPr/>
            <p:nvPr/>
          </p:nvSpPr>
          <p:spPr>
            <a:xfrm>
              <a:off x="6921571" y="1678987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8" name="pt4308"/>
            <p:cNvSpPr/>
            <p:nvPr/>
          </p:nvSpPr>
          <p:spPr>
            <a:xfrm>
              <a:off x="4898075" y="2569970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9" name="pt4309"/>
            <p:cNvSpPr/>
            <p:nvPr/>
          </p:nvSpPr>
          <p:spPr>
            <a:xfrm>
              <a:off x="6314717" y="2225182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0" name="pt4310"/>
            <p:cNvSpPr/>
            <p:nvPr/>
          </p:nvSpPr>
          <p:spPr>
            <a:xfrm>
              <a:off x="5770082" y="209116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1" name="pt4311"/>
            <p:cNvSpPr/>
            <p:nvPr/>
          </p:nvSpPr>
          <p:spPr>
            <a:xfrm>
              <a:off x="6262160" y="247938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2" name="pt4312"/>
            <p:cNvSpPr/>
            <p:nvPr/>
          </p:nvSpPr>
          <p:spPr>
            <a:xfrm>
              <a:off x="5652053" y="240507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3" name="pt4313"/>
            <p:cNvSpPr/>
            <p:nvPr/>
          </p:nvSpPr>
          <p:spPr>
            <a:xfrm>
              <a:off x="5430445" y="2522731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4" name="pt4314"/>
            <p:cNvSpPr/>
            <p:nvPr/>
          </p:nvSpPr>
          <p:spPr>
            <a:xfrm>
              <a:off x="6374291" y="2260515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5" name="pt4315"/>
            <p:cNvSpPr/>
            <p:nvPr/>
          </p:nvSpPr>
          <p:spPr>
            <a:xfrm>
              <a:off x="6126761" y="232774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6" name="pt4316"/>
            <p:cNvSpPr/>
            <p:nvPr/>
          </p:nvSpPr>
          <p:spPr>
            <a:xfrm>
              <a:off x="5914863" y="2128223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7" name="pt4317"/>
            <p:cNvSpPr/>
            <p:nvPr/>
          </p:nvSpPr>
          <p:spPr>
            <a:xfrm>
              <a:off x="6656951" y="2088645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8" name="pt4318"/>
            <p:cNvSpPr/>
            <p:nvPr/>
          </p:nvSpPr>
          <p:spPr>
            <a:xfrm>
              <a:off x="6213235" y="2273777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9" name="pt4319"/>
            <p:cNvSpPr/>
            <p:nvPr/>
          </p:nvSpPr>
          <p:spPr>
            <a:xfrm>
              <a:off x="6122435" y="2175130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0" name="pt4320"/>
            <p:cNvSpPr/>
            <p:nvPr/>
          </p:nvSpPr>
          <p:spPr>
            <a:xfrm>
              <a:off x="5750512" y="2249773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1" name="pt4321"/>
            <p:cNvSpPr/>
            <p:nvPr/>
          </p:nvSpPr>
          <p:spPr>
            <a:xfrm>
              <a:off x="6253569" y="2329092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2" name="pt4322"/>
            <p:cNvSpPr/>
            <p:nvPr/>
          </p:nvSpPr>
          <p:spPr>
            <a:xfrm>
              <a:off x="7337273" y="1841095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3" name="pt4323"/>
            <p:cNvSpPr/>
            <p:nvPr/>
          </p:nvSpPr>
          <p:spPr>
            <a:xfrm>
              <a:off x="6200138" y="222803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4" name="pt4324"/>
            <p:cNvSpPr/>
            <p:nvPr/>
          </p:nvSpPr>
          <p:spPr>
            <a:xfrm>
              <a:off x="5488290" y="2580869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5" name="pt4325"/>
            <p:cNvSpPr/>
            <p:nvPr/>
          </p:nvSpPr>
          <p:spPr>
            <a:xfrm>
              <a:off x="6515375" y="2189353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6" name="pt4326"/>
            <p:cNvSpPr/>
            <p:nvPr/>
          </p:nvSpPr>
          <p:spPr>
            <a:xfrm>
              <a:off x="6201332" y="2152328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7" name="pt4327"/>
            <p:cNvSpPr/>
            <p:nvPr/>
          </p:nvSpPr>
          <p:spPr>
            <a:xfrm>
              <a:off x="5886149" y="2148494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8" name="pt4328"/>
            <p:cNvSpPr/>
            <p:nvPr/>
          </p:nvSpPr>
          <p:spPr>
            <a:xfrm>
              <a:off x="6256749" y="2468238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9" name="pt4329"/>
            <p:cNvSpPr/>
            <p:nvPr/>
          </p:nvSpPr>
          <p:spPr>
            <a:xfrm>
              <a:off x="5830443" y="247341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0" name="pt4330"/>
            <p:cNvSpPr/>
            <p:nvPr/>
          </p:nvSpPr>
          <p:spPr>
            <a:xfrm>
              <a:off x="6392414" y="2194920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1" name="pt4331"/>
            <p:cNvSpPr/>
            <p:nvPr/>
          </p:nvSpPr>
          <p:spPr>
            <a:xfrm>
              <a:off x="6076537" y="2345009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2" name="pt4332"/>
            <p:cNvSpPr/>
            <p:nvPr/>
          </p:nvSpPr>
          <p:spPr>
            <a:xfrm>
              <a:off x="6201572" y="2129475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3" name="pt4333"/>
            <p:cNvSpPr/>
            <p:nvPr/>
          </p:nvSpPr>
          <p:spPr>
            <a:xfrm>
              <a:off x="6226145" y="228877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4" name="pt4334"/>
            <p:cNvSpPr/>
            <p:nvPr/>
          </p:nvSpPr>
          <p:spPr>
            <a:xfrm>
              <a:off x="6710695" y="2060919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5" name="pt4335"/>
            <p:cNvSpPr/>
            <p:nvPr/>
          </p:nvSpPr>
          <p:spPr>
            <a:xfrm>
              <a:off x="6776589" y="1698918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6" name="pt4336"/>
            <p:cNvSpPr/>
            <p:nvPr/>
          </p:nvSpPr>
          <p:spPr>
            <a:xfrm>
              <a:off x="5834530" y="2304175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7" name="pt4337"/>
            <p:cNvSpPr/>
            <p:nvPr/>
          </p:nvSpPr>
          <p:spPr>
            <a:xfrm>
              <a:off x="6886292" y="203915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8" name="pt4338"/>
            <p:cNvSpPr/>
            <p:nvPr/>
          </p:nvSpPr>
          <p:spPr>
            <a:xfrm>
              <a:off x="5759245" y="2266804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9" name="pt4339"/>
            <p:cNvSpPr/>
            <p:nvPr/>
          </p:nvSpPr>
          <p:spPr>
            <a:xfrm>
              <a:off x="5962562" y="2151384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0" name="pt4340"/>
            <p:cNvSpPr/>
            <p:nvPr/>
          </p:nvSpPr>
          <p:spPr>
            <a:xfrm>
              <a:off x="5624896" y="2453332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1" name="pt4341"/>
            <p:cNvSpPr/>
            <p:nvPr/>
          </p:nvSpPr>
          <p:spPr>
            <a:xfrm>
              <a:off x="6377834" y="241330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2" name="pt4342"/>
            <p:cNvSpPr/>
            <p:nvPr/>
          </p:nvSpPr>
          <p:spPr>
            <a:xfrm>
              <a:off x="6087368" y="2385740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3" name="pt4343"/>
            <p:cNvSpPr/>
            <p:nvPr/>
          </p:nvSpPr>
          <p:spPr>
            <a:xfrm>
              <a:off x="6329161" y="2200983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4" name="pt4344"/>
            <p:cNvSpPr/>
            <p:nvPr/>
          </p:nvSpPr>
          <p:spPr>
            <a:xfrm>
              <a:off x="6037525" y="221812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5" name="pt4345"/>
            <p:cNvSpPr/>
            <p:nvPr/>
          </p:nvSpPr>
          <p:spPr>
            <a:xfrm>
              <a:off x="6876205" y="1932110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6" name="pt4346"/>
            <p:cNvSpPr/>
            <p:nvPr/>
          </p:nvSpPr>
          <p:spPr>
            <a:xfrm>
              <a:off x="6409526" y="224193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7" name="pt4347"/>
            <p:cNvSpPr/>
            <p:nvPr/>
          </p:nvSpPr>
          <p:spPr>
            <a:xfrm>
              <a:off x="6686771" y="1943934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8" name="pt4348"/>
            <p:cNvSpPr/>
            <p:nvPr/>
          </p:nvSpPr>
          <p:spPr>
            <a:xfrm>
              <a:off x="5858824" y="200900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9" name="pt4349"/>
            <p:cNvSpPr/>
            <p:nvPr/>
          </p:nvSpPr>
          <p:spPr>
            <a:xfrm>
              <a:off x="5522816" y="222983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0" name="pt4350"/>
            <p:cNvSpPr/>
            <p:nvPr/>
          </p:nvSpPr>
          <p:spPr>
            <a:xfrm>
              <a:off x="7114434" y="1207960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1" name="pt4351"/>
            <p:cNvSpPr/>
            <p:nvPr/>
          </p:nvSpPr>
          <p:spPr>
            <a:xfrm>
              <a:off x="6742621" y="2088141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2" name="pt4352"/>
            <p:cNvSpPr/>
            <p:nvPr/>
          </p:nvSpPr>
          <p:spPr>
            <a:xfrm>
              <a:off x="7085950" y="1617897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3" name="pt4353"/>
            <p:cNvSpPr/>
            <p:nvPr/>
          </p:nvSpPr>
          <p:spPr>
            <a:xfrm>
              <a:off x="5633920" y="2299109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4" name="pt4354"/>
            <p:cNvSpPr/>
            <p:nvPr/>
          </p:nvSpPr>
          <p:spPr>
            <a:xfrm>
              <a:off x="6430574" y="1896924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5" name="pt4355"/>
            <p:cNvSpPr/>
            <p:nvPr/>
          </p:nvSpPr>
          <p:spPr>
            <a:xfrm>
              <a:off x="6529516" y="2363973"/>
              <a:ext cx="16849" cy="16849"/>
            </a:xfrm>
            <a:prstGeom prst="ellipse">
              <a:avLst/>
            </a:prstGeom>
            <a:solidFill>
              <a:srgbClr val="A5D847">
                <a:alpha val="45098"/>
              </a:srgbClr>
            </a:solidFill>
            <a:ln w="7363" cap="rnd">
              <a:solidFill>
                <a:srgbClr val="A5D84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6" name="pt4356"/>
            <p:cNvSpPr/>
            <p:nvPr/>
          </p:nvSpPr>
          <p:spPr>
            <a:xfrm>
              <a:off x="6445992" y="202318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7" name="pt4357"/>
            <p:cNvSpPr/>
            <p:nvPr/>
          </p:nvSpPr>
          <p:spPr>
            <a:xfrm>
              <a:off x="6844810" y="1902829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8" name="pt4358"/>
            <p:cNvSpPr/>
            <p:nvPr/>
          </p:nvSpPr>
          <p:spPr>
            <a:xfrm>
              <a:off x="6179616" y="2162134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9" name="pt4359"/>
            <p:cNvSpPr/>
            <p:nvPr/>
          </p:nvSpPr>
          <p:spPr>
            <a:xfrm>
              <a:off x="6415290" y="2215425"/>
              <a:ext cx="16849" cy="16849"/>
            </a:xfrm>
            <a:prstGeom prst="ellipse">
              <a:avLst/>
            </a:prstGeom>
            <a:solidFill>
              <a:srgbClr val="8DD44D">
                <a:alpha val="45098"/>
              </a:srgbClr>
            </a:solidFill>
            <a:ln w="7363" cap="rnd">
              <a:solidFill>
                <a:srgbClr val="8D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0" name="pt4360"/>
            <p:cNvSpPr/>
            <p:nvPr/>
          </p:nvSpPr>
          <p:spPr>
            <a:xfrm>
              <a:off x="6682030" y="2046862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1" name="pt4361"/>
            <p:cNvSpPr/>
            <p:nvPr/>
          </p:nvSpPr>
          <p:spPr>
            <a:xfrm>
              <a:off x="5305610" y="188781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2" name="pt4362"/>
            <p:cNvSpPr/>
            <p:nvPr/>
          </p:nvSpPr>
          <p:spPr>
            <a:xfrm>
              <a:off x="5540664" y="2181759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3" name="pt4363"/>
            <p:cNvSpPr/>
            <p:nvPr/>
          </p:nvSpPr>
          <p:spPr>
            <a:xfrm>
              <a:off x="6414543" y="235643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4" name="pt4364"/>
            <p:cNvSpPr/>
            <p:nvPr/>
          </p:nvSpPr>
          <p:spPr>
            <a:xfrm>
              <a:off x="6263601" y="2486339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5" name="pt4365"/>
            <p:cNvSpPr/>
            <p:nvPr/>
          </p:nvSpPr>
          <p:spPr>
            <a:xfrm>
              <a:off x="6218858" y="227320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6" name="pt4366"/>
            <p:cNvSpPr/>
            <p:nvPr/>
          </p:nvSpPr>
          <p:spPr>
            <a:xfrm>
              <a:off x="6286831" y="212154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7" name="pt4367"/>
            <p:cNvSpPr/>
            <p:nvPr/>
          </p:nvSpPr>
          <p:spPr>
            <a:xfrm>
              <a:off x="6621570" y="2087495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8" name="pt4368"/>
            <p:cNvSpPr/>
            <p:nvPr/>
          </p:nvSpPr>
          <p:spPr>
            <a:xfrm>
              <a:off x="5362782" y="2557886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9" name="pt4369"/>
            <p:cNvSpPr/>
            <p:nvPr/>
          </p:nvSpPr>
          <p:spPr>
            <a:xfrm>
              <a:off x="5455459" y="2348056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0" name="pt4370"/>
            <p:cNvSpPr/>
            <p:nvPr/>
          </p:nvSpPr>
          <p:spPr>
            <a:xfrm>
              <a:off x="5619364" y="2483229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1" name="pt4371"/>
            <p:cNvSpPr/>
            <p:nvPr/>
          </p:nvSpPr>
          <p:spPr>
            <a:xfrm>
              <a:off x="6231098" y="228954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2" name="pt4372"/>
            <p:cNvSpPr/>
            <p:nvPr/>
          </p:nvSpPr>
          <p:spPr>
            <a:xfrm>
              <a:off x="6538375" y="2176474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3" name="pt4373"/>
            <p:cNvSpPr/>
            <p:nvPr/>
          </p:nvSpPr>
          <p:spPr>
            <a:xfrm>
              <a:off x="6210656" y="226388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4" name="pt4374"/>
            <p:cNvSpPr/>
            <p:nvPr/>
          </p:nvSpPr>
          <p:spPr>
            <a:xfrm>
              <a:off x="5888147" y="2099932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5" name="pt4375"/>
            <p:cNvSpPr/>
            <p:nvPr/>
          </p:nvSpPr>
          <p:spPr>
            <a:xfrm>
              <a:off x="6386613" y="2249814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6" name="pt4376"/>
            <p:cNvSpPr/>
            <p:nvPr/>
          </p:nvSpPr>
          <p:spPr>
            <a:xfrm>
              <a:off x="4896684" y="2612761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7" name="pt4377"/>
            <p:cNvSpPr/>
            <p:nvPr/>
          </p:nvSpPr>
          <p:spPr>
            <a:xfrm>
              <a:off x="7015377" y="1926436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8" name="pt4378"/>
            <p:cNvSpPr/>
            <p:nvPr/>
          </p:nvSpPr>
          <p:spPr>
            <a:xfrm>
              <a:off x="5880181" y="2117624"/>
              <a:ext cx="16849" cy="16849"/>
            </a:xfrm>
            <a:prstGeom prst="ellipse">
              <a:avLst/>
            </a:prstGeom>
            <a:solidFill>
              <a:srgbClr val="5EBE6A">
                <a:alpha val="45098"/>
              </a:srgbClr>
            </a:solidFill>
            <a:ln w="7363" cap="rnd">
              <a:solidFill>
                <a:srgbClr val="5EBE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9" name="pt4379"/>
            <p:cNvSpPr/>
            <p:nvPr/>
          </p:nvSpPr>
          <p:spPr>
            <a:xfrm>
              <a:off x="5858093" y="2070828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0" name="pt4380"/>
            <p:cNvSpPr/>
            <p:nvPr/>
          </p:nvSpPr>
          <p:spPr>
            <a:xfrm>
              <a:off x="6095149" y="233349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1" name="pt4381"/>
            <p:cNvSpPr/>
            <p:nvPr/>
          </p:nvSpPr>
          <p:spPr>
            <a:xfrm>
              <a:off x="6316582" y="2205796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2" name="pt4382"/>
            <p:cNvSpPr/>
            <p:nvPr/>
          </p:nvSpPr>
          <p:spPr>
            <a:xfrm>
              <a:off x="6944138" y="2062865"/>
              <a:ext cx="16849" cy="16849"/>
            </a:xfrm>
            <a:prstGeom prst="ellipse">
              <a:avLst/>
            </a:prstGeom>
            <a:solidFill>
              <a:srgbClr val="6EC85E">
                <a:alpha val="45098"/>
              </a:srgbClr>
            </a:solidFill>
            <a:ln w="7363" cap="rnd">
              <a:solidFill>
                <a:srgbClr val="6EC85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3" name="pt4383"/>
            <p:cNvSpPr/>
            <p:nvPr/>
          </p:nvSpPr>
          <p:spPr>
            <a:xfrm>
              <a:off x="6595672" y="233205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4" name="pt4384"/>
            <p:cNvSpPr/>
            <p:nvPr/>
          </p:nvSpPr>
          <p:spPr>
            <a:xfrm>
              <a:off x="6774394" y="178315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5" name="pt4385"/>
            <p:cNvSpPr/>
            <p:nvPr/>
          </p:nvSpPr>
          <p:spPr>
            <a:xfrm>
              <a:off x="5736115" y="2364316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6" name="pt4386"/>
            <p:cNvSpPr/>
            <p:nvPr/>
          </p:nvSpPr>
          <p:spPr>
            <a:xfrm>
              <a:off x="6596490" y="224098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7" name="pt4387"/>
            <p:cNvSpPr/>
            <p:nvPr/>
          </p:nvSpPr>
          <p:spPr>
            <a:xfrm>
              <a:off x="5540206" y="1729918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8" name="pt4388"/>
            <p:cNvSpPr/>
            <p:nvPr/>
          </p:nvSpPr>
          <p:spPr>
            <a:xfrm>
              <a:off x="6670260" y="2006818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9" name="pt4389"/>
            <p:cNvSpPr/>
            <p:nvPr/>
          </p:nvSpPr>
          <p:spPr>
            <a:xfrm>
              <a:off x="6119960" y="239110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0" name="pt4390"/>
            <p:cNvSpPr/>
            <p:nvPr/>
          </p:nvSpPr>
          <p:spPr>
            <a:xfrm>
              <a:off x="5341941" y="1864742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1" name="pt4391"/>
            <p:cNvSpPr/>
            <p:nvPr/>
          </p:nvSpPr>
          <p:spPr>
            <a:xfrm>
              <a:off x="5732896" y="221193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2" name="pt4392"/>
            <p:cNvSpPr/>
            <p:nvPr/>
          </p:nvSpPr>
          <p:spPr>
            <a:xfrm>
              <a:off x="6106305" y="2214103"/>
              <a:ext cx="16849" cy="16849"/>
            </a:xfrm>
            <a:prstGeom prst="ellipse">
              <a:avLst/>
            </a:prstGeom>
            <a:solidFill>
              <a:srgbClr val="2A9488">
                <a:alpha val="45098"/>
              </a:srgbClr>
            </a:solidFill>
            <a:ln w="7363" cap="rnd">
              <a:solidFill>
                <a:srgbClr val="2A94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3" name="pt4393"/>
            <p:cNvSpPr/>
            <p:nvPr/>
          </p:nvSpPr>
          <p:spPr>
            <a:xfrm>
              <a:off x="5975013" y="2386463"/>
              <a:ext cx="16849" cy="16849"/>
            </a:xfrm>
            <a:prstGeom prst="ellipse">
              <a:avLst/>
            </a:prstGeom>
            <a:solidFill>
              <a:srgbClr val="5BBD6C">
                <a:alpha val="45098"/>
              </a:srgbClr>
            </a:solidFill>
            <a:ln w="7363" cap="rnd">
              <a:solidFill>
                <a:srgbClr val="5B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4" name="pt4394"/>
            <p:cNvSpPr/>
            <p:nvPr/>
          </p:nvSpPr>
          <p:spPr>
            <a:xfrm>
              <a:off x="6385357" y="2213085"/>
              <a:ext cx="16849" cy="16849"/>
            </a:xfrm>
            <a:prstGeom prst="ellipse">
              <a:avLst/>
            </a:prstGeom>
            <a:solidFill>
              <a:srgbClr val="71CB5A">
                <a:alpha val="45098"/>
              </a:srgbClr>
            </a:solidFill>
            <a:ln w="7363" cap="rnd">
              <a:solidFill>
                <a:srgbClr val="71CB5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5" name="pt4395"/>
            <p:cNvSpPr/>
            <p:nvPr/>
          </p:nvSpPr>
          <p:spPr>
            <a:xfrm>
              <a:off x="6857699" y="1926994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6" name="pt4396"/>
            <p:cNvSpPr/>
            <p:nvPr/>
          </p:nvSpPr>
          <p:spPr>
            <a:xfrm>
              <a:off x="6141063" y="236147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7" name="pt4397"/>
            <p:cNvSpPr/>
            <p:nvPr/>
          </p:nvSpPr>
          <p:spPr>
            <a:xfrm>
              <a:off x="6392993" y="2064226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8" name="pt4398"/>
            <p:cNvSpPr/>
            <p:nvPr/>
          </p:nvSpPr>
          <p:spPr>
            <a:xfrm>
              <a:off x="5913516" y="195957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9" name="pt4399"/>
            <p:cNvSpPr/>
            <p:nvPr/>
          </p:nvSpPr>
          <p:spPr>
            <a:xfrm>
              <a:off x="5603165" y="2214849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0" name="pt4400"/>
            <p:cNvSpPr/>
            <p:nvPr/>
          </p:nvSpPr>
          <p:spPr>
            <a:xfrm>
              <a:off x="5798726" y="2024953"/>
              <a:ext cx="16849" cy="16849"/>
            </a:xfrm>
            <a:prstGeom prst="ellipse">
              <a:avLst/>
            </a:prstGeom>
            <a:solidFill>
              <a:srgbClr val="4FB773">
                <a:alpha val="45098"/>
              </a:srgbClr>
            </a:solidFill>
            <a:ln w="7363" cap="rnd">
              <a:solidFill>
                <a:srgbClr val="4FB7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1" name="pt4401"/>
            <p:cNvSpPr/>
            <p:nvPr/>
          </p:nvSpPr>
          <p:spPr>
            <a:xfrm>
              <a:off x="6838040" y="1911231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2" name="pt4402"/>
            <p:cNvSpPr/>
            <p:nvPr/>
          </p:nvSpPr>
          <p:spPr>
            <a:xfrm>
              <a:off x="6580014" y="2105912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3" name="pt4403"/>
            <p:cNvSpPr/>
            <p:nvPr/>
          </p:nvSpPr>
          <p:spPr>
            <a:xfrm>
              <a:off x="6486224" y="2310188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4" name="pt4404"/>
            <p:cNvSpPr/>
            <p:nvPr/>
          </p:nvSpPr>
          <p:spPr>
            <a:xfrm>
              <a:off x="7108985" y="1582748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5" name="pt4405"/>
            <p:cNvSpPr/>
            <p:nvPr/>
          </p:nvSpPr>
          <p:spPr>
            <a:xfrm>
              <a:off x="6651904" y="2040249"/>
              <a:ext cx="16849" cy="16849"/>
            </a:xfrm>
            <a:prstGeom prst="ellipse">
              <a:avLst/>
            </a:prstGeom>
            <a:solidFill>
              <a:srgbClr val="3AAE7D">
                <a:alpha val="45098"/>
              </a:srgbClr>
            </a:solidFill>
            <a:ln w="7363" cap="rnd">
              <a:solidFill>
                <a:srgbClr val="3AAE7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6" name="pt4406"/>
            <p:cNvSpPr/>
            <p:nvPr/>
          </p:nvSpPr>
          <p:spPr>
            <a:xfrm>
              <a:off x="6461329" y="2155415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7" name="pt4407"/>
            <p:cNvSpPr/>
            <p:nvPr/>
          </p:nvSpPr>
          <p:spPr>
            <a:xfrm>
              <a:off x="6341114" y="2198003"/>
              <a:ext cx="16849" cy="16849"/>
            </a:xfrm>
            <a:prstGeom prst="ellipse">
              <a:avLst/>
            </a:prstGeom>
            <a:solidFill>
              <a:srgbClr val="4FB773">
                <a:alpha val="45098"/>
              </a:srgbClr>
            </a:solidFill>
            <a:ln w="7363" cap="rnd">
              <a:solidFill>
                <a:srgbClr val="4FB7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8" name="pt4408"/>
            <p:cNvSpPr/>
            <p:nvPr/>
          </p:nvSpPr>
          <p:spPr>
            <a:xfrm>
              <a:off x="6531887" y="2390193"/>
              <a:ext cx="16849" cy="16849"/>
            </a:xfrm>
            <a:prstGeom prst="ellipse">
              <a:avLst/>
            </a:prstGeom>
            <a:solidFill>
              <a:srgbClr val="DCE236">
                <a:alpha val="45098"/>
              </a:srgbClr>
            </a:solidFill>
            <a:ln w="7363" cap="rnd">
              <a:solidFill>
                <a:srgbClr val="DCE23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9" name="pt4409"/>
            <p:cNvSpPr/>
            <p:nvPr/>
          </p:nvSpPr>
          <p:spPr>
            <a:xfrm>
              <a:off x="6532504" y="2259244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0" name="pt4410"/>
            <p:cNvSpPr/>
            <p:nvPr/>
          </p:nvSpPr>
          <p:spPr>
            <a:xfrm>
              <a:off x="6879889" y="1797911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1" name="pt4411"/>
            <p:cNvSpPr/>
            <p:nvPr/>
          </p:nvSpPr>
          <p:spPr>
            <a:xfrm>
              <a:off x="6966657" y="1687827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2" name="pt4412"/>
            <p:cNvSpPr/>
            <p:nvPr/>
          </p:nvSpPr>
          <p:spPr>
            <a:xfrm>
              <a:off x="6959881" y="1829652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3" name="pt4413"/>
            <p:cNvSpPr/>
            <p:nvPr/>
          </p:nvSpPr>
          <p:spPr>
            <a:xfrm>
              <a:off x="5944345" y="2101295"/>
              <a:ext cx="16849" cy="16849"/>
            </a:xfrm>
            <a:prstGeom prst="ellipse">
              <a:avLst/>
            </a:prstGeom>
            <a:solidFill>
              <a:srgbClr val="336E8D">
                <a:alpha val="45098"/>
              </a:srgbClr>
            </a:solidFill>
            <a:ln w="7363" cap="rnd">
              <a:solidFill>
                <a:srgbClr val="336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4" name="pt4414"/>
            <p:cNvSpPr/>
            <p:nvPr/>
          </p:nvSpPr>
          <p:spPr>
            <a:xfrm>
              <a:off x="6751299" y="205268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5" name="pt4415"/>
            <p:cNvSpPr/>
            <p:nvPr/>
          </p:nvSpPr>
          <p:spPr>
            <a:xfrm>
              <a:off x="6730241" y="2110610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6" name="pt4416"/>
            <p:cNvSpPr/>
            <p:nvPr/>
          </p:nvSpPr>
          <p:spPr>
            <a:xfrm>
              <a:off x="5676196" y="2393016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7" name="pt4417"/>
            <p:cNvSpPr/>
            <p:nvPr/>
          </p:nvSpPr>
          <p:spPr>
            <a:xfrm>
              <a:off x="6211479" y="2274619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8" name="pt4418"/>
            <p:cNvSpPr/>
            <p:nvPr/>
          </p:nvSpPr>
          <p:spPr>
            <a:xfrm>
              <a:off x="5685239" y="2445443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9" name="pt4419"/>
            <p:cNvSpPr/>
            <p:nvPr/>
          </p:nvSpPr>
          <p:spPr>
            <a:xfrm>
              <a:off x="6301545" y="2076183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0" name="pt4420"/>
            <p:cNvSpPr/>
            <p:nvPr/>
          </p:nvSpPr>
          <p:spPr>
            <a:xfrm>
              <a:off x="5342658" y="165865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1" name="pt4421"/>
            <p:cNvSpPr/>
            <p:nvPr/>
          </p:nvSpPr>
          <p:spPr>
            <a:xfrm>
              <a:off x="6497585" y="2016901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2" name="pt4422"/>
            <p:cNvSpPr/>
            <p:nvPr/>
          </p:nvSpPr>
          <p:spPr>
            <a:xfrm>
              <a:off x="6438825" y="1968421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3" name="pt4423"/>
            <p:cNvSpPr/>
            <p:nvPr/>
          </p:nvSpPr>
          <p:spPr>
            <a:xfrm>
              <a:off x="6196992" y="2217387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4" name="pt4424"/>
            <p:cNvSpPr/>
            <p:nvPr/>
          </p:nvSpPr>
          <p:spPr>
            <a:xfrm>
              <a:off x="6137109" y="230769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5" name="pt4425"/>
            <p:cNvSpPr/>
            <p:nvPr/>
          </p:nvSpPr>
          <p:spPr>
            <a:xfrm>
              <a:off x="6639319" y="2118248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6" name="pt4426"/>
            <p:cNvSpPr/>
            <p:nvPr/>
          </p:nvSpPr>
          <p:spPr>
            <a:xfrm>
              <a:off x="7180984" y="1948687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7" name="pt4427"/>
            <p:cNvSpPr/>
            <p:nvPr/>
          </p:nvSpPr>
          <p:spPr>
            <a:xfrm>
              <a:off x="6489282" y="204660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8" name="pt4428"/>
            <p:cNvSpPr/>
            <p:nvPr/>
          </p:nvSpPr>
          <p:spPr>
            <a:xfrm>
              <a:off x="6483557" y="2311707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9" name="pt4429"/>
            <p:cNvSpPr/>
            <p:nvPr/>
          </p:nvSpPr>
          <p:spPr>
            <a:xfrm>
              <a:off x="6835472" y="1855872"/>
              <a:ext cx="16849" cy="16849"/>
            </a:xfrm>
            <a:prstGeom prst="ellipse">
              <a:avLst/>
            </a:prstGeom>
            <a:solidFill>
              <a:srgbClr val="45B279">
                <a:alpha val="45098"/>
              </a:srgbClr>
            </a:solidFill>
            <a:ln w="7363" cap="rnd">
              <a:solidFill>
                <a:srgbClr val="45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0" name="pt4430"/>
            <p:cNvSpPr/>
            <p:nvPr/>
          </p:nvSpPr>
          <p:spPr>
            <a:xfrm>
              <a:off x="7160465" y="1833581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1" name="pt4431"/>
            <p:cNvSpPr/>
            <p:nvPr/>
          </p:nvSpPr>
          <p:spPr>
            <a:xfrm>
              <a:off x="6633428" y="213037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2" name="pt4432"/>
            <p:cNvSpPr/>
            <p:nvPr/>
          </p:nvSpPr>
          <p:spPr>
            <a:xfrm>
              <a:off x="6282598" y="2224297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3" name="pt4433"/>
            <p:cNvSpPr/>
            <p:nvPr/>
          </p:nvSpPr>
          <p:spPr>
            <a:xfrm>
              <a:off x="6308670" y="2190271"/>
              <a:ext cx="16849" cy="16849"/>
            </a:xfrm>
            <a:prstGeom prst="ellipse">
              <a:avLst/>
            </a:prstGeom>
            <a:solidFill>
              <a:srgbClr val="2A9488">
                <a:alpha val="45098"/>
              </a:srgbClr>
            </a:solidFill>
            <a:ln w="7363" cap="rnd">
              <a:solidFill>
                <a:srgbClr val="2A94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4" name="pt4434"/>
            <p:cNvSpPr/>
            <p:nvPr/>
          </p:nvSpPr>
          <p:spPr>
            <a:xfrm>
              <a:off x="6848019" y="1826456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5" name="pt4435"/>
            <p:cNvSpPr/>
            <p:nvPr/>
          </p:nvSpPr>
          <p:spPr>
            <a:xfrm>
              <a:off x="5427560" y="2318214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6" name="pt4436"/>
            <p:cNvSpPr/>
            <p:nvPr/>
          </p:nvSpPr>
          <p:spPr>
            <a:xfrm>
              <a:off x="6412424" y="2160280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7" name="pt4437"/>
            <p:cNvSpPr/>
            <p:nvPr/>
          </p:nvSpPr>
          <p:spPr>
            <a:xfrm>
              <a:off x="6891205" y="1709732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8" name="pt4438"/>
            <p:cNvSpPr/>
            <p:nvPr/>
          </p:nvSpPr>
          <p:spPr>
            <a:xfrm>
              <a:off x="5873442" y="2177970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9" name="pt4439"/>
            <p:cNvSpPr/>
            <p:nvPr/>
          </p:nvSpPr>
          <p:spPr>
            <a:xfrm>
              <a:off x="5778420" y="209760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0" name="pt4440"/>
            <p:cNvSpPr/>
            <p:nvPr/>
          </p:nvSpPr>
          <p:spPr>
            <a:xfrm>
              <a:off x="5767282" y="2101025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1" name="pt4441"/>
            <p:cNvSpPr/>
            <p:nvPr/>
          </p:nvSpPr>
          <p:spPr>
            <a:xfrm>
              <a:off x="6399538" y="2240759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2" name="pt4442"/>
            <p:cNvSpPr/>
            <p:nvPr/>
          </p:nvSpPr>
          <p:spPr>
            <a:xfrm>
              <a:off x="6459660" y="2061330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3" name="pt4443"/>
            <p:cNvSpPr/>
            <p:nvPr/>
          </p:nvSpPr>
          <p:spPr>
            <a:xfrm>
              <a:off x="5775285" y="2153537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4" name="pt4444"/>
            <p:cNvSpPr/>
            <p:nvPr/>
          </p:nvSpPr>
          <p:spPr>
            <a:xfrm>
              <a:off x="6077343" y="2433648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5" name="pt4445"/>
            <p:cNvSpPr/>
            <p:nvPr/>
          </p:nvSpPr>
          <p:spPr>
            <a:xfrm>
              <a:off x="5894001" y="2135842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6" name="pt4446"/>
            <p:cNvSpPr/>
            <p:nvPr/>
          </p:nvSpPr>
          <p:spPr>
            <a:xfrm>
              <a:off x="6172417" y="2313502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7" name="pt4447"/>
            <p:cNvSpPr/>
            <p:nvPr/>
          </p:nvSpPr>
          <p:spPr>
            <a:xfrm>
              <a:off x="7102649" y="1293485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8" name="pt4448"/>
            <p:cNvSpPr/>
            <p:nvPr/>
          </p:nvSpPr>
          <p:spPr>
            <a:xfrm>
              <a:off x="6225981" y="2117697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9" name="pt4449"/>
            <p:cNvSpPr/>
            <p:nvPr/>
          </p:nvSpPr>
          <p:spPr>
            <a:xfrm>
              <a:off x="6690294" y="2086427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0" name="pt4450"/>
            <p:cNvSpPr/>
            <p:nvPr/>
          </p:nvSpPr>
          <p:spPr>
            <a:xfrm>
              <a:off x="6448276" y="2211528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1" name="pt4451"/>
            <p:cNvSpPr/>
            <p:nvPr/>
          </p:nvSpPr>
          <p:spPr>
            <a:xfrm>
              <a:off x="5906351" y="2137048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2" name="pt4452"/>
            <p:cNvSpPr/>
            <p:nvPr/>
          </p:nvSpPr>
          <p:spPr>
            <a:xfrm>
              <a:off x="6009322" y="2489925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3" name="pt4453"/>
            <p:cNvSpPr/>
            <p:nvPr/>
          </p:nvSpPr>
          <p:spPr>
            <a:xfrm>
              <a:off x="6068619" y="2375251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4" name="pt4454"/>
            <p:cNvSpPr/>
            <p:nvPr/>
          </p:nvSpPr>
          <p:spPr>
            <a:xfrm>
              <a:off x="6420129" y="2372495"/>
              <a:ext cx="16849" cy="16849"/>
            </a:xfrm>
            <a:prstGeom prst="ellipse">
              <a:avLst/>
            </a:prstGeom>
            <a:solidFill>
              <a:srgbClr val="C0DD40">
                <a:alpha val="45098"/>
              </a:srgbClr>
            </a:solidFill>
            <a:ln w="7363" cap="rnd">
              <a:solidFill>
                <a:srgbClr val="C0DD4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5" name="pt4455"/>
            <p:cNvSpPr/>
            <p:nvPr/>
          </p:nvSpPr>
          <p:spPr>
            <a:xfrm>
              <a:off x="5486876" y="241645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6" name="pt4456"/>
            <p:cNvSpPr/>
            <p:nvPr/>
          </p:nvSpPr>
          <p:spPr>
            <a:xfrm>
              <a:off x="5538562" y="215985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7" name="pt4457"/>
            <p:cNvSpPr/>
            <p:nvPr/>
          </p:nvSpPr>
          <p:spPr>
            <a:xfrm>
              <a:off x="6683068" y="2140905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8" name="pt4458"/>
            <p:cNvSpPr/>
            <p:nvPr/>
          </p:nvSpPr>
          <p:spPr>
            <a:xfrm>
              <a:off x="5640823" y="228578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9" name="pt4459"/>
            <p:cNvSpPr/>
            <p:nvPr/>
          </p:nvSpPr>
          <p:spPr>
            <a:xfrm>
              <a:off x="5950882" y="214031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0" name="pt4460"/>
            <p:cNvSpPr/>
            <p:nvPr/>
          </p:nvSpPr>
          <p:spPr>
            <a:xfrm>
              <a:off x="6163971" y="2152631"/>
              <a:ext cx="16849" cy="16849"/>
            </a:xfrm>
            <a:prstGeom prst="ellipse">
              <a:avLst/>
            </a:prstGeom>
            <a:solidFill>
              <a:srgbClr val="62C167">
                <a:alpha val="45098"/>
              </a:srgbClr>
            </a:solidFill>
            <a:ln w="7363" cap="rnd">
              <a:solidFill>
                <a:srgbClr val="62C16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1" name="pt4461"/>
            <p:cNvSpPr/>
            <p:nvPr/>
          </p:nvSpPr>
          <p:spPr>
            <a:xfrm>
              <a:off x="6176461" y="2308767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2" name="pt4462"/>
            <p:cNvSpPr/>
            <p:nvPr/>
          </p:nvSpPr>
          <p:spPr>
            <a:xfrm>
              <a:off x="6193864" y="2254599"/>
              <a:ext cx="16849" cy="16849"/>
            </a:xfrm>
            <a:prstGeom prst="ellipse">
              <a:avLst/>
            </a:prstGeom>
            <a:solidFill>
              <a:srgbClr val="3AAE7D">
                <a:alpha val="45098"/>
              </a:srgbClr>
            </a:solidFill>
            <a:ln w="7363" cap="rnd">
              <a:solidFill>
                <a:srgbClr val="3AAE7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3" name="pt4463"/>
            <p:cNvSpPr/>
            <p:nvPr/>
          </p:nvSpPr>
          <p:spPr>
            <a:xfrm>
              <a:off x="6636221" y="2063459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4" name="pt4464"/>
            <p:cNvSpPr/>
            <p:nvPr/>
          </p:nvSpPr>
          <p:spPr>
            <a:xfrm>
              <a:off x="5744561" y="2230800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5" name="pt4465"/>
            <p:cNvSpPr/>
            <p:nvPr/>
          </p:nvSpPr>
          <p:spPr>
            <a:xfrm>
              <a:off x="6126144" y="239532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6" name="pt4466"/>
            <p:cNvSpPr/>
            <p:nvPr/>
          </p:nvSpPr>
          <p:spPr>
            <a:xfrm>
              <a:off x="6650612" y="2140102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7" name="pt4467"/>
            <p:cNvSpPr/>
            <p:nvPr/>
          </p:nvSpPr>
          <p:spPr>
            <a:xfrm>
              <a:off x="7147543" y="1821485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8" name="pt4468"/>
            <p:cNvSpPr/>
            <p:nvPr/>
          </p:nvSpPr>
          <p:spPr>
            <a:xfrm>
              <a:off x="6053002" y="2322970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9" name="pt4469"/>
            <p:cNvSpPr/>
            <p:nvPr/>
          </p:nvSpPr>
          <p:spPr>
            <a:xfrm>
              <a:off x="6255266" y="232885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0" name="pt4470"/>
            <p:cNvSpPr/>
            <p:nvPr/>
          </p:nvSpPr>
          <p:spPr>
            <a:xfrm>
              <a:off x="6182217" y="2170977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1" name="pt4471"/>
            <p:cNvSpPr/>
            <p:nvPr/>
          </p:nvSpPr>
          <p:spPr>
            <a:xfrm>
              <a:off x="6559084" y="2089400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2" name="pt4472"/>
            <p:cNvSpPr/>
            <p:nvPr/>
          </p:nvSpPr>
          <p:spPr>
            <a:xfrm>
              <a:off x="5957519" y="2308924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3" name="pt4473"/>
            <p:cNvSpPr/>
            <p:nvPr/>
          </p:nvSpPr>
          <p:spPr>
            <a:xfrm>
              <a:off x="6807324" y="188441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4" name="pt4474"/>
            <p:cNvSpPr/>
            <p:nvPr/>
          </p:nvSpPr>
          <p:spPr>
            <a:xfrm>
              <a:off x="6152152" y="2309266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5" name="pt4475"/>
            <p:cNvSpPr/>
            <p:nvPr/>
          </p:nvSpPr>
          <p:spPr>
            <a:xfrm>
              <a:off x="6098037" y="2270002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6" name="pt4476"/>
            <p:cNvSpPr/>
            <p:nvPr/>
          </p:nvSpPr>
          <p:spPr>
            <a:xfrm>
              <a:off x="6008002" y="2476087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7" name="pt4477"/>
            <p:cNvSpPr/>
            <p:nvPr/>
          </p:nvSpPr>
          <p:spPr>
            <a:xfrm>
              <a:off x="6317353" y="2204560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8" name="pt4478"/>
            <p:cNvSpPr/>
            <p:nvPr/>
          </p:nvSpPr>
          <p:spPr>
            <a:xfrm>
              <a:off x="6309843" y="2190037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9" name="pt4479"/>
            <p:cNvSpPr/>
            <p:nvPr/>
          </p:nvSpPr>
          <p:spPr>
            <a:xfrm>
              <a:off x="6315153" y="221646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0" name="pt4480"/>
            <p:cNvSpPr/>
            <p:nvPr/>
          </p:nvSpPr>
          <p:spPr>
            <a:xfrm>
              <a:off x="6945739" y="1898676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1" name="pt4481"/>
            <p:cNvSpPr/>
            <p:nvPr/>
          </p:nvSpPr>
          <p:spPr>
            <a:xfrm>
              <a:off x="6097787" y="2251719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2" name="pt4482"/>
            <p:cNvSpPr/>
            <p:nvPr/>
          </p:nvSpPr>
          <p:spPr>
            <a:xfrm>
              <a:off x="5878784" y="2171816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3" name="pt4483"/>
            <p:cNvSpPr/>
            <p:nvPr/>
          </p:nvSpPr>
          <p:spPr>
            <a:xfrm>
              <a:off x="5984145" y="2488050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4" name="pt4484"/>
            <p:cNvSpPr/>
            <p:nvPr/>
          </p:nvSpPr>
          <p:spPr>
            <a:xfrm>
              <a:off x="5942419" y="192126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5" name="pt4485"/>
            <p:cNvSpPr/>
            <p:nvPr/>
          </p:nvSpPr>
          <p:spPr>
            <a:xfrm>
              <a:off x="5467679" y="2635332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6" name="pt4486"/>
            <p:cNvSpPr/>
            <p:nvPr/>
          </p:nvSpPr>
          <p:spPr>
            <a:xfrm>
              <a:off x="7011938" y="1667424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7" name="pt4487"/>
            <p:cNvSpPr/>
            <p:nvPr/>
          </p:nvSpPr>
          <p:spPr>
            <a:xfrm>
              <a:off x="5747020" y="2253788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8" name="pt4488"/>
            <p:cNvSpPr/>
            <p:nvPr/>
          </p:nvSpPr>
          <p:spPr>
            <a:xfrm>
              <a:off x="6308515" y="218677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9" name="pt4489"/>
            <p:cNvSpPr/>
            <p:nvPr/>
          </p:nvSpPr>
          <p:spPr>
            <a:xfrm>
              <a:off x="6234220" y="235473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0" name="pt4490"/>
            <p:cNvSpPr/>
            <p:nvPr/>
          </p:nvSpPr>
          <p:spPr>
            <a:xfrm>
              <a:off x="5463232" y="2795196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1" name="pt4491"/>
            <p:cNvSpPr/>
            <p:nvPr/>
          </p:nvSpPr>
          <p:spPr>
            <a:xfrm>
              <a:off x="6589393" y="2058206"/>
              <a:ext cx="16849" cy="16849"/>
            </a:xfrm>
            <a:prstGeom prst="ellipse">
              <a:avLst/>
            </a:prstGeom>
            <a:solidFill>
              <a:srgbClr val="24A485">
                <a:alpha val="45098"/>
              </a:srgbClr>
            </a:solidFill>
            <a:ln w="7363" cap="rnd">
              <a:solidFill>
                <a:srgbClr val="24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2" name="pt4492"/>
            <p:cNvSpPr/>
            <p:nvPr/>
          </p:nvSpPr>
          <p:spPr>
            <a:xfrm>
              <a:off x="5503112" y="2515030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3" name="pt4493"/>
            <p:cNvSpPr/>
            <p:nvPr/>
          </p:nvSpPr>
          <p:spPr>
            <a:xfrm>
              <a:off x="6220391" y="2370844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4" name="pt4494"/>
            <p:cNvSpPr/>
            <p:nvPr/>
          </p:nvSpPr>
          <p:spPr>
            <a:xfrm>
              <a:off x="6053843" y="2414465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5" name="pt4495"/>
            <p:cNvSpPr/>
            <p:nvPr/>
          </p:nvSpPr>
          <p:spPr>
            <a:xfrm>
              <a:off x="6911838" y="171150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6" name="pt4496"/>
            <p:cNvSpPr/>
            <p:nvPr/>
          </p:nvSpPr>
          <p:spPr>
            <a:xfrm>
              <a:off x="5755908" y="2004617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7" name="pt4497"/>
            <p:cNvSpPr/>
            <p:nvPr/>
          </p:nvSpPr>
          <p:spPr>
            <a:xfrm>
              <a:off x="6602263" y="228723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8" name="pt4498"/>
            <p:cNvSpPr/>
            <p:nvPr/>
          </p:nvSpPr>
          <p:spPr>
            <a:xfrm>
              <a:off x="5748905" y="2141164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9" name="pt4499"/>
            <p:cNvSpPr/>
            <p:nvPr/>
          </p:nvSpPr>
          <p:spPr>
            <a:xfrm>
              <a:off x="6477306" y="2134286"/>
              <a:ext cx="16849" cy="16849"/>
            </a:xfrm>
            <a:prstGeom prst="ellipse">
              <a:avLst/>
            </a:prstGeom>
            <a:solidFill>
              <a:srgbClr val="81D250">
                <a:alpha val="45098"/>
              </a:srgbClr>
            </a:solidFill>
            <a:ln w="7363" cap="rnd">
              <a:solidFill>
                <a:srgbClr val="81D25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0" name="pt4500"/>
            <p:cNvSpPr/>
            <p:nvPr/>
          </p:nvSpPr>
          <p:spPr>
            <a:xfrm>
              <a:off x="6349252" y="2209765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1" name="pt4501"/>
            <p:cNvSpPr/>
            <p:nvPr/>
          </p:nvSpPr>
          <p:spPr>
            <a:xfrm>
              <a:off x="6293769" y="2150031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2" name="pt4502"/>
            <p:cNvSpPr/>
            <p:nvPr/>
          </p:nvSpPr>
          <p:spPr>
            <a:xfrm>
              <a:off x="5725914" y="2459762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3" name="pt4503"/>
            <p:cNvSpPr/>
            <p:nvPr/>
          </p:nvSpPr>
          <p:spPr>
            <a:xfrm>
              <a:off x="6246738" y="2283873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4" name="pt4504"/>
            <p:cNvSpPr/>
            <p:nvPr/>
          </p:nvSpPr>
          <p:spPr>
            <a:xfrm>
              <a:off x="5878348" y="2077318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5" name="pt4505"/>
            <p:cNvSpPr/>
            <p:nvPr/>
          </p:nvSpPr>
          <p:spPr>
            <a:xfrm>
              <a:off x="6366051" y="2223762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6" name="pt4506"/>
            <p:cNvSpPr/>
            <p:nvPr/>
          </p:nvSpPr>
          <p:spPr>
            <a:xfrm>
              <a:off x="6465779" y="2082451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7" name="pt4507"/>
            <p:cNvSpPr/>
            <p:nvPr/>
          </p:nvSpPr>
          <p:spPr>
            <a:xfrm>
              <a:off x="5843083" y="2114281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8" name="pt4508"/>
            <p:cNvSpPr/>
            <p:nvPr/>
          </p:nvSpPr>
          <p:spPr>
            <a:xfrm>
              <a:off x="7255476" y="1934505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9" name="pt4509"/>
            <p:cNvSpPr/>
            <p:nvPr/>
          </p:nvSpPr>
          <p:spPr>
            <a:xfrm>
              <a:off x="6352463" y="233846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0" name="pt4510"/>
            <p:cNvSpPr/>
            <p:nvPr/>
          </p:nvSpPr>
          <p:spPr>
            <a:xfrm>
              <a:off x="5850337" y="2490563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1" name="pt4511"/>
            <p:cNvSpPr/>
            <p:nvPr/>
          </p:nvSpPr>
          <p:spPr>
            <a:xfrm>
              <a:off x="6181908" y="233778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2" name="pt4512"/>
            <p:cNvSpPr/>
            <p:nvPr/>
          </p:nvSpPr>
          <p:spPr>
            <a:xfrm>
              <a:off x="6336323" y="2257250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3" name="pt4513"/>
            <p:cNvSpPr/>
            <p:nvPr/>
          </p:nvSpPr>
          <p:spPr>
            <a:xfrm>
              <a:off x="6469907" y="214926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4" name="pt4514"/>
            <p:cNvSpPr/>
            <p:nvPr/>
          </p:nvSpPr>
          <p:spPr>
            <a:xfrm>
              <a:off x="5592779" y="2504286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5" name="pt4515"/>
            <p:cNvSpPr/>
            <p:nvPr/>
          </p:nvSpPr>
          <p:spPr>
            <a:xfrm>
              <a:off x="6300685" y="1827178"/>
              <a:ext cx="16849" cy="16849"/>
            </a:xfrm>
            <a:prstGeom prst="ellipse">
              <a:avLst/>
            </a:prstGeom>
            <a:solidFill>
              <a:srgbClr val="8DD44D">
                <a:alpha val="45098"/>
              </a:srgbClr>
            </a:solidFill>
            <a:ln w="7363" cap="rnd">
              <a:solidFill>
                <a:srgbClr val="8D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6" name="pt4516"/>
            <p:cNvSpPr/>
            <p:nvPr/>
          </p:nvSpPr>
          <p:spPr>
            <a:xfrm>
              <a:off x="6410807" y="1964709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7" name="pt4517"/>
            <p:cNvSpPr/>
            <p:nvPr/>
          </p:nvSpPr>
          <p:spPr>
            <a:xfrm>
              <a:off x="5875948" y="2248904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8" name="pt4518"/>
            <p:cNvSpPr/>
            <p:nvPr/>
          </p:nvSpPr>
          <p:spPr>
            <a:xfrm>
              <a:off x="6600174" y="216468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9" name="pt4519"/>
            <p:cNvSpPr/>
            <p:nvPr/>
          </p:nvSpPr>
          <p:spPr>
            <a:xfrm>
              <a:off x="6223176" y="232594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0" name="pt4520"/>
            <p:cNvSpPr/>
            <p:nvPr/>
          </p:nvSpPr>
          <p:spPr>
            <a:xfrm>
              <a:off x="6915155" y="185119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1" name="pt4521"/>
            <p:cNvSpPr/>
            <p:nvPr/>
          </p:nvSpPr>
          <p:spPr>
            <a:xfrm>
              <a:off x="6714571" y="2018385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2" name="pt4522"/>
            <p:cNvSpPr/>
            <p:nvPr/>
          </p:nvSpPr>
          <p:spPr>
            <a:xfrm>
              <a:off x="6170703" y="2264397"/>
              <a:ext cx="16849" cy="16849"/>
            </a:xfrm>
            <a:prstGeom prst="ellipse">
              <a:avLst/>
            </a:prstGeom>
            <a:solidFill>
              <a:srgbClr val="55BA70">
                <a:alpha val="45098"/>
              </a:srgbClr>
            </a:solidFill>
            <a:ln w="7363" cap="rnd">
              <a:solidFill>
                <a:srgbClr val="55BA7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3" name="pt4523"/>
            <p:cNvSpPr/>
            <p:nvPr/>
          </p:nvSpPr>
          <p:spPr>
            <a:xfrm>
              <a:off x="5693904" y="2489896"/>
              <a:ext cx="16849" cy="16849"/>
            </a:xfrm>
            <a:prstGeom prst="ellipse">
              <a:avLst/>
            </a:prstGeom>
            <a:solidFill>
              <a:srgbClr val="66C364">
                <a:alpha val="45098"/>
              </a:srgbClr>
            </a:solidFill>
            <a:ln w="7363" cap="rnd">
              <a:solidFill>
                <a:srgbClr val="66C36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4" name="pt4524"/>
            <p:cNvSpPr/>
            <p:nvPr/>
          </p:nvSpPr>
          <p:spPr>
            <a:xfrm>
              <a:off x="6261490" y="2295431"/>
              <a:ext cx="16849" cy="16849"/>
            </a:xfrm>
            <a:prstGeom prst="ellipse">
              <a:avLst/>
            </a:prstGeom>
            <a:solidFill>
              <a:srgbClr val="A5D847">
                <a:alpha val="45098"/>
              </a:srgbClr>
            </a:solidFill>
            <a:ln w="7363" cap="rnd">
              <a:solidFill>
                <a:srgbClr val="A5D84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5" name="pt4525"/>
            <p:cNvSpPr/>
            <p:nvPr/>
          </p:nvSpPr>
          <p:spPr>
            <a:xfrm>
              <a:off x="6133568" y="2099201"/>
              <a:ext cx="16849" cy="16849"/>
            </a:xfrm>
            <a:prstGeom prst="ellipse">
              <a:avLst/>
            </a:prstGeom>
            <a:solidFill>
              <a:srgbClr val="6EC95D">
                <a:alpha val="45098"/>
              </a:srgbClr>
            </a:solidFill>
            <a:ln w="7363" cap="rnd">
              <a:solidFill>
                <a:srgbClr val="6E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6" name="pt4526"/>
            <p:cNvSpPr/>
            <p:nvPr/>
          </p:nvSpPr>
          <p:spPr>
            <a:xfrm>
              <a:off x="5865091" y="2124837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7" name="pt4527"/>
            <p:cNvSpPr/>
            <p:nvPr/>
          </p:nvSpPr>
          <p:spPr>
            <a:xfrm>
              <a:off x="6167918" y="2098228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8" name="pt4528"/>
            <p:cNvSpPr/>
            <p:nvPr/>
          </p:nvSpPr>
          <p:spPr>
            <a:xfrm>
              <a:off x="6385271" y="2261137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9" name="pt4529"/>
            <p:cNvSpPr/>
            <p:nvPr/>
          </p:nvSpPr>
          <p:spPr>
            <a:xfrm>
              <a:off x="6411186" y="2032788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0" name="pt4530"/>
            <p:cNvSpPr/>
            <p:nvPr/>
          </p:nvSpPr>
          <p:spPr>
            <a:xfrm>
              <a:off x="6299836" y="2062709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1" name="pt4531"/>
            <p:cNvSpPr/>
            <p:nvPr/>
          </p:nvSpPr>
          <p:spPr>
            <a:xfrm>
              <a:off x="5841497" y="2211892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2" name="pt4532"/>
            <p:cNvSpPr/>
            <p:nvPr/>
          </p:nvSpPr>
          <p:spPr>
            <a:xfrm>
              <a:off x="6870213" y="1939940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3" name="pt4533"/>
            <p:cNvSpPr/>
            <p:nvPr/>
          </p:nvSpPr>
          <p:spPr>
            <a:xfrm>
              <a:off x="6844674" y="1865865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4" name="pt4534"/>
            <p:cNvSpPr/>
            <p:nvPr/>
          </p:nvSpPr>
          <p:spPr>
            <a:xfrm>
              <a:off x="6072611" y="2243005"/>
              <a:ext cx="16849" cy="16849"/>
            </a:xfrm>
            <a:prstGeom prst="ellipse">
              <a:avLst/>
            </a:prstGeom>
            <a:solidFill>
              <a:srgbClr val="DCE236">
                <a:alpha val="45098"/>
              </a:srgbClr>
            </a:solidFill>
            <a:ln w="7363" cap="rnd">
              <a:solidFill>
                <a:srgbClr val="DCE23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5" name="pt4535"/>
            <p:cNvSpPr/>
            <p:nvPr/>
          </p:nvSpPr>
          <p:spPr>
            <a:xfrm>
              <a:off x="6177648" y="2078019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6" name="pt4536"/>
            <p:cNvSpPr/>
            <p:nvPr/>
          </p:nvSpPr>
          <p:spPr>
            <a:xfrm>
              <a:off x="6718504" y="203308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7" name="pt4537"/>
            <p:cNvSpPr/>
            <p:nvPr/>
          </p:nvSpPr>
          <p:spPr>
            <a:xfrm>
              <a:off x="6673418" y="1972762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8" name="pt4538"/>
            <p:cNvSpPr/>
            <p:nvPr/>
          </p:nvSpPr>
          <p:spPr>
            <a:xfrm>
              <a:off x="6014808" y="216194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9" name="pt4539"/>
            <p:cNvSpPr/>
            <p:nvPr/>
          </p:nvSpPr>
          <p:spPr>
            <a:xfrm>
              <a:off x="6439038" y="2083765"/>
              <a:ext cx="16849" cy="16849"/>
            </a:xfrm>
            <a:prstGeom prst="ellipse">
              <a:avLst/>
            </a:prstGeom>
            <a:solidFill>
              <a:srgbClr val="BBDC41">
                <a:alpha val="45098"/>
              </a:srgbClr>
            </a:solidFill>
            <a:ln w="7363" cap="rnd">
              <a:solidFill>
                <a:srgbClr val="BBDC4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0" name="pt4540"/>
            <p:cNvSpPr/>
            <p:nvPr/>
          </p:nvSpPr>
          <p:spPr>
            <a:xfrm>
              <a:off x="6235312" y="2393881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1" name="pt4541"/>
            <p:cNvSpPr/>
            <p:nvPr/>
          </p:nvSpPr>
          <p:spPr>
            <a:xfrm>
              <a:off x="6174281" y="2271542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2" name="pt4542"/>
            <p:cNvSpPr/>
            <p:nvPr/>
          </p:nvSpPr>
          <p:spPr>
            <a:xfrm>
              <a:off x="6443761" y="2115827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3" name="pt4543"/>
            <p:cNvSpPr/>
            <p:nvPr/>
          </p:nvSpPr>
          <p:spPr>
            <a:xfrm>
              <a:off x="6063038" y="2318929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4" name="pt4544"/>
            <p:cNvSpPr/>
            <p:nvPr/>
          </p:nvSpPr>
          <p:spPr>
            <a:xfrm>
              <a:off x="5554679" y="2458846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5" name="pt4545"/>
            <p:cNvSpPr/>
            <p:nvPr/>
          </p:nvSpPr>
          <p:spPr>
            <a:xfrm>
              <a:off x="6094628" y="2258177"/>
              <a:ext cx="16849" cy="16849"/>
            </a:xfrm>
            <a:prstGeom prst="ellipse">
              <a:avLst/>
            </a:prstGeom>
            <a:solidFill>
              <a:srgbClr val="57BB6E">
                <a:alpha val="45098"/>
              </a:srgbClr>
            </a:solidFill>
            <a:ln w="7363" cap="rnd">
              <a:solidFill>
                <a:srgbClr val="57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6" name="pt4546"/>
            <p:cNvSpPr/>
            <p:nvPr/>
          </p:nvSpPr>
          <p:spPr>
            <a:xfrm>
              <a:off x="6086087" y="241422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7" name="pt4547"/>
            <p:cNvSpPr/>
            <p:nvPr/>
          </p:nvSpPr>
          <p:spPr>
            <a:xfrm>
              <a:off x="6464050" y="220077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8" name="pt4548"/>
            <p:cNvSpPr/>
            <p:nvPr/>
          </p:nvSpPr>
          <p:spPr>
            <a:xfrm>
              <a:off x="6055511" y="230470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9" name="pt4549"/>
            <p:cNvSpPr/>
            <p:nvPr/>
          </p:nvSpPr>
          <p:spPr>
            <a:xfrm>
              <a:off x="5985607" y="2490942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0" name="pt4550"/>
            <p:cNvSpPr/>
            <p:nvPr/>
          </p:nvSpPr>
          <p:spPr>
            <a:xfrm>
              <a:off x="5201433" y="1827229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1" name="pt4551"/>
            <p:cNvSpPr/>
            <p:nvPr/>
          </p:nvSpPr>
          <p:spPr>
            <a:xfrm>
              <a:off x="6626117" y="2137129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2" name="pt4552"/>
            <p:cNvSpPr/>
            <p:nvPr/>
          </p:nvSpPr>
          <p:spPr>
            <a:xfrm>
              <a:off x="6689784" y="2129156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3" name="pt4553"/>
            <p:cNvSpPr/>
            <p:nvPr/>
          </p:nvSpPr>
          <p:spPr>
            <a:xfrm>
              <a:off x="5971669" y="2427620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4" name="pt4554"/>
            <p:cNvSpPr/>
            <p:nvPr/>
          </p:nvSpPr>
          <p:spPr>
            <a:xfrm>
              <a:off x="6447251" y="2033005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5" name="pt4555"/>
            <p:cNvSpPr/>
            <p:nvPr/>
          </p:nvSpPr>
          <p:spPr>
            <a:xfrm>
              <a:off x="6151771" y="2332867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6" name="pt4556"/>
            <p:cNvSpPr/>
            <p:nvPr/>
          </p:nvSpPr>
          <p:spPr>
            <a:xfrm>
              <a:off x="6658817" y="2090489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7" name="pt4557"/>
            <p:cNvSpPr/>
            <p:nvPr/>
          </p:nvSpPr>
          <p:spPr>
            <a:xfrm>
              <a:off x="6366003" y="236306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8" name="pt4558"/>
            <p:cNvSpPr/>
            <p:nvPr/>
          </p:nvSpPr>
          <p:spPr>
            <a:xfrm>
              <a:off x="6331903" y="220815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9" name="pt4559"/>
            <p:cNvSpPr/>
            <p:nvPr/>
          </p:nvSpPr>
          <p:spPr>
            <a:xfrm>
              <a:off x="7068073" y="1753029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0" name="pt4560"/>
            <p:cNvSpPr/>
            <p:nvPr/>
          </p:nvSpPr>
          <p:spPr>
            <a:xfrm>
              <a:off x="6962499" y="1718934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1" name="pt4561"/>
            <p:cNvSpPr/>
            <p:nvPr/>
          </p:nvSpPr>
          <p:spPr>
            <a:xfrm>
              <a:off x="6914113" y="1908427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2" name="pt4562"/>
            <p:cNvSpPr/>
            <p:nvPr/>
          </p:nvSpPr>
          <p:spPr>
            <a:xfrm>
              <a:off x="6740820" y="198440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3" name="pt4563"/>
            <p:cNvSpPr/>
            <p:nvPr/>
          </p:nvSpPr>
          <p:spPr>
            <a:xfrm>
              <a:off x="6634467" y="2069894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4" name="pt4564"/>
            <p:cNvSpPr/>
            <p:nvPr/>
          </p:nvSpPr>
          <p:spPr>
            <a:xfrm>
              <a:off x="6461148" y="2056516"/>
              <a:ext cx="16849" cy="16849"/>
            </a:xfrm>
            <a:prstGeom prst="ellipse">
              <a:avLst/>
            </a:prstGeom>
            <a:solidFill>
              <a:srgbClr val="5EBF6A">
                <a:alpha val="45098"/>
              </a:srgbClr>
            </a:solidFill>
            <a:ln w="7363" cap="rnd">
              <a:solidFill>
                <a:srgbClr val="5EBF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5" name="pt4565"/>
            <p:cNvSpPr/>
            <p:nvPr/>
          </p:nvSpPr>
          <p:spPr>
            <a:xfrm>
              <a:off x="4934758" y="2784483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6" name="pt4566"/>
            <p:cNvSpPr/>
            <p:nvPr/>
          </p:nvSpPr>
          <p:spPr>
            <a:xfrm>
              <a:off x="5843541" y="230602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7" name="pt4567"/>
            <p:cNvSpPr/>
            <p:nvPr/>
          </p:nvSpPr>
          <p:spPr>
            <a:xfrm>
              <a:off x="6929156" y="1873670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8" name="pt4568"/>
            <p:cNvSpPr/>
            <p:nvPr/>
          </p:nvSpPr>
          <p:spPr>
            <a:xfrm>
              <a:off x="5851227" y="2427313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9" name="pt4569"/>
            <p:cNvSpPr/>
            <p:nvPr/>
          </p:nvSpPr>
          <p:spPr>
            <a:xfrm>
              <a:off x="5462226" y="2039779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0" name="pt4570"/>
            <p:cNvSpPr/>
            <p:nvPr/>
          </p:nvSpPr>
          <p:spPr>
            <a:xfrm>
              <a:off x="5971289" y="2486806"/>
              <a:ext cx="16849" cy="16849"/>
            </a:xfrm>
            <a:prstGeom prst="ellipse">
              <a:avLst/>
            </a:prstGeom>
            <a:solidFill>
              <a:srgbClr val="44B279">
                <a:alpha val="45098"/>
              </a:srgbClr>
            </a:solidFill>
            <a:ln w="7363" cap="rnd">
              <a:solidFill>
                <a:srgbClr val="44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1" name="pt4571"/>
            <p:cNvSpPr/>
            <p:nvPr/>
          </p:nvSpPr>
          <p:spPr>
            <a:xfrm>
              <a:off x="5839984" y="2482717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2" name="pt4572"/>
            <p:cNvSpPr/>
            <p:nvPr/>
          </p:nvSpPr>
          <p:spPr>
            <a:xfrm>
              <a:off x="7092093" y="1532603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3" name="pt4573"/>
            <p:cNvSpPr/>
            <p:nvPr/>
          </p:nvSpPr>
          <p:spPr>
            <a:xfrm>
              <a:off x="6595882" y="2247990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4" name="pt4574"/>
            <p:cNvSpPr/>
            <p:nvPr/>
          </p:nvSpPr>
          <p:spPr>
            <a:xfrm>
              <a:off x="6123532" y="2289854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5" name="pt4575"/>
            <p:cNvSpPr/>
            <p:nvPr/>
          </p:nvSpPr>
          <p:spPr>
            <a:xfrm>
              <a:off x="6643909" y="2059562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6" name="pt4576"/>
            <p:cNvSpPr/>
            <p:nvPr/>
          </p:nvSpPr>
          <p:spPr>
            <a:xfrm>
              <a:off x="5815326" y="2558258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7" name="pt4577"/>
            <p:cNvSpPr/>
            <p:nvPr/>
          </p:nvSpPr>
          <p:spPr>
            <a:xfrm>
              <a:off x="5970406" y="2598629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8" name="pt4578"/>
            <p:cNvSpPr/>
            <p:nvPr/>
          </p:nvSpPr>
          <p:spPr>
            <a:xfrm>
              <a:off x="5709243" y="2629360"/>
              <a:ext cx="16849" cy="16849"/>
            </a:xfrm>
            <a:prstGeom prst="ellipse">
              <a:avLst/>
            </a:prstGeom>
            <a:solidFill>
              <a:srgbClr val="86D34F">
                <a:alpha val="45098"/>
              </a:srgbClr>
            </a:solidFill>
            <a:ln w="7363" cap="rnd">
              <a:solidFill>
                <a:srgbClr val="86D34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9" name="pt4579"/>
            <p:cNvSpPr/>
            <p:nvPr/>
          </p:nvSpPr>
          <p:spPr>
            <a:xfrm>
              <a:off x="5844040" y="2405627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0" name="pt4580"/>
            <p:cNvSpPr/>
            <p:nvPr/>
          </p:nvSpPr>
          <p:spPr>
            <a:xfrm>
              <a:off x="6618826" y="2116360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1" name="pt4581"/>
            <p:cNvSpPr/>
            <p:nvPr/>
          </p:nvSpPr>
          <p:spPr>
            <a:xfrm>
              <a:off x="5949430" y="174323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2" name="pt4582"/>
            <p:cNvSpPr/>
            <p:nvPr/>
          </p:nvSpPr>
          <p:spPr>
            <a:xfrm>
              <a:off x="6243812" y="2343762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3" name="pt4583"/>
            <p:cNvSpPr/>
            <p:nvPr/>
          </p:nvSpPr>
          <p:spPr>
            <a:xfrm>
              <a:off x="6604502" y="2147205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4" name="pt4584"/>
            <p:cNvSpPr/>
            <p:nvPr/>
          </p:nvSpPr>
          <p:spPr>
            <a:xfrm>
              <a:off x="5680442" y="2398467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5" name="pt4585"/>
            <p:cNvSpPr/>
            <p:nvPr/>
          </p:nvSpPr>
          <p:spPr>
            <a:xfrm>
              <a:off x="6783234" y="184035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6" name="pt4586"/>
            <p:cNvSpPr/>
            <p:nvPr/>
          </p:nvSpPr>
          <p:spPr>
            <a:xfrm>
              <a:off x="6532906" y="2406826"/>
              <a:ext cx="16849" cy="16849"/>
            </a:xfrm>
            <a:prstGeom prst="ellipse">
              <a:avLst/>
            </a:prstGeom>
            <a:solidFill>
              <a:srgbClr val="BBDC41">
                <a:alpha val="45098"/>
              </a:srgbClr>
            </a:solidFill>
            <a:ln w="7363" cap="rnd">
              <a:solidFill>
                <a:srgbClr val="BBDC4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7" name="pt4587"/>
            <p:cNvSpPr/>
            <p:nvPr/>
          </p:nvSpPr>
          <p:spPr>
            <a:xfrm>
              <a:off x="5813426" y="2175510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8" name="pt4588"/>
            <p:cNvSpPr/>
            <p:nvPr/>
          </p:nvSpPr>
          <p:spPr>
            <a:xfrm>
              <a:off x="6549229" y="2202360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9" name="pt4589"/>
            <p:cNvSpPr/>
            <p:nvPr/>
          </p:nvSpPr>
          <p:spPr>
            <a:xfrm>
              <a:off x="6127444" y="2338226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0" name="pt4590"/>
            <p:cNvSpPr/>
            <p:nvPr/>
          </p:nvSpPr>
          <p:spPr>
            <a:xfrm>
              <a:off x="5594075" y="2500840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1" name="pt4591"/>
            <p:cNvSpPr/>
            <p:nvPr/>
          </p:nvSpPr>
          <p:spPr>
            <a:xfrm>
              <a:off x="6271082" y="241898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2" name="pt4592"/>
            <p:cNvSpPr/>
            <p:nvPr/>
          </p:nvSpPr>
          <p:spPr>
            <a:xfrm>
              <a:off x="5900740" y="2290950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3" name="pt4593"/>
            <p:cNvSpPr/>
            <p:nvPr/>
          </p:nvSpPr>
          <p:spPr>
            <a:xfrm>
              <a:off x="5795649" y="2171085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4" name="pt4594"/>
            <p:cNvSpPr/>
            <p:nvPr/>
          </p:nvSpPr>
          <p:spPr>
            <a:xfrm>
              <a:off x="6714529" y="217560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5" name="pt4595"/>
            <p:cNvSpPr/>
            <p:nvPr/>
          </p:nvSpPr>
          <p:spPr>
            <a:xfrm>
              <a:off x="5752815" y="2263262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6" name="pt4596"/>
            <p:cNvSpPr/>
            <p:nvPr/>
          </p:nvSpPr>
          <p:spPr>
            <a:xfrm>
              <a:off x="6691171" y="2136133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7" name="pt4597"/>
            <p:cNvSpPr/>
            <p:nvPr/>
          </p:nvSpPr>
          <p:spPr>
            <a:xfrm>
              <a:off x="6418432" y="228901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8" name="pt4598"/>
            <p:cNvSpPr/>
            <p:nvPr/>
          </p:nvSpPr>
          <p:spPr>
            <a:xfrm>
              <a:off x="5861276" y="216395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9" name="pt4599"/>
            <p:cNvSpPr/>
            <p:nvPr/>
          </p:nvSpPr>
          <p:spPr>
            <a:xfrm>
              <a:off x="6367782" y="2291000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0" name="pt4600"/>
            <p:cNvSpPr/>
            <p:nvPr/>
          </p:nvSpPr>
          <p:spPr>
            <a:xfrm>
              <a:off x="6827602" y="1905556"/>
              <a:ext cx="16849" cy="16849"/>
            </a:xfrm>
            <a:prstGeom prst="ellipse">
              <a:avLst/>
            </a:prstGeom>
            <a:solidFill>
              <a:srgbClr val="6EC95D">
                <a:alpha val="45098"/>
              </a:srgbClr>
            </a:solidFill>
            <a:ln w="7363" cap="rnd">
              <a:solidFill>
                <a:srgbClr val="6E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1" name="pt4601"/>
            <p:cNvSpPr/>
            <p:nvPr/>
          </p:nvSpPr>
          <p:spPr>
            <a:xfrm>
              <a:off x="5568586" y="2410357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2" name="pt4602"/>
            <p:cNvSpPr/>
            <p:nvPr/>
          </p:nvSpPr>
          <p:spPr>
            <a:xfrm>
              <a:off x="5643133" y="2229278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3" name="pt4603"/>
            <p:cNvSpPr/>
            <p:nvPr/>
          </p:nvSpPr>
          <p:spPr>
            <a:xfrm>
              <a:off x="5361969" y="205580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4" name="pt4604"/>
            <p:cNvSpPr/>
            <p:nvPr/>
          </p:nvSpPr>
          <p:spPr>
            <a:xfrm>
              <a:off x="6509611" y="2261708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5" name="pt4605"/>
            <p:cNvSpPr/>
            <p:nvPr/>
          </p:nvSpPr>
          <p:spPr>
            <a:xfrm>
              <a:off x="6028052" y="2281661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6" name="pt4606"/>
            <p:cNvSpPr/>
            <p:nvPr/>
          </p:nvSpPr>
          <p:spPr>
            <a:xfrm>
              <a:off x="7117956" y="1317408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7" name="pt4607"/>
            <p:cNvSpPr/>
            <p:nvPr/>
          </p:nvSpPr>
          <p:spPr>
            <a:xfrm>
              <a:off x="6400405" y="2082625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8" name="pt4608"/>
            <p:cNvSpPr/>
            <p:nvPr/>
          </p:nvSpPr>
          <p:spPr>
            <a:xfrm>
              <a:off x="6634913" y="222523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9" name="pt4609"/>
            <p:cNvSpPr/>
            <p:nvPr/>
          </p:nvSpPr>
          <p:spPr>
            <a:xfrm>
              <a:off x="6103898" y="2189223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0" name="pt4610"/>
            <p:cNvSpPr/>
            <p:nvPr/>
          </p:nvSpPr>
          <p:spPr>
            <a:xfrm>
              <a:off x="6108432" y="230486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1" name="pt4611"/>
            <p:cNvSpPr/>
            <p:nvPr/>
          </p:nvSpPr>
          <p:spPr>
            <a:xfrm>
              <a:off x="5544249" y="2305759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2" name="pt4612"/>
            <p:cNvSpPr/>
            <p:nvPr/>
          </p:nvSpPr>
          <p:spPr>
            <a:xfrm>
              <a:off x="6845874" y="1972814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3" name="pt4613"/>
            <p:cNvSpPr/>
            <p:nvPr/>
          </p:nvSpPr>
          <p:spPr>
            <a:xfrm>
              <a:off x="6427056" y="199999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4" name="pt4614"/>
            <p:cNvSpPr/>
            <p:nvPr/>
          </p:nvSpPr>
          <p:spPr>
            <a:xfrm>
              <a:off x="6700792" y="216245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5" name="pt4615"/>
            <p:cNvSpPr/>
            <p:nvPr/>
          </p:nvSpPr>
          <p:spPr>
            <a:xfrm>
              <a:off x="6172307" y="2238873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6" name="pt4616"/>
            <p:cNvSpPr/>
            <p:nvPr/>
          </p:nvSpPr>
          <p:spPr>
            <a:xfrm>
              <a:off x="6195393" y="2241391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7" name="pt4617"/>
            <p:cNvSpPr/>
            <p:nvPr/>
          </p:nvSpPr>
          <p:spPr>
            <a:xfrm>
              <a:off x="6671229" y="2036367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8" name="pt4618"/>
            <p:cNvSpPr/>
            <p:nvPr/>
          </p:nvSpPr>
          <p:spPr>
            <a:xfrm>
              <a:off x="6533249" y="2220862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9" name="pt4619"/>
            <p:cNvSpPr/>
            <p:nvPr/>
          </p:nvSpPr>
          <p:spPr>
            <a:xfrm>
              <a:off x="5638301" y="2455902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0" name="pt4620"/>
            <p:cNvSpPr/>
            <p:nvPr/>
          </p:nvSpPr>
          <p:spPr>
            <a:xfrm>
              <a:off x="6426202" y="1983452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1" name="pt4621"/>
            <p:cNvSpPr/>
            <p:nvPr/>
          </p:nvSpPr>
          <p:spPr>
            <a:xfrm>
              <a:off x="5605792" y="2344420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2" name="pt4622"/>
            <p:cNvSpPr/>
            <p:nvPr/>
          </p:nvSpPr>
          <p:spPr>
            <a:xfrm>
              <a:off x="6532365" y="2301775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3" name="pt4623"/>
            <p:cNvSpPr/>
            <p:nvPr/>
          </p:nvSpPr>
          <p:spPr>
            <a:xfrm>
              <a:off x="6269697" y="2316222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4" name="pt4624"/>
            <p:cNvSpPr/>
            <p:nvPr/>
          </p:nvSpPr>
          <p:spPr>
            <a:xfrm>
              <a:off x="6560817" y="2010557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5" name="pt4625"/>
            <p:cNvSpPr/>
            <p:nvPr/>
          </p:nvSpPr>
          <p:spPr>
            <a:xfrm>
              <a:off x="6663229" y="2160523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6" name="pt4626"/>
            <p:cNvSpPr/>
            <p:nvPr/>
          </p:nvSpPr>
          <p:spPr>
            <a:xfrm>
              <a:off x="5898038" y="2213522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7" name="pt4627"/>
            <p:cNvSpPr/>
            <p:nvPr/>
          </p:nvSpPr>
          <p:spPr>
            <a:xfrm>
              <a:off x="5818872" y="2491326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8" name="pt4628"/>
            <p:cNvSpPr/>
            <p:nvPr/>
          </p:nvSpPr>
          <p:spPr>
            <a:xfrm>
              <a:off x="6591096" y="235752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9" name="pt4629"/>
            <p:cNvSpPr/>
            <p:nvPr/>
          </p:nvSpPr>
          <p:spPr>
            <a:xfrm>
              <a:off x="5841763" y="2476433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0" name="pt4630"/>
            <p:cNvSpPr/>
            <p:nvPr/>
          </p:nvSpPr>
          <p:spPr>
            <a:xfrm>
              <a:off x="6701460" y="2140329"/>
              <a:ext cx="16849" cy="16849"/>
            </a:xfrm>
            <a:prstGeom prst="ellipse">
              <a:avLst/>
            </a:prstGeom>
            <a:solidFill>
              <a:srgbClr val="C0DD40">
                <a:alpha val="45098"/>
              </a:srgbClr>
            </a:solidFill>
            <a:ln w="7363" cap="rnd">
              <a:solidFill>
                <a:srgbClr val="C0DD4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1" name="pt4631"/>
            <p:cNvSpPr/>
            <p:nvPr/>
          </p:nvSpPr>
          <p:spPr>
            <a:xfrm>
              <a:off x="6734682" y="2066507"/>
              <a:ext cx="16849" cy="16849"/>
            </a:xfrm>
            <a:prstGeom prst="ellipse">
              <a:avLst/>
            </a:prstGeom>
            <a:solidFill>
              <a:srgbClr val="2AAA82">
                <a:alpha val="45098"/>
              </a:srgbClr>
            </a:solidFill>
            <a:ln w="7363" cap="rnd">
              <a:solidFill>
                <a:srgbClr val="2A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2" name="pt4632"/>
            <p:cNvSpPr/>
            <p:nvPr/>
          </p:nvSpPr>
          <p:spPr>
            <a:xfrm>
              <a:off x="6205664" y="2276455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3" name="pt4633"/>
            <p:cNvSpPr/>
            <p:nvPr/>
          </p:nvSpPr>
          <p:spPr>
            <a:xfrm>
              <a:off x="6074823" y="2265674"/>
              <a:ext cx="16849" cy="16849"/>
            </a:xfrm>
            <a:prstGeom prst="ellipse">
              <a:avLst/>
            </a:prstGeom>
            <a:solidFill>
              <a:srgbClr val="9CD74A">
                <a:alpha val="45098"/>
              </a:srgbClr>
            </a:solidFill>
            <a:ln w="7363" cap="rnd">
              <a:solidFill>
                <a:srgbClr val="9CD7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4" name="pt4634"/>
            <p:cNvSpPr/>
            <p:nvPr/>
          </p:nvSpPr>
          <p:spPr>
            <a:xfrm>
              <a:off x="6625381" y="218782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5" name="pt4635"/>
            <p:cNvSpPr/>
            <p:nvPr/>
          </p:nvSpPr>
          <p:spPr>
            <a:xfrm>
              <a:off x="5483885" y="241303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6" name="pt4636"/>
            <p:cNvSpPr/>
            <p:nvPr/>
          </p:nvSpPr>
          <p:spPr>
            <a:xfrm>
              <a:off x="6315587" y="2244252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7" name="pt4637"/>
            <p:cNvSpPr/>
            <p:nvPr/>
          </p:nvSpPr>
          <p:spPr>
            <a:xfrm>
              <a:off x="6381808" y="2230729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8" name="pt4638"/>
            <p:cNvSpPr/>
            <p:nvPr/>
          </p:nvSpPr>
          <p:spPr>
            <a:xfrm>
              <a:off x="5643993" y="2317447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9" name="pt4639"/>
            <p:cNvSpPr/>
            <p:nvPr/>
          </p:nvSpPr>
          <p:spPr>
            <a:xfrm>
              <a:off x="5966845" y="2336238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0" name="pt4640"/>
            <p:cNvSpPr/>
            <p:nvPr/>
          </p:nvSpPr>
          <p:spPr>
            <a:xfrm>
              <a:off x="6405226" y="2094273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1" name="pt4641"/>
            <p:cNvSpPr/>
            <p:nvPr/>
          </p:nvSpPr>
          <p:spPr>
            <a:xfrm>
              <a:off x="6063494" y="2384117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2" name="pt4642"/>
            <p:cNvSpPr/>
            <p:nvPr/>
          </p:nvSpPr>
          <p:spPr>
            <a:xfrm>
              <a:off x="5338915" y="1963367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3" name="pt4643"/>
            <p:cNvSpPr/>
            <p:nvPr/>
          </p:nvSpPr>
          <p:spPr>
            <a:xfrm>
              <a:off x="6731136" y="2122673"/>
              <a:ext cx="16849" cy="16849"/>
            </a:xfrm>
            <a:prstGeom prst="ellipse">
              <a:avLst/>
            </a:prstGeom>
            <a:solidFill>
              <a:srgbClr val="A1D749">
                <a:alpha val="45098"/>
              </a:srgbClr>
            </a:solidFill>
            <a:ln w="7363" cap="rnd">
              <a:solidFill>
                <a:srgbClr val="A1D74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4" name="pt4644"/>
            <p:cNvSpPr/>
            <p:nvPr/>
          </p:nvSpPr>
          <p:spPr>
            <a:xfrm>
              <a:off x="6244936" y="2153649"/>
              <a:ext cx="16849" cy="16849"/>
            </a:xfrm>
            <a:prstGeom prst="ellipse">
              <a:avLst/>
            </a:prstGeom>
            <a:solidFill>
              <a:srgbClr val="6FC95D">
                <a:alpha val="45098"/>
              </a:srgbClr>
            </a:solidFill>
            <a:ln w="7363" cap="rnd">
              <a:solidFill>
                <a:srgbClr val="6F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5" name="pt4645"/>
            <p:cNvSpPr/>
            <p:nvPr/>
          </p:nvSpPr>
          <p:spPr>
            <a:xfrm>
              <a:off x="5841797" y="2428874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6" name="pt4646"/>
            <p:cNvSpPr/>
            <p:nvPr/>
          </p:nvSpPr>
          <p:spPr>
            <a:xfrm>
              <a:off x="6550874" y="224611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7" name="pt4647"/>
            <p:cNvSpPr/>
            <p:nvPr/>
          </p:nvSpPr>
          <p:spPr>
            <a:xfrm>
              <a:off x="6443909" y="2049401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8" name="pt4648"/>
            <p:cNvSpPr/>
            <p:nvPr/>
          </p:nvSpPr>
          <p:spPr>
            <a:xfrm>
              <a:off x="6202322" y="2075985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9" name="pt4649"/>
            <p:cNvSpPr/>
            <p:nvPr/>
          </p:nvSpPr>
          <p:spPr>
            <a:xfrm>
              <a:off x="6771469" y="2146710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0" name="pt4650"/>
            <p:cNvSpPr/>
            <p:nvPr/>
          </p:nvSpPr>
          <p:spPr>
            <a:xfrm>
              <a:off x="5972370" y="221013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1" name="pt4651"/>
            <p:cNvSpPr/>
            <p:nvPr/>
          </p:nvSpPr>
          <p:spPr>
            <a:xfrm>
              <a:off x="6403956" y="2160871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2" name="pt4652"/>
            <p:cNvSpPr/>
            <p:nvPr/>
          </p:nvSpPr>
          <p:spPr>
            <a:xfrm>
              <a:off x="6475914" y="2173671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3" name="pt4653"/>
            <p:cNvSpPr/>
            <p:nvPr/>
          </p:nvSpPr>
          <p:spPr>
            <a:xfrm>
              <a:off x="6605892" y="222211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4" name="pt4654"/>
            <p:cNvSpPr/>
            <p:nvPr/>
          </p:nvSpPr>
          <p:spPr>
            <a:xfrm>
              <a:off x="5921804" y="191929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5" name="pt4655"/>
            <p:cNvSpPr/>
            <p:nvPr/>
          </p:nvSpPr>
          <p:spPr>
            <a:xfrm>
              <a:off x="5943660" y="2010113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6" name="pt4656"/>
            <p:cNvSpPr/>
            <p:nvPr/>
          </p:nvSpPr>
          <p:spPr>
            <a:xfrm>
              <a:off x="6812790" y="179974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7" name="pt4657"/>
            <p:cNvSpPr/>
            <p:nvPr/>
          </p:nvSpPr>
          <p:spPr>
            <a:xfrm>
              <a:off x="6154005" y="225945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8" name="pt4658"/>
            <p:cNvSpPr/>
            <p:nvPr/>
          </p:nvSpPr>
          <p:spPr>
            <a:xfrm>
              <a:off x="6420732" y="2211948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9" name="pt4659"/>
            <p:cNvSpPr/>
            <p:nvPr/>
          </p:nvSpPr>
          <p:spPr>
            <a:xfrm>
              <a:off x="6484614" y="2191121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0" name="pt4660"/>
            <p:cNvSpPr/>
            <p:nvPr/>
          </p:nvSpPr>
          <p:spPr>
            <a:xfrm>
              <a:off x="5904947" y="2255081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1" name="pt4661"/>
            <p:cNvSpPr/>
            <p:nvPr/>
          </p:nvSpPr>
          <p:spPr>
            <a:xfrm>
              <a:off x="6333344" y="2083900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2" name="pt4662"/>
            <p:cNvSpPr/>
            <p:nvPr/>
          </p:nvSpPr>
          <p:spPr>
            <a:xfrm>
              <a:off x="6529827" y="234916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3" name="pt4663"/>
            <p:cNvSpPr/>
            <p:nvPr/>
          </p:nvSpPr>
          <p:spPr>
            <a:xfrm>
              <a:off x="5978318" y="2361632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4" name="pt4664"/>
            <p:cNvSpPr/>
            <p:nvPr/>
          </p:nvSpPr>
          <p:spPr>
            <a:xfrm>
              <a:off x="7250858" y="1948861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5" name="pt4665"/>
            <p:cNvSpPr/>
            <p:nvPr/>
          </p:nvSpPr>
          <p:spPr>
            <a:xfrm>
              <a:off x="5912117" y="2194934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6" name="pt4666"/>
            <p:cNvSpPr/>
            <p:nvPr/>
          </p:nvSpPr>
          <p:spPr>
            <a:xfrm>
              <a:off x="5760151" y="2316255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7" name="pt4667"/>
            <p:cNvSpPr/>
            <p:nvPr/>
          </p:nvSpPr>
          <p:spPr>
            <a:xfrm>
              <a:off x="6053844" y="2366402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8" name="pt4668"/>
            <p:cNvSpPr/>
            <p:nvPr/>
          </p:nvSpPr>
          <p:spPr>
            <a:xfrm>
              <a:off x="6738325" y="2028391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9" name="pt4669"/>
            <p:cNvSpPr/>
            <p:nvPr/>
          </p:nvSpPr>
          <p:spPr>
            <a:xfrm>
              <a:off x="7357226" y="2088334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0" name="pt4670"/>
            <p:cNvSpPr/>
            <p:nvPr/>
          </p:nvSpPr>
          <p:spPr>
            <a:xfrm>
              <a:off x="6676475" y="208025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1" name="pt4671"/>
            <p:cNvSpPr/>
            <p:nvPr/>
          </p:nvSpPr>
          <p:spPr>
            <a:xfrm>
              <a:off x="5974692" y="225461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2" name="pt4672"/>
            <p:cNvSpPr/>
            <p:nvPr/>
          </p:nvSpPr>
          <p:spPr>
            <a:xfrm>
              <a:off x="6302719" y="1944069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3" name="pt4673"/>
            <p:cNvSpPr/>
            <p:nvPr/>
          </p:nvSpPr>
          <p:spPr>
            <a:xfrm>
              <a:off x="6678024" y="2015424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4" name="pt4674"/>
            <p:cNvSpPr/>
            <p:nvPr/>
          </p:nvSpPr>
          <p:spPr>
            <a:xfrm>
              <a:off x="6301264" y="1897660"/>
              <a:ext cx="16849" cy="16849"/>
            </a:xfrm>
            <a:prstGeom prst="ellipse">
              <a:avLst/>
            </a:prstGeom>
            <a:solidFill>
              <a:srgbClr val="8DD44D">
                <a:alpha val="45098"/>
              </a:srgbClr>
            </a:solidFill>
            <a:ln w="7363" cap="rnd">
              <a:solidFill>
                <a:srgbClr val="8D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5" name="pt4675"/>
            <p:cNvSpPr/>
            <p:nvPr/>
          </p:nvSpPr>
          <p:spPr>
            <a:xfrm>
              <a:off x="5404639" y="2379003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6" name="pt4676"/>
            <p:cNvSpPr/>
            <p:nvPr/>
          </p:nvSpPr>
          <p:spPr>
            <a:xfrm>
              <a:off x="5714528" y="2581998"/>
              <a:ext cx="16849" cy="16849"/>
            </a:xfrm>
            <a:prstGeom prst="ellipse">
              <a:avLst/>
            </a:prstGeom>
            <a:solidFill>
              <a:srgbClr val="86D34F">
                <a:alpha val="45098"/>
              </a:srgbClr>
            </a:solidFill>
            <a:ln w="7363" cap="rnd">
              <a:solidFill>
                <a:srgbClr val="86D34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7" name="pt4677"/>
            <p:cNvSpPr/>
            <p:nvPr/>
          </p:nvSpPr>
          <p:spPr>
            <a:xfrm>
              <a:off x="6461077" y="2035837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8" name="pt4678"/>
            <p:cNvSpPr/>
            <p:nvPr/>
          </p:nvSpPr>
          <p:spPr>
            <a:xfrm>
              <a:off x="6110634" y="2149024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9" name="pt4679"/>
            <p:cNvSpPr/>
            <p:nvPr/>
          </p:nvSpPr>
          <p:spPr>
            <a:xfrm>
              <a:off x="6338449" y="2124169"/>
              <a:ext cx="16849" cy="16849"/>
            </a:xfrm>
            <a:prstGeom prst="ellipse">
              <a:avLst/>
            </a:prstGeom>
            <a:solidFill>
              <a:srgbClr val="5EBE6A">
                <a:alpha val="45098"/>
              </a:srgbClr>
            </a:solidFill>
            <a:ln w="7363" cap="rnd">
              <a:solidFill>
                <a:srgbClr val="5EBE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0" name="pt4680"/>
            <p:cNvSpPr/>
            <p:nvPr/>
          </p:nvSpPr>
          <p:spPr>
            <a:xfrm>
              <a:off x="6329595" y="2208732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1" name="pt4681"/>
            <p:cNvSpPr/>
            <p:nvPr/>
          </p:nvSpPr>
          <p:spPr>
            <a:xfrm>
              <a:off x="6478855" y="2078701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2" name="pt4682"/>
            <p:cNvSpPr/>
            <p:nvPr/>
          </p:nvSpPr>
          <p:spPr>
            <a:xfrm>
              <a:off x="6549238" y="2132114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3" name="pt4683"/>
            <p:cNvSpPr/>
            <p:nvPr/>
          </p:nvSpPr>
          <p:spPr>
            <a:xfrm>
              <a:off x="5868894" y="189287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4" name="pt4684"/>
            <p:cNvSpPr/>
            <p:nvPr/>
          </p:nvSpPr>
          <p:spPr>
            <a:xfrm>
              <a:off x="6549964" y="2134809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5" name="pt4685"/>
            <p:cNvSpPr/>
            <p:nvPr/>
          </p:nvSpPr>
          <p:spPr>
            <a:xfrm>
              <a:off x="6318017" y="2150989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6" name="pt4686"/>
            <p:cNvSpPr/>
            <p:nvPr/>
          </p:nvSpPr>
          <p:spPr>
            <a:xfrm>
              <a:off x="5923199" y="2262008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7" name="pt4687"/>
            <p:cNvSpPr/>
            <p:nvPr/>
          </p:nvSpPr>
          <p:spPr>
            <a:xfrm>
              <a:off x="4971843" y="2836744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8" name="pt4688"/>
            <p:cNvSpPr/>
            <p:nvPr/>
          </p:nvSpPr>
          <p:spPr>
            <a:xfrm>
              <a:off x="6013326" y="2491846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9" name="pt4689"/>
            <p:cNvSpPr/>
            <p:nvPr/>
          </p:nvSpPr>
          <p:spPr>
            <a:xfrm>
              <a:off x="5382452" y="2499148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0" name="pt4690"/>
            <p:cNvSpPr/>
            <p:nvPr/>
          </p:nvSpPr>
          <p:spPr>
            <a:xfrm>
              <a:off x="6297867" y="202170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1" name="pt4691"/>
            <p:cNvSpPr/>
            <p:nvPr/>
          </p:nvSpPr>
          <p:spPr>
            <a:xfrm>
              <a:off x="5505115" y="2336175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2" name="pt4692"/>
            <p:cNvSpPr/>
            <p:nvPr/>
          </p:nvSpPr>
          <p:spPr>
            <a:xfrm>
              <a:off x="5363429" y="2496087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3" name="pt4693"/>
            <p:cNvSpPr/>
            <p:nvPr/>
          </p:nvSpPr>
          <p:spPr>
            <a:xfrm>
              <a:off x="6537381" y="2227821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4" name="pt4694"/>
            <p:cNvSpPr/>
            <p:nvPr/>
          </p:nvSpPr>
          <p:spPr>
            <a:xfrm>
              <a:off x="6391548" y="2111747"/>
              <a:ext cx="16849" cy="16849"/>
            </a:xfrm>
            <a:prstGeom prst="ellipse">
              <a:avLst/>
            </a:prstGeom>
            <a:solidFill>
              <a:srgbClr val="6FC95D">
                <a:alpha val="45098"/>
              </a:srgbClr>
            </a:solidFill>
            <a:ln w="7363" cap="rnd">
              <a:solidFill>
                <a:srgbClr val="6F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5" name="pt4695"/>
            <p:cNvSpPr/>
            <p:nvPr/>
          </p:nvSpPr>
          <p:spPr>
            <a:xfrm>
              <a:off x="6428288" y="2251037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6" name="pt4696"/>
            <p:cNvSpPr/>
            <p:nvPr/>
          </p:nvSpPr>
          <p:spPr>
            <a:xfrm>
              <a:off x="6740336" y="2212548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7" name="pt4697"/>
            <p:cNvSpPr/>
            <p:nvPr/>
          </p:nvSpPr>
          <p:spPr>
            <a:xfrm>
              <a:off x="6091582" y="2180579"/>
              <a:ext cx="16849" cy="16849"/>
            </a:xfrm>
            <a:prstGeom prst="ellipse">
              <a:avLst/>
            </a:prstGeom>
            <a:solidFill>
              <a:srgbClr val="C5DE3E">
                <a:alpha val="45098"/>
              </a:srgbClr>
            </a:solidFill>
            <a:ln w="7363" cap="rnd">
              <a:solidFill>
                <a:srgbClr val="C5DE3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8" name="pt4698"/>
            <p:cNvSpPr/>
            <p:nvPr/>
          </p:nvSpPr>
          <p:spPr>
            <a:xfrm>
              <a:off x="6535802" y="228594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9" name="pt4699"/>
            <p:cNvSpPr/>
            <p:nvPr/>
          </p:nvSpPr>
          <p:spPr>
            <a:xfrm>
              <a:off x="5540742" y="2238181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0" name="pt4700"/>
            <p:cNvSpPr/>
            <p:nvPr/>
          </p:nvSpPr>
          <p:spPr>
            <a:xfrm>
              <a:off x="6853560" y="1824008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1" name="pt4701"/>
            <p:cNvSpPr/>
            <p:nvPr/>
          </p:nvSpPr>
          <p:spPr>
            <a:xfrm>
              <a:off x="6308887" y="2150486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2" name="pt4702"/>
            <p:cNvSpPr/>
            <p:nvPr/>
          </p:nvSpPr>
          <p:spPr>
            <a:xfrm>
              <a:off x="6926062" y="1824969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3" name="pt4703"/>
            <p:cNvSpPr/>
            <p:nvPr/>
          </p:nvSpPr>
          <p:spPr>
            <a:xfrm>
              <a:off x="6310848" y="2223277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4" name="pt4704"/>
            <p:cNvSpPr/>
            <p:nvPr/>
          </p:nvSpPr>
          <p:spPr>
            <a:xfrm>
              <a:off x="5605909" y="2495565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5" name="pt4705"/>
            <p:cNvSpPr/>
            <p:nvPr/>
          </p:nvSpPr>
          <p:spPr>
            <a:xfrm>
              <a:off x="6294161" y="2061897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6" name="pt4706"/>
            <p:cNvSpPr/>
            <p:nvPr/>
          </p:nvSpPr>
          <p:spPr>
            <a:xfrm>
              <a:off x="5936651" y="166247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7" name="pt4707"/>
            <p:cNvSpPr/>
            <p:nvPr/>
          </p:nvSpPr>
          <p:spPr>
            <a:xfrm>
              <a:off x="5649174" y="2424833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8" name="pt4708"/>
            <p:cNvSpPr/>
            <p:nvPr/>
          </p:nvSpPr>
          <p:spPr>
            <a:xfrm>
              <a:off x="6389518" y="2316051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9" name="pt4709"/>
            <p:cNvSpPr/>
            <p:nvPr/>
          </p:nvSpPr>
          <p:spPr>
            <a:xfrm>
              <a:off x="6427065" y="1862218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0" name="pt4710"/>
            <p:cNvSpPr/>
            <p:nvPr/>
          </p:nvSpPr>
          <p:spPr>
            <a:xfrm>
              <a:off x="5772819" y="2174197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1" name="pt4711"/>
            <p:cNvSpPr/>
            <p:nvPr/>
          </p:nvSpPr>
          <p:spPr>
            <a:xfrm>
              <a:off x="5268308" y="2225558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2" name="pt4712"/>
            <p:cNvSpPr/>
            <p:nvPr/>
          </p:nvSpPr>
          <p:spPr>
            <a:xfrm>
              <a:off x="5949021" y="178608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3" name="pt4713"/>
            <p:cNvSpPr/>
            <p:nvPr/>
          </p:nvSpPr>
          <p:spPr>
            <a:xfrm>
              <a:off x="5826273" y="2434816"/>
              <a:ext cx="16849" cy="16849"/>
            </a:xfrm>
            <a:prstGeom prst="ellipse">
              <a:avLst/>
            </a:prstGeom>
            <a:solidFill>
              <a:srgbClr val="57BB6E">
                <a:alpha val="45098"/>
              </a:srgbClr>
            </a:solidFill>
            <a:ln w="7363" cap="rnd">
              <a:solidFill>
                <a:srgbClr val="57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4" name="pt4714"/>
            <p:cNvSpPr/>
            <p:nvPr/>
          </p:nvSpPr>
          <p:spPr>
            <a:xfrm>
              <a:off x="6805551" y="171735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5" name="pt4715"/>
            <p:cNvSpPr/>
            <p:nvPr/>
          </p:nvSpPr>
          <p:spPr>
            <a:xfrm>
              <a:off x="6470785" y="216957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6" name="pt4716"/>
            <p:cNvSpPr/>
            <p:nvPr/>
          </p:nvSpPr>
          <p:spPr>
            <a:xfrm>
              <a:off x="6582890" y="2122111"/>
              <a:ext cx="16849" cy="16849"/>
            </a:xfrm>
            <a:prstGeom prst="ellipse">
              <a:avLst/>
            </a:prstGeom>
            <a:solidFill>
              <a:srgbClr val="81D250">
                <a:alpha val="45098"/>
              </a:srgbClr>
            </a:solidFill>
            <a:ln w="7363" cap="rnd">
              <a:solidFill>
                <a:srgbClr val="81D25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7" name="pt4717"/>
            <p:cNvSpPr/>
            <p:nvPr/>
          </p:nvSpPr>
          <p:spPr>
            <a:xfrm>
              <a:off x="6422458" y="2259408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8" name="pt4718"/>
            <p:cNvSpPr/>
            <p:nvPr/>
          </p:nvSpPr>
          <p:spPr>
            <a:xfrm>
              <a:off x="6335367" y="2203809"/>
              <a:ext cx="16849" cy="16849"/>
            </a:xfrm>
            <a:prstGeom prst="ellipse">
              <a:avLst/>
            </a:prstGeom>
            <a:solidFill>
              <a:srgbClr val="5ABC6D">
                <a:alpha val="45098"/>
              </a:srgbClr>
            </a:solidFill>
            <a:ln w="7363" cap="rnd">
              <a:solidFill>
                <a:srgbClr val="5A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9" name="pt4719"/>
            <p:cNvSpPr/>
            <p:nvPr/>
          </p:nvSpPr>
          <p:spPr>
            <a:xfrm>
              <a:off x="5956903" y="2360481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0" name="pt4720"/>
            <p:cNvSpPr/>
            <p:nvPr/>
          </p:nvSpPr>
          <p:spPr>
            <a:xfrm>
              <a:off x="6722534" y="211800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1" name="pt4721"/>
            <p:cNvSpPr/>
            <p:nvPr/>
          </p:nvSpPr>
          <p:spPr>
            <a:xfrm>
              <a:off x="6037617" y="224633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2" name="pt4722"/>
            <p:cNvSpPr/>
            <p:nvPr/>
          </p:nvSpPr>
          <p:spPr>
            <a:xfrm>
              <a:off x="6709191" y="221149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3" name="pt4723"/>
            <p:cNvSpPr/>
            <p:nvPr/>
          </p:nvSpPr>
          <p:spPr>
            <a:xfrm>
              <a:off x="6462324" y="220871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4" name="pt4724"/>
            <p:cNvSpPr/>
            <p:nvPr/>
          </p:nvSpPr>
          <p:spPr>
            <a:xfrm>
              <a:off x="6936740" y="1850110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5" name="pt4725"/>
            <p:cNvSpPr/>
            <p:nvPr/>
          </p:nvSpPr>
          <p:spPr>
            <a:xfrm>
              <a:off x="5738454" y="2159691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6" name="pt4726"/>
            <p:cNvSpPr/>
            <p:nvPr/>
          </p:nvSpPr>
          <p:spPr>
            <a:xfrm>
              <a:off x="5617395" y="2558525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7" name="pt4727"/>
            <p:cNvSpPr/>
            <p:nvPr/>
          </p:nvSpPr>
          <p:spPr>
            <a:xfrm>
              <a:off x="6115106" y="2283483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8" name="pt4728"/>
            <p:cNvSpPr/>
            <p:nvPr/>
          </p:nvSpPr>
          <p:spPr>
            <a:xfrm>
              <a:off x="6902858" y="1781020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9" name="pt4729"/>
            <p:cNvSpPr/>
            <p:nvPr/>
          </p:nvSpPr>
          <p:spPr>
            <a:xfrm>
              <a:off x="6408078" y="2033454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0" name="pt4730"/>
            <p:cNvSpPr/>
            <p:nvPr/>
          </p:nvSpPr>
          <p:spPr>
            <a:xfrm>
              <a:off x="6727436" y="1927252"/>
              <a:ext cx="16849" cy="16849"/>
            </a:xfrm>
            <a:prstGeom prst="ellipse">
              <a:avLst/>
            </a:prstGeom>
            <a:solidFill>
              <a:srgbClr val="8DD44D">
                <a:alpha val="45098"/>
              </a:srgbClr>
            </a:solidFill>
            <a:ln w="7363" cap="rnd">
              <a:solidFill>
                <a:srgbClr val="8D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1" name="pt4731"/>
            <p:cNvSpPr/>
            <p:nvPr/>
          </p:nvSpPr>
          <p:spPr>
            <a:xfrm>
              <a:off x="5931668" y="2046226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2" name="pt4732"/>
            <p:cNvSpPr/>
            <p:nvPr/>
          </p:nvSpPr>
          <p:spPr>
            <a:xfrm>
              <a:off x="6597947" y="2085080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3" name="pt4733"/>
            <p:cNvSpPr/>
            <p:nvPr/>
          </p:nvSpPr>
          <p:spPr>
            <a:xfrm>
              <a:off x="6421380" y="2292796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4" name="pt4734"/>
            <p:cNvSpPr/>
            <p:nvPr/>
          </p:nvSpPr>
          <p:spPr>
            <a:xfrm>
              <a:off x="5995886" y="2654708"/>
              <a:ext cx="16849" cy="16849"/>
            </a:xfrm>
            <a:prstGeom prst="ellipse">
              <a:avLst/>
            </a:prstGeom>
            <a:solidFill>
              <a:srgbClr val="2A9488">
                <a:alpha val="45098"/>
              </a:srgbClr>
            </a:solidFill>
            <a:ln w="7363" cap="rnd">
              <a:solidFill>
                <a:srgbClr val="2A94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5" name="pt4735"/>
            <p:cNvSpPr/>
            <p:nvPr/>
          </p:nvSpPr>
          <p:spPr>
            <a:xfrm>
              <a:off x="5986535" y="225379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6" name="pt4736"/>
            <p:cNvSpPr/>
            <p:nvPr/>
          </p:nvSpPr>
          <p:spPr>
            <a:xfrm>
              <a:off x="6432050" y="1927631"/>
              <a:ext cx="16849" cy="16849"/>
            </a:xfrm>
            <a:prstGeom prst="ellipse">
              <a:avLst/>
            </a:prstGeom>
            <a:solidFill>
              <a:srgbClr val="6EC95D">
                <a:alpha val="45098"/>
              </a:srgbClr>
            </a:solidFill>
            <a:ln w="7363" cap="rnd">
              <a:solidFill>
                <a:srgbClr val="6E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7" name="pt4737"/>
            <p:cNvSpPr/>
            <p:nvPr/>
          </p:nvSpPr>
          <p:spPr>
            <a:xfrm>
              <a:off x="5442972" y="2015478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8" name="pt4738"/>
            <p:cNvSpPr/>
            <p:nvPr/>
          </p:nvSpPr>
          <p:spPr>
            <a:xfrm>
              <a:off x="7128036" y="1206091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9" name="pt4739"/>
            <p:cNvSpPr/>
            <p:nvPr/>
          </p:nvSpPr>
          <p:spPr>
            <a:xfrm>
              <a:off x="6466649" y="216919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0" name="pt4740"/>
            <p:cNvSpPr/>
            <p:nvPr/>
          </p:nvSpPr>
          <p:spPr>
            <a:xfrm>
              <a:off x="6059691" y="230945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1" name="pt4741"/>
            <p:cNvSpPr/>
            <p:nvPr/>
          </p:nvSpPr>
          <p:spPr>
            <a:xfrm>
              <a:off x="6110340" y="2261289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2" name="pt4742"/>
            <p:cNvSpPr/>
            <p:nvPr/>
          </p:nvSpPr>
          <p:spPr>
            <a:xfrm>
              <a:off x="6214192" y="228770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3" name="pt4743"/>
            <p:cNvSpPr/>
            <p:nvPr/>
          </p:nvSpPr>
          <p:spPr>
            <a:xfrm>
              <a:off x="6587599" y="234204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4" name="pt4744"/>
            <p:cNvSpPr/>
            <p:nvPr/>
          </p:nvSpPr>
          <p:spPr>
            <a:xfrm>
              <a:off x="6691457" y="2058387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5" name="pt4745"/>
            <p:cNvSpPr/>
            <p:nvPr/>
          </p:nvSpPr>
          <p:spPr>
            <a:xfrm>
              <a:off x="6690296" y="218718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6" name="pt4746"/>
            <p:cNvSpPr/>
            <p:nvPr/>
          </p:nvSpPr>
          <p:spPr>
            <a:xfrm>
              <a:off x="6323857" y="2215874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7" name="pt4747"/>
            <p:cNvSpPr/>
            <p:nvPr/>
          </p:nvSpPr>
          <p:spPr>
            <a:xfrm>
              <a:off x="7213557" y="2084579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8" name="pt4748"/>
            <p:cNvSpPr/>
            <p:nvPr/>
          </p:nvSpPr>
          <p:spPr>
            <a:xfrm>
              <a:off x="6737277" y="1936885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9" name="pt4749"/>
            <p:cNvSpPr/>
            <p:nvPr/>
          </p:nvSpPr>
          <p:spPr>
            <a:xfrm>
              <a:off x="6858084" y="1681583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0" name="pt4750"/>
            <p:cNvSpPr/>
            <p:nvPr/>
          </p:nvSpPr>
          <p:spPr>
            <a:xfrm>
              <a:off x="6478319" y="2125457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1" name="pt4751"/>
            <p:cNvSpPr/>
            <p:nvPr/>
          </p:nvSpPr>
          <p:spPr>
            <a:xfrm>
              <a:off x="6523326" y="2333238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2" name="pt4752"/>
            <p:cNvSpPr/>
            <p:nvPr/>
          </p:nvSpPr>
          <p:spPr>
            <a:xfrm>
              <a:off x="6023181" y="206530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3" name="pt4753"/>
            <p:cNvSpPr/>
            <p:nvPr/>
          </p:nvSpPr>
          <p:spPr>
            <a:xfrm>
              <a:off x="5755735" y="2111726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4" name="pt4754"/>
            <p:cNvSpPr/>
            <p:nvPr/>
          </p:nvSpPr>
          <p:spPr>
            <a:xfrm>
              <a:off x="6168161" y="236076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5" name="pt4755"/>
            <p:cNvSpPr/>
            <p:nvPr/>
          </p:nvSpPr>
          <p:spPr>
            <a:xfrm>
              <a:off x="6217463" y="2256737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6" name="pt4756"/>
            <p:cNvSpPr/>
            <p:nvPr/>
          </p:nvSpPr>
          <p:spPr>
            <a:xfrm>
              <a:off x="6161346" y="2341162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7" name="pt4757"/>
            <p:cNvSpPr/>
            <p:nvPr/>
          </p:nvSpPr>
          <p:spPr>
            <a:xfrm>
              <a:off x="5906697" y="2082069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8" name="pt4758"/>
            <p:cNvSpPr/>
            <p:nvPr/>
          </p:nvSpPr>
          <p:spPr>
            <a:xfrm>
              <a:off x="6495343" y="2080057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9" name="pt4759"/>
            <p:cNvSpPr/>
            <p:nvPr/>
          </p:nvSpPr>
          <p:spPr>
            <a:xfrm>
              <a:off x="6045993" y="2456515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0" name="pt4760"/>
            <p:cNvSpPr/>
            <p:nvPr/>
          </p:nvSpPr>
          <p:spPr>
            <a:xfrm>
              <a:off x="6361407" y="2160253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1" name="pt4761"/>
            <p:cNvSpPr/>
            <p:nvPr/>
          </p:nvSpPr>
          <p:spPr>
            <a:xfrm>
              <a:off x="6936679" y="2085555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2" name="pt4762"/>
            <p:cNvSpPr/>
            <p:nvPr/>
          </p:nvSpPr>
          <p:spPr>
            <a:xfrm>
              <a:off x="6206655" y="2302414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3" name="pt4763"/>
            <p:cNvSpPr/>
            <p:nvPr/>
          </p:nvSpPr>
          <p:spPr>
            <a:xfrm>
              <a:off x="5791344" y="1875090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4" name="pt4764"/>
            <p:cNvSpPr/>
            <p:nvPr/>
          </p:nvSpPr>
          <p:spPr>
            <a:xfrm>
              <a:off x="6175484" y="235544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5" name="pt4765"/>
            <p:cNvSpPr/>
            <p:nvPr/>
          </p:nvSpPr>
          <p:spPr>
            <a:xfrm>
              <a:off x="6243269" y="2280484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6" name="pt4766"/>
            <p:cNvSpPr/>
            <p:nvPr/>
          </p:nvSpPr>
          <p:spPr>
            <a:xfrm>
              <a:off x="6150524" y="2208446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7" name="pt4767"/>
            <p:cNvSpPr/>
            <p:nvPr/>
          </p:nvSpPr>
          <p:spPr>
            <a:xfrm>
              <a:off x="5615310" y="2446692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8" name="pt4768"/>
            <p:cNvSpPr/>
            <p:nvPr/>
          </p:nvSpPr>
          <p:spPr>
            <a:xfrm>
              <a:off x="5992403" y="2620858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9" name="pt4769"/>
            <p:cNvSpPr/>
            <p:nvPr/>
          </p:nvSpPr>
          <p:spPr>
            <a:xfrm>
              <a:off x="6611565" y="236061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0" name="pt4770"/>
            <p:cNvSpPr/>
            <p:nvPr/>
          </p:nvSpPr>
          <p:spPr>
            <a:xfrm>
              <a:off x="5856667" y="192269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1" name="pt4771"/>
            <p:cNvSpPr/>
            <p:nvPr/>
          </p:nvSpPr>
          <p:spPr>
            <a:xfrm>
              <a:off x="6786547" y="181768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2" name="pt4772"/>
            <p:cNvSpPr/>
            <p:nvPr/>
          </p:nvSpPr>
          <p:spPr>
            <a:xfrm>
              <a:off x="6310204" y="237638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3" name="pt4773"/>
            <p:cNvSpPr/>
            <p:nvPr/>
          </p:nvSpPr>
          <p:spPr>
            <a:xfrm>
              <a:off x="6279835" y="2062135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4" name="pt4774"/>
            <p:cNvSpPr/>
            <p:nvPr/>
          </p:nvSpPr>
          <p:spPr>
            <a:xfrm>
              <a:off x="6174233" y="2306725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5" name="pt4775"/>
            <p:cNvSpPr/>
            <p:nvPr/>
          </p:nvSpPr>
          <p:spPr>
            <a:xfrm>
              <a:off x="6893035" y="1795622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6" name="pt4776"/>
            <p:cNvSpPr/>
            <p:nvPr/>
          </p:nvSpPr>
          <p:spPr>
            <a:xfrm>
              <a:off x="5508663" y="2448820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7" name="pt4777"/>
            <p:cNvSpPr/>
            <p:nvPr/>
          </p:nvSpPr>
          <p:spPr>
            <a:xfrm>
              <a:off x="5509139" y="238455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8" name="pt4778"/>
            <p:cNvSpPr/>
            <p:nvPr/>
          </p:nvSpPr>
          <p:spPr>
            <a:xfrm>
              <a:off x="5675464" y="2596186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9" name="pt4779"/>
            <p:cNvSpPr/>
            <p:nvPr/>
          </p:nvSpPr>
          <p:spPr>
            <a:xfrm>
              <a:off x="6424547" y="1837860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0" name="pt4780"/>
            <p:cNvSpPr/>
            <p:nvPr/>
          </p:nvSpPr>
          <p:spPr>
            <a:xfrm>
              <a:off x="6114911" y="236385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1" name="pt4781"/>
            <p:cNvSpPr/>
            <p:nvPr/>
          </p:nvSpPr>
          <p:spPr>
            <a:xfrm>
              <a:off x="5111782" y="2508401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2" name="pt4782"/>
            <p:cNvSpPr/>
            <p:nvPr/>
          </p:nvSpPr>
          <p:spPr>
            <a:xfrm>
              <a:off x="6569105" y="2145657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3" name="pt4783"/>
            <p:cNvSpPr/>
            <p:nvPr/>
          </p:nvSpPr>
          <p:spPr>
            <a:xfrm>
              <a:off x="5970714" y="2526539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4" name="pt4784"/>
            <p:cNvSpPr/>
            <p:nvPr/>
          </p:nvSpPr>
          <p:spPr>
            <a:xfrm>
              <a:off x="5847317" y="250008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5" name="pt4785"/>
            <p:cNvSpPr/>
            <p:nvPr/>
          </p:nvSpPr>
          <p:spPr>
            <a:xfrm>
              <a:off x="6930368" y="1762436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6" name="pt4786"/>
            <p:cNvSpPr/>
            <p:nvPr/>
          </p:nvSpPr>
          <p:spPr>
            <a:xfrm>
              <a:off x="6996102" y="1868872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7" name="pt4787"/>
            <p:cNvSpPr/>
            <p:nvPr/>
          </p:nvSpPr>
          <p:spPr>
            <a:xfrm>
              <a:off x="6343994" y="2086366"/>
              <a:ext cx="16849" cy="16849"/>
            </a:xfrm>
            <a:prstGeom prst="ellipse">
              <a:avLst/>
            </a:prstGeom>
            <a:solidFill>
              <a:srgbClr val="76CE56">
                <a:alpha val="45098"/>
              </a:srgbClr>
            </a:solidFill>
            <a:ln w="7363" cap="rnd">
              <a:solidFill>
                <a:srgbClr val="76CE5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8" name="pt4788"/>
            <p:cNvSpPr/>
            <p:nvPr/>
          </p:nvSpPr>
          <p:spPr>
            <a:xfrm>
              <a:off x="5798906" y="1815837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9" name="pt4789"/>
            <p:cNvSpPr/>
            <p:nvPr/>
          </p:nvSpPr>
          <p:spPr>
            <a:xfrm>
              <a:off x="6917199" y="1933333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0" name="pt4790"/>
            <p:cNvSpPr/>
            <p:nvPr/>
          </p:nvSpPr>
          <p:spPr>
            <a:xfrm>
              <a:off x="6417778" y="2259928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1" name="pt4791"/>
            <p:cNvSpPr/>
            <p:nvPr/>
          </p:nvSpPr>
          <p:spPr>
            <a:xfrm>
              <a:off x="6756424" y="2036240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2" name="pt4792"/>
            <p:cNvSpPr/>
            <p:nvPr/>
          </p:nvSpPr>
          <p:spPr>
            <a:xfrm>
              <a:off x="6403345" y="2084665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3" name="pt4793"/>
            <p:cNvSpPr/>
            <p:nvPr/>
          </p:nvSpPr>
          <p:spPr>
            <a:xfrm>
              <a:off x="6286912" y="204421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4" name="pt4794"/>
            <p:cNvSpPr/>
            <p:nvPr/>
          </p:nvSpPr>
          <p:spPr>
            <a:xfrm>
              <a:off x="5804116" y="2175726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5" name="pt4795"/>
            <p:cNvSpPr/>
            <p:nvPr/>
          </p:nvSpPr>
          <p:spPr>
            <a:xfrm>
              <a:off x="6328968" y="2088837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6" name="pt4796"/>
            <p:cNvSpPr/>
            <p:nvPr/>
          </p:nvSpPr>
          <p:spPr>
            <a:xfrm>
              <a:off x="7031089" y="1836003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7" name="pt4797"/>
            <p:cNvSpPr/>
            <p:nvPr/>
          </p:nvSpPr>
          <p:spPr>
            <a:xfrm>
              <a:off x="5953110" y="2237947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8" name="pt4798"/>
            <p:cNvSpPr/>
            <p:nvPr/>
          </p:nvSpPr>
          <p:spPr>
            <a:xfrm>
              <a:off x="5970264" y="2477459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9" name="pt4799"/>
            <p:cNvSpPr/>
            <p:nvPr/>
          </p:nvSpPr>
          <p:spPr>
            <a:xfrm>
              <a:off x="5901756" y="2082793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0" name="pt4800"/>
            <p:cNvSpPr/>
            <p:nvPr/>
          </p:nvSpPr>
          <p:spPr>
            <a:xfrm>
              <a:off x="5407525" y="2429549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1" name="pt4801"/>
            <p:cNvSpPr/>
            <p:nvPr/>
          </p:nvSpPr>
          <p:spPr>
            <a:xfrm>
              <a:off x="6602845" y="2235520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2" name="pt4802"/>
            <p:cNvSpPr/>
            <p:nvPr/>
          </p:nvSpPr>
          <p:spPr>
            <a:xfrm>
              <a:off x="6594496" y="2120137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3" name="pt4803"/>
            <p:cNvSpPr/>
            <p:nvPr/>
          </p:nvSpPr>
          <p:spPr>
            <a:xfrm>
              <a:off x="6405557" y="221710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4" name="pt4804"/>
            <p:cNvSpPr/>
            <p:nvPr/>
          </p:nvSpPr>
          <p:spPr>
            <a:xfrm>
              <a:off x="6408263" y="2131838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5" name="pt4805"/>
            <p:cNvSpPr/>
            <p:nvPr/>
          </p:nvSpPr>
          <p:spPr>
            <a:xfrm>
              <a:off x="7226981" y="2079430"/>
              <a:ext cx="16849" cy="16849"/>
            </a:xfrm>
            <a:prstGeom prst="ellipse">
              <a:avLst/>
            </a:prstGeom>
            <a:solidFill>
              <a:srgbClr val="2C898B">
                <a:alpha val="45098"/>
              </a:srgbClr>
            </a:solidFill>
            <a:ln w="7363" cap="rnd">
              <a:solidFill>
                <a:srgbClr val="2C89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6" name="pt4806"/>
            <p:cNvSpPr/>
            <p:nvPr/>
          </p:nvSpPr>
          <p:spPr>
            <a:xfrm>
              <a:off x="5874627" y="2179954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7" name="pt4807"/>
            <p:cNvSpPr/>
            <p:nvPr/>
          </p:nvSpPr>
          <p:spPr>
            <a:xfrm>
              <a:off x="5963473" y="2406513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8" name="pt4808"/>
            <p:cNvSpPr/>
            <p:nvPr/>
          </p:nvSpPr>
          <p:spPr>
            <a:xfrm>
              <a:off x="6277804" y="2095255"/>
              <a:ext cx="16849" cy="16849"/>
            </a:xfrm>
            <a:prstGeom prst="ellipse">
              <a:avLst/>
            </a:prstGeom>
            <a:solidFill>
              <a:srgbClr val="76CE56">
                <a:alpha val="45098"/>
              </a:srgbClr>
            </a:solidFill>
            <a:ln w="7363" cap="rnd">
              <a:solidFill>
                <a:srgbClr val="76CE5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9" name="pt4809"/>
            <p:cNvSpPr/>
            <p:nvPr/>
          </p:nvSpPr>
          <p:spPr>
            <a:xfrm>
              <a:off x="5858225" y="2099998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0" name="pt4810"/>
            <p:cNvSpPr/>
            <p:nvPr/>
          </p:nvSpPr>
          <p:spPr>
            <a:xfrm>
              <a:off x="5382466" y="2515605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1" name="pt4811"/>
            <p:cNvSpPr/>
            <p:nvPr/>
          </p:nvSpPr>
          <p:spPr>
            <a:xfrm>
              <a:off x="4836374" y="281203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2" name="pt4812"/>
            <p:cNvSpPr/>
            <p:nvPr/>
          </p:nvSpPr>
          <p:spPr>
            <a:xfrm>
              <a:off x="6384227" y="2339083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3" name="pt4813"/>
            <p:cNvSpPr/>
            <p:nvPr/>
          </p:nvSpPr>
          <p:spPr>
            <a:xfrm>
              <a:off x="6265598" y="2443479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4" name="pt4814"/>
            <p:cNvSpPr/>
            <p:nvPr/>
          </p:nvSpPr>
          <p:spPr>
            <a:xfrm>
              <a:off x="6744204" y="204444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5" name="pt4815"/>
            <p:cNvSpPr/>
            <p:nvPr/>
          </p:nvSpPr>
          <p:spPr>
            <a:xfrm>
              <a:off x="6129710" y="2329177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6" name="pt4816"/>
            <p:cNvSpPr/>
            <p:nvPr/>
          </p:nvSpPr>
          <p:spPr>
            <a:xfrm>
              <a:off x="6674456" y="1945598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7" name="pt4817"/>
            <p:cNvSpPr/>
            <p:nvPr/>
          </p:nvSpPr>
          <p:spPr>
            <a:xfrm>
              <a:off x="6260513" y="2408211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8" name="pt4818"/>
            <p:cNvSpPr/>
            <p:nvPr/>
          </p:nvSpPr>
          <p:spPr>
            <a:xfrm>
              <a:off x="6774231" y="1854074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9" name="pt4819"/>
            <p:cNvSpPr/>
            <p:nvPr/>
          </p:nvSpPr>
          <p:spPr>
            <a:xfrm>
              <a:off x="5287831" y="2253107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0" name="pt4820"/>
            <p:cNvSpPr/>
            <p:nvPr/>
          </p:nvSpPr>
          <p:spPr>
            <a:xfrm>
              <a:off x="6916370" y="184587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1" name="pt4821"/>
            <p:cNvSpPr/>
            <p:nvPr/>
          </p:nvSpPr>
          <p:spPr>
            <a:xfrm>
              <a:off x="6046813" y="2365823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2" name="pt4822"/>
            <p:cNvSpPr/>
            <p:nvPr/>
          </p:nvSpPr>
          <p:spPr>
            <a:xfrm>
              <a:off x="6113104" y="2198426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3" name="pt4823"/>
            <p:cNvSpPr/>
            <p:nvPr/>
          </p:nvSpPr>
          <p:spPr>
            <a:xfrm>
              <a:off x="6647480" y="2131050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4" name="pt4824"/>
            <p:cNvSpPr/>
            <p:nvPr/>
          </p:nvSpPr>
          <p:spPr>
            <a:xfrm>
              <a:off x="6058651" y="2384445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5" name="pt4825"/>
            <p:cNvSpPr/>
            <p:nvPr/>
          </p:nvSpPr>
          <p:spPr>
            <a:xfrm>
              <a:off x="5701193" y="2538714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6" name="pt4826"/>
            <p:cNvSpPr/>
            <p:nvPr/>
          </p:nvSpPr>
          <p:spPr>
            <a:xfrm>
              <a:off x="5768934" y="2190874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7" name="pt4827"/>
            <p:cNvSpPr/>
            <p:nvPr/>
          </p:nvSpPr>
          <p:spPr>
            <a:xfrm>
              <a:off x="6163894" y="2277605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8" name="pt4828"/>
            <p:cNvSpPr/>
            <p:nvPr/>
          </p:nvSpPr>
          <p:spPr>
            <a:xfrm>
              <a:off x="6544357" y="2243000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9" name="pt4829"/>
            <p:cNvSpPr/>
            <p:nvPr/>
          </p:nvSpPr>
          <p:spPr>
            <a:xfrm>
              <a:off x="6661905" y="1984060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0" name="pt4830"/>
            <p:cNvSpPr/>
            <p:nvPr/>
          </p:nvSpPr>
          <p:spPr>
            <a:xfrm>
              <a:off x="6763842" y="214582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1" name="pt4831"/>
            <p:cNvSpPr/>
            <p:nvPr/>
          </p:nvSpPr>
          <p:spPr>
            <a:xfrm>
              <a:off x="5930930" y="2104423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2" name="pt4832"/>
            <p:cNvSpPr/>
            <p:nvPr/>
          </p:nvSpPr>
          <p:spPr>
            <a:xfrm>
              <a:off x="6364259" y="2168574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3" name="pt4833"/>
            <p:cNvSpPr/>
            <p:nvPr/>
          </p:nvSpPr>
          <p:spPr>
            <a:xfrm>
              <a:off x="5592253" y="246171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4" name="pt4834"/>
            <p:cNvSpPr/>
            <p:nvPr/>
          </p:nvSpPr>
          <p:spPr>
            <a:xfrm>
              <a:off x="6598280" y="2184302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5" name="pt4835"/>
            <p:cNvSpPr/>
            <p:nvPr/>
          </p:nvSpPr>
          <p:spPr>
            <a:xfrm>
              <a:off x="6941963" y="1957309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6" name="pt4836"/>
            <p:cNvSpPr/>
            <p:nvPr/>
          </p:nvSpPr>
          <p:spPr>
            <a:xfrm>
              <a:off x="6308015" y="2142178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7" name="pt4837"/>
            <p:cNvSpPr/>
            <p:nvPr/>
          </p:nvSpPr>
          <p:spPr>
            <a:xfrm>
              <a:off x="5552335" y="2423653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8" name="pt4838"/>
            <p:cNvSpPr/>
            <p:nvPr/>
          </p:nvSpPr>
          <p:spPr>
            <a:xfrm>
              <a:off x="6330826" y="2230564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9" name="pt4839"/>
            <p:cNvSpPr/>
            <p:nvPr/>
          </p:nvSpPr>
          <p:spPr>
            <a:xfrm>
              <a:off x="7249354" y="2176485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0" name="pt4840"/>
            <p:cNvSpPr/>
            <p:nvPr/>
          </p:nvSpPr>
          <p:spPr>
            <a:xfrm>
              <a:off x="5662875" y="2306118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1" name="pt4841"/>
            <p:cNvSpPr/>
            <p:nvPr/>
          </p:nvSpPr>
          <p:spPr>
            <a:xfrm>
              <a:off x="5813969" y="2160547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2" name="pt4842"/>
            <p:cNvSpPr/>
            <p:nvPr/>
          </p:nvSpPr>
          <p:spPr>
            <a:xfrm>
              <a:off x="6655880" y="2119460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3" name="pt4843"/>
            <p:cNvSpPr/>
            <p:nvPr/>
          </p:nvSpPr>
          <p:spPr>
            <a:xfrm>
              <a:off x="6337173" y="2196818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4" name="pt4844"/>
            <p:cNvSpPr/>
            <p:nvPr/>
          </p:nvSpPr>
          <p:spPr>
            <a:xfrm>
              <a:off x="6972889" y="187923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5" name="pt4845"/>
            <p:cNvSpPr/>
            <p:nvPr/>
          </p:nvSpPr>
          <p:spPr>
            <a:xfrm>
              <a:off x="7079970" y="1776252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6" name="pt4846"/>
            <p:cNvSpPr/>
            <p:nvPr/>
          </p:nvSpPr>
          <p:spPr>
            <a:xfrm>
              <a:off x="5926164" y="1992175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7" name="pt4847"/>
            <p:cNvSpPr/>
            <p:nvPr/>
          </p:nvSpPr>
          <p:spPr>
            <a:xfrm>
              <a:off x="6742489" y="2142324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8" name="pt4848"/>
            <p:cNvSpPr/>
            <p:nvPr/>
          </p:nvSpPr>
          <p:spPr>
            <a:xfrm>
              <a:off x="6364847" y="2196882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9" name="pt4849"/>
            <p:cNvSpPr/>
            <p:nvPr/>
          </p:nvSpPr>
          <p:spPr>
            <a:xfrm>
              <a:off x="6487386" y="2107770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0" name="pt4850"/>
            <p:cNvSpPr/>
            <p:nvPr/>
          </p:nvSpPr>
          <p:spPr>
            <a:xfrm>
              <a:off x="6173013" y="228732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1" name="pt4851"/>
            <p:cNvSpPr/>
            <p:nvPr/>
          </p:nvSpPr>
          <p:spPr>
            <a:xfrm>
              <a:off x="5003422" y="2731156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2" name="pt4852"/>
            <p:cNvSpPr/>
            <p:nvPr/>
          </p:nvSpPr>
          <p:spPr>
            <a:xfrm>
              <a:off x="6066844" y="240555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3" name="pt4853"/>
            <p:cNvSpPr/>
            <p:nvPr/>
          </p:nvSpPr>
          <p:spPr>
            <a:xfrm>
              <a:off x="6485424" y="2064930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4" name="pt4854"/>
            <p:cNvSpPr/>
            <p:nvPr/>
          </p:nvSpPr>
          <p:spPr>
            <a:xfrm>
              <a:off x="6951673" y="1829521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5" name="pt4855"/>
            <p:cNvSpPr/>
            <p:nvPr/>
          </p:nvSpPr>
          <p:spPr>
            <a:xfrm>
              <a:off x="6196952" y="2171650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6" name="pt4856"/>
            <p:cNvSpPr/>
            <p:nvPr/>
          </p:nvSpPr>
          <p:spPr>
            <a:xfrm>
              <a:off x="6441386" y="1931649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7" name="pt4857"/>
            <p:cNvSpPr/>
            <p:nvPr/>
          </p:nvSpPr>
          <p:spPr>
            <a:xfrm>
              <a:off x="6032810" y="2100328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8" name="pt4858"/>
            <p:cNvSpPr/>
            <p:nvPr/>
          </p:nvSpPr>
          <p:spPr>
            <a:xfrm>
              <a:off x="6753108" y="219292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9" name="pt4859"/>
            <p:cNvSpPr/>
            <p:nvPr/>
          </p:nvSpPr>
          <p:spPr>
            <a:xfrm>
              <a:off x="6178706" y="2291013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0" name="pt4860"/>
            <p:cNvSpPr/>
            <p:nvPr/>
          </p:nvSpPr>
          <p:spPr>
            <a:xfrm>
              <a:off x="6569740" y="2161869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1" name="pt4861"/>
            <p:cNvSpPr/>
            <p:nvPr/>
          </p:nvSpPr>
          <p:spPr>
            <a:xfrm>
              <a:off x="6165987" y="2291043"/>
              <a:ext cx="16849" cy="16849"/>
            </a:xfrm>
            <a:prstGeom prst="ellipse">
              <a:avLst/>
            </a:prstGeom>
            <a:solidFill>
              <a:srgbClr val="49B476">
                <a:alpha val="45098"/>
              </a:srgbClr>
            </a:solidFill>
            <a:ln w="7363" cap="rnd">
              <a:solidFill>
                <a:srgbClr val="49B4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2" name="pt4862"/>
            <p:cNvSpPr/>
            <p:nvPr/>
          </p:nvSpPr>
          <p:spPr>
            <a:xfrm>
              <a:off x="7154824" y="1757749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3" name="pt4863"/>
            <p:cNvSpPr/>
            <p:nvPr/>
          </p:nvSpPr>
          <p:spPr>
            <a:xfrm>
              <a:off x="6692322" y="1969805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4" name="pt4864"/>
            <p:cNvSpPr/>
            <p:nvPr/>
          </p:nvSpPr>
          <p:spPr>
            <a:xfrm>
              <a:off x="6741747" y="218371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5" name="pt4865"/>
            <p:cNvSpPr/>
            <p:nvPr/>
          </p:nvSpPr>
          <p:spPr>
            <a:xfrm>
              <a:off x="7245737" y="1856415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6" name="pt4866"/>
            <p:cNvSpPr/>
            <p:nvPr/>
          </p:nvSpPr>
          <p:spPr>
            <a:xfrm>
              <a:off x="5972379" y="2425835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7" name="pt4867"/>
            <p:cNvSpPr/>
            <p:nvPr/>
          </p:nvSpPr>
          <p:spPr>
            <a:xfrm>
              <a:off x="6872444" y="185998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8" name="pt4868"/>
            <p:cNvSpPr/>
            <p:nvPr/>
          </p:nvSpPr>
          <p:spPr>
            <a:xfrm>
              <a:off x="6465436" y="2029144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9" name="pt4869"/>
            <p:cNvSpPr/>
            <p:nvPr/>
          </p:nvSpPr>
          <p:spPr>
            <a:xfrm>
              <a:off x="6055061" y="230732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0" name="pt4870"/>
            <p:cNvSpPr/>
            <p:nvPr/>
          </p:nvSpPr>
          <p:spPr>
            <a:xfrm>
              <a:off x="5887334" y="198810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1" name="pt4871"/>
            <p:cNvSpPr/>
            <p:nvPr/>
          </p:nvSpPr>
          <p:spPr>
            <a:xfrm>
              <a:off x="5360791" y="2173221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2" name="pt4872"/>
            <p:cNvSpPr/>
            <p:nvPr/>
          </p:nvSpPr>
          <p:spPr>
            <a:xfrm>
              <a:off x="7016875" y="1799132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3" name="pt4873"/>
            <p:cNvSpPr/>
            <p:nvPr/>
          </p:nvSpPr>
          <p:spPr>
            <a:xfrm>
              <a:off x="6187192" y="2043048"/>
              <a:ext cx="16849" cy="16849"/>
            </a:xfrm>
            <a:prstGeom prst="ellipse">
              <a:avLst/>
            </a:prstGeom>
            <a:solidFill>
              <a:srgbClr val="DCE236">
                <a:alpha val="45098"/>
              </a:srgbClr>
            </a:solidFill>
            <a:ln w="7363" cap="rnd">
              <a:solidFill>
                <a:srgbClr val="DCE23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4" name="pt4874"/>
            <p:cNvSpPr/>
            <p:nvPr/>
          </p:nvSpPr>
          <p:spPr>
            <a:xfrm>
              <a:off x="6449448" y="2023685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5" name="pt4875"/>
            <p:cNvSpPr/>
            <p:nvPr/>
          </p:nvSpPr>
          <p:spPr>
            <a:xfrm>
              <a:off x="5919295" y="2051639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6" name="pt4876"/>
            <p:cNvSpPr/>
            <p:nvPr/>
          </p:nvSpPr>
          <p:spPr>
            <a:xfrm>
              <a:off x="5619421" y="2395660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7" name="pt4877"/>
            <p:cNvSpPr/>
            <p:nvPr/>
          </p:nvSpPr>
          <p:spPr>
            <a:xfrm>
              <a:off x="6147121" y="2286790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8" name="pt4878"/>
            <p:cNvSpPr/>
            <p:nvPr/>
          </p:nvSpPr>
          <p:spPr>
            <a:xfrm>
              <a:off x="6185820" y="2300437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9" name="pt4879"/>
            <p:cNvSpPr/>
            <p:nvPr/>
          </p:nvSpPr>
          <p:spPr>
            <a:xfrm>
              <a:off x="6723102" y="2171826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0" name="pt4880"/>
            <p:cNvSpPr/>
            <p:nvPr/>
          </p:nvSpPr>
          <p:spPr>
            <a:xfrm>
              <a:off x="5892227" y="209783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1" name="pt4881"/>
            <p:cNvSpPr/>
            <p:nvPr/>
          </p:nvSpPr>
          <p:spPr>
            <a:xfrm>
              <a:off x="5158994" y="2351743"/>
              <a:ext cx="16849" cy="16849"/>
            </a:xfrm>
            <a:prstGeom prst="ellipse">
              <a:avLst/>
            </a:prstGeom>
            <a:solidFill>
              <a:srgbClr val="2A9488">
                <a:alpha val="45098"/>
              </a:srgbClr>
            </a:solidFill>
            <a:ln w="7363" cap="rnd">
              <a:solidFill>
                <a:srgbClr val="2A94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2" name="pt4882"/>
            <p:cNvSpPr/>
            <p:nvPr/>
          </p:nvSpPr>
          <p:spPr>
            <a:xfrm>
              <a:off x="6126550" y="2318422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3" name="pt4883"/>
            <p:cNvSpPr/>
            <p:nvPr/>
          </p:nvSpPr>
          <p:spPr>
            <a:xfrm>
              <a:off x="5583958" y="2037109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4" name="pt4884"/>
            <p:cNvSpPr/>
            <p:nvPr/>
          </p:nvSpPr>
          <p:spPr>
            <a:xfrm>
              <a:off x="6042946" y="2420365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5" name="pt4885"/>
            <p:cNvSpPr/>
            <p:nvPr/>
          </p:nvSpPr>
          <p:spPr>
            <a:xfrm>
              <a:off x="5905576" y="200516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6" name="pt4886"/>
            <p:cNvSpPr/>
            <p:nvPr/>
          </p:nvSpPr>
          <p:spPr>
            <a:xfrm>
              <a:off x="7041558" y="1653570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7" name="pt4887"/>
            <p:cNvSpPr/>
            <p:nvPr/>
          </p:nvSpPr>
          <p:spPr>
            <a:xfrm>
              <a:off x="5733977" y="2249538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8" name="pt4888"/>
            <p:cNvSpPr/>
            <p:nvPr/>
          </p:nvSpPr>
          <p:spPr>
            <a:xfrm>
              <a:off x="6541269" y="233772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9" name="pt4889"/>
            <p:cNvSpPr/>
            <p:nvPr/>
          </p:nvSpPr>
          <p:spPr>
            <a:xfrm>
              <a:off x="5503163" y="217528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0" name="pt4890"/>
            <p:cNvSpPr/>
            <p:nvPr/>
          </p:nvSpPr>
          <p:spPr>
            <a:xfrm>
              <a:off x="5295576" y="2463268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1" name="pt4891"/>
            <p:cNvSpPr/>
            <p:nvPr/>
          </p:nvSpPr>
          <p:spPr>
            <a:xfrm>
              <a:off x="6485482" y="2161634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2" name="pt4892"/>
            <p:cNvSpPr/>
            <p:nvPr/>
          </p:nvSpPr>
          <p:spPr>
            <a:xfrm>
              <a:off x="5829591" y="243559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3" name="pt4893"/>
            <p:cNvSpPr/>
            <p:nvPr/>
          </p:nvSpPr>
          <p:spPr>
            <a:xfrm>
              <a:off x="6729221" y="2068691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4" name="pt4894"/>
            <p:cNvSpPr/>
            <p:nvPr/>
          </p:nvSpPr>
          <p:spPr>
            <a:xfrm>
              <a:off x="5769286" y="2087943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5" name="pt4895"/>
            <p:cNvSpPr/>
            <p:nvPr/>
          </p:nvSpPr>
          <p:spPr>
            <a:xfrm>
              <a:off x="5682963" y="2565816"/>
              <a:ext cx="16849" cy="16849"/>
            </a:xfrm>
            <a:prstGeom prst="ellipse">
              <a:avLst/>
            </a:prstGeom>
            <a:solidFill>
              <a:srgbClr val="6AC661">
                <a:alpha val="45098"/>
              </a:srgbClr>
            </a:solidFill>
            <a:ln w="7363" cap="rnd">
              <a:solidFill>
                <a:srgbClr val="6AC66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6" name="pt4896"/>
            <p:cNvSpPr/>
            <p:nvPr/>
          </p:nvSpPr>
          <p:spPr>
            <a:xfrm>
              <a:off x="6794906" y="1844491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7" name="pt4897"/>
            <p:cNvSpPr/>
            <p:nvPr/>
          </p:nvSpPr>
          <p:spPr>
            <a:xfrm>
              <a:off x="6470663" y="222475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8" name="pt4898"/>
            <p:cNvSpPr/>
            <p:nvPr/>
          </p:nvSpPr>
          <p:spPr>
            <a:xfrm>
              <a:off x="5334677" y="2069378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9" name="pt4899"/>
            <p:cNvSpPr/>
            <p:nvPr/>
          </p:nvSpPr>
          <p:spPr>
            <a:xfrm>
              <a:off x="5331047" y="207816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0" name="pt4900"/>
            <p:cNvSpPr/>
            <p:nvPr/>
          </p:nvSpPr>
          <p:spPr>
            <a:xfrm>
              <a:off x="6141021" y="2290815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1" name="pt4901"/>
            <p:cNvSpPr/>
            <p:nvPr/>
          </p:nvSpPr>
          <p:spPr>
            <a:xfrm>
              <a:off x="6629885" y="2212606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2" name="pt4902"/>
            <p:cNvSpPr/>
            <p:nvPr/>
          </p:nvSpPr>
          <p:spPr>
            <a:xfrm>
              <a:off x="5498043" y="2607852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3" name="pt4903"/>
            <p:cNvSpPr/>
            <p:nvPr/>
          </p:nvSpPr>
          <p:spPr>
            <a:xfrm>
              <a:off x="6564668" y="2186230"/>
              <a:ext cx="16849" cy="16849"/>
            </a:xfrm>
            <a:prstGeom prst="ellipse">
              <a:avLst/>
            </a:prstGeom>
            <a:solidFill>
              <a:srgbClr val="57BB6E">
                <a:alpha val="45098"/>
              </a:srgbClr>
            </a:solidFill>
            <a:ln w="7363" cap="rnd">
              <a:solidFill>
                <a:srgbClr val="57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4" name="pt4904"/>
            <p:cNvSpPr/>
            <p:nvPr/>
          </p:nvSpPr>
          <p:spPr>
            <a:xfrm>
              <a:off x="6520316" y="2394885"/>
              <a:ext cx="16849" cy="16849"/>
            </a:xfrm>
            <a:prstGeom prst="ellipse">
              <a:avLst/>
            </a:prstGeom>
            <a:solidFill>
              <a:srgbClr val="C5DE3E">
                <a:alpha val="45098"/>
              </a:srgbClr>
            </a:solidFill>
            <a:ln w="7363" cap="rnd">
              <a:solidFill>
                <a:srgbClr val="C5DE3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5" name="pt4905"/>
            <p:cNvSpPr/>
            <p:nvPr/>
          </p:nvSpPr>
          <p:spPr>
            <a:xfrm>
              <a:off x="6244571" y="2283418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6" name="pt4906"/>
            <p:cNvSpPr/>
            <p:nvPr/>
          </p:nvSpPr>
          <p:spPr>
            <a:xfrm>
              <a:off x="5156787" y="2458998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7" name="pt4907"/>
            <p:cNvSpPr/>
            <p:nvPr/>
          </p:nvSpPr>
          <p:spPr>
            <a:xfrm>
              <a:off x="6842418" y="1959618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8" name="pt4908"/>
            <p:cNvSpPr/>
            <p:nvPr/>
          </p:nvSpPr>
          <p:spPr>
            <a:xfrm>
              <a:off x="6577062" y="2245063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9" name="pt4909"/>
            <p:cNvSpPr/>
            <p:nvPr/>
          </p:nvSpPr>
          <p:spPr>
            <a:xfrm>
              <a:off x="6009332" y="2433789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0" name="pt4910"/>
            <p:cNvSpPr/>
            <p:nvPr/>
          </p:nvSpPr>
          <p:spPr>
            <a:xfrm>
              <a:off x="5933165" y="2021444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1" name="pt4911"/>
            <p:cNvSpPr/>
            <p:nvPr/>
          </p:nvSpPr>
          <p:spPr>
            <a:xfrm>
              <a:off x="6104114" y="2205414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2" name="pt4912"/>
            <p:cNvSpPr/>
            <p:nvPr/>
          </p:nvSpPr>
          <p:spPr>
            <a:xfrm>
              <a:off x="6130490" y="2298828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3" name="pt4913"/>
            <p:cNvSpPr/>
            <p:nvPr/>
          </p:nvSpPr>
          <p:spPr>
            <a:xfrm>
              <a:off x="6401713" y="2145646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4" name="pt4914"/>
            <p:cNvSpPr/>
            <p:nvPr/>
          </p:nvSpPr>
          <p:spPr>
            <a:xfrm>
              <a:off x="5878355" y="2261292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5" name="pt4915"/>
            <p:cNvSpPr/>
            <p:nvPr/>
          </p:nvSpPr>
          <p:spPr>
            <a:xfrm>
              <a:off x="6646602" y="2079934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6" name="pt4916"/>
            <p:cNvSpPr/>
            <p:nvPr/>
          </p:nvSpPr>
          <p:spPr>
            <a:xfrm>
              <a:off x="6284898" y="2211022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7" name="pt4917"/>
            <p:cNvSpPr/>
            <p:nvPr/>
          </p:nvSpPr>
          <p:spPr>
            <a:xfrm>
              <a:off x="6483743" y="2088762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8" name="pt4918"/>
            <p:cNvSpPr/>
            <p:nvPr/>
          </p:nvSpPr>
          <p:spPr>
            <a:xfrm>
              <a:off x="6295851" y="211028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9" name="pt4919"/>
            <p:cNvSpPr/>
            <p:nvPr/>
          </p:nvSpPr>
          <p:spPr>
            <a:xfrm>
              <a:off x="6394872" y="2224387"/>
              <a:ext cx="16849" cy="16849"/>
            </a:xfrm>
            <a:prstGeom prst="ellipse">
              <a:avLst/>
            </a:prstGeom>
            <a:solidFill>
              <a:srgbClr val="A5D848">
                <a:alpha val="45098"/>
              </a:srgbClr>
            </a:solidFill>
            <a:ln w="7363" cap="rnd">
              <a:solidFill>
                <a:srgbClr val="A5D84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0" name="pt4920"/>
            <p:cNvSpPr/>
            <p:nvPr/>
          </p:nvSpPr>
          <p:spPr>
            <a:xfrm>
              <a:off x="5761651" y="2232031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1" name="pt4921"/>
            <p:cNvSpPr/>
            <p:nvPr/>
          </p:nvSpPr>
          <p:spPr>
            <a:xfrm>
              <a:off x="6291807" y="2169207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2" name="pt4922"/>
            <p:cNvSpPr/>
            <p:nvPr/>
          </p:nvSpPr>
          <p:spPr>
            <a:xfrm>
              <a:off x="6628312" y="2211391"/>
              <a:ext cx="16849" cy="16849"/>
            </a:xfrm>
            <a:prstGeom prst="ellipse">
              <a:avLst/>
            </a:prstGeom>
            <a:solidFill>
              <a:srgbClr val="68C563">
                <a:alpha val="45098"/>
              </a:srgbClr>
            </a:solidFill>
            <a:ln w="7363" cap="rnd">
              <a:solidFill>
                <a:srgbClr val="68C5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3" name="pt4923"/>
            <p:cNvSpPr/>
            <p:nvPr/>
          </p:nvSpPr>
          <p:spPr>
            <a:xfrm>
              <a:off x="5477399" y="2573793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4" name="pt4924"/>
            <p:cNvSpPr/>
            <p:nvPr/>
          </p:nvSpPr>
          <p:spPr>
            <a:xfrm>
              <a:off x="5615032" y="257111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5" name="pt4925"/>
            <p:cNvSpPr/>
            <p:nvPr/>
          </p:nvSpPr>
          <p:spPr>
            <a:xfrm>
              <a:off x="5860700" y="1999835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6" name="pt4926"/>
            <p:cNvSpPr/>
            <p:nvPr/>
          </p:nvSpPr>
          <p:spPr>
            <a:xfrm>
              <a:off x="6379582" y="2262725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7" name="pt4927"/>
            <p:cNvSpPr/>
            <p:nvPr/>
          </p:nvSpPr>
          <p:spPr>
            <a:xfrm>
              <a:off x="6906617" y="1862629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8" name="pt4928"/>
            <p:cNvSpPr/>
            <p:nvPr/>
          </p:nvSpPr>
          <p:spPr>
            <a:xfrm>
              <a:off x="5703368" y="2567167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9" name="pt4929"/>
            <p:cNvSpPr/>
            <p:nvPr/>
          </p:nvSpPr>
          <p:spPr>
            <a:xfrm>
              <a:off x="5892366" y="204946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0" name="pt4930"/>
            <p:cNvSpPr/>
            <p:nvPr/>
          </p:nvSpPr>
          <p:spPr>
            <a:xfrm>
              <a:off x="6712762" y="2079869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1" name="pt4931"/>
            <p:cNvSpPr/>
            <p:nvPr/>
          </p:nvSpPr>
          <p:spPr>
            <a:xfrm>
              <a:off x="6590441" y="227353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2" name="pt4932"/>
            <p:cNvSpPr/>
            <p:nvPr/>
          </p:nvSpPr>
          <p:spPr>
            <a:xfrm>
              <a:off x="6457139" y="2042183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3" name="pt4933"/>
            <p:cNvSpPr/>
            <p:nvPr/>
          </p:nvSpPr>
          <p:spPr>
            <a:xfrm>
              <a:off x="5512693" y="2590621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4" name="pt4934"/>
            <p:cNvSpPr/>
            <p:nvPr/>
          </p:nvSpPr>
          <p:spPr>
            <a:xfrm>
              <a:off x="5808629" y="201763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5" name="pt4935"/>
            <p:cNvSpPr/>
            <p:nvPr/>
          </p:nvSpPr>
          <p:spPr>
            <a:xfrm>
              <a:off x="6087508" y="2085810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6" name="pt4936"/>
            <p:cNvSpPr/>
            <p:nvPr/>
          </p:nvSpPr>
          <p:spPr>
            <a:xfrm>
              <a:off x="6198381" y="2273738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7" name="pt4937"/>
            <p:cNvSpPr/>
            <p:nvPr/>
          </p:nvSpPr>
          <p:spPr>
            <a:xfrm>
              <a:off x="6346648" y="224788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8" name="pt4938"/>
            <p:cNvSpPr/>
            <p:nvPr/>
          </p:nvSpPr>
          <p:spPr>
            <a:xfrm>
              <a:off x="6048737" y="2365211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9" name="pt4939"/>
            <p:cNvSpPr/>
            <p:nvPr/>
          </p:nvSpPr>
          <p:spPr>
            <a:xfrm>
              <a:off x="6483974" y="2075852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0" name="pt4940"/>
            <p:cNvSpPr/>
            <p:nvPr/>
          </p:nvSpPr>
          <p:spPr>
            <a:xfrm>
              <a:off x="5445830" y="2364178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1" name="pt4941"/>
            <p:cNvSpPr/>
            <p:nvPr/>
          </p:nvSpPr>
          <p:spPr>
            <a:xfrm>
              <a:off x="6195690" y="1957073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2" name="pt4942"/>
            <p:cNvSpPr/>
            <p:nvPr/>
          </p:nvSpPr>
          <p:spPr>
            <a:xfrm>
              <a:off x="5947721" y="2150717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3" name="pt4943"/>
            <p:cNvSpPr/>
            <p:nvPr/>
          </p:nvSpPr>
          <p:spPr>
            <a:xfrm>
              <a:off x="5908697" y="202991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4" name="pt4944"/>
            <p:cNvSpPr/>
            <p:nvPr/>
          </p:nvSpPr>
          <p:spPr>
            <a:xfrm>
              <a:off x="6748844" y="196710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5" name="pt4945"/>
            <p:cNvSpPr/>
            <p:nvPr/>
          </p:nvSpPr>
          <p:spPr>
            <a:xfrm>
              <a:off x="5642296" y="2278701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6" name="pt4946"/>
            <p:cNvSpPr/>
            <p:nvPr/>
          </p:nvSpPr>
          <p:spPr>
            <a:xfrm>
              <a:off x="6136245" y="240559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7" name="pt4947"/>
            <p:cNvSpPr/>
            <p:nvPr/>
          </p:nvSpPr>
          <p:spPr>
            <a:xfrm>
              <a:off x="5678462" y="2495126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8" name="pt4948"/>
            <p:cNvSpPr/>
            <p:nvPr/>
          </p:nvSpPr>
          <p:spPr>
            <a:xfrm>
              <a:off x="6362752" y="233033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9" name="pt4949"/>
            <p:cNvSpPr/>
            <p:nvPr/>
          </p:nvSpPr>
          <p:spPr>
            <a:xfrm>
              <a:off x="5686752" y="2434559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0" name="pt4950"/>
            <p:cNvSpPr/>
            <p:nvPr/>
          </p:nvSpPr>
          <p:spPr>
            <a:xfrm>
              <a:off x="6292597" y="2089202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1" name="pt4951"/>
            <p:cNvSpPr/>
            <p:nvPr/>
          </p:nvSpPr>
          <p:spPr>
            <a:xfrm>
              <a:off x="6946898" y="1707836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2" name="pt4952"/>
            <p:cNvSpPr/>
            <p:nvPr/>
          </p:nvSpPr>
          <p:spPr>
            <a:xfrm>
              <a:off x="6760891" y="2119677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3" name="pt4953"/>
            <p:cNvSpPr/>
            <p:nvPr/>
          </p:nvSpPr>
          <p:spPr>
            <a:xfrm>
              <a:off x="5808342" y="2238115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4" name="pt4954"/>
            <p:cNvSpPr/>
            <p:nvPr/>
          </p:nvSpPr>
          <p:spPr>
            <a:xfrm>
              <a:off x="6554465" y="2056635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5" name="pt4955"/>
            <p:cNvSpPr/>
            <p:nvPr/>
          </p:nvSpPr>
          <p:spPr>
            <a:xfrm>
              <a:off x="6061604" y="2289047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6" name="pt4956"/>
            <p:cNvSpPr/>
            <p:nvPr/>
          </p:nvSpPr>
          <p:spPr>
            <a:xfrm>
              <a:off x="6052292" y="2453211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7" name="pt4957"/>
            <p:cNvSpPr/>
            <p:nvPr/>
          </p:nvSpPr>
          <p:spPr>
            <a:xfrm>
              <a:off x="7182551" y="1696880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8" name="pt4958"/>
            <p:cNvSpPr/>
            <p:nvPr/>
          </p:nvSpPr>
          <p:spPr>
            <a:xfrm>
              <a:off x="6464855" y="2008742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9" name="pt4959"/>
            <p:cNvSpPr/>
            <p:nvPr/>
          </p:nvSpPr>
          <p:spPr>
            <a:xfrm>
              <a:off x="6263915" y="2436309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0" name="pt4960"/>
            <p:cNvSpPr/>
            <p:nvPr/>
          </p:nvSpPr>
          <p:spPr>
            <a:xfrm>
              <a:off x="6655679" y="223043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1" name="pt4961"/>
            <p:cNvSpPr/>
            <p:nvPr/>
          </p:nvSpPr>
          <p:spPr>
            <a:xfrm>
              <a:off x="6108953" y="234317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2" name="pt4962"/>
            <p:cNvSpPr/>
            <p:nvPr/>
          </p:nvSpPr>
          <p:spPr>
            <a:xfrm>
              <a:off x="5732122" y="2127389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3" name="pt4963"/>
            <p:cNvSpPr/>
            <p:nvPr/>
          </p:nvSpPr>
          <p:spPr>
            <a:xfrm>
              <a:off x="6238102" y="2285316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4" name="pt4964"/>
            <p:cNvSpPr/>
            <p:nvPr/>
          </p:nvSpPr>
          <p:spPr>
            <a:xfrm>
              <a:off x="6696463" y="2078873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5" name="pt4965"/>
            <p:cNvSpPr/>
            <p:nvPr/>
          </p:nvSpPr>
          <p:spPr>
            <a:xfrm>
              <a:off x="6992410" y="1474514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6" name="pt4966"/>
            <p:cNvSpPr/>
            <p:nvPr/>
          </p:nvSpPr>
          <p:spPr>
            <a:xfrm>
              <a:off x="6366271" y="2254069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7" name="pt4967"/>
            <p:cNvSpPr/>
            <p:nvPr/>
          </p:nvSpPr>
          <p:spPr>
            <a:xfrm>
              <a:off x="6342608" y="223275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8" name="pt4968"/>
            <p:cNvSpPr/>
            <p:nvPr/>
          </p:nvSpPr>
          <p:spPr>
            <a:xfrm>
              <a:off x="6825675" y="1937205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9" name="pt4969"/>
            <p:cNvSpPr/>
            <p:nvPr/>
          </p:nvSpPr>
          <p:spPr>
            <a:xfrm>
              <a:off x="6895471" y="2053138"/>
              <a:ext cx="16849" cy="16849"/>
            </a:xfrm>
            <a:prstGeom prst="ellipse">
              <a:avLst/>
            </a:prstGeom>
            <a:solidFill>
              <a:srgbClr val="97D64B">
                <a:alpha val="45098"/>
              </a:srgbClr>
            </a:solidFill>
            <a:ln w="7363" cap="rnd">
              <a:solidFill>
                <a:srgbClr val="97D64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0" name="pt4970"/>
            <p:cNvSpPr/>
            <p:nvPr/>
          </p:nvSpPr>
          <p:spPr>
            <a:xfrm>
              <a:off x="6332462" y="2093519"/>
              <a:ext cx="16849" cy="16849"/>
            </a:xfrm>
            <a:prstGeom prst="ellipse">
              <a:avLst/>
            </a:prstGeom>
            <a:solidFill>
              <a:srgbClr val="76CE56">
                <a:alpha val="45098"/>
              </a:srgbClr>
            </a:solidFill>
            <a:ln w="7363" cap="rnd">
              <a:solidFill>
                <a:srgbClr val="76CE5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1" name="pt4971"/>
            <p:cNvSpPr/>
            <p:nvPr/>
          </p:nvSpPr>
          <p:spPr>
            <a:xfrm>
              <a:off x="5624362" y="2419333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2" name="pt4972"/>
            <p:cNvSpPr/>
            <p:nvPr/>
          </p:nvSpPr>
          <p:spPr>
            <a:xfrm>
              <a:off x="5237026" y="2381714"/>
              <a:ext cx="16849" cy="16849"/>
            </a:xfrm>
            <a:prstGeom prst="ellipse">
              <a:avLst/>
            </a:prstGeom>
            <a:solidFill>
              <a:srgbClr val="2A9488">
                <a:alpha val="45098"/>
              </a:srgbClr>
            </a:solidFill>
            <a:ln w="7363" cap="rnd">
              <a:solidFill>
                <a:srgbClr val="2A94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3" name="pt4973"/>
            <p:cNvSpPr/>
            <p:nvPr/>
          </p:nvSpPr>
          <p:spPr>
            <a:xfrm>
              <a:off x="6067013" y="2381084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4" name="pt4974"/>
            <p:cNvSpPr/>
            <p:nvPr/>
          </p:nvSpPr>
          <p:spPr>
            <a:xfrm>
              <a:off x="6233636" y="2256455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5" name="pt4975"/>
            <p:cNvSpPr/>
            <p:nvPr/>
          </p:nvSpPr>
          <p:spPr>
            <a:xfrm>
              <a:off x="6567116" y="2183281"/>
              <a:ext cx="16849" cy="16849"/>
            </a:xfrm>
            <a:prstGeom prst="ellipse">
              <a:avLst/>
            </a:prstGeom>
            <a:solidFill>
              <a:srgbClr val="FDE725">
                <a:alpha val="45098"/>
              </a:srgbClr>
            </a:solidFill>
            <a:ln w="7363" cap="rnd">
              <a:solidFill>
                <a:srgbClr val="FDE72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6" name="pt4976"/>
            <p:cNvSpPr/>
            <p:nvPr/>
          </p:nvSpPr>
          <p:spPr>
            <a:xfrm>
              <a:off x="6079555" y="243758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7" name="pt4977"/>
            <p:cNvSpPr/>
            <p:nvPr/>
          </p:nvSpPr>
          <p:spPr>
            <a:xfrm>
              <a:off x="6490474" y="2178697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8" name="pt4978"/>
            <p:cNvSpPr/>
            <p:nvPr/>
          </p:nvSpPr>
          <p:spPr>
            <a:xfrm>
              <a:off x="6349624" y="2157291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9" name="pt4979"/>
            <p:cNvSpPr/>
            <p:nvPr/>
          </p:nvSpPr>
          <p:spPr>
            <a:xfrm>
              <a:off x="6772618" y="2033377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0" name="pt4980"/>
            <p:cNvSpPr/>
            <p:nvPr/>
          </p:nvSpPr>
          <p:spPr>
            <a:xfrm>
              <a:off x="6269572" y="2498414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1" name="pt4981"/>
            <p:cNvSpPr/>
            <p:nvPr/>
          </p:nvSpPr>
          <p:spPr>
            <a:xfrm>
              <a:off x="5246384" y="204179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2" name="pt4982"/>
            <p:cNvSpPr/>
            <p:nvPr/>
          </p:nvSpPr>
          <p:spPr>
            <a:xfrm>
              <a:off x="6474223" y="2272767"/>
              <a:ext cx="16849" cy="16849"/>
            </a:xfrm>
            <a:prstGeom prst="ellipse">
              <a:avLst/>
            </a:prstGeom>
            <a:solidFill>
              <a:srgbClr val="9CD74A">
                <a:alpha val="45098"/>
              </a:srgbClr>
            </a:solidFill>
            <a:ln w="7363" cap="rnd">
              <a:solidFill>
                <a:srgbClr val="9CD7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3" name="pt4983"/>
            <p:cNvSpPr/>
            <p:nvPr/>
          </p:nvSpPr>
          <p:spPr>
            <a:xfrm>
              <a:off x="6613846" y="2346747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4" name="pt4984"/>
            <p:cNvSpPr/>
            <p:nvPr/>
          </p:nvSpPr>
          <p:spPr>
            <a:xfrm>
              <a:off x="4611460" y="277698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5" name="pt4985"/>
            <p:cNvSpPr/>
            <p:nvPr/>
          </p:nvSpPr>
          <p:spPr>
            <a:xfrm>
              <a:off x="5908223" y="2260564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6" name="pt4986"/>
            <p:cNvSpPr/>
            <p:nvPr/>
          </p:nvSpPr>
          <p:spPr>
            <a:xfrm>
              <a:off x="5824057" y="2519030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7" name="pt4987"/>
            <p:cNvSpPr/>
            <p:nvPr/>
          </p:nvSpPr>
          <p:spPr>
            <a:xfrm>
              <a:off x="6624893" y="2091959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8" name="pt4988"/>
            <p:cNvSpPr/>
            <p:nvPr/>
          </p:nvSpPr>
          <p:spPr>
            <a:xfrm>
              <a:off x="5535207" y="2090295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9" name="pt4989"/>
            <p:cNvSpPr/>
            <p:nvPr/>
          </p:nvSpPr>
          <p:spPr>
            <a:xfrm>
              <a:off x="5329791" y="1996184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0" name="pt4990"/>
            <p:cNvSpPr/>
            <p:nvPr/>
          </p:nvSpPr>
          <p:spPr>
            <a:xfrm>
              <a:off x="5882483" y="201680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1" name="pt4991"/>
            <p:cNvSpPr/>
            <p:nvPr/>
          </p:nvSpPr>
          <p:spPr>
            <a:xfrm>
              <a:off x="5702118" y="2399121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2" name="pt4992"/>
            <p:cNvSpPr/>
            <p:nvPr/>
          </p:nvSpPr>
          <p:spPr>
            <a:xfrm>
              <a:off x="6681720" y="2090031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3" name="pt4993"/>
            <p:cNvSpPr/>
            <p:nvPr/>
          </p:nvSpPr>
          <p:spPr>
            <a:xfrm>
              <a:off x="6358918" y="2240166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4" name="pt4994"/>
            <p:cNvSpPr/>
            <p:nvPr/>
          </p:nvSpPr>
          <p:spPr>
            <a:xfrm>
              <a:off x="6158873" y="2236021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5" name="pt4995"/>
            <p:cNvSpPr/>
            <p:nvPr/>
          </p:nvSpPr>
          <p:spPr>
            <a:xfrm>
              <a:off x="6244939" y="2251285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6" name="pt4996"/>
            <p:cNvSpPr/>
            <p:nvPr/>
          </p:nvSpPr>
          <p:spPr>
            <a:xfrm>
              <a:off x="5490798" y="2563776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7" name="pt4997"/>
            <p:cNvSpPr/>
            <p:nvPr/>
          </p:nvSpPr>
          <p:spPr>
            <a:xfrm>
              <a:off x="6670470" y="2150771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8" name="pt4998"/>
            <p:cNvSpPr/>
            <p:nvPr/>
          </p:nvSpPr>
          <p:spPr>
            <a:xfrm>
              <a:off x="6338905" y="2123293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9" name="pt4999"/>
            <p:cNvSpPr/>
            <p:nvPr/>
          </p:nvSpPr>
          <p:spPr>
            <a:xfrm>
              <a:off x="6062435" y="2407411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0" name="pt5000"/>
            <p:cNvSpPr/>
            <p:nvPr/>
          </p:nvSpPr>
          <p:spPr>
            <a:xfrm>
              <a:off x="5265854" y="1762979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1" name="pt5001"/>
            <p:cNvSpPr/>
            <p:nvPr/>
          </p:nvSpPr>
          <p:spPr>
            <a:xfrm>
              <a:off x="6317989" y="2255149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2" name="pt5002"/>
            <p:cNvSpPr/>
            <p:nvPr/>
          </p:nvSpPr>
          <p:spPr>
            <a:xfrm>
              <a:off x="6141583" y="2257048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3" name="pt5003"/>
            <p:cNvSpPr/>
            <p:nvPr/>
          </p:nvSpPr>
          <p:spPr>
            <a:xfrm>
              <a:off x="6492563" y="218191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4" name="pt5004"/>
            <p:cNvSpPr/>
            <p:nvPr/>
          </p:nvSpPr>
          <p:spPr>
            <a:xfrm>
              <a:off x="6162670" y="2299491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5" name="pt5005"/>
            <p:cNvSpPr/>
            <p:nvPr/>
          </p:nvSpPr>
          <p:spPr>
            <a:xfrm>
              <a:off x="6271823" y="2438858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6" name="pt5006"/>
            <p:cNvSpPr/>
            <p:nvPr/>
          </p:nvSpPr>
          <p:spPr>
            <a:xfrm>
              <a:off x="5650482" y="2296062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7" name="pt5007"/>
            <p:cNvSpPr/>
            <p:nvPr/>
          </p:nvSpPr>
          <p:spPr>
            <a:xfrm>
              <a:off x="6119978" y="2128776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8" name="pt5008"/>
            <p:cNvSpPr/>
            <p:nvPr/>
          </p:nvSpPr>
          <p:spPr>
            <a:xfrm>
              <a:off x="6728767" y="1810754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9" name="pt5009"/>
            <p:cNvSpPr/>
            <p:nvPr/>
          </p:nvSpPr>
          <p:spPr>
            <a:xfrm>
              <a:off x="7374018" y="1813129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0" name="pt5010"/>
            <p:cNvSpPr/>
            <p:nvPr/>
          </p:nvSpPr>
          <p:spPr>
            <a:xfrm>
              <a:off x="6223888" y="233588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1" name="pt5011"/>
            <p:cNvSpPr/>
            <p:nvPr/>
          </p:nvSpPr>
          <p:spPr>
            <a:xfrm>
              <a:off x="6485703" y="2250977"/>
              <a:ext cx="16849" cy="16849"/>
            </a:xfrm>
            <a:prstGeom prst="ellipse">
              <a:avLst/>
            </a:prstGeom>
            <a:solidFill>
              <a:srgbClr val="A1D749">
                <a:alpha val="45098"/>
              </a:srgbClr>
            </a:solidFill>
            <a:ln w="7363" cap="rnd">
              <a:solidFill>
                <a:srgbClr val="A1D74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2" name="pt5012"/>
            <p:cNvSpPr/>
            <p:nvPr/>
          </p:nvSpPr>
          <p:spPr>
            <a:xfrm>
              <a:off x="5641006" y="2392017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3" name="pt5013"/>
            <p:cNvSpPr/>
            <p:nvPr/>
          </p:nvSpPr>
          <p:spPr>
            <a:xfrm>
              <a:off x="6284642" y="2195016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4" name="pt5014"/>
            <p:cNvSpPr/>
            <p:nvPr/>
          </p:nvSpPr>
          <p:spPr>
            <a:xfrm>
              <a:off x="5331810" y="185294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5" name="pt5015"/>
            <p:cNvSpPr/>
            <p:nvPr/>
          </p:nvSpPr>
          <p:spPr>
            <a:xfrm>
              <a:off x="5986348" y="249191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6" name="pt5016"/>
            <p:cNvSpPr/>
            <p:nvPr/>
          </p:nvSpPr>
          <p:spPr>
            <a:xfrm>
              <a:off x="5626079" y="2413593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7" name="pt5017"/>
            <p:cNvSpPr/>
            <p:nvPr/>
          </p:nvSpPr>
          <p:spPr>
            <a:xfrm>
              <a:off x="7031151" y="1955283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8" name="pt5018"/>
            <p:cNvSpPr/>
            <p:nvPr/>
          </p:nvSpPr>
          <p:spPr>
            <a:xfrm>
              <a:off x="6754159" y="2031908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9" name="pt5019"/>
            <p:cNvSpPr/>
            <p:nvPr/>
          </p:nvSpPr>
          <p:spPr>
            <a:xfrm>
              <a:off x="6103556" y="2194594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0" name="pt5020"/>
            <p:cNvSpPr/>
            <p:nvPr/>
          </p:nvSpPr>
          <p:spPr>
            <a:xfrm>
              <a:off x="6496872" y="2131892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1" name="pt5021"/>
            <p:cNvSpPr/>
            <p:nvPr/>
          </p:nvSpPr>
          <p:spPr>
            <a:xfrm>
              <a:off x="5780887" y="2136542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2" name="pt5022"/>
            <p:cNvSpPr/>
            <p:nvPr/>
          </p:nvSpPr>
          <p:spPr>
            <a:xfrm>
              <a:off x="6299147" y="1836455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3" name="pt5023"/>
            <p:cNvSpPr/>
            <p:nvPr/>
          </p:nvSpPr>
          <p:spPr>
            <a:xfrm>
              <a:off x="7129552" y="1392289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4" name="pt5024"/>
            <p:cNvSpPr/>
            <p:nvPr/>
          </p:nvSpPr>
          <p:spPr>
            <a:xfrm>
              <a:off x="5969661" y="229364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5" name="pt5025"/>
            <p:cNvSpPr/>
            <p:nvPr/>
          </p:nvSpPr>
          <p:spPr>
            <a:xfrm>
              <a:off x="6077966" y="2443403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6" name="pt5026"/>
            <p:cNvSpPr/>
            <p:nvPr/>
          </p:nvSpPr>
          <p:spPr>
            <a:xfrm>
              <a:off x="6068336" y="2336749"/>
              <a:ext cx="16849" cy="16849"/>
            </a:xfrm>
            <a:prstGeom prst="ellipse">
              <a:avLst/>
            </a:prstGeom>
            <a:solidFill>
              <a:srgbClr val="4FB773">
                <a:alpha val="45098"/>
              </a:srgbClr>
            </a:solidFill>
            <a:ln w="7363" cap="rnd">
              <a:solidFill>
                <a:srgbClr val="4FB7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7" name="pt5027"/>
            <p:cNvSpPr/>
            <p:nvPr/>
          </p:nvSpPr>
          <p:spPr>
            <a:xfrm>
              <a:off x="6544790" y="2058292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8" name="pt5028"/>
            <p:cNvSpPr/>
            <p:nvPr/>
          </p:nvSpPr>
          <p:spPr>
            <a:xfrm>
              <a:off x="6345529" y="2118608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9" name="pt5029"/>
            <p:cNvSpPr/>
            <p:nvPr/>
          </p:nvSpPr>
          <p:spPr>
            <a:xfrm>
              <a:off x="5806789" y="2120655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0" name="pt5030"/>
            <p:cNvSpPr/>
            <p:nvPr/>
          </p:nvSpPr>
          <p:spPr>
            <a:xfrm>
              <a:off x="6551200" y="1973085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1" name="pt5031"/>
            <p:cNvSpPr/>
            <p:nvPr/>
          </p:nvSpPr>
          <p:spPr>
            <a:xfrm>
              <a:off x="5742817" y="2240959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2" name="pt5032"/>
            <p:cNvSpPr/>
            <p:nvPr/>
          </p:nvSpPr>
          <p:spPr>
            <a:xfrm>
              <a:off x="6304877" y="2338160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3" name="pt5033"/>
            <p:cNvSpPr/>
            <p:nvPr/>
          </p:nvSpPr>
          <p:spPr>
            <a:xfrm>
              <a:off x="6083006" y="2371211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4" name="pt5034"/>
            <p:cNvSpPr/>
            <p:nvPr/>
          </p:nvSpPr>
          <p:spPr>
            <a:xfrm>
              <a:off x="6203671" y="2199915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5" name="pt5035"/>
            <p:cNvSpPr/>
            <p:nvPr/>
          </p:nvSpPr>
          <p:spPr>
            <a:xfrm>
              <a:off x="6286064" y="2186788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6" name="pt5036"/>
            <p:cNvSpPr/>
            <p:nvPr/>
          </p:nvSpPr>
          <p:spPr>
            <a:xfrm>
              <a:off x="6105593" y="232154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7" name="pt5037"/>
            <p:cNvSpPr/>
            <p:nvPr/>
          </p:nvSpPr>
          <p:spPr>
            <a:xfrm>
              <a:off x="6301839" y="2018964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8" name="pt5038"/>
            <p:cNvSpPr/>
            <p:nvPr/>
          </p:nvSpPr>
          <p:spPr>
            <a:xfrm>
              <a:off x="5642558" y="2360400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9" name="pt5039"/>
            <p:cNvSpPr/>
            <p:nvPr/>
          </p:nvSpPr>
          <p:spPr>
            <a:xfrm>
              <a:off x="5533990" y="2218253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0" name="pt5040"/>
            <p:cNvSpPr/>
            <p:nvPr/>
          </p:nvSpPr>
          <p:spPr>
            <a:xfrm>
              <a:off x="6833313" y="1886286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1" name="pt5041"/>
            <p:cNvSpPr/>
            <p:nvPr/>
          </p:nvSpPr>
          <p:spPr>
            <a:xfrm>
              <a:off x="6160751" y="2305520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2" name="pt5042"/>
            <p:cNvSpPr/>
            <p:nvPr/>
          </p:nvSpPr>
          <p:spPr>
            <a:xfrm>
              <a:off x="5819660" y="2422057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3" name="pt5043"/>
            <p:cNvSpPr/>
            <p:nvPr/>
          </p:nvSpPr>
          <p:spPr>
            <a:xfrm>
              <a:off x="6355848" y="2186649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4" name="pt5044"/>
            <p:cNvSpPr/>
            <p:nvPr/>
          </p:nvSpPr>
          <p:spPr>
            <a:xfrm>
              <a:off x="6430820" y="1863437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5" name="pt5045"/>
            <p:cNvSpPr/>
            <p:nvPr/>
          </p:nvSpPr>
          <p:spPr>
            <a:xfrm>
              <a:off x="5878740" y="205972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6" name="pt5046"/>
            <p:cNvSpPr/>
            <p:nvPr/>
          </p:nvSpPr>
          <p:spPr>
            <a:xfrm>
              <a:off x="5739456" y="2044575"/>
              <a:ext cx="16849" cy="16849"/>
            </a:xfrm>
            <a:prstGeom prst="ellipse">
              <a:avLst/>
            </a:prstGeom>
            <a:solidFill>
              <a:srgbClr val="2DAA81">
                <a:alpha val="45098"/>
              </a:srgbClr>
            </a:solidFill>
            <a:ln w="7363" cap="rnd">
              <a:solidFill>
                <a:srgbClr val="2DAA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7" name="pt5047"/>
            <p:cNvSpPr/>
            <p:nvPr/>
          </p:nvSpPr>
          <p:spPr>
            <a:xfrm>
              <a:off x="6290319" y="2059709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8" name="pt5048"/>
            <p:cNvSpPr/>
            <p:nvPr/>
          </p:nvSpPr>
          <p:spPr>
            <a:xfrm>
              <a:off x="6251783" y="2283222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9" name="pt5049"/>
            <p:cNvSpPr/>
            <p:nvPr/>
          </p:nvSpPr>
          <p:spPr>
            <a:xfrm>
              <a:off x="6408894" y="2154908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0" name="pt5050"/>
            <p:cNvSpPr/>
            <p:nvPr/>
          </p:nvSpPr>
          <p:spPr>
            <a:xfrm>
              <a:off x="6588982" y="2080041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1" name="pt5051"/>
            <p:cNvSpPr/>
            <p:nvPr/>
          </p:nvSpPr>
          <p:spPr>
            <a:xfrm>
              <a:off x="5831852" y="2467986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2" name="pt5052"/>
            <p:cNvSpPr/>
            <p:nvPr/>
          </p:nvSpPr>
          <p:spPr>
            <a:xfrm>
              <a:off x="5718562" y="2486902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3" name="pt5053"/>
            <p:cNvSpPr/>
            <p:nvPr/>
          </p:nvSpPr>
          <p:spPr>
            <a:xfrm>
              <a:off x="6695064" y="2023014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4" name="pt5054"/>
            <p:cNvSpPr/>
            <p:nvPr/>
          </p:nvSpPr>
          <p:spPr>
            <a:xfrm>
              <a:off x="5703414" y="2426342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5" name="pt5055"/>
            <p:cNvSpPr/>
            <p:nvPr/>
          </p:nvSpPr>
          <p:spPr>
            <a:xfrm>
              <a:off x="5210094" y="243570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6" name="pt5056"/>
            <p:cNvSpPr/>
            <p:nvPr/>
          </p:nvSpPr>
          <p:spPr>
            <a:xfrm>
              <a:off x="6485874" y="2137249"/>
              <a:ext cx="16849" cy="16849"/>
            </a:xfrm>
            <a:prstGeom prst="ellipse">
              <a:avLst/>
            </a:prstGeom>
            <a:solidFill>
              <a:srgbClr val="49B476">
                <a:alpha val="45098"/>
              </a:srgbClr>
            </a:solidFill>
            <a:ln w="7363" cap="rnd">
              <a:solidFill>
                <a:srgbClr val="49B4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7" name="pt5057"/>
            <p:cNvSpPr/>
            <p:nvPr/>
          </p:nvSpPr>
          <p:spPr>
            <a:xfrm>
              <a:off x="6332364" y="2174850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8" name="pt5058"/>
            <p:cNvSpPr/>
            <p:nvPr/>
          </p:nvSpPr>
          <p:spPr>
            <a:xfrm>
              <a:off x="5438079" y="2456377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9" name="pt5059"/>
            <p:cNvSpPr/>
            <p:nvPr/>
          </p:nvSpPr>
          <p:spPr>
            <a:xfrm>
              <a:off x="6218375" y="228252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0" name="pt5060"/>
            <p:cNvSpPr/>
            <p:nvPr/>
          </p:nvSpPr>
          <p:spPr>
            <a:xfrm>
              <a:off x="6078736" y="240463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1" name="pt5061"/>
            <p:cNvSpPr/>
            <p:nvPr/>
          </p:nvSpPr>
          <p:spPr>
            <a:xfrm>
              <a:off x="6491124" y="2191653"/>
              <a:ext cx="16849" cy="16849"/>
            </a:xfrm>
            <a:prstGeom prst="ellipse">
              <a:avLst/>
            </a:prstGeom>
            <a:solidFill>
              <a:srgbClr val="68C563">
                <a:alpha val="45098"/>
              </a:srgbClr>
            </a:solidFill>
            <a:ln w="7363" cap="rnd">
              <a:solidFill>
                <a:srgbClr val="68C5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2" name="pt5062"/>
            <p:cNvSpPr/>
            <p:nvPr/>
          </p:nvSpPr>
          <p:spPr>
            <a:xfrm>
              <a:off x="5782751" y="2112516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3" name="pt5063"/>
            <p:cNvSpPr/>
            <p:nvPr/>
          </p:nvSpPr>
          <p:spPr>
            <a:xfrm>
              <a:off x="6760820" y="1989776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4" name="pt5064"/>
            <p:cNvSpPr/>
            <p:nvPr/>
          </p:nvSpPr>
          <p:spPr>
            <a:xfrm>
              <a:off x="6192627" y="221814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5" name="pt5065"/>
            <p:cNvSpPr/>
            <p:nvPr/>
          </p:nvSpPr>
          <p:spPr>
            <a:xfrm>
              <a:off x="6801110" y="190957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6" name="pt5066"/>
            <p:cNvSpPr/>
            <p:nvPr/>
          </p:nvSpPr>
          <p:spPr>
            <a:xfrm>
              <a:off x="6035191" y="213519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7" name="pt5067"/>
            <p:cNvSpPr/>
            <p:nvPr/>
          </p:nvSpPr>
          <p:spPr>
            <a:xfrm>
              <a:off x="6385175" y="2366490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8" name="pt5068"/>
            <p:cNvSpPr/>
            <p:nvPr/>
          </p:nvSpPr>
          <p:spPr>
            <a:xfrm>
              <a:off x="6049037" y="205656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9" name="pt5069"/>
            <p:cNvSpPr/>
            <p:nvPr/>
          </p:nvSpPr>
          <p:spPr>
            <a:xfrm>
              <a:off x="6435396" y="1960874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0" name="pt5070"/>
            <p:cNvSpPr/>
            <p:nvPr/>
          </p:nvSpPr>
          <p:spPr>
            <a:xfrm>
              <a:off x="6913247" y="1877632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1" name="pt5071"/>
            <p:cNvSpPr/>
            <p:nvPr/>
          </p:nvSpPr>
          <p:spPr>
            <a:xfrm>
              <a:off x="6699889" y="206488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2" name="pt5072"/>
            <p:cNvSpPr/>
            <p:nvPr/>
          </p:nvSpPr>
          <p:spPr>
            <a:xfrm>
              <a:off x="6393318" y="2160331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3" name="pt5073"/>
            <p:cNvSpPr/>
            <p:nvPr/>
          </p:nvSpPr>
          <p:spPr>
            <a:xfrm>
              <a:off x="6731160" y="1831121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4" name="pt5074"/>
            <p:cNvSpPr/>
            <p:nvPr/>
          </p:nvSpPr>
          <p:spPr>
            <a:xfrm>
              <a:off x="6512563" y="228632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5" name="pt5075"/>
            <p:cNvSpPr/>
            <p:nvPr/>
          </p:nvSpPr>
          <p:spPr>
            <a:xfrm>
              <a:off x="5952279" y="217214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6" name="pt5076"/>
            <p:cNvSpPr/>
            <p:nvPr/>
          </p:nvSpPr>
          <p:spPr>
            <a:xfrm>
              <a:off x="6734317" y="2117116"/>
              <a:ext cx="16849" cy="16849"/>
            </a:xfrm>
            <a:prstGeom prst="ellipse">
              <a:avLst/>
            </a:prstGeom>
            <a:solidFill>
              <a:srgbClr val="77CF54">
                <a:alpha val="45098"/>
              </a:srgbClr>
            </a:solidFill>
            <a:ln w="7363" cap="rnd">
              <a:solidFill>
                <a:srgbClr val="77CF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7" name="pt5077"/>
            <p:cNvSpPr/>
            <p:nvPr/>
          </p:nvSpPr>
          <p:spPr>
            <a:xfrm>
              <a:off x="7046907" y="1995828"/>
              <a:ext cx="16849" cy="16849"/>
            </a:xfrm>
            <a:prstGeom prst="ellipse">
              <a:avLst/>
            </a:prstGeom>
            <a:solidFill>
              <a:srgbClr val="63C266">
                <a:alpha val="45098"/>
              </a:srgbClr>
            </a:solidFill>
            <a:ln w="7363" cap="rnd">
              <a:solidFill>
                <a:srgbClr val="63C26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8" name="pt5078"/>
            <p:cNvSpPr/>
            <p:nvPr/>
          </p:nvSpPr>
          <p:spPr>
            <a:xfrm>
              <a:off x="6327471" y="2199206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9" name="pt5079"/>
            <p:cNvSpPr/>
            <p:nvPr/>
          </p:nvSpPr>
          <p:spPr>
            <a:xfrm>
              <a:off x="7254156" y="1835838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0" name="pt5080"/>
            <p:cNvSpPr/>
            <p:nvPr/>
          </p:nvSpPr>
          <p:spPr>
            <a:xfrm>
              <a:off x="6752897" y="2261955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1" name="pt5081"/>
            <p:cNvSpPr/>
            <p:nvPr/>
          </p:nvSpPr>
          <p:spPr>
            <a:xfrm>
              <a:off x="6312089" y="2347701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2" name="pt5082"/>
            <p:cNvSpPr/>
            <p:nvPr/>
          </p:nvSpPr>
          <p:spPr>
            <a:xfrm>
              <a:off x="6104717" y="2240243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3" name="pt5083"/>
            <p:cNvSpPr/>
            <p:nvPr/>
          </p:nvSpPr>
          <p:spPr>
            <a:xfrm>
              <a:off x="6580101" y="2138902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4" name="pt5084"/>
            <p:cNvSpPr/>
            <p:nvPr/>
          </p:nvSpPr>
          <p:spPr>
            <a:xfrm>
              <a:off x="6304115" y="1966665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5" name="pt5085"/>
            <p:cNvSpPr/>
            <p:nvPr/>
          </p:nvSpPr>
          <p:spPr>
            <a:xfrm>
              <a:off x="6629932" y="2142535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6" name="pt5086"/>
            <p:cNvSpPr/>
            <p:nvPr/>
          </p:nvSpPr>
          <p:spPr>
            <a:xfrm>
              <a:off x="5938712" y="191242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7" name="pt5087"/>
            <p:cNvSpPr/>
            <p:nvPr/>
          </p:nvSpPr>
          <p:spPr>
            <a:xfrm>
              <a:off x="5561268" y="2347116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8" name="pt5088"/>
            <p:cNvSpPr/>
            <p:nvPr/>
          </p:nvSpPr>
          <p:spPr>
            <a:xfrm>
              <a:off x="6942285" y="1848858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9" name="pt5089"/>
            <p:cNvSpPr/>
            <p:nvPr/>
          </p:nvSpPr>
          <p:spPr>
            <a:xfrm>
              <a:off x="5935284" y="1858589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0" name="pt5090"/>
            <p:cNvSpPr/>
            <p:nvPr/>
          </p:nvSpPr>
          <p:spPr>
            <a:xfrm>
              <a:off x="6271957" y="2411218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1" name="pt5091"/>
            <p:cNvSpPr/>
            <p:nvPr/>
          </p:nvSpPr>
          <p:spPr>
            <a:xfrm>
              <a:off x="6021686" y="2102030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2" name="pt5092"/>
            <p:cNvSpPr/>
            <p:nvPr/>
          </p:nvSpPr>
          <p:spPr>
            <a:xfrm>
              <a:off x="6279363" y="2109151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3" name="pt5093"/>
            <p:cNvSpPr/>
            <p:nvPr/>
          </p:nvSpPr>
          <p:spPr>
            <a:xfrm>
              <a:off x="6546309" y="218745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4" name="pt5094"/>
            <p:cNvSpPr/>
            <p:nvPr/>
          </p:nvSpPr>
          <p:spPr>
            <a:xfrm>
              <a:off x="5362713" y="2544617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5" name="pt5095"/>
            <p:cNvSpPr/>
            <p:nvPr/>
          </p:nvSpPr>
          <p:spPr>
            <a:xfrm>
              <a:off x="6195756" y="2252159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6" name="pt5096"/>
            <p:cNvSpPr/>
            <p:nvPr/>
          </p:nvSpPr>
          <p:spPr>
            <a:xfrm>
              <a:off x="7276626" y="1728127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7" name="pt5097"/>
            <p:cNvSpPr/>
            <p:nvPr/>
          </p:nvSpPr>
          <p:spPr>
            <a:xfrm>
              <a:off x="5865384" y="2033843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8" name="pt5098"/>
            <p:cNvSpPr/>
            <p:nvPr/>
          </p:nvSpPr>
          <p:spPr>
            <a:xfrm>
              <a:off x="5470054" y="247196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9" name="pt5099"/>
            <p:cNvSpPr/>
            <p:nvPr/>
          </p:nvSpPr>
          <p:spPr>
            <a:xfrm>
              <a:off x="5464544" y="261143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0" name="pt5100"/>
            <p:cNvSpPr/>
            <p:nvPr/>
          </p:nvSpPr>
          <p:spPr>
            <a:xfrm>
              <a:off x="6241106" y="2338540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1" name="pt5101"/>
            <p:cNvSpPr/>
            <p:nvPr/>
          </p:nvSpPr>
          <p:spPr>
            <a:xfrm>
              <a:off x="6250029" y="2192773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2" name="pt5102"/>
            <p:cNvSpPr/>
            <p:nvPr/>
          </p:nvSpPr>
          <p:spPr>
            <a:xfrm>
              <a:off x="6511502" y="2105855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3" name="pt5103"/>
            <p:cNvSpPr/>
            <p:nvPr/>
          </p:nvSpPr>
          <p:spPr>
            <a:xfrm>
              <a:off x="6270600" y="2452693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4" name="pt5104"/>
            <p:cNvSpPr/>
            <p:nvPr/>
          </p:nvSpPr>
          <p:spPr>
            <a:xfrm>
              <a:off x="7288480" y="207110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5" name="pt5105"/>
            <p:cNvSpPr/>
            <p:nvPr/>
          </p:nvSpPr>
          <p:spPr>
            <a:xfrm>
              <a:off x="6818193" y="1857057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6" name="pt5106"/>
            <p:cNvSpPr/>
            <p:nvPr/>
          </p:nvSpPr>
          <p:spPr>
            <a:xfrm>
              <a:off x="6179554" y="2297062"/>
              <a:ext cx="16849" cy="16849"/>
            </a:xfrm>
            <a:prstGeom prst="ellipse">
              <a:avLst/>
            </a:prstGeom>
            <a:solidFill>
              <a:srgbClr val="28A983">
                <a:alpha val="45098"/>
              </a:srgbClr>
            </a:solidFill>
            <a:ln w="7363" cap="rnd">
              <a:solidFill>
                <a:srgbClr val="28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7" name="pt5107"/>
            <p:cNvSpPr/>
            <p:nvPr/>
          </p:nvSpPr>
          <p:spPr>
            <a:xfrm>
              <a:off x="7356345" y="2083478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8" name="pt5108"/>
            <p:cNvSpPr/>
            <p:nvPr/>
          </p:nvSpPr>
          <p:spPr>
            <a:xfrm>
              <a:off x="5978289" y="213930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9" name="pt5109"/>
            <p:cNvSpPr/>
            <p:nvPr/>
          </p:nvSpPr>
          <p:spPr>
            <a:xfrm>
              <a:off x="5576292" y="2586472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0" name="pt5110"/>
            <p:cNvSpPr/>
            <p:nvPr/>
          </p:nvSpPr>
          <p:spPr>
            <a:xfrm>
              <a:off x="6041296" y="2394895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1" name="pt5111"/>
            <p:cNvSpPr/>
            <p:nvPr/>
          </p:nvSpPr>
          <p:spPr>
            <a:xfrm>
              <a:off x="6165993" y="232699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2" name="pt5112"/>
            <p:cNvSpPr/>
            <p:nvPr/>
          </p:nvSpPr>
          <p:spPr>
            <a:xfrm>
              <a:off x="6128106" y="2148707"/>
              <a:ext cx="16849" cy="16849"/>
            </a:xfrm>
            <a:prstGeom prst="ellipse">
              <a:avLst/>
            </a:prstGeom>
            <a:solidFill>
              <a:srgbClr val="66C364">
                <a:alpha val="45098"/>
              </a:srgbClr>
            </a:solidFill>
            <a:ln w="7363" cap="rnd">
              <a:solidFill>
                <a:srgbClr val="66C36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3" name="pt5113"/>
            <p:cNvSpPr/>
            <p:nvPr/>
          </p:nvSpPr>
          <p:spPr>
            <a:xfrm>
              <a:off x="6084326" y="2400119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4" name="pt5114"/>
            <p:cNvSpPr/>
            <p:nvPr/>
          </p:nvSpPr>
          <p:spPr>
            <a:xfrm>
              <a:off x="6668127" y="206000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5" name="pt5115"/>
            <p:cNvSpPr/>
            <p:nvPr/>
          </p:nvSpPr>
          <p:spPr>
            <a:xfrm>
              <a:off x="4893348" y="2666526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6" name="pt5116"/>
            <p:cNvSpPr/>
            <p:nvPr/>
          </p:nvSpPr>
          <p:spPr>
            <a:xfrm>
              <a:off x="6358656" y="2281262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7" name="pt5117"/>
            <p:cNvSpPr/>
            <p:nvPr/>
          </p:nvSpPr>
          <p:spPr>
            <a:xfrm>
              <a:off x="6673325" y="2060978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8" name="pt5118"/>
            <p:cNvSpPr/>
            <p:nvPr/>
          </p:nvSpPr>
          <p:spPr>
            <a:xfrm>
              <a:off x="6495780" y="2349955"/>
              <a:ext cx="16849" cy="16849"/>
            </a:xfrm>
            <a:prstGeom prst="ellipse">
              <a:avLst/>
            </a:prstGeom>
            <a:solidFill>
              <a:srgbClr val="BBDC41">
                <a:alpha val="45098"/>
              </a:srgbClr>
            </a:solidFill>
            <a:ln w="7363" cap="rnd">
              <a:solidFill>
                <a:srgbClr val="BBDC4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9" name="pt5119"/>
            <p:cNvSpPr/>
            <p:nvPr/>
          </p:nvSpPr>
          <p:spPr>
            <a:xfrm>
              <a:off x="6556085" y="2064979"/>
              <a:ext cx="16849" cy="16849"/>
            </a:xfrm>
            <a:prstGeom prst="ellipse">
              <a:avLst/>
            </a:prstGeom>
            <a:solidFill>
              <a:srgbClr val="5CBE6B">
                <a:alpha val="45098"/>
              </a:srgbClr>
            </a:solidFill>
            <a:ln w="7363" cap="rnd">
              <a:solidFill>
                <a:srgbClr val="5CBE6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0" name="pt5120"/>
            <p:cNvSpPr/>
            <p:nvPr/>
          </p:nvSpPr>
          <p:spPr>
            <a:xfrm>
              <a:off x="6563374" y="2084412"/>
              <a:ext cx="16849" cy="16849"/>
            </a:xfrm>
            <a:prstGeom prst="ellipse">
              <a:avLst/>
            </a:prstGeom>
            <a:solidFill>
              <a:srgbClr val="28A983">
                <a:alpha val="45098"/>
              </a:srgbClr>
            </a:solidFill>
            <a:ln w="7363" cap="rnd">
              <a:solidFill>
                <a:srgbClr val="28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1" name="pt5121"/>
            <p:cNvSpPr/>
            <p:nvPr/>
          </p:nvSpPr>
          <p:spPr>
            <a:xfrm>
              <a:off x="6427591" y="2011107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2" name="pt5122"/>
            <p:cNvSpPr/>
            <p:nvPr/>
          </p:nvSpPr>
          <p:spPr>
            <a:xfrm>
              <a:off x="5974462" y="2443578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3" name="pt5123"/>
            <p:cNvSpPr/>
            <p:nvPr/>
          </p:nvSpPr>
          <p:spPr>
            <a:xfrm>
              <a:off x="5983069" y="2454937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4" name="pt5124"/>
            <p:cNvSpPr/>
            <p:nvPr/>
          </p:nvSpPr>
          <p:spPr>
            <a:xfrm>
              <a:off x="6528558" y="226842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5" name="pt5125"/>
            <p:cNvSpPr/>
            <p:nvPr/>
          </p:nvSpPr>
          <p:spPr>
            <a:xfrm>
              <a:off x="6468310" y="2174414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6" name="pt5126"/>
            <p:cNvSpPr/>
            <p:nvPr/>
          </p:nvSpPr>
          <p:spPr>
            <a:xfrm>
              <a:off x="6084787" y="2440907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7" name="pt5127"/>
            <p:cNvSpPr/>
            <p:nvPr/>
          </p:nvSpPr>
          <p:spPr>
            <a:xfrm>
              <a:off x="5574123" y="2432715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8" name="pt5128"/>
            <p:cNvSpPr/>
            <p:nvPr/>
          </p:nvSpPr>
          <p:spPr>
            <a:xfrm>
              <a:off x="6226752" y="231199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9" name="pt5129"/>
            <p:cNvSpPr/>
            <p:nvPr/>
          </p:nvSpPr>
          <p:spPr>
            <a:xfrm>
              <a:off x="5702964" y="2354192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0" name="pt5130"/>
            <p:cNvSpPr/>
            <p:nvPr/>
          </p:nvSpPr>
          <p:spPr>
            <a:xfrm>
              <a:off x="6453893" y="2063667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1" name="pt5131"/>
            <p:cNvSpPr/>
            <p:nvPr/>
          </p:nvSpPr>
          <p:spPr>
            <a:xfrm>
              <a:off x="5318901" y="221662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2" name="pt5132"/>
            <p:cNvSpPr/>
            <p:nvPr/>
          </p:nvSpPr>
          <p:spPr>
            <a:xfrm>
              <a:off x="6192340" y="2233857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3" name="pt5133"/>
            <p:cNvSpPr/>
            <p:nvPr/>
          </p:nvSpPr>
          <p:spPr>
            <a:xfrm>
              <a:off x="5315488" y="2030516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4" name="pt5134"/>
            <p:cNvSpPr/>
            <p:nvPr/>
          </p:nvSpPr>
          <p:spPr>
            <a:xfrm>
              <a:off x="5528103" y="2310821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5" name="pt5135"/>
            <p:cNvSpPr/>
            <p:nvPr/>
          </p:nvSpPr>
          <p:spPr>
            <a:xfrm>
              <a:off x="6967515" y="1774625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6" name="pt5136"/>
            <p:cNvSpPr/>
            <p:nvPr/>
          </p:nvSpPr>
          <p:spPr>
            <a:xfrm>
              <a:off x="6020436" y="2207670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7" name="pt5137"/>
            <p:cNvSpPr/>
            <p:nvPr/>
          </p:nvSpPr>
          <p:spPr>
            <a:xfrm>
              <a:off x="7039559" y="1749071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8" name="pt5138"/>
            <p:cNvSpPr/>
            <p:nvPr/>
          </p:nvSpPr>
          <p:spPr>
            <a:xfrm>
              <a:off x="5686935" y="2434514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9" name="pt5139"/>
            <p:cNvSpPr/>
            <p:nvPr/>
          </p:nvSpPr>
          <p:spPr>
            <a:xfrm>
              <a:off x="5596432" y="2426392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0" name="pt5140"/>
            <p:cNvSpPr/>
            <p:nvPr/>
          </p:nvSpPr>
          <p:spPr>
            <a:xfrm>
              <a:off x="6401239" y="2232035"/>
              <a:ext cx="16849" cy="16849"/>
            </a:xfrm>
            <a:prstGeom prst="ellipse">
              <a:avLst/>
            </a:prstGeom>
            <a:solidFill>
              <a:srgbClr val="BBDC41">
                <a:alpha val="45098"/>
              </a:srgbClr>
            </a:solidFill>
            <a:ln w="7363" cap="rnd">
              <a:solidFill>
                <a:srgbClr val="BBDC4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1" name="pt5141"/>
            <p:cNvSpPr/>
            <p:nvPr/>
          </p:nvSpPr>
          <p:spPr>
            <a:xfrm>
              <a:off x="6202962" y="2160659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2" name="pt5142"/>
            <p:cNvSpPr/>
            <p:nvPr/>
          </p:nvSpPr>
          <p:spPr>
            <a:xfrm>
              <a:off x="6365201" y="2286496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3" name="pt5143"/>
            <p:cNvSpPr/>
            <p:nvPr/>
          </p:nvSpPr>
          <p:spPr>
            <a:xfrm>
              <a:off x="5625024" y="2440476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4" name="pt5144"/>
            <p:cNvSpPr/>
            <p:nvPr/>
          </p:nvSpPr>
          <p:spPr>
            <a:xfrm>
              <a:off x="6139183" y="234322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5" name="pt5145"/>
            <p:cNvSpPr/>
            <p:nvPr/>
          </p:nvSpPr>
          <p:spPr>
            <a:xfrm>
              <a:off x="6170973" y="2276380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6" name="pt5146"/>
            <p:cNvSpPr/>
            <p:nvPr/>
          </p:nvSpPr>
          <p:spPr>
            <a:xfrm>
              <a:off x="6838424" y="1778263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7" name="pt5147"/>
            <p:cNvSpPr/>
            <p:nvPr/>
          </p:nvSpPr>
          <p:spPr>
            <a:xfrm>
              <a:off x="7085344" y="1332343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8" name="pt5148"/>
            <p:cNvSpPr/>
            <p:nvPr/>
          </p:nvSpPr>
          <p:spPr>
            <a:xfrm>
              <a:off x="5517836" y="234841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9" name="pt5149"/>
            <p:cNvSpPr/>
            <p:nvPr/>
          </p:nvSpPr>
          <p:spPr>
            <a:xfrm>
              <a:off x="6362075" y="2255814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0" name="pt5150"/>
            <p:cNvSpPr/>
            <p:nvPr/>
          </p:nvSpPr>
          <p:spPr>
            <a:xfrm>
              <a:off x="6619317" y="2146035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1" name="pt5151"/>
            <p:cNvSpPr/>
            <p:nvPr/>
          </p:nvSpPr>
          <p:spPr>
            <a:xfrm>
              <a:off x="6405540" y="2207736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2" name="pt5152"/>
            <p:cNvSpPr/>
            <p:nvPr/>
          </p:nvSpPr>
          <p:spPr>
            <a:xfrm>
              <a:off x="5770920" y="220608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3" name="pt5153"/>
            <p:cNvSpPr/>
            <p:nvPr/>
          </p:nvSpPr>
          <p:spPr>
            <a:xfrm>
              <a:off x="6881215" y="195391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4" name="pt5154"/>
            <p:cNvSpPr/>
            <p:nvPr/>
          </p:nvSpPr>
          <p:spPr>
            <a:xfrm>
              <a:off x="6353490" y="222333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5" name="pt5155"/>
            <p:cNvSpPr/>
            <p:nvPr/>
          </p:nvSpPr>
          <p:spPr>
            <a:xfrm>
              <a:off x="7022679" y="170642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6" name="pt5156"/>
            <p:cNvSpPr/>
            <p:nvPr/>
          </p:nvSpPr>
          <p:spPr>
            <a:xfrm>
              <a:off x="6777364" y="173243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7" name="pt5157"/>
            <p:cNvSpPr/>
            <p:nvPr/>
          </p:nvSpPr>
          <p:spPr>
            <a:xfrm>
              <a:off x="6600005" y="2109555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8" name="pt5158"/>
            <p:cNvSpPr/>
            <p:nvPr/>
          </p:nvSpPr>
          <p:spPr>
            <a:xfrm>
              <a:off x="6743097" y="2120330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9" name="pt5159"/>
            <p:cNvSpPr/>
            <p:nvPr/>
          </p:nvSpPr>
          <p:spPr>
            <a:xfrm>
              <a:off x="6974545" y="1768586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0" name="pt5160"/>
            <p:cNvSpPr/>
            <p:nvPr/>
          </p:nvSpPr>
          <p:spPr>
            <a:xfrm>
              <a:off x="6098819" y="221984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1" name="pt5161"/>
            <p:cNvSpPr/>
            <p:nvPr/>
          </p:nvSpPr>
          <p:spPr>
            <a:xfrm>
              <a:off x="5928573" y="2172224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2" name="pt5162"/>
            <p:cNvSpPr/>
            <p:nvPr/>
          </p:nvSpPr>
          <p:spPr>
            <a:xfrm>
              <a:off x="5961695" y="2331566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3" name="pt5163"/>
            <p:cNvSpPr/>
            <p:nvPr/>
          </p:nvSpPr>
          <p:spPr>
            <a:xfrm>
              <a:off x="5976346" y="2424282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4" name="pt5164"/>
            <p:cNvSpPr/>
            <p:nvPr/>
          </p:nvSpPr>
          <p:spPr>
            <a:xfrm>
              <a:off x="6583606" y="2155968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5" name="pt5165"/>
            <p:cNvSpPr/>
            <p:nvPr/>
          </p:nvSpPr>
          <p:spPr>
            <a:xfrm>
              <a:off x="6326646" y="2247714"/>
              <a:ext cx="16849" cy="16849"/>
            </a:xfrm>
            <a:prstGeom prst="ellipse">
              <a:avLst/>
            </a:prstGeom>
            <a:solidFill>
              <a:srgbClr val="38AE7E">
                <a:alpha val="45098"/>
              </a:srgbClr>
            </a:solidFill>
            <a:ln w="7363" cap="rnd">
              <a:solidFill>
                <a:srgbClr val="38AE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6" name="pt5166"/>
            <p:cNvSpPr/>
            <p:nvPr/>
          </p:nvSpPr>
          <p:spPr>
            <a:xfrm>
              <a:off x="5964456" y="2345804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7" name="pt5167"/>
            <p:cNvSpPr/>
            <p:nvPr/>
          </p:nvSpPr>
          <p:spPr>
            <a:xfrm>
              <a:off x="6402385" y="2143281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8" name="pt5168"/>
            <p:cNvSpPr/>
            <p:nvPr/>
          </p:nvSpPr>
          <p:spPr>
            <a:xfrm>
              <a:off x="6408548" y="2358110"/>
              <a:ext cx="16849" cy="16849"/>
            </a:xfrm>
            <a:prstGeom prst="ellipse">
              <a:avLst/>
            </a:prstGeom>
            <a:solidFill>
              <a:srgbClr val="FDE725">
                <a:alpha val="45098"/>
              </a:srgbClr>
            </a:solidFill>
            <a:ln w="7363" cap="rnd">
              <a:solidFill>
                <a:srgbClr val="FDE72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9" name="pt5169"/>
            <p:cNvSpPr/>
            <p:nvPr/>
          </p:nvSpPr>
          <p:spPr>
            <a:xfrm>
              <a:off x="6150892" y="231467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0" name="pt5170"/>
            <p:cNvSpPr/>
            <p:nvPr/>
          </p:nvSpPr>
          <p:spPr>
            <a:xfrm>
              <a:off x="6351497" y="2197115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1" name="pt5171"/>
            <p:cNvSpPr/>
            <p:nvPr/>
          </p:nvSpPr>
          <p:spPr>
            <a:xfrm>
              <a:off x="5234482" y="2434160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2" name="pt5172"/>
            <p:cNvSpPr/>
            <p:nvPr/>
          </p:nvSpPr>
          <p:spPr>
            <a:xfrm>
              <a:off x="6490464" y="215386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3" name="pt5173"/>
            <p:cNvSpPr/>
            <p:nvPr/>
          </p:nvSpPr>
          <p:spPr>
            <a:xfrm>
              <a:off x="6838350" y="1905519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4" name="pt5174"/>
            <p:cNvSpPr/>
            <p:nvPr/>
          </p:nvSpPr>
          <p:spPr>
            <a:xfrm>
              <a:off x="5953529" y="2272242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5" name="pt5175"/>
            <p:cNvSpPr/>
            <p:nvPr/>
          </p:nvSpPr>
          <p:spPr>
            <a:xfrm>
              <a:off x="6009698" y="2413402"/>
              <a:ext cx="16849" cy="16849"/>
            </a:xfrm>
            <a:prstGeom prst="ellipse">
              <a:avLst/>
            </a:prstGeom>
            <a:solidFill>
              <a:srgbClr val="44B279">
                <a:alpha val="45098"/>
              </a:srgbClr>
            </a:solidFill>
            <a:ln w="7363" cap="rnd">
              <a:solidFill>
                <a:srgbClr val="44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6" name="pt5176"/>
            <p:cNvSpPr/>
            <p:nvPr/>
          </p:nvSpPr>
          <p:spPr>
            <a:xfrm>
              <a:off x="5783884" y="2103062"/>
              <a:ext cx="16849" cy="16849"/>
            </a:xfrm>
            <a:prstGeom prst="ellipse">
              <a:avLst/>
            </a:prstGeom>
            <a:solidFill>
              <a:srgbClr val="55BA70">
                <a:alpha val="45098"/>
              </a:srgbClr>
            </a:solidFill>
            <a:ln w="7363" cap="rnd">
              <a:solidFill>
                <a:srgbClr val="55BA7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7" name="pt5177"/>
            <p:cNvSpPr/>
            <p:nvPr/>
          </p:nvSpPr>
          <p:spPr>
            <a:xfrm>
              <a:off x="6604946" y="2042133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8" name="pt5178"/>
            <p:cNvSpPr/>
            <p:nvPr/>
          </p:nvSpPr>
          <p:spPr>
            <a:xfrm>
              <a:off x="5703887" y="2485807"/>
              <a:ext cx="16849" cy="16849"/>
            </a:xfrm>
            <a:prstGeom prst="ellipse">
              <a:avLst/>
            </a:prstGeom>
            <a:solidFill>
              <a:srgbClr val="8DD44D">
                <a:alpha val="45098"/>
              </a:srgbClr>
            </a:solidFill>
            <a:ln w="7363" cap="rnd">
              <a:solidFill>
                <a:srgbClr val="8D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9" name="pt5179"/>
            <p:cNvSpPr/>
            <p:nvPr/>
          </p:nvSpPr>
          <p:spPr>
            <a:xfrm>
              <a:off x="5890777" y="2144352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0" name="pt5180"/>
            <p:cNvSpPr/>
            <p:nvPr/>
          </p:nvSpPr>
          <p:spPr>
            <a:xfrm>
              <a:off x="6419818" y="2271058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1" name="pt5181"/>
            <p:cNvSpPr/>
            <p:nvPr/>
          </p:nvSpPr>
          <p:spPr>
            <a:xfrm>
              <a:off x="5620272" y="2463518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2" name="pt5182"/>
            <p:cNvSpPr/>
            <p:nvPr/>
          </p:nvSpPr>
          <p:spPr>
            <a:xfrm>
              <a:off x="6752898" y="199225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3" name="pt5183"/>
            <p:cNvSpPr/>
            <p:nvPr/>
          </p:nvSpPr>
          <p:spPr>
            <a:xfrm>
              <a:off x="6386751" y="232516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4" name="pt5184"/>
            <p:cNvSpPr/>
            <p:nvPr/>
          </p:nvSpPr>
          <p:spPr>
            <a:xfrm>
              <a:off x="6785459" y="1871537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5" name="pt5185"/>
            <p:cNvSpPr/>
            <p:nvPr/>
          </p:nvSpPr>
          <p:spPr>
            <a:xfrm>
              <a:off x="6620073" y="228759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6" name="pt5186"/>
            <p:cNvSpPr/>
            <p:nvPr/>
          </p:nvSpPr>
          <p:spPr>
            <a:xfrm>
              <a:off x="5687210" y="238038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7" name="pt5187"/>
            <p:cNvSpPr/>
            <p:nvPr/>
          </p:nvSpPr>
          <p:spPr>
            <a:xfrm>
              <a:off x="6728486" y="2024097"/>
              <a:ext cx="16849" cy="16849"/>
            </a:xfrm>
            <a:prstGeom prst="ellipse">
              <a:avLst/>
            </a:prstGeom>
            <a:solidFill>
              <a:srgbClr val="6EC95D">
                <a:alpha val="45098"/>
              </a:srgbClr>
            </a:solidFill>
            <a:ln w="7363" cap="rnd">
              <a:solidFill>
                <a:srgbClr val="6E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8" name="pt5188"/>
            <p:cNvSpPr/>
            <p:nvPr/>
          </p:nvSpPr>
          <p:spPr>
            <a:xfrm>
              <a:off x="6742428" y="2157508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9" name="pt5189"/>
            <p:cNvSpPr/>
            <p:nvPr/>
          </p:nvSpPr>
          <p:spPr>
            <a:xfrm>
              <a:off x="6505387" y="2243011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0" name="pt5190"/>
            <p:cNvSpPr/>
            <p:nvPr/>
          </p:nvSpPr>
          <p:spPr>
            <a:xfrm>
              <a:off x="6364270" y="2237867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1" name="pt5191"/>
            <p:cNvSpPr/>
            <p:nvPr/>
          </p:nvSpPr>
          <p:spPr>
            <a:xfrm>
              <a:off x="6388427" y="2263092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2" name="pt5192"/>
            <p:cNvSpPr/>
            <p:nvPr/>
          </p:nvSpPr>
          <p:spPr>
            <a:xfrm>
              <a:off x="5993907" y="243933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3" name="pt5193"/>
            <p:cNvSpPr/>
            <p:nvPr/>
          </p:nvSpPr>
          <p:spPr>
            <a:xfrm>
              <a:off x="6676795" y="1955656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4" name="pt5194"/>
            <p:cNvSpPr/>
            <p:nvPr/>
          </p:nvSpPr>
          <p:spPr>
            <a:xfrm>
              <a:off x="5508243" y="2320871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5" name="pt5195"/>
            <p:cNvSpPr/>
            <p:nvPr/>
          </p:nvSpPr>
          <p:spPr>
            <a:xfrm>
              <a:off x="5449131" y="243746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6" name="pt5196"/>
            <p:cNvSpPr/>
            <p:nvPr/>
          </p:nvSpPr>
          <p:spPr>
            <a:xfrm>
              <a:off x="7301761" y="2023456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7" name="pt5197"/>
            <p:cNvSpPr/>
            <p:nvPr/>
          </p:nvSpPr>
          <p:spPr>
            <a:xfrm>
              <a:off x="6854861" y="1860642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8" name="pt5198"/>
            <p:cNvSpPr/>
            <p:nvPr/>
          </p:nvSpPr>
          <p:spPr>
            <a:xfrm>
              <a:off x="6496025" y="221534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9" name="pt5199"/>
            <p:cNvSpPr/>
            <p:nvPr/>
          </p:nvSpPr>
          <p:spPr>
            <a:xfrm>
              <a:off x="6770569" y="217994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0" name="pt5200"/>
            <p:cNvSpPr/>
            <p:nvPr/>
          </p:nvSpPr>
          <p:spPr>
            <a:xfrm>
              <a:off x="5821934" y="2410649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1" name="pt5201"/>
            <p:cNvSpPr/>
            <p:nvPr/>
          </p:nvSpPr>
          <p:spPr>
            <a:xfrm>
              <a:off x="5977874" y="2322398"/>
              <a:ext cx="16849" cy="16849"/>
            </a:xfrm>
            <a:prstGeom prst="ellipse">
              <a:avLst/>
            </a:prstGeom>
            <a:solidFill>
              <a:srgbClr val="68C563">
                <a:alpha val="45098"/>
              </a:srgbClr>
            </a:solidFill>
            <a:ln w="7363" cap="rnd">
              <a:solidFill>
                <a:srgbClr val="68C5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2" name="pt5202"/>
            <p:cNvSpPr/>
            <p:nvPr/>
          </p:nvSpPr>
          <p:spPr>
            <a:xfrm>
              <a:off x="5667489" y="2438774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3" name="pt5203"/>
            <p:cNvSpPr/>
            <p:nvPr/>
          </p:nvSpPr>
          <p:spPr>
            <a:xfrm>
              <a:off x="5633843" y="2439992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4" name="pt5204"/>
            <p:cNvSpPr/>
            <p:nvPr/>
          </p:nvSpPr>
          <p:spPr>
            <a:xfrm>
              <a:off x="6114232" y="2216863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5" name="pt5205"/>
            <p:cNvSpPr/>
            <p:nvPr/>
          </p:nvSpPr>
          <p:spPr>
            <a:xfrm>
              <a:off x="6496290" y="2142814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6" name="pt5206"/>
            <p:cNvSpPr/>
            <p:nvPr/>
          </p:nvSpPr>
          <p:spPr>
            <a:xfrm>
              <a:off x="6593448" y="2142313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7" name="pt5207"/>
            <p:cNvSpPr/>
            <p:nvPr/>
          </p:nvSpPr>
          <p:spPr>
            <a:xfrm>
              <a:off x="6402563" y="218648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8" name="pt5208"/>
            <p:cNvSpPr/>
            <p:nvPr/>
          </p:nvSpPr>
          <p:spPr>
            <a:xfrm>
              <a:off x="6370638" y="2334060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9" name="pt5209"/>
            <p:cNvSpPr/>
            <p:nvPr/>
          </p:nvSpPr>
          <p:spPr>
            <a:xfrm>
              <a:off x="6245780" y="2338211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0" name="pt5210"/>
            <p:cNvSpPr/>
            <p:nvPr/>
          </p:nvSpPr>
          <p:spPr>
            <a:xfrm>
              <a:off x="7122559" y="1600194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1" name="pt5211"/>
            <p:cNvSpPr/>
            <p:nvPr/>
          </p:nvSpPr>
          <p:spPr>
            <a:xfrm>
              <a:off x="5663869" y="2376597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2" name="pt5212"/>
            <p:cNvSpPr/>
            <p:nvPr/>
          </p:nvSpPr>
          <p:spPr>
            <a:xfrm>
              <a:off x="6064280" y="2417450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3" name="pt5213"/>
            <p:cNvSpPr/>
            <p:nvPr/>
          </p:nvSpPr>
          <p:spPr>
            <a:xfrm>
              <a:off x="6268323" y="2287610"/>
              <a:ext cx="16849" cy="16849"/>
            </a:xfrm>
            <a:prstGeom prst="ellipse">
              <a:avLst/>
            </a:prstGeom>
            <a:solidFill>
              <a:srgbClr val="66C364">
                <a:alpha val="45098"/>
              </a:srgbClr>
            </a:solidFill>
            <a:ln w="7363" cap="rnd">
              <a:solidFill>
                <a:srgbClr val="66C36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4" name="pt5214"/>
            <p:cNvSpPr/>
            <p:nvPr/>
          </p:nvSpPr>
          <p:spPr>
            <a:xfrm>
              <a:off x="6114520" y="2322733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5" name="pt5215"/>
            <p:cNvSpPr/>
            <p:nvPr/>
          </p:nvSpPr>
          <p:spPr>
            <a:xfrm>
              <a:off x="6215468" y="2273263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6" name="pt5216"/>
            <p:cNvSpPr/>
            <p:nvPr/>
          </p:nvSpPr>
          <p:spPr>
            <a:xfrm>
              <a:off x="6426516" y="2111997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7" name="pt5217"/>
            <p:cNvSpPr/>
            <p:nvPr/>
          </p:nvSpPr>
          <p:spPr>
            <a:xfrm>
              <a:off x="6397303" y="2110836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8" name="pt5218"/>
            <p:cNvSpPr/>
            <p:nvPr/>
          </p:nvSpPr>
          <p:spPr>
            <a:xfrm>
              <a:off x="5250512" y="230230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9" name="pt5219"/>
            <p:cNvSpPr/>
            <p:nvPr/>
          </p:nvSpPr>
          <p:spPr>
            <a:xfrm>
              <a:off x="6179737" y="2233452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0" name="pt5220"/>
            <p:cNvSpPr/>
            <p:nvPr/>
          </p:nvSpPr>
          <p:spPr>
            <a:xfrm>
              <a:off x="6679443" y="2129391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1" name="pt5221"/>
            <p:cNvSpPr/>
            <p:nvPr/>
          </p:nvSpPr>
          <p:spPr>
            <a:xfrm>
              <a:off x="6063918" y="2402454"/>
              <a:ext cx="16849" cy="16849"/>
            </a:xfrm>
            <a:prstGeom prst="ellipse">
              <a:avLst/>
            </a:prstGeom>
            <a:solidFill>
              <a:srgbClr val="45B279">
                <a:alpha val="45098"/>
              </a:srgbClr>
            </a:solidFill>
            <a:ln w="7363" cap="rnd">
              <a:solidFill>
                <a:srgbClr val="45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2" name="pt5222"/>
            <p:cNvSpPr/>
            <p:nvPr/>
          </p:nvSpPr>
          <p:spPr>
            <a:xfrm>
              <a:off x="5856487" y="191560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3" name="pt5223"/>
            <p:cNvSpPr/>
            <p:nvPr/>
          </p:nvSpPr>
          <p:spPr>
            <a:xfrm>
              <a:off x="5361918" y="2545403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4" name="pt5224"/>
            <p:cNvSpPr/>
            <p:nvPr/>
          </p:nvSpPr>
          <p:spPr>
            <a:xfrm>
              <a:off x="6473993" y="1976422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5" name="pt5225"/>
            <p:cNvSpPr/>
            <p:nvPr/>
          </p:nvSpPr>
          <p:spPr>
            <a:xfrm>
              <a:off x="5370936" y="2544312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6" name="pt5226"/>
            <p:cNvSpPr/>
            <p:nvPr/>
          </p:nvSpPr>
          <p:spPr>
            <a:xfrm>
              <a:off x="6615626" y="2127234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7" name="pt5227"/>
            <p:cNvSpPr/>
            <p:nvPr/>
          </p:nvSpPr>
          <p:spPr>
            <a:xfrm>
              <a:off x="6606590" y="2107014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8" name="pt5228"/>
            <p:cNvSpPr/>
            <p:nvPr/>
          </p:nvSpPr>
          <p:spPr>
            <a:xfrm>
              <a:off x="6538590" y="2187134"/>
              <a:ext cx="16849" cy="16849"/>
            </a:xfrm>
            <a:prstGeom prst="ellipse">
              <a:avLst/>
            </a:prstGeom>
            <a:solidFill>
              <a:srgbClr val="68C562">
                <a:alpha val="45098"/>
              </a:srgbClr>
            </a:solidFill>
            <a:ln w="7363" cap="rnd">
              <a:solidFill>
                <a:srgbClr val="68C56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9" name="pt5229"/>
            <p:cNvSpPr/>
            <p:nvPr/>
          </p:nvSpPr>
          <p:spPr>
            <a:xfrm>
              <a:off x="5554914" y="2425501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0" name="pt5230"/>
            <p:cNvSpPr/>
            <p:nvPr/>
          </p:nvSpPr>
          <p:spPr>
            <a:xfrm>
              <a:off x="6363451" y="2317474"/>
              <a:ext cx="16849" cy="16849"/>
            </a:xfrm>
            <a:prstGeom prst="ellipse">
              <a:avLst/>
            </a:prstGeom>
            <a:solidFill>
              <a:srgbClr val="45B279">
                <a:alpha val="45098"/>
              </a:srgbClr>
            </a:solidFill>
            <a:ln w="7363" cap="rnd">
              <a:solidFill>
                <a:srgbClr val="45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1" name="pt5231"/>
            <p:cNvSpPr/>
            <p:nvPr/>
          </p:nvSpPr>
          <p:spPr>
            <a:xfrm>
              <a:off x="6749498" y="2012192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2" name="pt5232"/>
            <p:cNvSpPr/>
            <p:nvPr/>
          </p:nvSpPr>
          <p:spPr>
            <a:xfrm>
              <a:off x="6135517" y="2341423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3" name="pt5233"/>
            <p:cNvSpPr/>
            <p:nvPr/>
          </p:nvSpPr>
          <p:spPr>
            <a:xfrm>
              <a:off x="6489100" y="218088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4" name="pt5234"/>
            <p:cNvSpPr/>
            <p:nvPr/>
          </p:nvSpPr>
          <p:spPr>
            <a:xfrm>
              <a:off x="7042340" y="1785430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5" name="pt5235"/>
            <p:cNvSpPr/>
            <p:nvPr/>
          </p:nvSpPr>
          <p:spPr>
            <a:xfrm>
              <a:off x="6983488" y="1857492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6" name="pt5236"/>
            <p:cNvSpPr/>
            <p:nvPr/>
          </p:nvSpPr>
          <p:spPr>
            <a:xfrm>
              <a:off x="6972619" y="1669885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7" name="pt5237"/>
            <p:cNvSpPr/>
            <p:nvPr/>
          </p:nvSpPr>
          <p:spPr>
            <a:xfrm>
              <a:off x="5889665" y="2270066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8" name="pt5238"/>
            <p:cNvSpPr/>
            <p:nvPr/>
          </p:nvSpPr>
          <p:spPr>
            <a:xfrm>
              <a:off x="6978583" y="1878666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9" name="pt5239"/>
            <p:cNvSpPr/>
            <p:nvPr/>
          </p:nvSpPr>
          <p:spPr>
            <a:xfrm>
              <a:off x="5943897" y="2072768"/>
              <a:ext cx="16849" cy="16849"/>
            </a:xfrm>
            <a:prstGeom prst="ellipse">
              <a:avLst/>
            </a:prstGeom>
            <a:solidFill>
              <a:srgbClr val="2DAA81">
                <a:alpha val="45098"/>
              </a:srgbClr>
            </a:solidFill>
            <a:ln w="7363" cap="rnd">
              <a:solidFill>
                <a:srgbClr val="2DAA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0" name="pt5240"/>
            <p:cNvSpPr/>
            <p:nvPr/>
          </p:nvSpPr>
          <p:spPr>
            <a:xfrm>
              <a:off x="6210382" y="2263760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1" name="pt5241"/>
            <p:cNvSpPr/>
            <p:nvPr/>
          </p:nvSpPr>
          <p:spPr>
            <a:xfrm>
              <a:off x="6610652" y="2187686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2" name="pt5242"/>
            <p:cNvSpPr/>
            <p:nvPr/>
          </p:nvSpPr>
          <p:spPr>
            <a:xfrm>
              <a:off x="5895341" y="2238859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3" name="pt5243"/>
            <p:cNvSpPr/>
            <p:nvPr/>
          </p:nvSpPr>
          <p:spPr>
            <a:xfrm>
              <a:off x="5940238" y="2114748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4" name="pt5244"/>
            <p:cNvSpPr/>
            <p:nvPr/>
          </p:nvSpPr>
          <p:spPr>
            <a:xfrm>
              <a:off x="5548624" y="2549725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5" name="pt5245"/>
            <p:cNvSpPr/>
            <p:nvPr/>
          </p:nvSpPr>
          <p:spPr>
            <a:xfrm>
              <a:off x="6548136" y="2071688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6" name="pt5246"/>
            <p:cNvSpPr/>
            <p:nvPr/>
          </p:nvSpPr>
          <p:spPr>
            <a:xfrm>
              <a:off x="6120597" y="236357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7" name="pt5247"/>
            <p:cNvSpPr/>
            <p:nvPr/>
          </p:nvSpPr>
          <p:spPr>
            <a:xfrm>
              <a:off x="6344659" y="229995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8" name="pt5248"/>
            <p:cNvSpPr/>
            <p:nvPr/>
          </p:nvSpPr>
          <p:spPr>
            <a:xfrm>
              <a:off x="6603876" y="2049505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9" name="pt5249"/>
            <p:cNvSpPr/>
            <p:nvPr/>
          </p:nvSpPr>
          <p:spPr>
            <a:xfrm>
              <a:off x="5645466" y="2370326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0" name="pt5250"/>
            <p:cNvSpPr/>
            <p:nvPr/>
          </p:nvSpPr>
          <p:spPr>
            <a:xfrm>
              <a:off x="7308350" y="2041829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1" name="pt5251"/>
            <p:cNvSpPr/>
            <p:nvPr/>
          </p:nvSpPr>
          <p:spPr>
            <a:xfrm>
              <a:off x="6192563" y="2237273"/>
              <a:ext cx="16849" cy="16849"/>
            </a:xfrm>
            <a:prstGeom prst="ellipse">
              <a:avLst/>
            </a:prstGeom>
            <a:solidFill>
              <a:srgbClr val="57BB6E">
                <a:alpha val="45098"/>
              </a:srgbClr>
            </a:solidFill>
            <a:ln w="7363" cap="rnd">
              <a:solidFill>
                <a:srgbClr val="57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2" name="pt5252"/>
            <p:cNvSpPr/>
            <p:nvPr/>
          </p:nvSpPr>
          <p:spPr>
            <a:xfrm>
              <a:off x="6259417" y="2433482"/>
              <a:ext cx="16849" cy="16849"/>
            </a:xfrm>
            <a:prstGeom prst="ellipse">
              <a:avLst/>
            </a:prstGeom>
            <a:solidFill>
              <a:srgbClr val="59BC6D">
                <a:alpha val="45098"/>
              </a:srgbClr>
            </a:solidFill>
            <a:ln w="7363" cap="rnd">
              <a:solidFill>
                <a:srgbClr val="59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3" name="pt5253"/>
            <p:cNvSpPr/>
            <p:nvPr/>
          </p:nvSpPr>
          <p:spPr>
            <a:xfrm>
              <a:off x="6497535" y="2121814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4" name="pt5254"/>
            <p:cNvSpPr/>
            <p:nvPr/>
          </p:nvSpPr>
          <p:spPr>
            <a:xfrm>
              <a:off x="6051896" y="233850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5" name="pt5255"/>
            <p:cNvSpPr/>
            <p:nvPr/>
          </p:nvSpPr>
          <p:spPr>
            <a:xfrm>
              <a:off x="6437638" y="1948222"/>
              <a:ext cx="16849" cy="16849"/>
            </a:xfrm>
            <a:prstGeom prst="ellipse">
              <a:avLst/>
            </a:prstGeom>
            <a:solidFill>
              <a:srgbClr val="2DAB81">
                <a:alpha val="45098"/>
              </a:srgbClr>
            </a:solidFill>
            <a:ln w="7363" cap="rnd">
              <a:solidFill>
                <a:srgbClr val="2D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6" name="pt5256"/>
            <p:cNvSpPr/>
            <p:nvPr/>
          </p:nvSpPr>
          <p:spPr>
            <a:xfrm>
              <a:off x="6298434" y="209360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7" name="pt5257"/>
            <p:cNvSpPr/>
            <p:nvPr/>
          </p:nvSpPr>
          <p:spPr>
            <a:xfrm>
              <a:off x="5622783" y="2429394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8" name="pt5258"/>
            <p:cNvSpPr/>
            <p:nvPr/>
          </p:nvSpPr>
          <p:spPr>
            <a:xfrm>
              <a:off x="6579685" y="2094326"/>
              <a:ext cx="16849" cy="16849"/>
            </a:xfrm>
            <a:prstGeom prst="ellipse">
              <a:avLst/>
            </a:prstGeom>
            <a:solidFill>
              <a:srgbClr val="2B7B8D">
                <a:alpha val="45098"/>
              </a:srgbClr>
            </a:solidFill>
            <a:ln w="7363" cap="rnd">
              <a:solidFill>
                <a:srgbClr val="2B7B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9" name="pt5259"/>
            <p:cNvSpPr/>
            <p:nvPr/>
          </p:nvSpPr>
          <p:spPr>
            <a:xfrm>
              <a:off x="6084948" y="2428708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0" name="pt5260"/>
            <p:cNvSpPr/>
            <p:nvPr/>
          </p:nvSpPr>
          <p:spPr>
            <a:xfrm>
              <a:off x="5868168" y="2123727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1" name="pt5261"/>
            <p:cNvSpPr/>
            <p:nvPr/>
          </p:nvSpPr>
          <p:spPr>
            <a:xfrm>
              <a:off x="6407382" y="2124257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2" name="pt5262"/>
            <p:cNvSpPr/>
            <p:nvPr/>
          </p:nvSpPr>
          <p:spPr>
            <a:xfrm>
              <a:off x="5747999" y="2221023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3" name="pt5263"/>
            <p:cNvSpPr/>
            <p:nvPr/>
          </p:nvSpPr>
          <p:spPr>
            <a:xfrm>
              <a:off x="6407128" y="2176169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4" name="pt5264"/>
            <p:cNvSpPr/>
            <p:nvPr/>
          </p:nvSpPr>
          <p:spPr>
            <a:xfrm>
              <a:off x="5718589" y="2535846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5" name="pt5265"/>
            <p:cNvSpPr/>
            <p:nvPr/>
          </p:nvSpPr>
          <p:spPr>
            <a:xfrm>
              <a:off x="6391695" y="2093308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6" name="pt5266"/>
            <p:cNvSpPr/>
            <p:nvPr/>
          </p:nvSpPr>
          <p:spPr>
            <a:xfrm>
              <a:off x="6401254" y="2089229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7" name="pt5267"/>
            <p:cNvSpPr/>
            <p:nvPr/>
          </p:nvSpPr>
          <p:spPr>
            <a:xfrm>
              <a:off x="5886143" y="2097753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8" name="pt5268"/>
            <p:cNvSpPr/>
            <p:nvPr/>
          </p:nvSpPr>
          <p:spPr>
            <a:xfrm>
              <a:off x="6468786" y="2195343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9" name="pt5269"/>
            <p:cNvSpPr/>
            <p:nvPr/>
          </p:nvSpPr>
          <p:spPr>
            <a:xfrm>
              <a:off x="6134231" y="2331423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0" name="pt5270"/>
            <p:cNvSpPr/>
            <p:nvPr/>
          </p:nvSpPr>
          <p:spPr>
            <a:xfrm>
              <a:off x="7216845" y="1564349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1" name="pt5271"/>
            <p:cNvSpPr/>
            <p:nvPr/>
          </p:nvSpPr>
          <p:spPr>
            <a:xfrm>
              <a:off x="6527579" y="2104003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2" name="pt5272"/>
            <p:cNvSpPr/>
            <p:nvPr/>
          </p:nvSpPr>
          <p:spPr>
            <a:xfrm>
              <a:off x="6543189" y="2093524"/>
              <a:ext cx="16849" cy="16849"/>
            </a:xfrm>
            <a:prstGeom prst="ellipse">
              <a:avLst/>
            </a:prstGeom>
            <a:solidFill>
              <a:srgbClr val="5CBE6B">
                <a:alpha val="45098"/>
              </a:srgbClr>
            </a:solidFill>
            <a:ln w="7363" cap="rnd">
              <a:solidFill>
                <a:srgbClr val="5CBE6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3" name="pt5273"/>
            <p:cNvSpPr/>
            <p:nvPr/>
          </p:nvSpPr>
          <p:spPr>
            <a:xfrm>
              <a:off x="5898526" y="2225064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4" name="pt5274"/>
            <p:cNvSpPr/>
            <p:nvPr/>
          </p:nvSpPr>
          <p:spPr>
            <a:xfrm>
              <a:off x="6150229" y="2343861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5" name="pt5275"/>
            <p:cNvSpPr/>
            <p:nvPr/>
          </p:nvSpPr>
          <p:spPr>
            <a:xfrm>
              <a:off x="6794014" y="1887725"/>
              <a:ext cx="16849" cy="16849"/>
            </a:xfrm>
            <a:prstGeom prst="ellipse">
              <a:avLst/>
            </a:prstGeom>
            <a:solidFill>
              <a:srgbClr val="76CE56">
                <a:alpha val="45098"/>
              </a:srgbClr>
            </a:solidFill>
            <a:ln w="7363" cap="rnd">
              <a:solidFill>
                <a:srgbClr val="76CE5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6" name="pt5276"/>
            <p:cNvSpPr/>
            <p:nvPr/>
          </p:nvSpPr>
          <p:spPr>
            <a:xfrm>
              <a:off x="6215913" y="223595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7" name="pt5277"/>
            <p:cNvSpPr/>
            <p:nvPr/>
          </p:nvSpPr>
          <p:spPr>
            <a:xfrm>
              <a:off x="5915867" y="2240252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8" name="pt5278"/>
            <p:cNvSpPr/>
            <p:nvPr/>
          </p:nvSpPr>
          <p:spPr>
            <a:xfrm>
              <a:off x="6850618" y="193427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9" name="pt5279"/>
            <p:cNvSpPr/>
            <p:nvPr/>
          </p:nvSpPr>
          <p:spPr>
            <a:xfrm>
              <a:off x="6264841" y="2379146"/>
              <a:ext cx="16849" cy="16849"/>
            </a:xfrm>
            <a:prstGeom prst="ellipse">
              <a:avLst/>
            </a:prstGeom>
            <a:solidFill>
              <a:srgbClr val="72CC59">
                <a:alpha val="45098"/>
              </a:srgbClr>
            </a:solidFill>
            <a:ln w="7363" cap="rnd">
              <a:solidFill>
                <a:srgbClr val="72CC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0" name="pt5280"/>
            <p:cNvSpPr/>
            <p:nvPr/>
          </p:nvSpPr>
          <p:spPr>
            <a:xfrm>
              <a:off x="6469620" y="216646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1" name="pt5281"/>
            <p:cNvSpPr/>
            <p:nvPr/>
          </p:nvSpPr>
          <p:spPr>
            <a:xfrm>
              <a:off x="6299675" y="2045701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2" name="pt5282"/>
            <p:cNvSpPr/>
            <p:nvPr/>
          </p:nvSpPr>
          <p:spPr>
            <a:xfrm>
              <a:off x="6556574" y="2017138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3" name="pt5283"/>
            <p:cNvSpPr/>
            <p:nvPr/>
          </p:nvSpPr>
          <p:spPr>
            <a:xfrm>
              <a:off x="6719807" y="213497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4" name="pt5284"/>
            <p:cNvSpPr/>
            <p:nvPr/>
          </p:nvSpPr>
          <p:spPr>
            <a:xfrm>
              <a:off x="6495929" y="2101941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5" name="pt5285"/>
            <p:cNvSpPr/>
            <p:nvPr/>
          </p:nvSpPr>
          <p:spPr>
            <a:xfrm>
              <a:off x="7277972" y="192951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6" name="pt5286"/>
            <p:cNvSpPr/>
            <p:nvPr/>
          </p:nvSpPr>
          <p:spPr>
            <a:xfrm>
              <a:off x="6923744" y="1940610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7" name="pt5287"/>
            <p:cNvSpPr/>
            <p:nvPr/>
          </p:nvSpPr>
          <p:spPr>
            <a:xfrm>
              <a:off x="5569080" y="2496618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8" name="pt5288"/>
            <p:cNvSpPr/>
            <p:nvPr/>
          </p:nvSpPr>
          <p:spPr>
            <a:xfrm>
              <a:off x="6435129" y="1958604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9" name="pt5289"/>
            <p:cNvSpPr/>
            <p:nvPr/>
          </p:nvSpPr>
          <p:spPr>
            <a:xfrm>
              <a:off x="6483579" y="218101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0" name="pt5290"/>
            <p:cNvSpPr/>
            <p:nvPr/>
          </p:nvSpPr>
          <p:spPr>
            <a:xfrm>
              <a:off x="6811428" y="1796410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1" name="pt5291"/>
            <p:cNvSpPr/>
            <p:nvPr/>
          </p:nvSpPr>
          <p:spPr>
            <a:xfrm>
              <a:off x="6240294" y="2294790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2" name="pt5292"/>
            <p:cNvSpPr/>
            <p:nvPr/>
          </p:nvSpPr>
          <p:spPr>
            <a:xfrm>
              <a:off x="6137681" y="2329731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3" name="pt5293"/>
            <p:cNvSpPr/>
            <p:nvPr/>
          </p:nvSpPr>
          <p:spPr>
            <a:xfrm>
              <a:off x="5566787" y="2475450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4" name="pt5294"/>
            <p:cNvSpPr/>
            <p:nvPr/>
          </p:nvSpPr>
          <p:spPr>
            <a:xfrm>
              <a:off x="6230315" y="2403697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5" name="pt5295"/>
            <p:cNvSpPr/>
            <p:nvPr/>
          </p:nvSpPr>
          <p:spPr>
            <a:xfrm>
              <a:off x="5869411" y="2089387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6" name="pt5296"/>
            <p:cNvSpPr/>
            <p:nvPr/>
          </p:nvSpPr>
          <p:spPr>
            <a:xfrm>
              <a:off x="6021763" y="2249923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7" name="pt5297"/>
            <p:cNvSpPr/>
            <p:nvPr/>
          </p:nvSpPr>
          <p:spPr>
            <a:xfrm>
              <a:off x="6572538" y="229573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8" name="pt5298"/>
            <p:cNvSpPr/>
            <p:nvPr/>
          </p:nvSpPr>
          <p:spPr>
            <a:xfrm>
              <a:off x="5748198" y="206293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9" name="pt5299"/>
            <p:cNvSpPr/>
            <p:nvPr/>
          </p:nvSpPr>
          <p:spPr>
            <a:xfrm>
              <a:off x="5946398" y="1982960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0" name="pt5300"/>
            <p:cNvSpPr/>
            <p:nvPr/>
          </p:nvSpPr>
          <p:spPr>
            <a:xfrm>
              <a:off x="6678981" y="2052952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1" name="pt5301"/>
            <p:cNvSpPr/>
            <p:nvPr/>
          </p:nvSpPr>
          <p:spPr>
            <a:xfrm>
              <a:off x="5833225" y="2480075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2" name="pt5302"/>
            <p:cNvSpPr/>
            <p:nvPr/>
          </p:nvSpPr>
          <p:spPr>
            <a:xfrm>
              <a:off x="6146186" y="236733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3" name="pt5303"/>
            <p:cNvSpPr/>
            <p:nvPr/>
          </p:nvSpPr>
          <p:spPr>
            <a:xfrm>
              <a:off x="6617926" y="2216734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4" name="pt5304"/>
            <p:cNvSpPr/>
            <p:nvPr/>
          </p:nvSpPr>
          <p:spPr>
            <a:xfrm>
              <a:off x="5920798" y="2145435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5" name="pt5305"/>
            <p:cNvSpPr/>
            <p:nvPr/>
          </p:nvSpPr>
          <p:spPr>
            <a:xfrm>
              <a:off x="6174591" y="232029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6" name="pt5306"/>
            <p:cNvSpPr/>
            <p:nvPr/>
          </p:nvSpPr>
          <p:spPr>
            <a:xfrm>
              <a:off x="5784989" y="1935402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7" name="pt5307"/>
            <p:cNvSpPr/>
            <p:nvPr/>
          </p:nvSpPr>
          <p:spPr>
            <a:xfrm>
              <a:off x="6022316" y="2247963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8" name="pt5308"/>
            <p:cNvSpPr/>
            <p:nvPr/>
          </p:nvSpPr>
          <p:spPr>
            <a:xfrm>
              <a:off x="6353115" y="219875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9" name="pt5309"/>
            <p:cNvSpPr/>
            <p:nvPr/>
          </p:nvSpPr>
          <p:spPr>
            <a:xfrm>
              <a:off x="5751794" y="2138691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0" name="pt5310"/>
            <p:cNvSpPr/>
            <p:nvPr/>
          </p:nvSpPr>
          <p:spPr>
            <a:xfrm>
              <a:off x="6506090" y="2060213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1" name="pt5311"/>
            <p:cNvSpPr/>
            <p:nvPr/>
          </p:nvSpPr>
          <p:spPr>
            <a:xfrm>
              <a:off x="6000374" y="2635619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2" name="pt5312"/>
            <p:cNvSpPr/>
            <p:nvPr/>
          </p:nvSpPr>
          <p:spPr>
            <a:xfrm>
              <a:off x="5436552" y="2363683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3" name="pt5313"/>
            <p:cNvSpPr/>
            <p:nvPr/>
          </p:nvSpPr>
          <p:spPr>
            <a:xfrm>
              <a:off x="5939823" y="2114855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4" name="pt5314"/>
            <p:cNvSpPr/>
            <p:nvPr/>
          </p:nvSpPr>
          <p:spPr>
            <a:xfrm>
              <a:off x="6303520" y="201409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5" name="pt5315"/>
            <p:cNvSpPr/>
            <p:nvPr/>
          </p:nvSpPr>
          <p:spPr>
            <a:xfrm>
              <a:off x="6305157" y="2213385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6" name="pt5316"/>
            <p:cNvSpPr/>
            <p:nvPr/>
          </p:nvSpPr>
          <p:spPr>
            <a:xfrm>
              <a:off x="5756942" y="1977697"/>
              <a:ext cx="16849" cy="16849"/>
            </a:xfrm>
            <a:prstGeom prst="ellipse">
              <a:avLst/>
            </a:prstGeom>
            <a:solidFill>
              <a:srgbClr val="49B476">
                <a:alpha val="45098"/>
              </a:srgbClr>
            </a:solidFill>
            <a:ln w="7363" cap="rnd">
              <a:solidFill>
                <a:srgbClr val="49B4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7" name="pt5317"/>
            <p:cNvSpPr/>
            <p:nvPr/>
          </p:nvSpPr>
          <p:spPr>
            <a:xfrm>
              <a:off x="7065255" y="1768950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8" name="pt5318"/>
            <p:cNvSpPr/>
            <p:nvPr/>
          </p:nvSpPr>
          <p:spPr>
            <a:xfrm>
              <a:off x="6409247" y="2129887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9" name="pt5319"/>
            <p:cNvSpPr/>
            <p:nvPr/>
          </p:nvSpPr>
          <p:spPr>
            <a:xfrm>
              <a:off x="6168271" y="2321529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0" name="pt5320"/>
            <p:cNvSpPr/>
            <p:nvPr/>
          </p:nvSpPr>
          <p:spPr>
            <a:xfrm>
              <a:off x="6927302" y="190260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1" name="pt5321"/>
            <p:cNvSpPr/>
            <p:nvPr/>
          </p:nvSpPr>
          <p:spPr>
            <a:xfrm>
              <a:off x="6332326" y="2165526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2" name="pt5322"/>
            <p:cNvSpPr/>
            <p:nvPr/>
          </p:nvSpPr>
          <p:spPr>
            <a:xfrm>
              <a:off x="6870540" y="2162094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3" name="pt5323"/>
            <p:cNvSpPr/>
            <p:nvPr/>
          </p:nvSpPr>
          <p:spPr>
            <a:xfrm>
              <a:off x="6358871" y="2180558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4" name="pt5324"/>
            <p:cNvSpPr/>
            <p:nvPr/>
          </p:nvSpPr>
          <p:spPr>
            <a:xfrm>
              <a:off x="6388003" y="223259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5" name="pt5325"/>
            <p:cNvSpPr/>
            <p:nvPr/>
          </p:nvSpPr>
          <p:spPr>
            <a:xfrm>
              <a:off x="7010429" y="1808983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6" name="pt5326"/>
            <p:cNvSpPr/>
            <p:nvPr/>
          </p:nvSpPr>
          <p:spPr>
            <a:xfrm>
              <a:off x="6582263" y="2261435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7" name="pt5327"/>
            <p:cNvSpPr/>
            <p:nvPr/>
          </p:nvSpPr>
          <p:spPr>
            <a:xfrm>
              <a:off x="6556961" y="218406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8" name="pt5328"/>
            <p:cNvSpPr/>
            <p:nvPr/>
          </p:nvSpPr>
          <p:spPr>
            <a:xfrm>
              <a:off x="6191917" y="2223800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9" name="pt5329"/>
            <p:cNvSpPr/>
            <p:nvPr/>
          </p:nvSpPr>
          <p:spPr>
            <a:xfrm>
              <a:off x="6807032" y="1824503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0" name="pt5330"/>
            <p:cNvSpPr/>
            <p:nvPr/>
          </p:nvSpPr>
          <p:spPr>
            <a:xfrm>
              <a:off x="6084982" y="2338023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1" name="pt5331"/>
            <p:cNvSpPr/>
            <p:nvPr/>
          </p:nvSpPr>
          <p:spPr>
            <a:xfrm>
              <a:off x="7059286" y="1742154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2" name="pt5332"/>
            <p:cNvSpPr/>
            <p:nvPr/>
          </p:nvSpPr>
          <p:spPr>
            <a:xfrm>
              <a:off x="6261736" y="2432328"/>
              <a:ext cx="16849" cy="16849"/>
            </a:xfrm>
            <a:prstGeom prst="ellipse">
              <a:avLst/>
            </a:prstGeom>
            <a:solidFill>
              <a:srgbClr val="57BB6E">
                <a:alpha val="45098"/>
              </a:srgbClr>
            </a:solidFill>
            <a:ln w="7363" cap="rnd">
              <a:solidFill>
                <a:srgbClr val="57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3" name="pt5333"/>
            <p:cNvSpPr/>
            <p:nvPr/>
          </p:nvSpPr>
          <p:spPr>
            <a:xfrm>
              <a:off x="5600610" y="2493021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4" name="pt5334"/>
            <p:cNvSpPr/>
            <p:nvPr/>
          </p:nvSpPr>
          <p:spPr>
            <a:xfrm>
              <a:off x="6468098" y="1911409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5" name="pt5335"/>
            <p:cNvSpPr/>
            <p:nvPr/>
          </p:nvSpPr>
          <p:spPr>
            <a:xfrm>
              <a:off x="6001707" y="2421967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6" name="pt5336"/>
            <p:cNvSpPr/>
            <p:nvPr/>
          </p:nvSpPr>
          <p:spPr>
            <a:xfrm>
              <a:off x="6641671" y="222159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7" name="pt5337"/>
            <p:cNvSpPr/>
            <p:nvPr/>
          </p:nvSpPr>
          <p:spPr>
            <a:xfrm>
              <a:off x="6919487" y="2023675"/>
              <a:ext cx="16849" cy="16849"/>
            </a:xfrm>
            <a:prstGeom prst="ellipse">
              <a:avLst/>
            </a:prstGeom>
            <a:solidFill>
              <a:srgbClr val="30AB80">
                <a:alpha val="45098"/>
              </a:srgbClr>
            </a:solidFill>
            <a:ln w="7363" cap="rnd">
              <a:solidFill>
                <a:srgbClr val="30AB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8" name="pt5338"/>
            <p:cNvSpPr/>
            <p:nvPr/>
          </p:nvSpPr>
          <p:spPr>
            <a:xfrm>
              <a:off x="6000829" y="2685008"/>
              <a:ext cx="16849" cy="16849"/>
            </a:xfrm>
            <a:prstGeom prst="ellipse">
              <a:avLst/>
            </a:prstGeom>
            <a:solidFill>
              <a:srgbClr val="2B7B8D">
                <a:alpha val="45098"/>
              </a:srgbClr>
            </a:solidFill>
            <a:ln w="7363" cap="rnd">
              <a:solidFill>
                <a:srgbClr val="2B7B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9" name="pt5339"/>
            <p:cNvSpPr/>
            <p:nvPr/>
          </p:nvSpPr>
          <p:spPr>
            <a:xfrm>
              <a:off x="5994814" y="2360314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0" name="pt5340"/>
            <p:cNvSpPr/>
            <p:nvPr/>
          </p:nvSpPr>
          <p:spPr>
            <a:xfrm>
              <a:off x="6533440" y="2243086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1" name="pt5341"/>
            <p:cNvSpPr/>
            <p:nvPr/>
          </p:nvSpPr>
          <p:spPr>
            <a:xfrm>
              <a:off x="6268557" y="2387234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2" name="pt5342"/>
            <p:cNvSpPr/>
            <p:nvPr/>
          </p:nvSpPr>
          <p:spPr>
            <a:xfrm>
              <a:off x="5862337" y="198010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3" name="pt5343"/>
            <p:cNvSpPr/>
            <p:nvPr/>
          </p:nvSpPr>
          <p:spPr>
            <a:xfrm>
              <a:off x="6272787" y="2427703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4" name="pt5344"/>
            <p:cNvSpPr/>
            <p:nvPr/>
          </p:nvSpPr>
          <p:spPr>
            <a:xfrm>
              <a:off x="6170770" y="2235398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5" name="pt5345"/>
            <p:cNvSpPr/>
            <p:nvPr/>
          </p:nvSpPr>
          <p:spPr>
            <a:xfrm>
              <a:off x="6204226" y="227659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6" name="pt5346"/>
            <p:cNvSpPr/>
            <p:nvPr/>
          </p:nvSpPr>
          <p:spPr>
            <a:xfrm>
              <a:off x="6863433" y="1990895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7" name="pt5347"/>
            <p:cNvSpPr/>
            <p:nvPr/>
          </p:nvSpPr>
          <p:spPr>
            <a:xfrm>
              <a:off x="5939820" y="186715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8" name="pt5348"/>
            <p:cNvSpPr/>
            <p:nvPr/>
          </p:nvSpPr>
          <p:spPr>
            <a:xfrm>
              <a:off x="5707533" y="245408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9" name="pt5349"/>
            <p:cNvSpPr/>
            <p:nvPr/>
          </p:nvSpPr>
          <p:spPr>
            <a:xfrm>
              <a:off x="5818752" y="2383509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0" name="pt5350"/>
            <p:cNvSpPr/>
            <p:nvPr/>
          </p:nvSpPr>
          <p:spPr>
            <a:xfrm>
              <a:off x="7116070" y="1389098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1" name="pt5351"/>
            <p:cNvSpPr/>
            <p:nvPr/>
          </p:nvSpPr>
          <p:spPr>
            <a:xfrm>
              <a:off x="6523701" y="2251933"/>
              <a:ext cx="16849" cy="16849"/>
            </a:xfrm>
            <a:prstGeom prst="ellipse">
              <a:avLst/>
            </a:prstGeom>
            <a:solidFill>
              <a:srgbClr val="57BB6E">
                <a:alpha val="45098"/>
              </a:srgbClr>
            </a:solidFill>
            <a:ln w="7363" cap="rnd">
              <a:solidFill>
                <a:srgbClr val="57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2" name="pt5352"/>
            <p:cNvSpPr/>
            <p:nvPr/>
          </p:nvSpPr>
          <p:spPr>
            <a:xfrm>
              <a:off x="6399803" y="2021138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3" name="pt5353"/>
            <p:cNvSpPr/>
            <p:nvPr/>
          </p:nvSpPr>
          <p:spPr>
            <a:xfrm>
              <a:off x="6492704" y="2055347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4" name="pt5354"/>
            <p:cNvSpPr/>
            <p:nvPr/>
          </p:nvSpPr>
          <p:spPr>
            <a:xfrm>
              <a:off x="6434249" y="188123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5" name="pt5355"/>
            <p:cNvSpPr/>
            <p:nvPr/>
          </p:nvSpPr>
          <p:spPr>
            <a:xfrm>
              <a:off x="5995027" y="2625809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6" name="pt5356"/>
            <p:cNvSpPr/>
            <p:nvPr/>
          </p:nvSpPr>
          <p:spPr>
            <a:xfrm>
              <a:off x="6189974" y="2047031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7" name="pt5357"/>
            <p:cNvSpPr/>
            <p:nvPr/>
          </p:nvSpPr>
          <p:spPr>
            <a:xfrm>
              <a:off x="6048150" y="2464251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8" name="pt5358"/>
            <p:cNvSpPr/>
            <p:nvPr/>
          </p:nvSpPr>
          <p:spPr>
            <a:xfrm>
              <a:off x="6349434" y="2151618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9" name="pt5359"/>
            <p:cNvSpPr/>
            <p:nvPr/>
          </p:nvSpPr>
          <p:spPr>
            <a:xfrm>
              <a:off x="6873094" y="200511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0" name="pt5360"/>
            <p:cNvSpPr/>
            <p:nvPr/>
          </p:nvSpPr>
          <p:spPr>
            <a:xfrm>
              <a:off x="5025013" y="2792484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1" name="pt5361"/>
            <p:cNvSpPr/>
            <p:nvPr/>
          </p:nvSpPr>
          <p:spPr>
            <a:xfrm>
              <a:off x="5796376" y="213657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2" name="pt5362"/>
            <p:cNvSpPr/>
            <p:nvPr/>
          </p:nvSpPr>
          <p:spPr>
            <a:xfrm>
              <a:off x="6757334" y="210133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3" name="pt5363"/>
            <p:cNvSpPr/>
            <p:nvPr/>
          </p:nvSpPr>
          <p:spPr>
            <a:xfrm>
              <a:off x="6175317" y="2279229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4" name="pt5364"/>
            <p:cNvSpPr/>
            <p:nvPr/>
          </p:nvSpPr>
          <p:spPr>
            <a:xfrm>
              <a:off x="6044445" y="221419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5" name="pt5365"/>
            <p:cNvSpPr/>
            <p:nvPr/>
          </p:nvSpPr>
          <p:spPr>
            <a:xfrm>
              <a:off x="6160312" y="2279808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6" name="pt5366"/>
            <p:cNvSpPr/>
            <p:nvPr/>
          </p:nvSpPr>
          <p:spPr>
            <a:xfrm>
              <a:off x="6451500" y="2017566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7" name="pt5367"/>
            <p:cNvSpPr/>
            <p:nvPr/>
          </p:nvSpPr>
          <p:spPr>
            <a:xfrm>
              <a:off x="5442704" y="2420734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8" name="pt5368"/>
            <p:cNvSpPr/>
            <p:nvPr/>
          </p:nvSpPr>
          <p:spPr>
            <a:xfrm>
              <a:off x="6864681" y="1897980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9" name="pt5369"/>
            <p:cNvSpPr/>
            <p:nvPr/>
          </p:nvSpPr>
          <p:spPr>
            <a:xfrm>
              <a:off x="6141017" y="2303067"/>
              <a:ext cx="16849" cy="16849"/>
            </a:xfrm>
            <a:prstGeom prst="ellipse">
              <a:avLst/>
            </a:prstGeom>
            <a:solidFill>
              <a:srgbClr val="24A485">
                <a:alpha val="45098"/>
              </a:srgbClr>
            </a:solidFill>
            <a:ln w="7363" cap="rnd">
              <a:solidFill>
                <a:srgbClr val="24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0" name="pt5370"/>
            <p:cNvSpPr/>
            <p:nvPr/>
          </p:nvSpPr>
          <p:spPr>
            <a:xfrm>
              <a:off x="5858522" y="2142879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1" name="pt5371"/>
            <p:cNvSpPr/>
            <p:nvPr/>
          </p:nvSpPr>
          <p:spPr>
            <a:xfrm>
              <a:off x="5744702" y="2160619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2" name="pt5372"/>
            <p:cNvSpPr/>
            <p:nvPr/>
          </p:nvSpPr>
          <p:spPr>
            <a:xfrm>
              <a:off x="5563225" y="237858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3" name="pt5373"/>
            <p:cNvSpPr/>
            <p:nvPr/>
          </p:nvSpPr>
          <p:spPr>
            <a:xfrm>
              <a:off x="6466305" y="2167075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4" name="pt5374"/>
            <p:cNvSpPr/>
            <p:nvPr/>
          </p:nvSpPr>
          <p:spPr>
            <a:xfrm>
              <a:off x="6039744" y="2332179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5" name="pt5375"/>
            <p:cNvSpPr/>
            <p:nvPr/>
          </p:nvSpPr>
          <p:spPr>
            <a:xfrm>
              <a:off x="6506545" y="2082379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6" name="pt5376"/>
            <p:cNvSpPr/>
            <p:nvPr/>
          </p:nvSpPr>
          <p:spPr>
            <a:xfrm>
              <a:off x="5976408" y="2424592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7" name="pt5377"/>
            <p:cNvSpPr/>
            <p:nvPr/>
          </p:nvSpPr>
          <p:spPr>
            <a:xfrm>
              <a:off x="5951704" y="208905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8" name="pt5378"/>
            <p:cNvSpPr/>
            <p:nvPr/>
          </p:nvSpPr>
          <p:spPr>
            <a:xfrm>
              <a:off x="6006299" y="2628343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9" name="pt5379"/>
            <p:cNvSpPr/>
            <p:nvPr/>
          </p:nvSpPr>
          <p:spPr>
            <a:xfrm>
              <a:off x="5511367" y="2448350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0" name="pt5380"/>
            <p:cNvSpPr/>
            <p:nvPr/>
          </p:nvSpPr>
          <p:spPr>
            <a:xfrm>
              <a:off x="6269073" y="2368767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1" name="pt5381"/>
            <p:cNvSpPr/>
            <p:nvPr/>
          </p:nvSpPr>
          <p:spPr>
            <a:xfrm>
              <a:off x="6563974" y="239199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2" name="pt5382"/>
            <p:cNvSpPr/>
            <p:nvPr/>
          </p:nvSpPr>
          <p:spPr>
            <a:xfrm>
              <a:off x="6507765" y="231128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3" name="pt5383"/>
            <p:cNvSpPr/>
            <p:nvPr/>
          </p:nvSpPr>
          <p:spPr>
            <a:xfrm>
              <a:off x="6346795" y="231478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4" name="pt5384"/>
            <p:cNvSpPr/>
            <p:nvPr/>
          </p:nvSpPr>
          <p:spPr>
            <a:xfrm>
              <a:off x="5947527" y="1848494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5" name="pt5385"/>
            <p:cNvSpPr/>
            <p:nvPr/>
          </p:nvSpPr>
          <p:spPr>
            <a:xfrm>
              <a:off x="6771703" y="2064323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6" name="pt5386"/>
            <p:cNvSpPr/>
            <p:nvPr/>
          </p:nvSpPr>
          <p:spPr>
            <a:xfrm>
              <a:off x="6057044" y="220147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7" name="pt5387"/>
            <p:cNvSpPr/>
            <p:nvPr/>
          </p:nvSpPr>
          <p:spPr>
            <a:xfrm>
              <a:off x="6176528" y="2298597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8" name="pt5388"/>
            <p:cNvSpPr/>
            <p:nvPr/>
          </p:nvSpPr>
          <p:spPr>
            <a:xfrm>
              <a:off x="5949621" y="2094903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9" name="pt5389"/>
            <p:cNvSpPr/>
            <p:nvPr/>
          </p:nvSpPr>
          <p:spPr>
            <a:xfrm>
              <a:off x="5164644" y="1926759"/>
              <a:ext cx="16849" cy="16849"/>
            </a:xfrm>
            <a:prstGeom prst="ellipse">
              <a:avLst/>
            </a:prstGeom>
            <a:solidFill>
              <a:srgbClr val="2DAA81">
                <a:alpha val="45098"/>
              </a:srgbClr>
            </a:solidFill>
            <a:ln w="7363" cap="rnd">
              <a:solidFill>
                <a:srgbClr val="2DAA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0" name="pt5390"/>
            <p:cNvSpPr/>
            <p:nvPr/>
          </p:nvSpPr>
          <p:spPr>
            <a:xfrm>
              <a:off x="5300372" y="223977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1" name="pt5391"/>
            <p:cNvSpPr/>
            <p:nvPr/>
          </p:nvSpPr>
          <p:spPr>
            <a:xfrm>
              <a:off x="6339658" y="223214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2" name="pt5392"/>
            <p:cNvSpPr/>
            <p:nvPr/>
          </p:nvSpPr>
          <p:spPr>
            <a:xfrm>
              <a:off x="5940351" y="2029252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3" name="pt5393"/>
            <p:cNvSpPr/>
            <p:nvPr/>
          </p:nvSpPr>
          <p:spPr>
            <a:xfrm>
              <a:off x="6471797" y="2098613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4" name="pt5394"/>
            <p:cNvSpPr/>
            <p:nvPr/>
          </p:nvSpPr>
          <p:spPr>
            <a:xfrm>
              <a:off x="6250734" y="2332203"/>
              <a:ext cx="16849" cy="16849"/>
            </a:xfrm>
            <a:prstGeom prst="ellipse">
              <a:avLst/>
            </a:prstGeom>
            <a:solidFill>
              <a:srgbClr val="5EBE6A">
                <a:alpha val="45098"/>
              </a:srgbClr>
            </a:solidFill>
            <a:ln w="7363" cap="rnd">
              <a:solidFill>
                <a:srgbClr val="5EBE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5" name="pt5395"/>
            <p:cNvSpPr/>
            <p:nvPr/>
          </p:nvSpPr>
          <p:spPr>
            <a:xfrm>
              <a:off x="6661833" y="2069378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6" name="pt5396"/>
            <p:cNvSpPr/>
            <p:nvPr/>
          </p:nvSpPr>
          <p:spPr>
            <a:xfrm>
              <a:off x="6890124" y="1867319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7" name="pt5397"/>
            <p:cNvSpPr/>
            <p:nvPr/>
          </p:nvSpPr>
          <p:spPr>
            <a:xfrm>
              <a:off x="6094355" y="231522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8" name="pt5398"/>
            <p:cNvSpPr/>
            <p:nvPr/>
          </p:nvSpPr>
          <p:spPr>
            <a:xfrm>
              <a:off x="5525035" y="2435606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9" name="pt5399"/>
            <p:cNvSpPr/>
            <p:nvPr/>
          </p:nvSpPr>
          <p:spPr>
            <a:xfrm>
              <a:off x="5967456" y="2366103"/>
              <a:ext cx="16849" cy="16849"/>
            </a:xfrm>
            <a:prstGeom prst="ellipse">
              <a:avLst/>
            </a:prstGeom>
            <a:solidFill>
              <a:srgbClr val="25A485">
                <a:alpha val="45098"/>
              </a:srgbClr>
            </a:solidFill>
            <a:ln w="7363" cap="rnd">
              <a:solidFill>
                <a:srgbClr val="25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0" name="pt5400"/>
            <p:cNvSpPr/>
            <p:nvPr/>
          </p:nvSpPr>
          <p:spPr>
            <a:xfrm>
              <a:off x="5491345" y="2452514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1" name="pt5401"/>
            <p:cNvSpPr/>
            <p:nvPr/>
          </p:nvSpPr>
          <p:spPr>
            <a:xfrm>
              <a:off x="5946097" y="1821521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2" name="pt5402"/>
            <p:cNvSpPr/>
            <p:nvPr/>
          </p:nvSpPr>
          <p:spPr>
            <a:xfrm>
              <a:off x="6540330" y="226510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3" name="pt5403"/>
            <p:cNvSpPr/>
            <p:nvPr/>
          </p:nvSpPr>
          <p:spPr>
            <a:xfrm>
              <a:off x="5801969" y="2047566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4" name="pt5404"/>
            <p:cNvSpPr/>
            <p:nvPr/>
          </p:nvSpPr>
          <p:spPr>
            <a:xfrm>
              <a:off x="5127733" y="243476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5" name="pt5405"/>
            <p:cNvSpPr/>
            <p:nvPr/>
          </p:nvSpPr>
          <p:spPr>
            <a:xfrm>
              <a:off x="5832169" y="2342467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6" name="pt5406"/>
            <p:cNvSpPr/>
            <p:nvPr/>
          </p:nvSpPr>
          <p:spPr>
            <a:xfrm>
              <a:off x="6382795" y="2230365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7" name="pt5407"/>
            <p:cNvSpPr/>
            <p:nvPr/>
          </p:nvSpPr>
          <p:spPr>
            <a:xfrm>
              <a:off x="6560235" y="2086726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8" name="pt5408"/>
            <p:cNvSpPr/>
            <p:nvPr/>
          </p:nvSpPr>
          <p:spPr>
            <a:xfrm>
              <a:off x="6325969" y="230134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9" name="pt5409"/>
            <p:cNvSpPr/>
            <p:nvPr/>
          </p:nvSpPr>
          <p:spPr>
            <a:xfrm>
              <a:off x="6631645" y="2191845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0" name="pt5410"/>
            <p:cNvSpPr/>
            <p:nvPr/>
          </p:nvSpPr>
          <p:spPr>
            <a:xfrm>
              <a:off x="6191890" y="2266052"/>
              <a:ext cx="16849" cy="16849"/>
            </a:xfrm>
            <a:prstGeom prst="ellipse">
              <a:avLst/>
            </a:prstGeom>
            <a:solidFill>
              <a:srgbClr val="28A983">
                <a:alpha val="45098"/>
              </a:srgbClr>
            </a:solidFill>
            <a:ln w="7363" cap="rnd">
              <a:solidFill>
                <a:srgbClr val="28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1" name="pt5411"/>
            <p:cNvSpPr/>
            <p:nvPr/>
          </p:nvSpPr>
          <p:spPr>
            <a:xfrm>
              <a:off x="6667627" y="2046836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2" name="pt5412"/>
            <p:cNvSpPr/>
            <p:nvPr/>
          </p:nvSpPr>
          <p:spPr>
            <a:xfrm>
              <a:off x="6881136" y="200564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3" name="pt5413"/>
            <p:cNvSpPr/>
            <p:nvPr/>
          </p:nvSpPr>
          <p:spPr>
            <a:xfrm>
              <a:off x="6635109" y="223772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4" name="pt5414"/>
            <p:cNvSpPr/>
            <p:nvPr/>
          </p:nvSpPr>
          <p:spPr>
            <a:xfrm>
              <a:off x="6494439" y="225404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5" name="pt5415"/>
            <p:cNvSpPr/>
            <p:nvPr/>
          </p:nvSpPr>
          <p:spPr>
            <a:xfrm>
              <a:off x="7014603" y="1732907"/>
              <a:ext cx="16849" cy="16849"/>
            </a:xfrm>
            <a:prstGeom prst="ellipse">
              <a:avLst/>
            </a:prstGeom>
            <a:solidFill>
              <a:srgbClr val="30AB80">
                <a:alpha val="45098"/>
              </a:srgbClr>
            </a:solidFill>
            <a:ln w="7363" cap="rnd">
              <a:solidFill>
                <a:srgbClr val="30AB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6" name="pt5416"/>
            <p:cNvSpPr/>
            <p:nvPr/>
          </p:nvSpPr>
          <p:spPr>
            <a:xfrm>
              <a:off x="6154426" y="2337292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7" name="pt5417"/>
            <p:cNvSpPr/>
            <p:nvPr/>
          </p:nvSpPr>
          <p:spPr>
            <a:xfrm>
              <a:off x="5705516" y="2455425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8" name="pt5418"/>
            <p:cNvSpPr/>
            <p:nvPr/>
          </p:nvSpPr>
          <p:spPr>
            <a:xfrm>
              <a:off x="6355866" y="2190472"/>
              <a:ext cx="16849" cy="16849"/>
            </a:xfrm>
            <a:prstGeom prst="ellipse">
              <a:avLst/>
            </a:prstGeom>
            <a:solidFill>
              <a:srgbClr val="49B476">
                <a:alpha val="45098"/>
              </a:srgbClr>
            </a:solidFill>
            <a:ln w="7363" cap="rnd">
              <a:solidFill>
                <a:srgbClr val="49B4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9" name="pt5419"/>
            <p:cNvSpPr/>
            <p:nvPr/>
          </p:nvSpPr>
          <p:spPr>
            <a:xfrm>
              <a:off x="6804884" y="1728760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0" name="pt5420"/>
            <p:cNvSpPr/>
            <p:nvPr/>
          </p:nvSpPr>
          <p:spPr>
            <a:xfrm>
              <a:off x="6334474" y="2132088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1" name="pt5421"/>
            <p:cNvSpPr/>
            <p:nvPr/>
          </p:nvSpPr>
          <p:spPr>
            <a:xfrm>
              <a:off x="6407874" y="2361142"/>
              <a:ext cx="16849" cy="16849"/>
            </a:xfrm>
            <a:prstGeom prst="ellipse">
              <a:avLst/>
            </a:prstGeom>
            <a:solidFill>
              <a:srgbClr val="DCE236">
                <a:alpha val="45098"/>
              </a:srgbClr>
            </a:solidFill>
            <a:ln w="7363" cap="rnd">
              <a:solidFill>
                <a:srgbClr val="DCE23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2" name="pt5422"/>
            <p:cNvSpPr/>
            <p:nvPr/>
          </p:nvSpPr>
          <p:spPr>
            <a:xfrm>
              <a:off x="7124847" y="1413021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3" name="pt5423"/>
            <p:cNvSpPr/>
            <p:nvPr/>
          </p:nvSpPr>
          <p:spPr>
            <a:xfrm>
              <a:off x="5926763" y="1966210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4" name="pt5424"/>
            <p:cNvSpPr/>
            <p:nvPr/>
          </p:nvSpPr>
          <p:spPr>
            <a:xfrm>
              <a:off x="5954524" y="2304652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5" name="pt5425"/>
            <p:cNvSpPr/>
            <p:nvPr/>
          </p:nvSpPr>
          <p:spPr>
            <a:xfrm>
              <a:off x="6031014" y="2259192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6" name="pt5426"/>
            <p:cNvSpPr/>
            <p:nvPr/>
          </p:nvSpPr>
          <p:spPr>
            <a:xfrm>
              <a:off x="6972822" y="164189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7" name="pt5427"/>
            <p:cNvSpPr/>
            <p:nvPr/>
          </p:nvSpPr>
          <p:spPr>
            <a:xfrm>
              <a:off x="7101684" y="1553174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8" name="pt5428"/>
            <p:cNvSpPr/>
            <p:nvPr/>
          </p:nvSpPr>
          <p:spPr>
            <a:xfrm>
              <a:off x="6294711" y="205151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9" name="pt5429"/>
            <p:cNvSpPr/>
            <p:nvPr/>
          </p:nvSpPr>
          <p:spPr>
            <a:xfrm>
              <a:off x="6434273" y="199466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0" name="pt5430"/>
            <p:cNvSpPr/>
            <p:nvPr/>
          </p:nvSpPr>
          <p:spPr>
            <a:xfrm>
              <a:off x="6855053" y="1936377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1" name="pt5431"/>
            <p:cNvSpPr/>
            <p:nvPr/>
          </p:nvSpPr>
          <p:spPr>
            <a:xfrm>
              <a:off x="5225822" y="2230198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2" name="pt5432"/>
            <p:cNvSpPr/>
            <p:nvPr/>
          </p:nvSpPr>
          <p:spPr>
            <a:xfrm>
              <a:off x="5692478" y="2544490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3" name="pt5433"/>
            <p:cNvSpPr/>
            <p:nvPr/>
          </p:nvSpPr>
          <p:spPr>
            <a:xfrm>
              <a:off x="5812724" y="2118252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4" name="pt5434"/>
            <p:cNvSpPr/>
            <p:nvPr/>
          </p:nvSpPr>
          <p:spPr>
            <a:xfrm>
              <a:off x="6136785" y="2317758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5" name="pt5435"/>
            <p:cNvSpPr/>
            <p:nvPr/>
          </p:nvSpPr>
          <p:spPr>
            <a:xfrm>
              <a:off x="5309394" y="2010074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6" name="pt5436"/>
            <p:cNvSpPr/>
            <p:nvPr/>
          </p:nvSpPr>
          <p:spPr>
            <a:xfrm>
              <a:off x="6529569" y="230623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7" name="pt5437"/>
            <p:cNvSpPr/>
            <p:nvPr/>
          </p:nvSpPr>
          <p:spPr>
            <a:xfrm>
              <a:off x="6218825" y="223466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8" name="pt5438"/>
            <p:cNvSpPr/>
            <p:nvPr/>
          </p:nvSpPr>
          <p:spPr>
            <a:xfrm>
              <a:off x="6520384" y="2376391"/>
              <a:ext cx="16849" cy="16849"/>
            </a:xfrm>
            <a:prstGeom prst="ellipse">
              <a:avLst/>
            </a:prstGeom>
            <a:solidFill>
              <a:srgbClr val="A1D749">
                <a:alpha val="45098"/>
              </a:srgbClr>
            </a:solidFill>
            <a:ln w="7363" cap="rnd">
              <a:solidFill>
                <a:srgbClr val="A1D74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9" name="pt5439"/>
            <p:cNvSpPr/>
            <p:nvPr/>
          </p:nvSpPr>
          <p:spPr>
            <a:xfrm>
              <a:off x="5562152" y="2511082"/>
              <a:ext cx="16849" cy="16849"/>
            </a:xfrm>
            <a:prstGeom prst="ellipse">
              <a:avLst/>
            </a:prstGeom>
            <a:solidFill>
              <a:srgbClr val="62C167">
                <a:alpha val="45098"/>
              </a:srgbClr>
            </a:solidFill>
            <a:ln w="7363" cap="rnd">
              <a:solidFill>
                <a:srgbClr val="62C16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0" name="pt5440"/>
            <p:cNvSpPr/>
            <p:nvPr/>
          </p:nvSpPr>
          <p:spPr>
            <a:xfrm>
              <a:off x="6225915" y="2375815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1" name="pt5441"/>
            <p:cNvSpPr/>
            <p:nvPr/>
          </p:nvSpPr>
          <p:spPr>
            <a:xfrm>
              <a:off x="5893303" y="205005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2" name="pt5442"/>
            <p:cNvSpPr/>
            <p:nvPr/>
          </p:nvSpPr>
          <p:spPr>
            <a:xfrm>
              <a:off x="6684032" y="2041275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3" name="pt5443"/>
            <p:cNvSpPr/>
            <p:nvPr/>
          </p:nvSpPr>
          <p:spPr>
            <a:xfrm>
              <a:off x="6555200" y="2189044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4" name="pt5444"/>
            <p:cNvSpPr/>
            <p:nvPr/>
          </p:nvSpPr>
          <p:spPr>
            <a:xfrm>
              <a:off x="5653490" y="2347812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5" name="pt5445"/>
            <p:cNvSpPr/>
            <p:nvPr/>
          </p:nvSpPr>
          <p:spPr>
            <a:xfrm>
              <a:off x="6703269" y="2049831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6" name="pt5446"/>
            <p:cNvSpPr/>
            <p:nvPr/>
          </p:nvSpPr>
          <p:spPr>
            <a:xfrm>
              <a:off x="6342800" y="2198924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7" name="pt5447"/>
            <p:cNvSpPr/>
            <p:nvPr/>
          </p:nvSpPr>
          <p:spPr>
            <a:xfrm>
              <a:off x="5384639" y="2393260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8" name="pt5448"/>
            <p:cNvSpPr/>
            <p:nvPr/>
          </p:nvSpPr>
          <p:spPr>
            <a:xfrm>
              <a:off x="5589630" y="1977131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9" name="pt5449"/>
            <p:cNvSpPr/>
            <p:nvPr/>
          </p:nvSpPr>
          <p:spPr>
            <a:xfrm>
              <a:off x="6866614" y="1716119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0" name="pt5450"/>
            <p:cNvSpPr/>
            <p:nvPr/>
          </p:nvSpPr>
          <p:spPr>
            <a:xfrm>
              <a:off x="6215827" y="2276472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1" name="pt5451"/>
            <p:cNvSpPr/>
            <p:nvPr/>
          </p:nvSpPr>
          <p:spPr>
            <a:xfrm>
              <a:off x="6124198" y="2343848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2" name="pt5452"/>
            <p:cNvSpPr/>
            <p:nvPr/>
          </p:nvSpPr>
          <p:spPr>
            <a:xfrm>
              <a:off x="6716392" y="1990142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3" name="pt5453"/>
            <p:cNvSpPr/>
            <p:nvPr/>
          </p:nvSpPr>
          <p:spPr>
            <a:xfrm>
              <a:off x="6040846" y="2308508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4" name="pt5454"/>
            <p:cNvSpPr/>
            <p:nvPr/>
          </p:nvSpPr>
          <p:spPr>
            <a:xfrm>
              <a:off x="6047014" y="2320898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5" name="pt5455"/>
            <p:cNvSpPr/>
            <p:nvPr/>
          </p:nvSpPr>
          <p:spPr>
            <a:xfrm>
              <a:off x="6624382" y="2211067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6" name="pt5456"/>
            <p:cNvSpPr/>
            <p:nvPr/>
          </p:nvSpPr>
          <p:spPr>
            <a:xfrm>
              <a:off x="6379576" y="243331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7" name="pt5457"/>
            <p:cNvSpPr/>
            <p:nvPr/>
          </p:nvSpPr>
          <p:spPr>
            <a:xfrm>
              <a:off x="5925322" y="2031059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8" name="pt5458"/>
            <p:cNvSpPr/>
            <p:nvPr/>
          </p:nvSpPr>
          <p:spPr>
            <a:xfrm>
              <a:off x="5870869" y="2004153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9" name="pt5459"/>
            <p:cNvSpPr/>
            <p:nvPr/>
          </p:nvSpPr>
          <p:spPr>
            <a:xfrm>
              <a:off x="6025692" y="2239705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0" name="pt5460"/>
            <p:cNvSpPr/>
            <p:nvPr/>
          </p:nvSpPr>
          <p:spPr>
            <a:xfrm>
              <a:off x="5396783" y="2550088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1" name="pt5461"/>
            <p:cNvSpPr/>
            <p:nvPr/>
          </p:nvSpPr>
          <p:spPr>
            <a:xfrm>
              <a:off x="6659106" y="2091608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2" name="pt5462"/>
            <p:cNvSpPr/>
            <p:nvPr/>
          </p:nvSpPr>
          <p:spPr>
            <a:xfrm>
              <a:off x="6145812" y="2353769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3" name="pt5463"/>
            <p:cNvSpPr/>
            <p:nvPr/>
          </p:nvSpPr>
          <p:spPr>
            <a:xfrm>
              <a:off x="5667096" y="2442751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4" name="pt5464"/>
            <p:cNvSpPr/>
            <p:nvPr/>
          </p:nvSpPr>
          <p:spPr>
            <a:xfrm>
              <a:off x="6723702" y="1881286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5" name="pt5465"/>
            <p:cNvSpPr/>
            <p:nvPr/>
          </p:nvSpPr>
          <p:spPr>
            <a:xfrm>
              <a:off x="6271201" y="2359424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6" name="pt5466"/>
            <p:cNvSpPr/>
            <p:nvPr/>
          </p:nvSpPr>
          <p:spPr>
            <a:xfrm>
              <a:off x="7097860" y="1494611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7" name="pt5467"/>
            <p:cNvSpPr/>
            <p:nvPr/>
          </p:nvSpPr>
          <p:spPr>
            <a:xfrm>
              <a:off x="5399848" y="2482008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8" name="pt5468"/>
            <p:cNvSpPr/>
            <p:nvPr/>
          </p:nvSpPr>
          <p:spPr>
            <a:xfrm>
              <a:off x="6153261" y="230440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9" name="pt5469"/>
            <p:cNvSpPr/>
            <p:nvPr/>
          </p:nvSpPr>
          <p:spPr>
            <a:xfrm>
              <a:off x="6385653" y="2295332"/>
              <a:ext cx="16849" cy="16849"/>
            </a:xfrm>
            <a:prstGeom prst="ellipse">
              <a:avLst/>
            </a:prstGeom>
            <a:solidFill>
              <a:srgbClr val="3AAE7D">
                <a:alpha val="45098"/>
              </a:srgbClr>
            </a:solidFill>
            <a:ln w="7363" cap="rnd">
              <a:solidFill>
                <a:srgbClr val="3AAE7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0" name="pt5470"/>
            <p:cNvSpPr/>
            <p:nvPr/>
          </p:nvSpPr>
          <p:spPr>
            <a:xfrm>
              <a:off x="5587554" y="2001255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1" name="pt5471"/>
            <p:cNvSpPr/>
            <p:nvPr/>
          </p:nvSpPr>
          <p:spPr>
            <a:xfrm>
              <a:off x="6126352" y="2309392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2" name="pt5472"/>
            <p:cNvSpPr/>
            <p:nvPr/>
          </p:nvSpPr>
          <p:spPr>
            <a:xfrm>
              <a:off x="5842522" y="242959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3" name="pt5473"/>
            <p:cNvSpPr/>
            <p:nvPr/>
          </p:nvSpPr>
          <p:spPr>
            <a:xfrm>
              <a:off x="5712070" y="237776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4" name="pt5474"/>
            <p:cNvSpPr/>
            <p:nvPr/>
          </p:nvSpPr>
          <p:spPr>
            <a:xfrm>
              <a:off x="6156322" y="2323414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5" name="pt5475"/>
            <p:cNvSpPr/>
            <p:nvPr/>
          </p:nvSpPr>
          <p:spPr>
            <a:xfrm>
              <a:off x="6921037" y="168718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6" name="pt5476"/>
            <p:cNvSpPr/>
            <p:nvPr/>
          </p:nvSpPr>
          <p:spPr>
            <a:xfrm>
              <a:off x="6285440" y="223207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7" name="pt5477"/>
            <p:cNvSpPr/>
            <p:nvPr/>
          </p:nvSpPr>
          <p:spPr>
            <a:xfrm>
              <a:off x="6298409" y="2081322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8" name="pt5478"/>
            <p:cNvSpPr/>
            <p:nvPr/>
          </p:nvSpPr>
          <p:spPr>
            <a:xfrm>
              <a:off x="6766409" y="1915661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9" name="pt5479"/>
            <p:cNvSpPr/>
            <p:nvPr/>
          </p:nvSpPr>
          <p:spPr>
            <a:xfrm>
              <a:off x="5981746" y="2209414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0" name="pt5480"/>
            <p:cNvSpPr/>
            <p:nvPr/>
          </p:nvSpPr>
          <p:spPr>
            <a:xfrm>
              <a:off x="6620002" y="2190294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1" name="pt5481"/>
            <p:cNvSpPr/>
            <p:nvPr/>
          </p:nvSpPr>
          <p:spPr>
            <a:xfrm>
              <a:off x="6623900" y="2192012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2" name="pt5482"/>
            <p:cNvSpPr/>
            <p:nvPr/>
          </p:nvSpPr>
          <p:spPr>
            <a:xfrm>
              <a:off x="6158353" y="2288966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3" name="pt5483"/>
            <p:cNvSpPr/>
            <p:nvPr/>
          </p:nvSpPr>
          <p:spPr>
            <a:xfrm>
              <a:off x="6831280" y="1821581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4" name="pt5484"/>
            <p:cNvSpPr/>
            <p:nvPr/>
          </p:nvSpPr>
          <p:spPr>
            <a:xfrm>
              <a:off x="5308708" y="2077795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5" name="pt5485"/>
            <p:cNvSpPr/>
            <p:nvPr/>
          </p:nvSpPr>
          <p:spPr>
            <a:xfrm>
              <a:off x="5953138" y="2259323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6" name="pt5486"/>
            <p:cNvSpPr/>
            <p:nvPr/>
          </p:nvSpPr>
          <p:spPr>
            <a:xfrm>
              <a:off x="5938569" y="1876180"/>
              <a:ext cx="16849" cy="16849"/>
            </a:xfrm>
            <a:prstGeom prst="ellipse">
              <a:avLst/>
            </a:prstGeom>
            <a:solidFill>
              <a:srgbClr val="AEDA45">
                <a:alpha val="45098"/>
              </a:srgbClr>
            </a:solidFill>
            <a:ln w="7363" cap="rnd">
              <a:solidFill>
                <a:srgbClr val="AEDA4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7" name="pt5487"/>
            <p:cNvSpPr/>
            <p:nvPr/>
          </p:nvSpPr>
          <p:spPr>
            <a:xfrm>
              <a:off x="6174199" y="2295225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8" name="pt5488"/>
            <p:cNvSpPr/>
            <p:nvPr/>
          </p:nvSpPr>
          <p:spPr>
            <a:xfrm>
              <a:off x="5997329" y="2579282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9" name="pt5489"/>
            <p:cNvSpPr/>
            <p:nvPr/>
          </p:nvSpPr>
          <p:spPr>
            <a:xfrm>
              <a:off x="6529070" y="227494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0" name="pt5490"/>
            <p:cNvSpPr/>
            <p:nvPr/>
          </p:nvSpPr>
          <p:spPr>
            <a:xfrm>
              <a:off x="5627550" y="2285520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1" name="pt5491"/>
            <p:cNvSpPr/>
            <p:nvPr/>
          </p:nvSpPr>
          <p:spPr>
            <a:xfrm>
              <a:off x="6596329" y="2153252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2" name="pt5492"/>
            <p:cNvSpPr/>
            <p:nvPr/>
          </p:nvSpPr>
          <p:spPr>
            <a:xfrm>
              <a:off x="6693852" y="214430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3" name="pt5493"/>
            <p:cNvSpPr/>
            <p:nvPr/>
          </p:nvSpPr>
          <p:spPr>
            <a:xfrm>
              <a:off x="6579433" y="2092035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4" name="pt5494"/>
            <p:cNvSpPr/>
            <p:nvPr/>
          </p:nvSpPr>
          <p:spPr>
            <a:xfrm>
              <a:off x="6639706" y="2046394"/>
              <a:ext cx="16849" cy="16849"/>
            </a:xfrm>
            <a:prstGeom prst="ellipse">
              <a:avLst/>
            </a:prstGeom>
            <a:solidFill>
              <a:srgbClr val="81D250">
                <a:alpha val="45098"/>
              </a:srgbClr>
            </a:solidFill>
            <a:ln w="7363" cap="rnd">
              <a:solidFill>
                <a:srgbClr val="81D25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5" name="pt5495"/>
            <p:cNvSpPr/>
            <p:nvPr/>
          </p:nvSpPr>
          <p:spPr>
            <a:xfrm>
              <a:off x="6103627" y="2284034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6" name="pt5496"/>
            <p:cNvSpPr/>
            <p:nvPr/>
          </p:nvSpPr>
          <p:spPr>
            <a:xfrm>
              <a:off x="6464575" y="211597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7" name="pt5497"/>
            <p:cNvSpPr/>
            <p:nvPr/>
          </p:nvSpPr>
          <p:spPr>
            <a:xfrm>
              <a:off x="5996311" y="2662900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8" name="pt5498"/>
            <p:cNvSpPr/>
            <p:nvPr/>
          </p:nvSpPr>
          <p:spPr>
            <a:xfrm>
              <a:off x="6274313" y="2191889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9" name="pt5499"/>
            <p:cNvSpPr/>
            <p:nvPr/>
          </p:nvSpPr>
          <p:spPr>
            <a:xfrm>
              <a:off x="6985018" y="2033497"/>
              <a:ext cx="16849" cy="16849"/>
            </a:xfrm>
            <a:prstGeom prst="ellipse">
              <a:avLst/>
            </a:prstGeom>
            <a:solidFill>
              <a:srgbClr val="89D34E">
                <a:alpha val="45098"/>
              </a:srgbClr>
            </a:solidFill>
            <a:ln w="7363" cap="rnd">
              <a:solidFill>
                <a:srgbClr val="89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0" name="pt5500"/>
            <p:cNvSpPr/>
            <p:nvPr/>
          </p:nvSpPr>
          <p:spPr>
            <a:xfrm>
              <a:off x="5947673" y="1901578"/>
              <a:ext cx="16849" cy="16849"/>
            </a:xfrm>
            <a:prstGeom prst="ellipse">
              <a:avLst/>
            </a:prstGeom>
            <a:solidFill>
              <a:srgbClr val="C5DE3E">
                <a:alpha val="45098"/>
              </a:srgbClr>
            </a:solidFill>
            <a:ln w="7363" cap="rnd">
              <a:solidFill>
                <a:srgbClr val="C5DE3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1" name="pt5501"/>
            <p:cNvSpPr/>
            <p:nvPr/>
          </p:nvSpPr>
          <p:spPr>
            <a:xfrm>
              <a:off x="6488212" y="2164253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2" name="pt5502"/>
            <p:cNvSpPr/>
            <p:nvPr/>
          </p:nvSpPr>
          <p:spPr>
            <a:xfrm>
              <a:off x="6317711" y="2257540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3" name="pt5503"/>
            <p:cNvSpPr/>
            <p:nvPr/>
          </p:nvSpPr>
          <p:spPr>
            <a:xfrm>
              <a:off x="5925307" y="2143928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4" name="pt5504"/>
            <p:cNvSpPr/>
            <p:nvPr/>
          </p:nvSpPr>
          <p:spPr>
            <a:xfrm>
              <a:off x="6078454" y="2358863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5" name="pt5505"/>
            <p:cNvSpPr/>
            <p:nvPr/>
          </p:nvSpPr>
          <p:spPr>
            <a:xfrm>
              <a:off x="6366345" y="2248034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6" name="pt5506"/>
            <p:cNvSpPr/>
            <p:nvPr/>
          </p:nvSpPr>
          <p:spPr>
            <a:xfrm>
              <a:off x="6585201" y="235713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7" name="pt5507"/>
            <p:cNvSpPr/>
            <p:nvPr/>
          </p:nvSpPr>
          <p:spPr>
            <a:xfrm>
              <a:off x="6353786" y="2240844"/>
              <a:ext cx="16849" cy="16849"/>
            </a:xfrm>
            <a:prstGeom prst="ellipse">
              <a:avLst/>
            </a:prstGeom>
            <a:solidFill>
              <a:srgbClr val="5BBD6C">
                <a:alpha val="45098"/>
              </a:srgbClr>
            </a:solidFill>
            <a:ln w="7363" cap="rnd">
              <a:solidFill>
                <a:srgbClr val="5B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8" name="pt5508"/>
            <p:cNvSpPr/>
            <p:nvPr/>
          </p:nvSpPr>
          <p:spPr>
            <a:xfrm>
              <a:off x="6209562" y="2235983"/>
              <a:ext cx="16849" cy="16849"/>
            </a:xfrm>
            <a:prstGeom prst="ellipse">
              <a:avLst/>
            </a:prstGeom>
            <a:solidFill>
              <a:srgbClr val="32AC80">
                <a:alpha val="45098"/>
              </a:srgbClr>
            </a:solidFill>
            <a:ln w="7363" cap="rnd">
              <a:solidFill>
                <a:srgbClr val="32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9" name="pt5509"/>
            <p:cNvSpPr/>
            <p:nvPr/>
          </p:nvSpPr>
          <p:spPr>
            <a:xfrm>
              <a:off x="6286398" y="2204096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0" name="pt5510"/>
            <p:cNvSpPr/>
            <p:nvPr/>
          </p:nvSpPr>
          <p:spPr>
            <a:xfrm>
              <a:off x="6786005" y="187653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1" name="pt5511"/>
            <p:cNvSpPr/>
            <p:nvPr/>
          </p:nvSpPr>
          <p:spPr>
            <a:xfrm>
              <a:off x="6140401" y="2378520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2" name="pt5512"/>
            <p:cNvSpPr/>
            <p:nvPr/>
          </p:nvSpPr>
          <p:spPr>
            <a:xfrm>
              <a:off x="5937362" y="1801810"/>
              <a:ext cx="16849" cy="16849"/>
            </a:xfrm>
            <a:prstGeom prst="ellipse">
              <a:avLst/>
            </a:prstGeom>
            <a:solidFill>
              <a:srgbClr val="AEDA45">
                <a:alpha val="45098"/>
              </a:srgbClr>
            </a:solidFill>
            <a:ln w="7363" cap="rnd">
              <a:solidFill>
                <a:srgbClr val="AEDA4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3" name="pt5513"/>
            <p:cNvSpPr/>
            <p:nvPr/>
          </p:nvSpPr>
          <p:spPr>
            <a:xfrm>
              <a:off x="6237158" y="2293763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4" name="pt5514"/>
            <p:cNvSpPr/>
            <p:nvPr/>
          </p:nvSpPr>
          <p:spPr>
            <a:xfrm>
              <a:off x="6641644" y="2007909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5" name="pt5515"/>
            <p:cNvSpPr/>
            <p:nvPr/>
          </p:nvSpPr>
          <p:spPr>
            <a:xfrm>
              <a:off x="6708963" y="2110396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6" name="pt5516"/>
            <p:cNvSpPr/>
            <p:nvPr/>
          </p:nvSpPr>
          <p:spPr>
            <a:xfrm>
              <a:off x="5522935" y="225172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7" name="pt5517"/>
            <p:cNvSpPr/>
            <p:nvPr/>
          </p:nvSpPr>
          <p:spPr>
            <a:xfrm>
              <a:off x="6306931" y="2252854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8" name="pt5518"/>
            <p:cNvSpPr/>
            <p:nvPr/>
          </p:nvSpPr>
          <p:spPr>
            <a:xfrm>
              <a:off x="6358598" y="2267369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9" name="pt5519"/>
            <p:cNvSpPr/>
            <p:nvPr/>
          </p:nvSpPr>
          <p:spPr>
            <a:xfrm>
              <a:off x="6657277" y="214546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0" name="pt5520"/>
            <p:cNvSpPr/>
            <p:nvPr/>
          </p:nvSpPr>
          <p:spPr>
            <a:xfrm>
              <a:off x="6529730" y="2347928"/>
              <a:ext cx="16849" cy="16849"/>
            </a:xfrm>
            <a:prstGeom prst="ellipse">
              <a:avLst/>
            </a:prstGeom>
            <a:solidFill>
              <a:srgbClr val="A1D749">
                <a:alpha val="45098"/>
              </a:srgbClr>
            </a:solidFill>
            <a:ln w="7363" cap="rnd">
              <a:solidFill>
                <a:srgbClr val="A1D74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1" name="pt5521"/>
            <p:cNvSpPr/>
            <p:nvPr/>
          </p:nvSpPr>
          <p:spPr>
            <a:xfrm>
              <a:off x="5846922" y="2278711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2" name="pt5522"/>
            <p:cNvSpPr/>
            <p:nvPr/>
          </p:nvSpPr>
          <p:spPr>
            <a:xfrm>
              <a:off x="5954292" y="210543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3" name="pt5523"/>
            <p:cNvSpPr/>
            <p:nvPr/>
          </p:nvSpPr>
          <p:spPr>
            <a:xfrm>
              <a:off x="6299418" y="201247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4" name="pt5524"/>
            <p:cNvSpPr/>
            <p:nvPr/>
          </p:nvSpPr>
          <p:spPr>
            <a:xfrm>
              <a:off x="6450474" y="2008583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5" name="pt5525"/>
            <p:cNvSpPr/>
            <p:nvPr/>
          </p:nvSpPr>
          <p:spPr>
            <a:xfrm>
              <a:off x="6430459" y="1827099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6" name="pt5526"/>
            <p:cNvSpPr/>
            <p:nvPr/>
          </p:nvSpPr>
          <p:spPr>
            <a:xfrm>
              <a:off x="6114308" y="2333469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7" name="pt5527"/>
            <p:cNvSpPr/>
            <p:nvPr/>
          </p:nvSpPr>
          <p:spPr>
            <a:xfrm>
              <a:off x="6336252" y="226506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8" name="pt5528"/>
            <p:cNvSpPr/>
            <p:nvPr/>
          </p:nvSpPr>
          <p:spPr>
            <a:xfrm>
              <a:off x="6002077" y="2631762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9" name="pt5529"/>
            <p:cNvSpPr/>
            <p:nvPr/>
          </p:nvSpPr>
          <p:spPr>
            <a:xfrm>
              <a:off x="5622554" y="2440198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0" name="pt5530"/>
            <p:cNvSpPr/>
            <p:nvPr/>
          </p:nvSpPr>
          <p:spPr>
            <a:xfrm>
              <a:off x="6280561" y="208908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1" name="pt5531"/>
            <p:cNvSpPr/>
            <p:nvPr/>
          </p:nvSpPr>
          <p:spPr>
            <a:xfrm>
              <a:off x="6386415" y="232220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2" name="pt5532"/>
            <p:cNvSpPr/>
            <p:nvPr/>
          </p:nvSpPr>
          <p:spPr>
            <a:xfrm>
              <a:off x="6533815" y="2312109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3" name="pt5533"/>
            <p:cNvSpPr/>
            <p:nvPr/>
          </p:nvSpPr>
          <p:spPr>
            <a:xfrm>
              <a:off x="6213676" y="2246608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4" name="pt5534"/>
            <p:cNvSpPr/>
            <p:nvPr/>
          </p:nvSpPr>
          <p:spPr>
            <a:xfrm>
              <a:off x="6416785" y="2205917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5" name="pt5535"/>
            <p:cNvSpPr/>
            <p:nvPr/>
          </p:nvSpPr>
          <p:spPr>
            <a:xfrm>
              <a:off x="6298114" y="2033104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6" name="pt5536"/>
            <p:cNvSpPr/>
            <p:nvPr/>
          </p:nvSpPr>
          <p:spPr>
            <a:xfrm>
              <a:off x="6169783" y="231479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7" name="pt5537"/>
            <p:cNvSpPr/>
            <p:nvPr/>
          </p:nvSpPr>
          <p:spPr>
            <a:xfrm>
              <a:off x="5760327" y="2205236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8" name="pt5538"/>
            <p:cNvSpPr/>
            <p:nvPr/>
          </p:nvSpPr>
          <p:spPr>
            <a:xfrm>
              <a:off x="6956807" y="1828943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9" name="pt5539"/>
            <p:cNvSpPr/>
            <p:nvPr/>
          </p:nvSpPr>
          <p:spPr>
            <a:xfrm>
              <a:off x="6132466" y="2324457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0" name="pt5540"/>
            <p:cNvSpPr/>
            <p:nvPr/>
          </p:nvSpPr>
          <p:spPr>
            <a:xfrm>
              <a:off x="6158231" y="238133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1" name="pt5541"/>
            <p:cNvSpPr/>
            <p:nvPr/>
          </p:nvSpPr>
          <p:spPr>
            <a:xfrm>
              <a:off x="5892122" y="199337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2" name="pt5542"/>
            <p:cNvSpPr/>
            <p:nvPr/>
          </p:nvSpPr>
          <p:spPr>
            <a:xfrm>
              <a:off x="6634938" y="223278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3" name="pt5543"/>
            <p:cNvSpPr/>
            <p:nvPr/>
          </p:nvSpPr>
          <p:spPr>
            <a:xfrm>
              <a:off x="5903460" y="2193989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4" name="pt5544"/>
            <p:cNvSpPr/>
            <p:nvPr/>
          </p:nvSpPr>
          <p:spPr>
            <a:xfrm>
              <a:off x="5800663" y="223688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5" name="pt5545"/>
            <p:cNvSpPr/>
            <p:nvPr/>
          </p:nvSpPr>
          <p:spPr>
            <a:xfrm>
              <a:off x="6979239" y="2036177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6" name="pt5546"/>
            <p:cNvSpPr/>
            <p:nvPr/>
          </p:nvSpPr>
          <p:spPr>
            <a:xfrm>
              <a:off x="6070338" y="2438761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7" name="pt5547"/>
            <p:cNvSpPr/>
            <p:nvPr/>
          </p:nvSpPr>
          <p:spPr>
            <a:xfrm>
              <a:off x="6852795" y="1889173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8" name="pt5548"/>
            <p:cNvSpPr/>
            <p:nvPr/>
          </p:nvSpPr>
          <p:spPr>
            <a:xfrm>
              <a:off x="6455095" y="203804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9" name="pt5549"/>
            <p:cNvSpPr/>
            <p:nvPr/>
          </p:nvSpPr>
          <p:spPr>
            <a:xfrm>
              <a:off x="5431656" y="2451254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0" name="pt5550"/>
            <p:cNvSpPr/>
            <p:nvPr/>
          </p:nvSpPr>
          <p:spPr>
            <a:xfrm>
              <a:off x="5834547" y="2237441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1" name="pt5551"/>
            <p:cNvSpPr/>
            <p:nvPr/>
          </p:nvSpPr>
          <p:spPr>
            <a:xfrm>
              <a:off x="6683295" y="1930784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2" name="pt5552"/>
            <p:cNvSpPr/>
            <p:nvPr/>
          </p:nvSpPr>
          <p:spPr>
            <a:xfrm>
              <a:off x="6746086" y="2071546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3" name="pt5553"/>
            <p:cNvSpPr/>
            <p:nvPr/>
          </p:nvSpPr>
          <p:spPr>
            <a:xfrm>
              <a:off x="5775762" y="199916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4" name="pt5554"/>
            <p:cNvSpPr/>
            <p:nvPr/>
          </p:nvSpPr>
          <p:spPr>
            <a:xfrm>
              <a:off x="5858591" y="2145706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5" name="pt5555"/>
            <p:cNvSpPr/>
            <p:nvPr/>
          </p:nvSpPr>
          <p:spPr>
            <a:xfrm>
              <a:off x="6284759" y="2156289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6" name="pt5556"/>
            <p:cNvSpPr/>
            <p:nvPr/>
          </p:nvSpPr>
          <p:spPr>
            <a:xfrm>
              <a:off x="6709676" y="218207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7" name="pt5557"/>
            <p:cNvSpPr/>
            <p:nvPr/>
          </p:nvSpPr>
          <p:spPr>
            <a:xfrm>
              <a:off x="6954825" y="2062723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8" name="pt5558"/>
            <p:cNvSpPr/>
            <p:nvPr/>
          </p:nvSpPr>
          <p:spPr>
            <a:xfrm>
              <a:off x="6424570" y="1942008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9" name="pt5559"/>
            <p:cNvSpPr/>
            <p:nvPr/>
          </p:nvSpPr>
          <p:spPr>
            <a:xfrm>
              <a:off x="6343713" y="2202798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0" name="pt5560"/>
            <p:cNvSpPr/>
            <p:nvPr/>
          </p:nvSpPr>
          <p:spPr>
            <a:xfrm>
              <a:off x="6278063" y="207830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1" name="pt5561"/>
            <p:cNvSpPr/>
            <p:nvPr/>
          </p:nvSpPr>
          <p:spPr>
            <a:xfrm>
              <a:off x="5776859" y="211109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2" name="pt5562"/>
            <p:cNvSpPr/>
            <p:nvPr/>
          </p:nvSpPr>
          <p:spPr>
            <a:xfrm>
              <a:off x="7104871" y="116257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3" name="pt5563"/>
            <p:cNvSpPr/>
            <p:nvPr/>
          </p:nvSpPr>
          <p:spPr>
            <a:xfrm>
              <a:off x="6476144" y="2106090"/>
              <a:ext cx="16849" cy="16849"/>
            </a:xfrm>
            <a:prstGeom prst="ellipse">
              <a:avLst/>
            </a:prstGeom>
            <a:solidFill>
              <a:srgbClr val="2AAA82">
                <a:alpha val="45098"/>
              </a:srgbClr>
            </a:solidFill>
            <a:ln w="7363" cap="rnd">
              <a:solidFill>
                <a:srgbClr val="2A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4" name="pt5564"/>
            <p:cNvSpPr/>
            <p:nvPr/>
          </p:nvSpPr>
          <p:spPr>
            <a:xfrm>
              <a:off x="6139520" y="2284231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5" name="pt5565"/>
            <p:cNvSpPr/>
            <p:nvPr/>
          </p:nvSpPr>
          <p:spPr>
            <a:xfrm>
              <a:off x="6959950" y="1763479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6" name="pt5566"/>
            <p:cNvSpPr/>
            <p:nvPr/>
          </p:nvSpPr>
          <p:spPr>
            <a:xfrm>
              <a:off x="6631716" y="2224963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7" name="pt5567"/>
            <p:cNvSpPr/>
            <p:nvPr/>
          </p:nvSpPr>
          <p:spPr>
            <a:xfrm>
              <a:off x="5341707" y="1929387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8" name="pt5568"/>
            <p:cNvSpPr/>
            <p:nvPr/>
          </p:nvSpPr>
          <p:spPr>
            <a:xfrm>
              <a:off x="6719411" y="2087226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9" name="pt5569"/>
            <p:cNvSpPr/>
            <p:nvPr/>
          </p:nvSpPr>
          <p:spPr>
            <a:xfrm>
              <a:off x="5943236" y="2041217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0" name="pt5570"/>
            <p:cNvSpPr/>
            <p:nvPr/>
          </p:nvSpPr>
          <p:spPr>
            <a:xfrm>
              <a:off x="5940762" y="196347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1" name="pt5571"/>
            <p:cNvSpPr/>
            <p:nvPr/>
          </p:nvSpPr>
          <p:spPr>
            <a:xfrm>
              <a:off x="6272146" y="245056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2" name="pt5572"/>
            <p:cNvSpPr/>
            <p:nvPr/>
          </p:nvSpPr>
          <p:spPr>
            <a:xfrm>
              <a:off x="6489741" y="2147282"/>
              <a:ext cx="16849" cy="16849"/>
            </a:xfrm>
            <a:prstGeom prst="ellipse">
              <a:avLst/>
            </a:prstGeom>
            <a:solidFill>
              <a:srgbClr val="49B476">
                <a:alpha val="45098"/>
              </a:srgbClr>
            </a:solidFill>
            <a:ln w="7363" cap="rnd">
              <a:solidFill>
                <a:srgbClr val="49B4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3" name="pt5573"/>
            <p:cNvSpPr/>
            <p:nvPr/>
          </p:nvSpPr>
          <p:spPr>
            <a:xfrm>
              <a:off x="6390014" y="232111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4" name="pt5574"/>
            <p:cNvSpPr/>
            <p:nvPr/>
          </p:nvSpPr>
          <p:spPr>
            <a:xfrm>
              <a:off x="6622198" y="2227967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5" name="pt5575"/>
            <p:cNvSpPr/>
            <p:nvPr/>
          </p:nvSpPr>
          <p:spPr>
            <a:xfrm>
              <a:off x="6460962" y="221658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6" name="pt5576"/>
            <p:cNvSpPr/>
            <p:nvPr/>
          </p:nvSpPr>
          <p:spPr>
            <a:xfrm>
              <a:off x="6078036" y="2390621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7" name="pt5577"/>
            <p:cNvSpPr/>
            <p:nvPr/>
          </p:nvSpPr>
          <p:spPr>
            <a:xfrm>
              <a:off x="5728348" y="229072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8" name="pt5578"/>
            <p:cNvSpPr/>
            <p:nvPr/>
          </p:nvSpPr>
          <p:spPr>
            <a:xfrm>
              <a:off x="5469134" y="2495033"/>
              <a:ext cx="16849" cy="16849"/>
            </a:xfrm>
            <a:prstGeom prst="ellipse">
              <a:avLst/>
            </a:prstGeom>
            <a:solidFill>
              <a:srgbClr val="6AC661">
                <a:alpha val="45098"/>
              </a:srgbClr>
            </a:solidFill>
            <a:ln w="7363" cap="rnd">
              <a:solidFill>
                <a:srgbClr val="6AC66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9" name="pt5579"/>
            <p:cNvSpPr/>
            <p:nvPr/>
          </p:nvSpPr>
          <p:spPr>
            <a:xfrm>
              <a:off x="6347206" y="2171933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0" name="pt5580"/>
            <p:cNvSpPr/>
            <p:nvPr/>
          </p:nvSpPr>
          <p:spPr>
            <a:xfrm>
              <a:off x="6817709" y="1676922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1" name="pt5581"/>
            <p:cNvSpPr/>
            <p:nvPr/>
          </p:nvSpPr>
          <p:spPr>
            <a:xfrm>
              <a:off x="5663609" y="2372258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2" name="pt5582"/>
            <p:cNvSpPr/>
            <p:nvPr/>
          </p:nvSpPr>
          <p:spPr>
            <a:xfrm>
              <a:off x="6520429" y="2043324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3" name="pt5583"/>
            <p:cNvSpPr/>
            <p:nvPr/>
          </p:nvSpPr>
          <p:spPr>
            <a:xfrm>
              <a:off x="6352911" y="2224045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4" name="pt5584"/>
            <p:cNvSpPr/>
            <p:nvPr/>
          </p:nvSpPr>
          <p:spPr>
            <a:xfrm>
              <a:off x="5919908" y="2031925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5" name="pt5585"/>
            <p:cNvSpPr/>
            <p:nvPr/>
          </p:nvSpPr>
          <p:spPr>
            <a:xfrm>
              <a:off x="6672911" y="2043858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6" name="pt5586"/>
            <p:cNvSpPr/>
            <p:nvPr/>
          </p:nvSpPr>
          <p:spPr>
            <a:xfrm>
              <a:off x="5967566" y="2495697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7" name="pt5587"/>
            <p:cNvSpPr/>
            <p:nvPr/>
          </p:nvSpPr>
          <p:spPr>
            <a:xfrm>
              <a:off x="5414031" y="2219521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8" name="pt5588"/>
            <p:cNvSpPr/>
            <p:nvPr/>
          </p:nvSpPr>
          <p:spPr>
            <a:xfrm>
              <a:off x="6074477" y="2422324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9" name="pt5589"/>
            <p:cNvSpPr/>
            <p:nvPr/>
          </p:nvSpPr>
          <p:spPr>
            <a:xfrm>
              <a:off x="5635717" y="2439688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0" name="pt5590"/>
            <p:cNvSpPr/>
            <p:nvPr/>
          </p:nvSpPr>
          <p:spPr>
            <a:xfrm>
              <a:off x="6520333" y="235483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1" name="pt5591"/>
            <p:cNvSpPr/>
            <p:nvPr/>
          </p:nvSpPr>
          <p:spPr>
            <a:xfrm>
              <a:off x="6407315" y="216058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2" name="pt5592"/>
            <p:cNvSpPr/>
            <p:nvPr/>
          </p:nvSpPr>
          <p:spPr>
            <a:xfrm>
              <a:off x="5864547" y="193127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3" name="pt5593"/>
            <p:cNvSpPr/>
            <p:nvPr/>
          </p:nvSpPr>
          <p:spPr>
            <a:xfrm>
              <a:off x="5624874" y="2526066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4" name="pt5594"/>
            <p:cNvSpPr/>
            <p:nvPr/>
          </p:nvSpPr>
          <p:spPr>
            <a:xfrm>
              <a:off x="6501015" y="223425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5" name="pt5595"/>
            <p:cNvSpPr/>
            <p:nvPr/>
          </p:nvSpPr>
          <p:spPr>
            <a:xfrm>
              <a:off x="6044283" y="213875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6" name="pt5596"/>
            <p:cNvSpPr/>
            <p:nvPr/>
          </p:nvSpPr>
          <p:spPr>
            <a:xfrm>
              <a:off x="6014114" y="2492662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7" name="pt5597"/>
            <p:cNvSpPr/>
            <p:nvPr/>
          </p:nvSpPr>
          <p:spPr>
            <a:xfrm>
              <a:off x="6185100" y="2229033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8" name="pt5598"/>
            <p:cNvSpPr/>
            <p:nvPr/>
          </p:nvSpPr>
          <p:spPr>
            <a:xfrm>
              <a:off x="5811857" y="224785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9" name="pt5599"/>
            <p:cNvSpPr/>
            <p:nvPr/>
          </p:nvSpPr>
          <p:spPr>
            <a:xfrm>
              <a:off x="6376766" y="2416349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0" name="pt5600"/>
            <p:cNvSpPr/>
            <p:nvPr/>
          </p:nvSpPr>
          <p:spPr>
            <a:xfrm>
              <a:off x="6492459" y="2109483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1" name="pt5601"/>
            <p:cNvSpPr/>
            <p:nvPr/>
          </p:nvSpPr>
          <p:spPr>
            <a:xfrm>
              <a:off x="5844064" y="2319182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2" name="pt5602"/>
            <p:cNvSpPr/>
            <p:nvPr/>
          </p:nvSpPr>
          <p:spPr>
            <a:xfrm>
              <a:off x="5929291" y="2091111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3" name="pt5603"/>
            <p:cNvSpPr/>
            <p:nvPr/>
          </p:nvSpPr>
          <p:spPr>
            <a:xfrm>
              <a:off x="6496813" y="224797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4" name="pt5604"/>
            <p:cNvSpPr/>
            <p:nvPr/>
          </p:nvSpPr>
          <p:spPr>
            <a:xfrm>
              <a:off x="5780466" y="2166203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5" name="pt5605"/>
            <p:cNvSpPr/>
            <p:nvPr/>
          </p:nvSpPr>
          <p:spPr>
            <a:xfrm>
              <a:off x="6068507" y="243574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6" name="pt5606"/>
            <p:cNvSpPr/>
            <p:nvPr/>
          </p:nvSpPr>
          <p:spPr>
            <a:xfrm>
              <a:off x="5553047" y="2504055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7" name="pt5607"/>
            <p:cNvSpPr/>
            <p:nvPr/>
          </p:nvSpPr>
          <p:spPr>
            <a:xfrm>
              <a:off x="5656775" y="2358051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8" name="pt5608"/>
            <p:cNvSpPr/>
            <p:nvPr/>
          </p:nvSpPr>
          <p:spPr>
            <a:xfrm>
              <a:off x="5681705" y="250403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9" name="pt5609"/>
            <p:cNvSpPr/>
            <p:nvPr/>
          </p:nvSpPr>
          <p:spPr>
            <a:xfrm>
              <a:off x="6250558" y="2300962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0" name="pt5610"/>
            <p:cNvSpPr/>
            <p:nvPr/>
          </p:nvSpPr>
          <p:spPr>
            <a:xfrm>
              <a:off x="6873646" y="178644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1" name="pt5611"/>
            <p:cNvSpPr/>
            <p:nvPr/>
          </p:nvSpPr>
          <p:spPr>
            <a:xfrm>
              <a:off x="5720213" y="2479081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2" name="pt5612"/>
            <p:cNvSpPr/>
            <p:nvPr/>
          </p:nvSpPr>
          <p:spPr>
            <a:xfrm>
              <a:off x="5303289" y="1950033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3" name="pt5613"/>
            <p:cNvSpPr/>
            <p:nvPr/>
          </p:nvSpPr>
          <p:spPr>
            <a:xfrm>
              <a:off x="6866182" y="1828909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4" name="pt5614"/>
            <p:cNvSpPr/>
            <p:nvPr/>
          </p:nvSpPr>
          <p:spPr>
            <a:xfrm>
              <a:off x="7079956" y="1846488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5" name="pt5615"/>
            <p:cNvSpPr/>
            <p:nvPr/>
          </p:nvSpPr>
          <p:spPr>
            <a:xfrm>
              <a:off x="5765024" y="2132471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6" name="pt5616"/>
            <p:cNvSpPr/>
            <p:nvPr/>
          </p:nvSpPr>
          <p:spPr>
            <a:xfrm>
              <a:off x="5961752" y="190594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7" name="pt5617"/>
            <p:cNvSpPr/>
            <p:nvPr/>
          </p:nvSpPr>
          <p:spPr>
            <a:xfrm>
              <a:off x="6238683" y="226494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8" name="pt5618"/>
            <p:cNvSpPr/>
            <p:nvPr/>
          </p:nvSpPr>
          <p:spPr>
            <a:xfrm>
              <a:off x="6155775" y="235457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9" name="pt5619"/>
            <p:cNvSpPr/>
            <p:nvPr/>
          </p:nvSpPr>
          <p:spPr>
            <a:xfrm>
              <a:off x="6851211" y="1970188"/>
              <a:ext cx="16849" cy="16849"/>
            </a:xfrm>
            <a:prstGeom prst="ellipse">
              <a:avLst/>
            </a:prstGeom>
            <a:solidFill>
              <a:srgbClr val="97D64B">
                <a:alpha val="45098"/>
              </a:srgbClr>
            </a:solidFill>
            <a:ln w="7363" cap="rnd">
              <a:solidFill>
                <a:srgbClr val="97D64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0" name="pt5620"/>
            <p:cNvSpPr/>
            <p:nvPr/>
          </p:nvSpPr>
          <p:spPr>
            <a:xfrm>
              <a:off x="5591184" y="2481054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1" name="pt5621"/>
            <p:cNvSpPr/>
            <p:nvPr/>
          </p:nvSpPr>
          <p:spPr>
            <a:xfrm>
              <a:off x="6465355" y="2317774"/>
              <a:ext cx="16849" cy="16849"/>
            </a:xfrm>
            <a:prstGeom prst="ellipse">
              <a:avLst/>
            </a:prstGeom>
            <a:solidFill>
              <a:srgbClr val="C0DD40">
                <a:alpha val="45098"/>
              </a:srgbClr>
            </a:solidFill>
            <a:ln w="7363" cap="rnd">
              <a:solidFill>
                <a:srgbClr val="C0DD4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2" name="pt5622"/>
            <p:cNvSpPr/>
            <p:nvPr/>
          </p:nvSpPr>
          <p:spPr>
            <a:xfrm>
              <a:off x="6091524" y="2171677"/>
              <a:ext cx="16849" cy="16849"/>
            </a:xfrm>
            <a:prstGeom prst="ellipse">
              <a:avLst/>
            </a:prstGeom>
            <a:solidFill>
              <a:srgbClr val="32AC80">
                <a:alpha val="45098"/>
              </a:srgbClr>
            </a:solidFill>
            <a:ln w="7363" cap="rnd">
              <a:solidFill>
                <a:srgbClr val="32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3" name="pt5623"/>
            <p:cNvSpPr/>
            <p:nvPr/>
          </p:nvSpPr>
          <p:spPr>
            <a:xfrm>
              <a:off x="6459706" y="2074754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4" name="pt5624"/>
            <p:cNvSpPr/>
            <p:nvPr/>
          </p:nvSpPr>
          <p:spPr>
            <a:xfrm>
              <a:off x="6730139" y="1875240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5" name="pt5625"/>
            <p:cNvSpPr/>
            <p:nvPr/>
          </p:nvSpPr>
          <p:spPr>
            <a:xfrm>
              <a:off x="6127787" y="2316495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6" name="pt5626"/>
            <p:cNvSpPr/>
            <p:nvPr/>
          </p:nvSpPr>
          <p:spPr>
            <a:xfrm>
              <a:off x="6166375" y="2338380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7" name="pt5627"/>
            <p:cNvSpPr/>
            <p:nvPr/>
          </p:nvSpPr>
          <p:spPr>
            <a:xfrm>
              <a:off x="5832923" y="236356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8" name="pt5628"/>
            <p:cNvSpPr/>
            <p:nvPr/>
          </p:nvSpPr>
          <p:spPr>
            <a:xfrm>
              <a:off x="6154068" y="2309802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9" name="pt5629"/>
            <p:cNvSpPr/>
            <p:nvPr/>
          </p:nvSpPr>
          <p:spPr>
            <a:xfrm>
              <a:off x="5642347" y="2178049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0" name="pt5630"/>
            <p:cNvSpPr/>
            <p:nvPr/>
          </p:nvSpPr>
          <p:spPr>
            <a:xfrm>
              <a:off x="6953845" y="1849260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1" name="pt5631"/>
            <p:cNvSpPr/>
            <p:nvPr/>
          </p:nvSpPr>
          <p:spPr>
            <a:xfrm>
              <a:off x="6300783" y="1939343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2" name="pt5632"/>
            <p:cNvSpPr/>
            <p:nvPr/>
          </p:nvSpPr>
          <p:spPr>
            <a:xfrm>
              <a:off x="6768495" y="2036558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3" name="pt5633"/>
            <p:cNvSpPr/>
            <p:nvPr/>
          </p:nvSpPr>
          <p:spPr>
            <a:xfrm>
              <a:off x="6499132" y="2003465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4" name="pt5634"/>
            <p:cNvSpPr/>
            <p:nvPr/>
          </p:nvSpPr>
          <p:spPr>
            <a:xfrm>
              <a:off x="6550007" y="2052984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5" name="pt5635"/>
            <p:cNvSpPr/>
            <p:nvPr/>
          </p:nvSpPr>
          <p:spPr>
            <a:xfrm>
              <a:off x="6503505" y="2130196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6" name="pt5636"/>
            <p:cNvSpPr/>
            <p:nvPr/>
          </p:nvSpPr>
          <p:spPr>
            <a:xfrm>
              <a:off x="6632140" y="2093039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7" name="pt5637"/>
            <p:cNvSpPr/>
            <p:nvPr/>
          </p:nvSpPr>
          <p:spPr>
            <a:xfrm>
              <a:off x="6230233" y="2250181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8" name="pt5638"/>
            <p:cNvSpPr/>
            <p:nvPr/>
          </p:nvSpPr>
          <p:spPr>
            <a:xfrm>
              <a:off x="6192807" y="2219688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9" name="pt5639"/>
            <p:cNvSpPr/>
            <p:nvPr/>
          </p:nvSpPr>
          <p:spPr>
            <a:xfrm>
              <a:off x="6070647" y="2384375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0" name="pt5640"/>
            <p:cNvSpPr/>
            <p:nvPr/>
          </p:nvSpPr>
          <p:spPr>
            <a:xfrm>
              <a:off x="6650576" y="2133041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1" name="pt5641"/>
            <p:cNvSpPr/>
            <p:nvPr/>
          </p:nvSpPr>
          <p:spPr>
            <a:xfrm>
              <a:off x="5502081" y="2478643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2" name="pt5642"/>
            <p:cNvSpPr/>
            <p:nvPr/>
          </p:nvSpPr>
          <p:spPr>
            <a:xfrm>
              <a:off x="5913420" y="203013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3" name="pt5643"/>
            <p:cNvSpPr/>
            <p:nvPr/>
          </p:nvSpPr>
          <p:spPr>
            <a:xfrm>
              <a:off x="5086539" y="2550894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4" name="pt5644"/>
            <p:cNvSpPr/>
            <p:nvPr/>
          </p:nvSpPr>
          <p:spPr>
            <a:xfrm>
              <a:off x="6442638" y="1834453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5" name="pt5645"/>
            <p:cNvSpPr/>
            <p:nvPr/>
          </p:nvSpPr>
          <p:spPr>
            <a:xfrm>
              <a:off x="6437001" y="1839655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6" name="pt5646"/>
            <p:cNvSpPr/>
            <p:nvPr/>
          </p:nvSpPr>
          <p:spPr>
            <a:xfrm>
              <a:off x="5345733" y="2221853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7" name="pt5647"/>
            <p:cNvSpPr/>
            <p:nvPr/>
          </p:nvSpPr>
          <p:spPr>
            <a:xfrm>
              <a:off x="6205206" y="2171779"/>
              <a:ext cx="16849" cy="16849"/>
            </a:xfrm>
            <a:prstGeom prst="ellipse">
              <a:avLst/>
            </a:prstGeom>
            <a:solidFill>
              <a:srgbClr val="97D64B">
                <a:alpha val="45098"/>
              </a:srgbClr>
            </a:solidFill>
            <a:ln w="7363" cap="rnd">
              <a:solidFill>
                <a:srgbClr val="97D64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8" name="pt5648"/>
            <p:cNvSpPr/>
            <p:nvPr/>
          </p:nvSpPr>
          <p:spPr>
            <a:xfrm>
              <a:off x="6527958" y="2258911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9" name="pt5649"/>
            <p:cNvSpPr/>
            <p:nvPr/>
          </p:nvSpPr>
          <p:spPr>
            <a:xfrm>
              <a:off x="6377115" y="2180889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0" name="pt5650"/>
            <p:cNvSpPr/>
            <p:nvPr/>
          </p:nvSpPr>
          <p:spPr>
            <a:xfrm>
              <a:off x="6513322" y="2300554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1" name="pt5651"/>
            <p:cNvSpPr/>
            <p:nvPr/>
          </p:nvSpPr>
          <p:spPr>
            <a:xfrm>
              <a:off x="6134104" y="2251832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2" name="pt5652"/>
            <p:cNvSpPr/>
            <p:nvPr/>
          </p:nvSpPr>
          <p:spPr>
            <a:xfrm>
              <a:off x="7187724" y="1952112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3" name="pt5653"/>
            <p:cNvSpPr/>
            <p:nvPr/>
          </p:nvSpPr>
          <p:spPr>
            <a:xfrm>
              <a:off x="6264546" y="245791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4" name="pt5654"/>
            <p:cNvSpPr/>
            <p:nvPr/>
          </p:nvSpPr>
          <p:spPr>
            <a:xfrm>
              <a:off x="6037711" y="2369253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5" name="pt5655"/>
            <p:cNvSpPr/>
            <p:nvPr/>
          </p:nvSpPr>
          <p:spPr>
            <a:xfrm>
              <a:off x="5888589" y="2137381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6" name="pt5656"/>
            <p:cNvSpPr/>
            <p:nvPr/>
          </p:nvSpPr>
          <p:spPr>
            <a:xfrm>
              <a:off x="6253650" y="2348698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7" name="pt5657"/>
            <p:cNvSpPr/>
            <p:nvPr/>
          </p:nvSpPr>
          <p:spPr>
            <a:xfrm>
              <a:off x="6279353" y="2210924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8" name="pt5658"/>
            <p:cNvSpPr/>
            <p:nvPr/>
          </p:nvSpPr>
          <p:spPr>
            <a:xfrm>
              <a:off x="5900656" y="2192248"/>
              <a:ext cx="16849" cy="16849"/>
            </a:xfrm>
            <a:prstGeom prst="ellipse">
              <a:avLst/>
            </a:prstGeom>
            <a:solidFill>
              <a:srgbClr val="25A485">
                <a:alpha val="45098"/>
              </a:srgbClr>
            </a:solidFill>
            <a:ln w="7363" cap="rnd">
              <a:solidFill>
                <a:srgbClr val="25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9" name="pt5659"/>
            <p:cNvSpPr/>
            <p:nvPr/>
          </p:nvSpPr>
          <p:spPr>
            <a:xfrm>
              <a:off x="6450917" y="2141156"/>
              <a:ext cx="16849" cy="16849"/>
            </a:xfrm>
            <a:prstGeom prst="ellipse">
              <a:avLst/>
            </a:prstGeom>
            <a:solidFill>
              <a:srgbClr val="A1D749">
                <a:alpha val="45098"/>
              </a:srgbClr>
            </a:solidFill>
            <a:ln w="7363" cap="rnd">
              <a:solidFill>
                <a:srgbClr val="A1D74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0" name="pt5660"/>
            <p:cNvSpPr/>
            <p:nvPr/>
          </p:nvSpPr>
          <p:spPr>
            <a:xfrm>
              <a:off x="5954869" y="2305250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1" name="pt5661"/>
            <p:cNvSpPr/>
            <p:nvPr/>
          </p:nvSpPr>
          <p:spPr>
            <a:xfrm>
              <a:off x="6493199" y="225081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2" name="pt5662"/>
            <p:cNvSpPr/>
            <p:nvPr/>
          </p:nvSpPr>
          <p:spPr>
            <a:xfrm>
              <a:off x="6311851" y="218561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3" name="pt5663"/>
            <p:cNvSpPr/>
            <p:nvPr/>
          </p:nvSpPr>
          <p:spPr>
            <a:xfrm>
              <a:off x="6146173" y="240140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4" name="pt5664"/>
            <p:cNvSpPr/>
            <p:nvPr/>
          </p:nvSpPr>
          <p:spPr>
            <a:xfrm>
              <a:off x="6418540" y="230413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5" name="pt5665"/>
            <p:cNvSpPr/>
            <p:nvPr/>
          </p:nvSpPr>
          <p:spPr>
            <a:xfrm>
              <a:off x="6235605" y="2349630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6" name="pt5666"/>
            <p:cNvSpPr/>
            <p:nvPr/>
          </p:nvSpPr>
          <p:spPr>
            <a:xfrm>
              <a:off x="6465215" y="2020485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7" name="pt5667"/>
            <p:cNvSpPr/>
            <p:nvPr/>
          </p:nvSpPr>
          <p:spPr>
            <a:xfrm>
              <a:off x="6502061" y="222461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8" name="pt5668"/>
            <p:cNvSpPr/>
            <p:nvPr/>
          </p:nvSpPr>
          <p:spPr>
            <a:xfrm>
              <a:off x="4959194" y="2808548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9" name="pt5669"/>
            <p:cNvSpPr/>
            <p:nvPr/>
          </p:nvSpPr>
          <p:spPr>
            <a:xfrm>
              <a:off x="5483034" y="2638301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0" name="pt5670"/>
            <p:cNvSpPr/>
            <p:nvPr/>
          </p:nvSpPr>
          <p:spPr>
            <a:xfrm>
              <a:off x="6354136" y="2390308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1" name="pt5671"/>
            <p:cNvSpPr/>
            <p:nvPr/>
          </p:nvSpPr>
          <p:spPr>
            <a:xfrm>
              <a:off x="6261422" y="227441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2" name="pt5672"/>
            <p:cNvSpPr/>
            <p:nvPr/>
          </p:nvSpPr>
          <p:spPr>
            <a:xfrm>
              <a:off x="6219862" y="2333556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3" name="pt5673"/>
            <p:cNvSpPr/>
            <p:nvPr/>
          </p:nvSpPr>
          <p:spPr>
            <a:xfrm>
              <a:off x="6503180" y="2043852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4" name="pt5674"/>
            <p:cNvSpPr/>
            <p:nvPr/>
          </p:nvSpPr>
          <p:spPr>
            <a:xfrm>
              <a:off x="5707522" y="2393632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5" name="pt5675"/>
            <p:cNvSpPr/>
            <p:nvPr/>
          </p:nvSpPr>
          <p:spPr>
            <a:xfrm>
              <a:off x="6653363" y="2083849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6" name="pt5676"/>
            <p:cNvSpPr/>
            <p:nvPr/>
          </p:nvSpPr>
          <p:spPr>
            <a:xfrm>
              <a:off x="6464398" y="2154169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7" name="pt5677"/>
            <p:cNvSpPr/>
            <p:nvPr/>
          </p:nvSpPr>
          <p:spPr>
            <a:xfrm>
              <a:off x="6581202" y="2067046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8" name="pt5678"/>
            <p:cNvSpPr/>
            <p:nvPr/>
          </p:nvSpPr>
          <p:spPr>
            <a:xfrm>
              <a:off x="6914101" y="2043424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9" name="pt5679"/>
            <p:cNvSpPr/>
            <p:nvPr/>
          </p:nvSpPr>
          <p:spPr>
            <a:xfrm>
              <a:off x="6426175" y="180034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0" name="pt5680"/>
            <p:cNvSpPr/>
            <p:nvPr/>
          </p:nvSpPr>
          <p:spPr>
            <a:xfrm>
              <a:off x="5892315" y="198377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1" name="pt5681"/>
            <p:cNvSpPr/>
            <p:nvPr/>
          </p:nvSpPr>
          <p:spPr>
            <a:xfrm>
              <a:off x="5081297" y="2472994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2" name="pt5682"/>
            <p:cNvSpPr/>
            <p:nvPr/>
          </p:nvSpPr>
          <p:spPr>
            <a:xfrm>
              <a:off x="6929602" y="1964752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3" name="pt5683"/>
            <p:cNvSpPr/>
            <p:nvPr/>
          </p:nvSpPr>
          <p:spPr>
            <a:xfrm>
              <a:off x="6271700" y="2421575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4" name="pt5684"/>
            <p:cNvSpPr/>
            <p:nvPr/>
          </p:nvSpPr>
          <p:spPr>
            <a:xfrm>
              <a:off x="6139649" y="2364800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5" name="pt5685"/>
            <p:cNvSpPr/>
            <p:nvPr/>
          </p:nvSpPr>
          <p:spPr>
            <a:xfrm>
              <a:off x="5648218" y="2270405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6" name="pt5686"/>
            <p:cNvSpPr/>
            <p:nvPr/>
          </p:nvSpPr>
          <p:spPr>
            <a:xfrm>
              <a:off x="6132515" y="2323749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7" name="pt5687"/>
            <p:cNvSpPr/>
            <p:nvPr/>
          </p:nvSpPr>
          <p:spPr>
            <a:xfrm>
              <a:off x="7044357" y="1872858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8" name="pt5688"/>
            <p:cNvSpPr/>
            <p:nvPr/>
          </p:nvSpPr>
          <p:spPr>
            <a:xfrm>
              <a:off x="6754181" y="195847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9" name="pt5689"/>
            <p:cNvSpPr/>
            <p:nvPr/>
          </p:nvSpPr>
          <p:spPr>
            <a:xfrm>
              <a:off x="6235393" y="2291465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0" name="pt5690"/>
            <p:cNvSpPr/>
            <p:nvPr/>
          </p:nvSpPr>
          <p:spPr>
            <a:xfrm>
              <a:off x="6083686" y="2341388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1" name="pt5691"/>
            <p:cNvSpPr/>
            <p:nvPr/>
          </p:nvSpPr>
          <p:spPr>
            <a:xfrm>
              <a:off x="6696107" y="2212279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2" name="pt5692"/>
            <p:cNvSpPr/>
            <p:nvPr/>
          </p:nvSpPr>
          <p:spPr>
            <a:xfrm>
              <a:off x="6019206" y="2189813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3" name="pt5693"/>
            <p:cNvSpPr/>
            <p:nvPr/>
          </p:nvSpPr>
          <p:spPr>
            <a:xfrm>
              <a:off x="6744059" y="1975740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4" name="pt5694"/>
            <p:cNvSpPr/>
            <p:nvPr/>
          </p:nvSpPr>
          <p:spPr>
            <a:xfrm>
              <a:off x="6964642" y="1828980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5" name="pt5695"/>
            <p:cNvSpPr/>
            <p:nvPr/>
          </p:nvSpPr>
          <p:spPr>
            <a:xfrm>
              <a:off x="6314460" y="2208841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6" name="pt5696"/>
            <p:cNvSpPr/>
            <p:nvPr/>
          </p:nvSpPr>
          <p:spPr>
            <a:xfrm>
              <a:off x="5934456" y="1882166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7" name="pt5697"/>
            <p:cNvSpPr/>
            <p:nvPr/>
          </p:nvSpPr>
          <p:spPr>
            <a:xfrm>
              <a:off x="6656164" y="2077005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8" name="pt5698"/>
            <p:cNvSpPr/>
            <p:nvPr/>
          </p:nvSpPr>
          <p:spPr>
            <a:xfrm>
              <a:off x="5777416" y="225623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9" name="pt5699"/>
            <p:cNvSpPr/>
            <p:nvPr/>
          </p:nvSpPr>
          <p:spPr>
            <a:xfrm>
              <a:off x="5868288" y="2064797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0" name="pt5700"/>
            <p:cNvSpPr/>
            <p:nvPr/>
          </p:nvSpPr>
          <p:spPr>
            <a:xfrm>
              <a:off x="6031847" y="207174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1" name="pt5701"/>
            <p:cNvSpPr/>
            <p:nvPr/>
          </p:nvSpPr>
          <p:spPr>
            <a:xfrm>
              <a:off x="6715742" y="215305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2" name="pt5702"/>
            <p:cNvSpPr/>
            <p:nvPr/>
          </p:nvSpPr>
          <p:spPr>
            <a:xfrm>
              <a:off x="6204377" y="2313992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3" name="pt5703"/>
            <p:cNvSpPr/>
            <p:nvPr/>
          </p:nvSpPr>
          <p:spPr>
            <a:xfrm>
              <a:off x="6261414" y="2429562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4" name="pt5704"/>
            <p:cNvSpPr/>
            <p:nvPr/>
          </p:nvSpPr>
          <p:spPr>
            <a:xfrm>
              <a:off x="6273298" y="2286019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5" name="pt5705"/>
            <p:cNvSpPr/>
            <p:nvPr/>
          </p:nvSpPr>
          <p:spPr>
            <a:xfrm>
              <a:off x="6208336" y="2300337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6" name="pt5706"/>
            <p:cNvSpPr/>
            <p:nvPr/>
          </p:nvSpPr>
          <p:spPr>
            <a:xfrm>
              <a:off x="6000888" y="243590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7" name="pt5707"/>
            <p:cNvSpPr/>
            <p:nvPr/>
          </p:nvSpPr>
          <p:spPr>
            <a:xfrm>
              <a:off x="6335341" y="2161247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8" name="pt5708"/>
            <p:cNvSpPr/>
            <p:nvPr/>
          </p:nvSpPr>
          <p:spPr>
            <a:xfrm>
              <a:off x="5244707" y="2172748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9" name="pt5709"/>
            <p:cNvSpPr/>
            <p:nvPr/>
          </p:nvSpPr>
          <p:spPr>
            <a:xfrm>
              <a:off x="6024951" y="2182301"/>
              <a:ext cx="16849" cy="16849"/>
            </a:xfrm>
            <a:prstGeom prst="ellipse">
              <a:avLst/>
            </a:prstGeom>
            <a:solidFill>
              <a:srgbClr val="86D34F">
                <a:alpha val="45098"/>
              </a:srgbClr>
            </a:solidFill>
            <a:ln w="7363" cap="rnd">
              <a:solidFill>
                <a:srgbClr val="86D34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0" name="pt5710"/>
            <p:cNvSpPr/>
            <p:nvPr/>
          </p:nvSpPr>
          <p:spPr>
            <a:xfrm>
              <a:off x="6447500" y="2038590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1" name="pt5711"/>
            <p:cNvSpPr/>
            <p:nvPr/>
          </p:nvSpPr>
          <p:spPr>
            <a:xfrm>
              <a:off x="5575452" y="2471278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2" name="pt5712"/>
            <p:cNvSpPr/>
            <p:nvPr/>
          </p:nvSpPr>
          <p:spPr>
            <a:xfrm>
              <a:off x="6097161" y="2139091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3" name="pt5713"/>
            <p:cNvSpPr/>
            <p:nvPr/>
          </p:nvSpPr>
          <p:spPr>
            <a:xfrm>
              <a:off x="5806787" y="1928287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4" name="pt5714"/>
            <p:cNvSpPr/>
            <p:nvPr/>
          </p:nvSpPr>
          <p:spPr>
            <a:xfrm>
              <a:off x="5812052" y="200296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5" name="pt5715"/>
            <p:cNvSpPr/>
            <p:nvPr/>
          </p:nvSpPr>
          <p:spPr>
            <a:xfrm>
              <a:off x="6463551" y="218707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6" name="pt5716"/>
            <p:cNvSpPr/>
            <p:nvPr/>
          </p:nvSpPr>
          <p:spPr>
            <a:xfrm>
              <a:off x="6186556" y="2074400"/>
              <a:ext cx="16849" cy="16849"/>
            </a:xfrm>
            <a:prstGeom prst="ellipse">
              <a:avLst/>
            </a:prstGeom>
            <a:solidFill>
              <a:srgbClr val="AEDA45">
                <a:alpha val="45098"/>
              </a:srgbClr>
            </a:solidFill>
            <a:ln w="7363" cap="rnd">
              <a:solidFill>
                <a:srgbClr val="AEDA4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7" name="pt5717"/>
            <p:cNvSpPr/>
            <p:nvPr/>
          </p:nvSpPr>
          <p:spPr>
            <a:xfrm>
              <a:off x="6180345" y="2313870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8" name="pt5718"/>
            <p:cNvSpPr/>
            <p:nvPr/>
          </p:nvSpPr>
          <p:spPr>
            <a:xfrm>
              <a:off x="6838120" y="1811396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9" name="pt5719"/>
            <p:cNvSpPr/>
            <p:nvPr/>
          </p:nvSpPr>
          <p:spPr>
            <a:xfrm>
              <a:off x="6798548" y="2015755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0" name="pt5720"/>
            <p:cNvSpPr/>
            <p:nvPr/>
          </p:nvSpPr>
          <p:spPr>
            <a:xfrm>
              <a:off x="6355306" y="2132104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1" name="pt5721"/>
            <p:cNvSpPr/>
            <p:nvPr/>
          </p:nvSpPr>
          <p:spPr>
            <a:xfrm>
              <a:off x="6258321" y="2378498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2" name="pt5722"/>
            <p:cNvSpPr/>
            <p:nvPr/>
          </p:nvSpPr>
          <p:spPr>
            <a:xfrm>
              <a:off x="5794665" y="190894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3" name="pt5723"/>
            <p:cNvSpPr/>
            <p:nvPr/>
          </p:nvSpPr>
          <p:spPr>
            <a:xfrm>
              <a:off x="5988146" y="2448469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4" name="pt5724"/>
            <p:cNvSpPr/>
            <p:nvPr/>
          </p:nvSpPr>
          <p:spPr>
            <a:xfrm>
              <a:off x="5675785" y="234641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5" name="pt5725"/>
            <p:cNvSpPr/>
            <p:nvPr/>
          </p:nvSpPr>
          <p:spPr>
            <a:xfrm>
              <a:off x="6057276" y="2283987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6" name="pt5726"/>
            <p:cNvSpPr/>
            <p:nvPr/>
          </p:nvSpPr>
          <p:spPr>
            <a:xfrm>
              <a:off x="6983339" y="1887874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7" name="pt5727"/>
            <p:cNvSpPr/>
            <p:nvPr/>
          </p:nvSpPr>
          <p:spPr>
            <a:xfrm>
              <a:off x="6543834" y="225922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8" name="pt5728"/>
            <p:cNvSpPr/>
            <p:nvPr/>
          </p:nvSpPr>
          <p:spPr>
            <a:xfrm>
              <a:off x="6847116" y="1891701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9" name="pt5729"/>
            <p:cNvSpPr/>
            <p:nvPr/>
          </p:nvSpPr>
          <p:spPr>
            <a:xfrm>
              <a:off x="5917741" y="2082331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0" name="pt5730"/>
            <p:cNvSpPr/>
            <p:nvPr/>
          </p:nvSpPr>
          <p:spPr>
            <a:xfrm>
              <a:off x="5867259" y="191604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1" name="pt5731"/>
            <p:cNvSpPr/>
            <p:nvPr/>
          </p:nvSpPr>
          <p:spPr>
            <a:xfrm>
              <a:off x="6205683" y="2289988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2" name="pt5732"/>
            <p:cNvSpPr/>
            <p:nvPr/>
          </p:nvSpPr>
          <p:spPr>
            <a:xfrm>
              <a:off x="5509830" y="2546419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3" name="pt5733"/>
            <p:cNvSpPr/>
            <p:nvPr/>
          </p:nvSpPr>
          <p:spPr>
            <a:xfrm>
              <a:off x="6127286" y="2201670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4" name="pt5734"/>
            <p:cNvSpPr/>
            <p:nvPr/>
          </p:nvSpPr>
          <p:spPr>
            <a:xfrm>
              <a:off x="5770627" y="2298285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5" name="pt5735"/>
            <p:cNvSpPr/>
            <p:nvPr/>
          </p:nvSpPr>
          <p:spPr>
            <a:xfrm>
              <a:off x="5887725" y="2128390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6" name="pt5736"/>
            <p:cNvSpPr/>
            <p:nvPr/>
          </p:nvSpPr>
          <p:spPr>
            <a:xfrm>
              <a:off x="5527876" y="2467566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7" name="pt5737"/>
            <p:cNvSpPr/>
            <p:nvPr/>
          </p:nvSpPr>
          <p:spPr>
            <a:xfrm>
              <a:off x="5291263" y="2063468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8" name="pt5738"/>
            <p:cNvSpPr/>
            <p:nvPr/>
          </p:nvSpPr>
          <p:spPr>
            <a:xfrm>
              <a:off x="5885146" y="2150818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9" name="pt5739"/>
            <p:cNvSpPr/>
            <p:nvPr/>
          </p:nvSpPr>
          <p:spPr>
            <a:xfrm>
              <a:off x="6776604" y="1793632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0" name="pt5740"/>
            <p:cNvSpPr/>
            <p:nvPr/>
          </p:nvSpPr>
          <p:spPr>
            <a:xfrm>
              <a:off x="6395901" y="2223664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1" name="pt5741"/>
            <p:cNvSpPr/>
            <p:nvPr/>
          </p:nvSpPr>
          <p:spPr>
            <a:xfrm>
              <a:off x="6090437" y="2249238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2" name="pt5742"/>
            <p:cNvSpPr/>
            <p:nvPr/>
          </p:nvSpPr>
          <p:spPr>
            <a:xfrm>
              <a:off x="6271519" y="2470683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3" name="pt5743"/>
            <p:cNvSpPr/>
            <p:nvPr/>
          </p:nvSpPr>
          <p:spPr>
            <a:xfrm>
              <a:off x="6485881" y="2146331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4" name="pt5744"/>
            <p:cNvSpPr/>
            <p:nvPr/>
          </p:nvSpPr>
          <p:spPr>
            <a:xfrm>
              <a:off x="5778782" y="2121544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5" name="pt5745"/>
            <p:cNvSpPr/>
            <p:nvPr/>
          </p:nvSpPr>
          <p:spPr>
            <a:xfrm>
              <a:off x="7384902" y="1559348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6" name="pt5746"/>
            <p:cNvSpPr/>
            <p:nvPr/>
          </p:nvSpPr>
          <p:spPr>
            <a:xfrm>
              <a:off x="5959947" y="2095793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7" name="pt5747"/>
            <p:cNvSpPr/>
            <p:nvPr/>
          </p:nvSpPr>
          <p:spPr>
            <a:xfrm>
              <a:off x="6191663" y="225141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8" name="pt5748"/>
            <p:cNvSpPr/>
            <p:nvPr/>
          </p:nvSpPr>
          <p:spPr>
            <a:xfrm>
              <a:off x="6692574" y="1936891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9" name="pt5749"/>
            <p:cNvSpPr/>
            <p:nvPr/>
          </p:nvSpPr>
          <p:spPr>
            <a:xfrm>
              <a:off x="6496341" y="2181143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0" name="pt5750"/>
            <p:cNvSpPr/>
            <p:nvPr/>
          </p:nvSpPr>
          <p:spPr>
            <a:xfrm>
              <a:off x="5472759" y="2495384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1" name="pt5751"/>
            <p:cNvSpPr/>
            <p:nvPr/>
          </p:nvSpPr>
          <p:spPr>
            <a:xfrm>
              <a:off x="6531086" y="2157970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2" name="pt5752"/>
            <p:cNvSpPr/>
            <p:nvPr/>
          </p:nvSpPr>
          <p:spPr>
            <a:xfrm>
              <a:off x="6986343" y="1880414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3" name="pt5753"/>
            <p:cNvSpPr/>
            <p:nvPr/>
          </p:nvSpPr>
          <p:spPr>
            <a:xfrm>
              <a:off x="6138130" y="2321432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4" name="pt5754"/>
            <p:cNvSpPr/>
            <p:nvPr/>
          </p:nvSpPr>
          <p:spPr>
            <a:xfrm>
              <a:off x="6379862" y="2278217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5" name="pt5755"/>
            <p:cNvSpPr/>
            <p:nvPr/>
          </p:nvSpPr>
          <p:spPr>
            <a:xfrm>
              <a:off x="6760448" y="2080332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6" name="pt5756"/>
            <p:cNvSpPr/>
            <p:nvPr/>
          </p:nvSpPr>
          <p:spPr>
            <a:xfrm>
              <a:off x="6548996" y="2141420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7" name="pt5757"/>
            <p:cNvSpPr/>
            <p:nvPr/>
          </p:nvSpPr>
          <p:spPr>
            <a:xfrm>
              <a:off x="6139882" y="2263808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8" name="pt5758"/>
            <p:cNvSpPr/>
            <p:nvPr/>
          </p:nvSpPr>
          <p:spPr>
            <a:xfrm>
              <a:off x="6536957" y="2345898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9" name="pt5759"/>
            <p:cNvSpPr/>
            <p:nvPr/>
          </p:nvSpPr>
          <p:spPr>
            <a:xfrm>
              <a:off x="5763293" y="1982032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0" name="pt5760"/>
            <p:cNvSpPr/>
            <p:nvPr/>
          </p:nvSpPr>
          <p:spPr>
            <a:xfrm>
              <a:off x="5379550" y="2508266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1" name="pt5761"/>
            <p:cNvSpPr/>
            <p:nvPr/>
          </p:nvSpPr>
          <p:spPr>
            <a:xfrm>
              <a:off x="6820607" y="2009947"/>
              <a:ext cx="16849" cy="16849"/>
            </a:xfrm>
            <a:prstGeom prst="ellipse">
              <a:avLst/>
            </a:prstGeom>
            <a:solidFill>
              <a:srgbClr val="DCE236">
                <a:alpha val="45098"/>
              </a:srgbClr>
            </a:solidFill>
            <a:ln w="7363" cap="rnd">
              <a:solidFill>
                <a:srgbClr val="DCE23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2" name="pt5762"/>
            <p:cNvSpPr/>
            <p:nvPr/>
          </p:nvSpPr>
          <p:spPr>
            <a:xfrm>
              <a:off x="6529589" y="2284137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3" name="pt5763"/>
            <p:cNvSpPr/>
            <p:nvPr/>
          </p:nvSpPr>
          <p:spPr>
            <a:xfrm>
              <a:off x="6407190" y="2188072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4" name="pt5764"/>
            <p:cNvSpPr/>
            <p:nvPr/>
          </p:nvSpPr>
          <p:spPr>
            <a:xfrm>
              <a:off x="6012494" y="2387597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5" name="pt5765"/>
            <p:cNvSpPr/>
            <p:nvPr/>
          </p:nvSpPr>
          <p:spPr>
            <a:xfrm>
              <a:off x="6850901" y="1825712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6" name="pt5766"/>
            <p:cNvSpPr/>
            <p:nvPr/>
          </p:nvSpPr>
          <p:spPr>
            <a:xfrm>
              <a:off x="6650478" y="2169283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7" name="pt5767"/>
            <p:cNvSpPr/>
            <p:nvPr/>
          </p:nvSpPr>
          <p:spPr>
            <a:xfrm>
              <a:off x="6077144" y="2415780"/>
              <a:ext cx="16849" cy="16849"/>
            </a:xfrm>
            <a:prstGeom prst="ellipse">
              <a:avLst/>
            </a:prstGeom>
            <a:solidFill>
              <a:srgbClr val="5BBD6C">
                <a:alpha val="45098"/>
              </a:srgbClr>
            </a:solidFill>
            <a:ln w="7363" cap="rnd">
              <a:solidFill>
                <a:srgbClr val="5B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8" name="pt5768"/>
            <p:cNvSpPr/>
            <p:nvPr/>
          </p:nvSpPr>
          <p:spPr>
            <a:xfrm>
              <a:off x="5961322" y="2383560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9" name="pt5769"/>
            <p:cNvSpPr/>
            <p:nvPr/>
          </p:nvSpPr>
          <p:spPr>
            <a:xfrm>
              <a:off x="6062367" y="2322256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0" name="pt5770"/>
            <p:cNvSpPr/>
            <p:nvPr/>
          </p:nvSpPr>
          <p:spPr>
            <a:xfrm>
              <a:off x="6085034" y="2384412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1" name="pt5771"/>
            <p:cNvSpPr/>
            <p:nvPr/>
          </p:nvSpPr>
          <p:spPr>
            <a:xfrm>
              <a:off x="6064730" y="243552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2" name="pt5772"/>
            <p:cNvSpPr/>
            <p:nvPr/>
          </p:nvSpPr>
          <p:spPr>
            <a:xfrm>
              <a:off x="5739091" y="2238127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3" name="pt5773"/>
            <p:cNvSpPr/>
            <p:nvPr/>
          </p:nvSpPr>
          <p:spPr>
            <a:xfrm>
              <a:off x="5616519" y="2475276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4" name="pt5774"/>
            <p:cNvSpPr/>
            <p:nvPr/>
          </p:nvSpPr>
          <p:spPr>
            <a:xfrm>
              <a:off x="6399996" y="2032320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5" name="pt5775"/>
            <p:cNvSpPr/>
            <p:nvPr/>
          </p:nvSpPr>
          <p:spPr>
            <a:xfrm>
              <a:off x="5729951" y="2270404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6" name="pt5776"/>
            <p:cNvSpPr/>
            <p:nvPr/>
          </p:nvSpPr>
          <p:spPr>
            <a:xfrm>
              <a:off x="6039722" y="2405110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7" name="pt5777"/>
            <p:cNvSpPr/>
            <p:nvPr/>
          </p:nvSpPr>
          <p:spPr>
            <a:xfrm>
              <a:off x="5775996" y="2061297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8" name="pt5778"/>
            <p:cNvSpPr/>
            <p:nvPr/>
          </p:nvSpPr>
          <p:spPr>
            <a:xfrm>
              <a:off x="7392692" y="1711030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9" name="pt5779"/>
            <p:cNvSpPr/>
            <p:nvPr/>
          </p:nvSpPr>
          <p:spPr>
            <a:xfrm>
              <a:off x="6529337" y="217088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0" name="pt5780"/>
            <p:cNvSpPr/>
            <p:nvPr/>
          </p:nvSpPr>
          <p:spPr>
            <a:xfrm>
              <a:off x="6022119" y="2169284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1" name="pt5781"/>
            <p:cNvSpPr/>
            <p:nvPr/>
          </p:nvSpPr>
          <p:spPr>
            <a:xfrm>
              <a:off x="5293812" y="2262105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2" name="pt5782"/>
            <p:cNvSpPr/>
            <p:nvPr/>
          </p:nvSpPr>
          <p:spPr>
            <a:xfrm>
              <a:off x="5935584" y="186915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3" name="pt5783"/>
            <p:cNvSpPr/>
            <p:nvPr/>
          </p:nvSpPr>
          <p:spPr>
            <a:xfrm>
              <a:off x="6093344" y="2252643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4" name="pt5784"/>
            <p:cNvSpPr/>
            <p:nvPr/>
          </p:nvSpPr>
          <p:spPr>
            <a:xfrm>
              <a:off x="5458446" y="2555739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5" name="pt5785"/>
            <p:cNvSpPr/>
            <p:nvPr/>
          </p:nvSpPr>
          <p:spPr>
            <a:xfrm>
              <a:off x="5958627" y="2338501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6" name="pt5786"/>
            <p:cNvSpPr/>
            <p:nvPr/>
          </p:nvSpPr>
          <p:spPr>
            <a:xfrm>
              <a:off x="5427392" y="2278818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7" name="pt5787"/>
            <p:cNvSpPr/>
            <p:nvPr/>
          </p:nvSpPr>
          <p:spPr>
            <a:xfrm>
              <a:off x="6626036" y="2134030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8" name="pt5788"/>
            <p:cNvSpPr/>
            <p:nvPr/>
          </p:nvSpPr>
          <p:spPr>
            <a:xfrm>
              <a:off x="6434499" y="1852304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9" name="pt5789"/>
            <p:cNvSpPr/>
            <p:nvPr/>
          </p:nvSpPr>
          <p:spPr>
            <a:xfrm>
              <a:off x="5398740" y="244170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0" name="pt5790"/>
            <p:cNvSpPr/>
            <p:nvPr/>
          </p:nvSpPr>
          <p:spPr>
            <a:xfrm>
              <a:off x="6436857" y="1897987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1" name="pt5791"/>
            <p:cNvSpPr/>
            <p:nvPr/>
          </p:nvSpPr>
          <p:spPr>
            <a:xfrm>
              <a:off x="6124070" y="2285221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2" name="pt5792"/>
            <p:cNvSpPr/>
            <p:nvPr/>
          </p:nvSpPr>
          <p:spPr>
            <a:xfrm>
              <a:off x="6034681" y="2356244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3" name="pt5793"/>
            <p:cNvSpPr/>
            <p:nvPr/>
          </p:nvSpPr>
          <p:spPr>
            <a:xfrm>
              <a:off x="5636627" y="2427661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4" name="pt5794"/>
            <p:cNvSpPr/>
            <p:nvPr/>
          </p:nvSpPr>
          <p:spPr>
            <a:xfrm>
              <a:off x="6235095" y="2320409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5" name="pt5795"/>
            <p:cNvSpPr/>
            <p:nvPr/>
          </p:nvSpPr>
          <p:spPr>
            <a:xfrm>
              <a:off x="6594040" y="2200864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6" name="pt5796"/>
            <p:cNvSpPr/>
            <p:nvPr/>
          </p:nvSpPr>
          <p:spPr>
            <a:xfrm>
              <a:off x="5860122" y="2080668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7" name="pt5797"/>
            <p:cNvSpPr/>
            <p:nvPr/>
          </p:nvSpPr>
          <p:spPr>
            <a:xfrm>
              <a:off x="6179318" y="229729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8" name="pt5798"/>
            <p:cNvSpPr/>
            <p:nvPr/>
          </p:nvSpPr>
          <p:spPr>
            <a:xfrm>
              <a:off x="5912514" y="2154130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9" name="pt5799"/>
            <p:cNvSpPr/>
            <p:nvPr/>
          </p:nvSpPr>
          <p:spPr>
            <a:xfrm>
              <a:off x="5775968" y="2180949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0" name="pt5800"/>
            <p:cNvSpPr/>
            <p:nvPr/>
          </p:nvSpPr>
          <p:spPr>
            <a:xfrm>
              <a:off x="6157617" y="2217120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1" name="pt5801"/>
            <p:cNvSpPr/>
            <p:nvPr/>
          </p:nvSpPr>
          <p:spPr>
            <a:xfrm>
              <a:off x="6846894" y="1915073"/>
              <a:ext cx="16849" cy="16849"/>
            </a:xfrm>
            <a:prstGeom prst="ellipse">
              <a:avLst/>
            </a:prstGeom>
            <a:solidFill>
              <a:srgbClr val="8DD44D">
                <a:alpha val="45098"/>
              </a:srgbClr>
            </a:solidFill>
            <a:ln w="7363" cap="rnd">
              <a:solidFill>
                <a:srgbClr val="8D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2" name="pt5802"/>
            <p:cNvSpPr/>
            <p:nvPr/>
          </p:nvSpPr>
          <p:spPr>
            <a:xfrm>
              <a:off x="5826471" y="2407624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3" name="pt5803"/>
            <p:cNvSpPr/>
            <p:nvPr/>
          </p:nvSpPr>
          <p:spPr>
            <a:xfrm>
              <a:off x="7136890" y="1672103"/>
              <a:ext cx="16849" cy="16849"/>
            </a:xfrm>
            <a:prstGeom prst="ellipse">
              <a:avLst/>
            </a:prstGeom>
            <a:solidFill>
              <a:srgbClr val="77CF54">
                <a:alpha val="45098"/>
              </a:srgbClr>
            </a:solidFill>
            <a:ln w="7363" cap="rnd">
              <a:solidFill>
                <a:srgbClr val="77CF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4" name="pt5804"/>
            <p:cNvSpPr/>
            <p:nvPr/>
          </p:nvSpPr>
          <p:spPr>
            <a:xfrm>
              <a:off x="6603273" y="2069490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5" name="pt5805"/>
            <p:cNvSpPr/>
            <p:nvPr/>
          </p:nvSpPr>
          <p:spPr>
            <a:xfrm>
              <a:off x="6549729" y="2164108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6" name="pt5806"/>
            <p:cNvSpPr/>
            <p:nvPr/>
          </p:nvSpPr>
          <p:spPr>
            <a:xfrm>
              <a:off x="6111735" y="2315858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7" name="pt5807"/>
            <p:cNvSpPr/>
            <p:nvPr/>
          </p:nvSpPr>
          <p:spPr>
            <a:xfrm>
              <a:off x="6467753" y="2115465"/>
              <a:ext cx="16849" cy="16849"/>
            </a:xfrm>
            <a:prstGeom prst="ellipse">
              <a:avLst/>
            </a:prstGeom>
            <a:solidFill>
              <a:srgbClr val="68C562">
                <a:alpha val="45098"/>
              </a:srgbClr>
            </a:solidFill>
            <a:ln w="7363" cap="rnd">
              <a:solidFill>
                <a:srgbClr val="68C56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8" name="pt5808"/>
            <p:cNvSpPr/>
            <p:nvPr/>
          </p:nvSpPr>
          <p:spPr>
            <a:xfrm>
              <a:off x="6698087" y="1995774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9" name="pt5809"/>
            <p:cNvSpPr/>
            <p:nvPr/>
          </p:nvSpPr>
          <p:spPr>
            <a:xfrm>
              <a:off x="6241332" y="2274479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0" name="pt5810"/>
            <p:cNvSpPr/>
            <p:nvPr/>
          </p:nvSpPr>
          <p:spPr>
            <a:xfrm>
              <a:off x="6290516" y="2015938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1" name="pt5811"/>
            <p:cNvSpPr/>
            <p:nvPr/>
          </p:nvSpPr>
          <p:spPr>
            <a:xfrm>
              <a:off x="5543036" y="1601650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2" name="pt5812"/>
            <p:cNvSpPr/>
            <p:nvPr/>
          </p:nvSpPr>
          <p:spPr>
            <a:xfrm>
              <a:off x="6482586" y="218652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3" name="pt5813"/>
            <p:cNvSpPr/>
            <p:nvPr/>
          </p:nvSpPr>
          <p:spPr>
            <a:xfrm>
              <a:off x="6286632" y="2076921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4" name="pt5814"/>
            <p:cNvSpPr/>
            <p:nvPr/>
          </p:nvSpPr>
          <p:spPr>
            <a:xfrm>
              <a:off x="6930290" y="2106610"/>
              <a:ext cx="16849" cy="16849"/>
            </a:xfrm>
            <a:prstGeom prst="ellipse">
              <a:avLst/>
            </a:prstGeom>
            <a:solidFill>
              <a:srgbClr val="CCDF3C">
                <a:alpha val="45098"/>
              </a:srgbClr>
            </a:solidFill>
            <a:ln w="7363" cap="rnd">
              <a:solidFill>
                <a:srgbClr val="CCDF3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5" name="pt5815"/>
            <p:cNvSpPr/>
            <p:nvPr/>
          </p:nvSpPr>
          <p:spPr>
            <a:xfrm>
              <a:off x="5946982" y="209475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6" name="pt5816"/>
            <p:cNvSpPr/>
            <p:nvPr/>
          </p:nvSpPr>
          <p:spPr>
            <a:xfrm>
              <a:off x="6702760" y="216908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7" name="pt5817"/>
            <p:cNvSpPr/>
            <p:nvPr/>
          </p:nvSpPr>
          <p:spPr>
            <a:xfrm>
              <a:off x="5439572" y="2465386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8" name="pt5818"/>
            <p:cNvSpPr/>
            <p:nvPr/>
          </p:nvSpPr>
          <p:spPr>
            <a:xfrm>
              <a:off x="6837640" y="1991688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9" name="pt5819"/>
            <p:cNvSpPr/>
            <p:nvPr/>
          </p:nvSpPr>
          <p:spPr>
            <a:xfrm>
              <a:off x="6085137" y="2386649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0" name="pt5820"/>
            <p:cNvSpPr/>
            <p:nvPr/>
          </p:nvSpPr>
          <p:spPr>
            <a:xfrm>
              <a:off x="6636432" y="2218644"/>
              <a:ext cx="16849" cy="16849"/>
            </a:xfrm>
            <a:prstGeom prst="ellipse">
              <a:avLst/>
            </a:prstGeom>
            <a:solidFill>
              <a:srgbClr val="32AC80">
                <a:alpha val="45098"/>
              </a:srgbClr>
            </a:solidFill>
            <a:ln w="7363" cap="rnd">
              <a:solidFill>
                <a:srgbClr val="32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1" name="pt5821"/>
            <p:cNvSpPr/>
            <p:nvPr/>
          </p:nvSpPr>
          <p:spPr>
            <a:xfrm>
              <a:off x="6757742" y="2111829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2" name="pt5822"/>
            <p:cNvSpPr/>
            <p:nvPr/>
          </p:nvSpPr>
          <p:spPr>
            <a:xfrm>
              <a:off x="5992067" y="2609439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3" name="pt5823"/>
            <p:cNvSpPr/>
            <p:nvPr/>
          </p:nvSpPr>
          <p:spPr>
            <a:xfrm>
              <a:off x="5869341" y="1999660"/>
              <a:ext cx="16849" cy="16849"/>
            </a:xfrm>
            <a:prstGeom prst="ellipse">
              <a:avLst/>
            </a:prstGeom>
            <a:solidFill>
              <a:srgbClr val="2DAA81">
                <a:alpha val="45098"/>
              </a:srgbClr>
            </a:solidFill>
            <a:ln w="7363" cap="rnd">
              <a:solidFill>
                <a:srgbClr val="2DAA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4" name="pt5824"/>
            <p:cNvSpPr/>
            <p:nvPr/>
          </p:nvSpPr>
          <p:spPr>
            <a:xfrm>
              <a:off x="5675395" y="246995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5" name="pt5825"/>
            <p:cNvSpPr/>
            <p:nvPr/>
          </p:nvSpPr>
          <p:spPr>
            <a:xfrm>
              <a:off x="6088293" y="221443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6" name="pt5826"/>
            <p:cNvSpPr/>
            <p:nvPr/>
          </p:nvSpPr>
          <p:spPr>
            <a:xfrm>
              <a:off x="6661313" y="220316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7" name="pt5827"/>
            <p:cNvSpPr/>
            <p:nvPr/>
          </p:nvSpPr>
          <p:spPr>
            <a:xfrm>
              <a:off x="6176698" y="2277099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8" name="pt5828"/>
            <p:cNvSpPr/>
            <p:nvPr/>
          </p:nvSpPr>
          <p:spPr>
            <a:xfrm>
              <a:off x="5812240" y="2204344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9" name="pt5829"/>
            <p:cNvSpPr/>
            <p:nvPr/>
          </p:nvSpPr>
          <p:spPr>
            <a:xfrm>
              <a:off x="5644316" y="2425472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0" name="pt5830"/>
            <p:cNvSpPr/>
            <p:nvPr/>
          </p:nvSpPr>
          <p:spPr>
            <a:xfrm>
              <a:off x="6366302" y="227587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1" name="pt5831"/>
            <p:cNvSpPr/>
            <p:nvPr/>
          </p:nvSpPr>
          <p:spPr>
            <a:xfrm>
              <a:off x="6336088" y="2180163"/>
              <a:ext cx="16849" cy="16849"/>
            </a:xfrm>
            <a:prstGeom prst="ellipse">
              <a:avLst/>
            </a:prstGeom>
            <a:solidFill>
              <a:srgbClr val="24A485">
                <a:alpha val="45098"/>
              </a:srgbClr>
            </a:solidFill>
            <a:ln w="7363" cap="rnd">
              <a:solidFill>
                <a:srgbClr val="24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2" name="pt5832"/>
            <p:cNvSpPr/>
            <p:nvPr/>
          </p:nvSpPr>
          <p:spPr>
            <a:xfrm>
              <a:off x="5986990" y="2423576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3" name="pt5833"/>
            <p:cNvSpPr/>
            <p:nvPr/>
          </p:nvSpPr>
          <p:spPr>
            <a:xfrm>
              <a:off x="5547800" y="2603031"/>
              <a:ext cx="16849" cy="16849"/>
            </a:xfrm>
            <a:prstGeom prst="ellipse">
              <a:avLst/>
            </a:prstGeom>
            <a:solidFill>
              <a:srgbClr val="5EBF6A">
                <a:alpha val="45098"/>
              </a:srgbClr>
            </a:solidFill>
            <a:ln w="7363" cap="rnd">
              <a:solidFill>
                <a:srgbClr val="5EBF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4" name="pt5834"/>
            <p:cNvSpPr/>
            <p:nvPr/>
          </p:nvSpPr>
          <p:spPr>
            <a:xfrm>
              <a:off x="6194583" y="2119052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5" name="pt5835"/>
            <p:cNvSpPr/>
            <p:nvPr/>
          </p:nvSpPr>
          <p:spPr>
            <a:xfrm>
              <a:off x="6399808" y="2117969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6" name="pt5836"/>
            <p:cNvSpPr/>
            <p:nvPr/>
          </p:nvSpPr>
          <p:spPr>
            <a:xfrm>
              <a:off x="5608144" y="2470830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7" name="pt5837"/>
            <p:cNvSpPr/>
            <p:nvPr/>
          </p:nvSpPr>
          <p:spPr>
            <a:xfrm>
              <a:off x="5918635" y="2187690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8" name="pt5838"/>
            <p:cNvSpPr/>
            <p:nvPr/>
          </p:nvSpPr>
          <p:spPr>
            <a:xfrm>
              <a:off x="6369075" y="237068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9" name="pt5839"/>
            <p:cNvSpPr/>
            <p:nvPr/>
          </p:nvSpPr>
          <p:spPr>
            <a:xfrm>
              <a:off x="6385427" y="2407742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0" name="pt5840"/>
            <p:cNvSpPr/>
            <p:nvPr/>
          </p:nvSpPr>
          <p:spPr>
            <a:xfrm>
              <a:off x="6452475" y="210929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1" name="pt5841"/>
            <p:cNvSpPr/>
            <p:nvPr/>
          </p:nvSpPr>
          <p:spPr>
            <a:xfrm>
              <a:off x="6589033" y="237627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2" name="pt5842"/>
            <p:cNvSpPr/>
            <p:nvPr/>
          </p:nvSpPr>
          <p:spPr>
            <a:xfrm>
              <a:off x="6025218" y="2210394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3" name="pt5843"/>
            <p:cNvSpPr/>
            <p:nvPr/>
          </p:nvSpPr>
          <p:spPr>
            <a:xfrm>
              <a:off x="5805004" y="2029209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4" name="pt5844"/>
            <p:cNvSpPr/>
            <p:nvPr/>
          </p:nvSpPr>
          <p:spPr>
            <a:xfrm>
              <a:off x="6254977" y="2283093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5" name="pt5845"/>
            <p:cNvSpPr/>
            <p:nvPr/>
          </p:nvSpPr>
          <p:spPr>
            <a:xfrm>
              <a:off x="6250849" y="2349339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6" name="pt5846"/>
            <p:cNvSpPr/>
            <p:nvPr/>
          </p:nvSpPr>
          <p:spPr>
            <a:xfrm>
              <a:off x="6620829" y="2118599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7" name="pt5847"/>
            <p:cNvSpPr/>
            <p:nvPr/>
          </p:nvSpPr>
          <p:spPr>
            <a:xfrm>
              <a:off x="6230445" y="2267166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8" name="pt5848"/>
            <p:cNvSpPr/>
            <p:nvPr/>
          </p:nvSpPr>
          <p:spPr>
            <a:xfrm>
              <a:off x="6271451" y="2414945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9" name="pt5849"/>
            <p:cNvSpPr/>
            <p:nvPr/>
          </p:nvSpPr>
          <p:spPr>
            <a:xfrm>
              <a:off x="7032235" y="1783456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0" name="pt5850"/>
            <p:cNvSpPr/>
            <p:nvPr/>
          </p:nvSpPr>
          <p:spPr>
            <a:xfrm>
              <a:off x="6784212" y="1841763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1" name="pt5851"/>
            <p:cNvSpPr/>
            <p:nvPr/>
          </p:nvSpPr>
          <p:spPr>
            <a:xfrm>
              <a:off x="6658684" y="2069213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2" name="pt5852"/>
            <p:cNvSpPr/>
            <p:nvPr/>
          </p:nvSpPr>
          <p:spPr>
            <a:xfrm>
              <a:off x="6574239" y="2099750"/>
              <a:ext cx="16849" cy="16849"/>
            </a:xfrm>
            <a:prstGeom prst="ellipse">
              <a:avLst/>
            </a:prstGeom>
            <a:solidFill>
              <a:srgbClr val="77CF54">
                <a:alpha val="45098"/>
              </a:srgbClr>
            </a:solidFill>
            <a:ln w="7363" cap="rnd">
              <a:solidFill>
                <a:srgbClr val="77CF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3" name="pt5853"/>
            <p:cNvSpPr/>
            <p:nvPr/>
          </p:nvSpPr>
          <p:spPr>
            <a:xfrm>
              <a:off x="6233249" y="2288638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4" name="pt5854"/>
            <p:cNvSpPr/>
            <p:nvPr/>
          </p:nvSpPr>
          <p:spPr>
            <a:xfrm>
              <a:off x="5369068" y="2560251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5" name="pt5855"/>
            <p:cNvSpPr/>
            <p:nvPr/>
          </p:nvSpPr>
          <p:spPr>
            <a:xfrm>
              <a:off x="5499288" y="2439601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6" name="pt5856"/>
            <p:cNvSpPr/>
            <p:nvPr/>
          </p:nvSpPr>
          <p:spPr>
            <a:xfrm>
              <a:off x="6980750" y="160058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7" name="pt5857"/>
            <p:cNvSpPr/>
            <p:nvPr/>
          </p:nvSpPr>
          <p:spPr>
            <a:xfrm>
              <a:off x="6700331" y="2086155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8" name="pt5858"/>
            <p:cNvSpPr/>
            <p:nvPr/>
          </p:nvSpPr>
          <p:spPr>
            <a:xfrm>
              <a:off x="6649002" y="218586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9" name="pt5859"/>
            <p:cNvSpPr/>
            <p:nvPr/>
          </p:nvSpPr>
          <p:spPr>
            <a:xfrm>
              <a:off x="5877758" y="2287332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0" name="pt5860"/>
            <p:cNvSpPr/>
            <p:nvPr/>
          </p:nvSpPr>
          <p:spPr>
            <a:xfrm>
              <a:off x="6341020" y="2178566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1" name="pt5861"/>
            <p:cNvSpPr/>
            <p:nvPr/>
          </p:nvSpPr>
          <p:spPr>
            <a:xfrm>
              <a:off x="5583707" y="1905724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2" name="pt5862"/>
            <p:cNvSpPr/>
            <p:nvPr/>
          </p:nvSpPr>
          <p:spPr>
            <a:xfrm>
              <a:off x="6780480" y="1849251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3" name="pt5863"/>
            <p:cNvSpPr/>
            <p:nvPr/>
          </p:nvSpPr>
          <p:spPr>
            <a:xfrm>
              <a:off x="6775383" y="1916874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4" name="pt5864"/>
            <p:cNvSpPr/>
            <p:nvPr/>
          </p:nvSpPr>
          <p:spPr>
            <a:xfrm>
              <a:off x="6175992" y="2270699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5" name="pt5865"/>
            <p:cNvSpPr/>
            <p:nvPr/>
          </p:nvSpPr>
          <p:spPr>
            <a:xfrm>
              <a:off x="6844869" y="203844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6" name="pt5866"/>
            <p:cNvSpPr/>
            <p:nvPr/>
          </p:nvSpPr>
          <p:spPr>
            <a:xfrm>
              <a:off x="6249098" y="2307614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7" name="pt5867"/>
            <p:cNvSpPr/>
            <p:nvPr/>
          </p:nvSpPr>
          <p:spPr>
            <a:xfrm>
              <a:off x="7004967" y="1794217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8" name="pt5868"/>
            <p:cNvSpPr/>
            <p:nvPr/>
          </p:nvSpPr>
          <p:spPr>
            <a:xfrm>
              <a:off x="5569573" y="2276481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9" name="pt5869"/>
            <p:cNvSpPr/>
            <p:nvPr/>
          </p:nvSpPr>
          <p:spPr>
            <a:xfrm>
              <a:off x="5242969" y="223358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0" name="pt5870"/>
            <p:cNvSpPr/>
            <p:nvPr/>
          </p:nvSpPr>
          <p:spPr>
            <a:xfrm>
              <a:off x="6720715" y="2162109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1" name="pt5871"/>
            <p:cNvSpPr/>
            <p:nvPr/>
          </p:nvSpPr>
          <p:spPr>
            <a:xfrm>
              <a:off x="6455195" y="215508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2" name="pt5872"/>
            <p:cNvSpPr/>
            <p:nvPr/>
          </p:nvSpPr>
          <p:spPr>
            <a:xfrm>
              <a:off x="6156236" y="2362515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3" name="pt5873"/>
            <p:cNvSpPr/>
            <p:nvPr/>
          </p:nvSpPr>
          <p:spPr>
            <a:xfrm>
              <a:off x="6155557" y="2289981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4" name="pt5874"/>
            <p:cNvSpPr/>
            <p:nvPr/>
          </p:nvSpPr>
          <p:spPr>
            <a:xfrm>
              <a:off x="5740543" y="2136720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5" name="pt5875"/>
            <p:cNvSpPr/>
            <p:nvPr/>
          </p:nvSpPr>
          <p:spPr>
            <a:xfrm>
              <a:off x="5763959" y="2255744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6" name="pt5876"/>
            <p:cNvSpPr/>
            <p:nvPr/>
          </p:nvSpPr>
          <p:spPr>
            <a:xfrm>
              <a:off x="5399120" y="2236449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7" name="pt5877"/>
            <p:cNvSpPr/>
            <p:nvPr/>
          </p:nvSpPr>
          <p:spPr>
            <a:xfrm>
              <a:off x="6510181" y="2178729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8" name="pt5878"/>
            <p:cNvSpPr/>
            <p:nvPr/>
          </p:nvSpPr>
          <p:spPr>
            <a:xfrm>
              <a:off x="5546033" y="2270602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9" name="pt5879"/>
            <p:cNvSpPr/>
            <p:nvPr/>
          </p:nvSpPr>
          <p:spPr>
            <a:xfrm>
              <a:off x="5953210" y="2050237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0" name="pt5880"/>
            <p:cNvSpPr/>
            <p:nvPr/>
          </p:nvSpPr>
          <p:spPr>
            <a:xfrm>
              <a:off x="5700503" y="242489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1" name="pt5881"/>
            <p:cNvSpPr/>
            <p:nvPr/>
          </p:nvSpPr>
          <p:spPr>
            <a:xfrm>
              <a:off x="6172623" y="233494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2" name="pt5882"/>
            <p:cNvSpPr/>
            <p:nvPr/>
          </p:nvSpPr>
          <p:spPr>
            <a:xfrm>
              <a:off x="6084135" y="2358660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3" name="pt5883"/>
            <p:cNvSpPr/>
            <p:nvPr/>
          </p:nvSpPr>
          <p:spPr>
            <a:xfrm>
              <a:off x="6092373" y="2246835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4" name="pt5884"/>
            <p:cNvSpPr/>
            <p:nvPr/>
          </p:nvSpPr>
          <p:spPr>
            <a:xfrm>
              <a:off x="5898947" y="2259654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5" name="pt5885"/>
            <p:cNvSpPr/>
            <p:nvPr/>
          </p:nvSpPr>
          <p:spPr>
            <a:xfrm>
              <a:off x="5314343" y="2161853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6" name="pt5886"/>
            <p:cNvSpPr/>
            <p:nvPr/>
          </p:nvSpPr>
          <p:spPr>
            <a:xfrm>
              <a:off x="5693340" y="2419342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7" name="pt5887"/>
            <p:cNvSpPr/>
            <p:nvPr/>
          </p:nvSpPr>
          <p:spPr>
            <a:xfrm>
              <a:off x="6068113" y="2338799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8" name="pt5888"/>
            <p:cNvSpPr/>
            <p:nvPr/>
          </p:nvSpPr>
          <p:spPr>
            <a:xfrm>
              <a:off x="5202557" y="2234858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9" name="pt5889"/>
            <p:cNvSpPr/>
            <p:nvPr/>
          </p:nvSpPr>
          <p:spPr>
            <a:xfrm>
              <a:off x="6142085" y="2177104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0" name="pt5890"/>
            <p:cNvSpPr/>
            <p:nvPr/>
          </p:nvSpPr>
          <p:spPr>
            <a:xfrm>
              <a:off x="6242114" y="2329685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1" name="pt5891"/>
            <p:cNvSpPr/>
            <p:nvPr/>
          </p:nvSpPr>
          <p:spPr>
            <a:xfrm>
              <a:off x="6365694" y="223549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2" name="pt5892"/>
            <p:cNvSpPr/>
            <p:nvPr/>
          </p:nvSpPr>
          <p:spPr>
            <a:xfrm>
              <a:off x="6731196" y="1979853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3" name="pt5893"/>
            <p:cNvSpPr/>
            <p:nvPr/>
          </p:nvSpPr>
          <p:spPr>
            <a:xfrm>
              <a:off x="5519552" y="224051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4" name="pt5894"/>
            <p:cNvSpPr/>
            <p:nvPr/>
          </p:nvSpPr>
          <p:spPr>
            <a:xfrm>
              <a:off x="6120926" y="2172961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5" name="pt5895"/>
            <p:cNvSpPr/>
            <p:nvPr/>
          </p:nvSpPr>
          <p:spPr>
            <a:xfrm>
              <a:off x="6499575" y="218067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6" name="pt5896"/>
            <p:cNvSpPr/>
            <p:nvPr/>
          </p:nvSpPr>
          <p:spPr>
            <a:xfrm>
              <a:off x="6535022" y="2289998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7" name="pt5897"/>
            <p:cNvSpPr/>
            <p:nvPr/>
          </p:nvSpPr>
          <p:spPr>
            <a:xfrm>
              <a:off x="5689389" y="2530955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8" name="pt5898"/>
            <p:cNvSpPr/>
            <p:nvPr/>
          </p:nvSpPr>
          <p:spPr>
            <a:xfrm>
              <a:off x="6979989" y="1517134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9" name="pt5899"/>
            <p:cNvSpPr/>
            <p:nvPr/>
          </p:nvSpPr>
          <p:spPr>
            <a:xfrm>
              <a:off x="6251335" y="2315157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0" name="pt5900"/>
            <p:cNvSpPr/>
            <p:nvPr/>
          </p:nvSpPr>
          <p:spPr>
            <a:xfrm>
              <a:off x="6278160" y="2054453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1" name="pt5901"/>
            <p:cNvSpPr/>
            <p:nvPr/>
          </p:nvSpPr>
          <p:spPr>
            <a:xfrm>
              <a:off x="6485753" y="2104455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2" name="pt5902"/>
            <p:cNvSpPr/>
            <p:nvPr/>
          </p:nvSpPr>
          <p:spPr>
            <a:xfrm>
              <a:off x="6903228" y="181277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3" name="pt5903"/>
            <p:cNvSpPr/>
            <p:nvPr/>
          </p:nvSpPr>
          <p:spPr>
            <a:xfrm>
              <a:off x="6727752" y="217218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4" name="pt5904"/>
            <p:cNvSpPr/>
            <p:nvPr/>
          </p:nvSpPr>
          <p:spPr>
            <a:xfrm>
              <a:off x="6342169" y="233302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5" name="pt5905"/>
            <p:cNvSpPr/>
            <p:nvPr/>
          </p:nvSpPr>
          <p:spPr>
            <a:xfrm>
              <a:off x="6639123" y="2063511"/>
              <a:ext cx="16849" cy="16849"/>
            </a:xfrm>
            <a:prstGeom prst="ellipse">
              <a:avLst/>
            </a:prstGeom>
            <a:solidFill>
              <a:srgbClr val="59BC6D">
                <a:alpha val="45098"/>
              </a:srgbClr>
            </a:solidFill>
            <a:ln w="7363" cap="rnd">
              <a:solidFill>
                <a:srgbClr val="59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6" name="pt5906"/>
            <p:cNvSpPr/>
            <p:nvPr/>
          </p:nvSpPr>
          <p:spPr>
            <a:xfrm>
              <a:off x="7420622" y="153249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7" name="pt5907"/>
            <p:cNvSpPr/>
            <p:nvPr/>
          </p:nvSpPr>
          <p:spPr>
            <a:xfrm>
              <a:off x="5857552" y="2161821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8" name="pt5908"/>
            <p:cNvSpPr/>
            <p:nvPr/>
          </p:nvSpPr>
          <p:spPr>
            <a:xfrm>
              <a:off x="6495990" y="205688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9" name="pt5909"/>
            <p:cNvSpPr/>
            <p:nvPr/>
          </p:nvSpPr>
          <p:spPr>
            <a:xfrm>
              <a:off x="7113609" y="1531899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0" name="pt5910"/>
            <p:cNvSpPr/>
            <p:nvPr/>
          </p:nvSpPr>
          <p:spPr>
            <a:xfrm>
              <a:off x="6760111" y="2159333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1" name="pt5911"/>
            <p:cNvSpPr/>
            <p:nvPr/>
          </p:nvSpPr>
          <p:spPr>
            <a:xfrm>
              <a:off x="5955606" y="2292834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2" name="pt5912"/>
            <p:cNvSpPr/>
            <p:nvPr/>
          </p:nvSpPr>
          <p:spPr>
            <a:xfrm>
              <a:off x="7193058" y="1681869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3" name="pt5913"/>
            <p:cNvSpPr/>
            <p:nvPr/>
          </p:nvSpPr>
          <p:spPr>
            <a:xfrm>
              <a:off x="6347648" y="2255905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4" name="pt5914"/>
            <p:cNvSpPr/>
            <p:nvPr/>
          </p:nvSpPr>
          <p:spPr>
            <a:xfrm>
              <a:off x="6603330" y="2182424"/>
              <a:ext cx="16849" cy="16849"/>
            </a:xfrm>
            <a:prstGeom prst="ellipse">
              <a:avLst/>
            </a:prstGeom>
            <a:solidFill>
              <a:srgbClr val="2A9488">
                <a:alpha val="45098"/>
              </a:srgbClr>
            </a:solidFill>
            <a:ln w="7363" cap="rnd">
              <a:solidFill>
                <a:srgbClr val="2A94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5" name="pt5915"/>
            <p:cNvSpPr/>
            <p:nvPr/>
          </p:nvSpPr>
          <p:spPr>
            <a:xfrm>
              <a:off x="6050168" y="2280120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6" name="pt5916"/>
            <p:cNvSpPr/>
            <p:nvPr/>
          </p:nvSpPr>
          <p:spPr>
            <a:xfrm>
              <a:off x="5922874" y="194181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7" name="pt5917"/>
            <p:cNvSpPr/>
            <p:nvPr/>
          </p:nvSpPr>
          <p:spPr>
            <a:xfrm>
              <a:off x="6987395" y="1823608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8" name="pt5918"/>
            <p:cNvSpPr/>
            <p:nvPr/>
          </p:nvSpPr>
          <p:spPr>
            <a:xfrm>
              <a:off x="6836494" y="181625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9" name="pt5919"/>
            <p:cNvSpPr/>
            <p:nvPr/>
          </p:nvSpPr>
          <p:spPr>
            <a:xfrm>
              <a:off x="5552556" y="2515696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0" name="pt5920"/>
            <p:cNvSpPr/>
            <p:nvPr/>
          </p:nvSpPr>
          <p:spPr>
            <a:xfrm>
              <a:off x="6828351" y="1890373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1" name="pt5921"/>
            <p:cNvSpPr/>
            <p:nvPr/>
          </p:nvSpPr>
          <p:spPr>
            <a:xfrm>
              <a:off x="6750006" y="2014699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2" name="pt5922"/>
            <p:cNvSpPr/>
            <p:nvPr/>
          </p:nvSpPr>
          <p:spPr>
            <a:xfrm>
              <a:off x="4935793" y="2784106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3" name="pt5923"/>
            <p:cNvSpPr/>
            <p:nvPr/>
          </p:nvSpPr>
          <p:spPr>
            <a:xfrm>
              <a:off x="5756596" y="2249435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4" name="pt5924"/>
            <p:cNvSpPr/>
            <p:nvPr/>
          </p:nvSpPr>
          <p:spPr>
            <a:xfrm>
              <a:off x="6436608" y="203239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5" name="pt5925"/>
            <p:cNvSpPr/>
            <p:nvPr/>
          </p:nvSpPr>
          <p:spPr>
            <a:xfrm>
              <a:off x="6280696" y="209918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6" name="pt5926"/>
            <p:cNvSpPr/>
            <p:nvPr/>
          </p:nvSpPr>
          <p:spPr>
            <a:xfrm>
              <a:off x="5887971" y="2217767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7" name="pt5927"/>
            <p:cNvSpPr/>
            <p:nvPr/>
          </p:nvSpPr>
          <p:spPr>
            <a:xfrm>
              <a:off x="6099064" y="233285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8" name="pt5928"/>
            <p:cNvSpPr/>
            <p:nvPr/>
          </p:nvSpPr>
          <p:spPr>
            <a:xfrm>
              <a:off x="6226704" y="2290484"/>
              <a:ext cx="16849" cy="16849"/>
            </a:xfrm>
            <a:prstGeom prst="ellipse">
              <a:avLst/>
            </a:prstGeom>
            <a:solidFill>
              <a:srgbClr val="32AC80">
                <a:alpha val="45098"/>
              </a:srgbClr>
            </a:solidFill>
            <a:ln w="7363" cap="rnd">
              <a:solidFill>
                <a:srgbClr val="32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9" name="pt5929"/>
            <p:cNvSpPr/>
            <p:nvPr/>
          </p:nvSpPr>
          <p:spPr>
            <a:xfrm>
              <a:off x="5946660" y="2137820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0" name="pt5930"/>
            <p:cNvSpPr/>
            <p:nvPr/>
          </p:nvSpPr>
          <p:spPr>
            <a:xfrm>
              <a:off x="5781429" y="2076025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1" name="pt5931"/>
            <p:cNvSpPr/>
            <p:nvPr/>
          </p:nvSpPr>
          <p:spPr>
            <a:xfrm>
              <a:off x="6258311" y="2476019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2" name="pt5932"/>
            <p:cNvSpPr/>
            <p:nvPr/>
          </p:nvSpPr>
          <p:spPr>
            <a:xfrm>
              <a:off x="5728285" y="223211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3" name="pt5933"/>
            <p:cNvSpPr/>
            <p:nvPr/>
          </p:nvSpPr>
          <p:spPr>
            <a:xfrm>
              <a:off x="7293413" y="2036942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4" name="pt5934"/>
            <p:cNvSpPr/>
            <p:nvPr/>
          </p:nvSpPr>
          <p:spPr>
            <a:xfrm>
              <a:off x="6292319" y="2030697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5" name="pt5935"/>
            <p:cNvSpPr/>
            <p:nvPr/>
          </p:nvSpPr>
          <p:spPr>
            <a:xfrm>
              <a:off x="6122624" y="239913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6" name="pt5936"/>
            <p:cNvSpPr/>
            <p:nvPr/>
          </p:nvSpPr>
          <p:spPr>
            <a:xfrm>
              <a:off x="6172700" y="2291229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7" name="pt5937"/>
            <p:cNvSpPr/>
            <p:nvPr/>
          </p:nvSpPr>
          <p:spPr>
            <a:xfrm>
              <a:off x="6517280" y="2272878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8" name="pt5938"/>
            <p:cNvSpPr/>
            <p:nvPr/>
          </p:nvSpPr>
          <p:spPr>
            <a:xfrm>
              <a:off x="6410072" y="2062421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9" name="pt5939"/>
            <p:cNvSpPr/>
            <p:nvPr/>
          </p:nvSpPr>
          <p:spPr>
            <a:xfrm>
              <a:off x="5619001" y="2457420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0" name="pt5940"/>
            <p:cNvSpPr/>
            <p:nvPr/>
          </p:nvSpPr>
          <p:spPr>
            <a:xfrm>
              <a:off x="6284576" y="2204696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1" name="pt5941"/>
            <p:cNvSpPr/>
            <p:nvPr/>
          </p:nvSpPr>
          <p:spPr>
            <a:xfrm>
              <a:off x="6307494" y="2195755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2" name="pt5942"/>
            <p:cNvSpPr/>
            <p:nvPr/>
          </p:nvSpPr>
          <p:spPr>
            <a:xfrm>
              <a:off x="5783094" y="2125837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3" name="pt5943"/>
            <p:cNvSpPr/>
            <p:nvPr/>
          </p:nvSpPr>
          <p:spPr>
            <a:xfrm>
              <a:off x="5750538" y="216108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4" name="pt5944"/>
            <p:cNvSpPr/>
            <p:nvPr/>
          </p:nvSpPr>
          <p:spPr>
            <a:xfrm>
              <a:off x="5033218" y="2554158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5" name="pt5945"/>
            <p:cNvSpPr/>
            <p:nvPr/>
          </p:nvSpPr>
          <p:spPr>
            <a:xfrm>
              <a:off x="5991478" y="245114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6" name="pt5946"/>
            <p:cNvSpPr/>
            <p:nvPr/>
          </p:nvSpPr>
          <p:spPr>
            <a:xfrm>
              <a:off x="5988006" y="2392729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7" name="pt5947"/>
            <p:cNvSpPr/>
            <p:nvPr/>
          </p:nvSpPr>
          <p:spPr>
            <a:xfrm>
              <a:off x="6293480" y="216891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8" name="pt5948"/>
            <p:cNvSpPr/>
            <p:nvPr/>
          </p:nvSpPr>
          <p:spPr>
            <a:xfrm>
              <a:off x="6670285" y="2071411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9" name="pt5949"/>
            <p:cNvSpPr/>
            <p:nvPr/>
          </p:nvSpPr>
          <p:spPr>
            <a:xfrm>
              <a:off x="7002227" y="175262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0" name="pt5950"/>
            <p:cNvSpPr/>
            <p:nvPr/>
          </p:nvSpPr>
          <p:spPr>
            <a:xfrm>
              <a:off x="6259683" y="2234203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1" name="pt5951"/>
            <p:cNvSpPr/>
            <p:nvPr/>
          </p:nvSpPr>
          <p:spPr>
            <a:xfrm>
              <a:off x="6635165" y="2125925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2" name="pt5952"/>
            <p:cNvSpPr/>
            <p:nvPr/>
          </p:nvSpPr>
          <p:spPr>
            <a:xfrm>
              <a:off x="6289884" y="2059740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3" name="pt5953"/>
            <p:cNvSpPr/>
            <p:nvPr/>
          </p:nvSpPr>
          <p:spPr>
            <a:xfrm>
              <a:off x="6048337" y="2307158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4" name="pt5954"/>
            <p:cNvSpPr/>
            <p:nvPr/>
          </p:nvSpPr>
          <p:spPr>
            <a:xfrm>
              <a:off x="6676456" y="204040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5" name="pt5955"/>
            <p:cNvSpPr/>
            <p:nvPr/>
          </p:nvSpPr>
          <p:spPr>
            <a:xfrm>
              <a:off x="5313956" y="2036495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6" name="pt5956"/>
            <p:cNvSpPr/>
            <p:nvPr/>
          </p:nvSpPr>
          <p:spPr>
            <a:xfrm>
              <a:off x="6044843" y="2141973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7" name="pt5957"/>
            <p:cNvSpPr/>
            <p:nvPr/>
          </p:nvSpPr>
          <p:spPr>
            <a:xfrm>
              <a:off x="6101900" y="2293497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8" name="pt5958"/>
            <p:cNvSpPr/>
            <p:nvPr/>
          </p:nvSpPr>
          <p:spPr>
            <a:xfrm>
              <a:off x="6107751" y="2190128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9" name="pt5959"/>
            <p:cNvSpPr/>
            <p:nvPr/>
          </p:nvSpPr>
          <p:spPr>
            <a:xfrm>
              <a:off x="6209749" y="2146694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0" name="pt5960"/>
            <p:cNvSpPr/>
            <p:nvPr/>
          </p:nvSpPr>
          <p:spPr>
            <a:xfrm>
              <a:off x="6976772" y="1743535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1" name="pt5961"/>
            <p:cNvSpPr/>
            <p:nvPr/>
          </p:nvSpPr>
          <p:spPr>
            <a:xfrm>
              <a:off x="6823808" y="192994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2" name="pt5962"/>
            <p:cNvSpPr/>
            <p:nvPr/>
          </p:nvSpPr>
          <p:spPr>
            <a:xfrm>
              <a:off x="6880050" y="2236891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3" name="pt5963"/>
            <p:cNvSpPr/>
            <p:nvPr/>
          </p:nvSpPr>
          <p:spPr>
            <a:xfrm>
              <a:off x="6662251" y="1987558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4" name="pt5964"/>
            <p:cNvSpPr/>
            <p:nvPr/>
          </p:nvSpPr>
          <p:spPr>
            <a:xfrm>
              <a:off x="6226026" y="2264447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5" name="pt5965"/>
            <p:cNvSpPr/>
            <p:nvPr/>
          </p:nvSpPr>
          <p:spPr>
            <a:xfrm>
              <a:off x="6074585" y="243811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6" name="pt5966"/>
            <p:cNvSpPr/>
            <p:nvPr/>
          </p:nvSpPr>
          <p:spPr>
            <a:xfrm>
              <a:off x="6575593" y="2131018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7" name="pt5967"/>
            <p:cNvSpPr/>
            <p:nvPr/>
          </p:nvSpPr>
          <p:spPr>
            <a:xfrm>
              <a:off x="6275377" y="2102461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8" name="pt5968"/>
            <p:cNvSpPr/>
            <p:nvPr/>
          </p:nvSpPr>
          <p:spPr>
            <a:xfrm>
              <a:off x="6559372" y="2115930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9" name="pt5969"/>
            <p:cNvSpPr/>
            <p:nvPr/>
          </p:nvSpPr>
          <p:spPr>
            <a:xfrm>
              <a:off x="5921204" y="2110205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0" name="pt5970"/>
            <p:cNvSpPr/>
            <p:nvPr/>
          </p:nvSpPr>
          <p:spPr>
            <a:xfrm>
              <a:off x="6547320" y="2051401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1" name="pt5971"/>
            <p:cNvSpPr/>
            <p:nvPr/>
          </p:nvSpPr>
          <p:spPr>
            <a:xfrm>
              <a:off x="6259395" y="2446166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2" name="pt5972"/>
            <p:cNvSpPr/>
            <p:nvPr/>
          </p:nvSpPr>
          <p:spPr>
            <a:xfrm>
              <a:off x="6579500" y="2171293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3" name="pt5973"/>
            <p:cNvSpPr/>
            <p:nvPr/>
          </p:nvSpPr>
          <p:spPr>
            <a:xfrm>
              <a:off x="5590944" y="2393339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4" name="pt5974"/>
            <p:cNvSpPr/>
            <p:nvPr/>
          </p:nvSpPr>
          <p:spPr>
            <a:xfrm>
              <a:off x="6274885" y="2153707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5" name="pt5975"/>
            <p:cNvSpPr/>
            <p:nvPr/>
          </p:nvSpPr>
          <p:spPr>
            <a:xfrm>
              <a:off x="5973304" y="2440114"/>
              <a:ext cx="16849" cy="16849"/>
            </a:xfrm>
            <a:prstGeom prst="ellipse">
              <a:avLst/>
            </a:prstGeom>
            <a:solidFill>
              <a:srgbClr val="5BBD6C">
                <a:alpha val="45098"/>
              </a:srgbClr>
            </a:solidFill>
            <a:ln w="7363" cap="rnd">
              <a:solidFill>
                <a:srgbClr val="5B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6" name="pt5976"/>
            <p:cNvSpPr/>
            <p:nvPr/>
          </p:nvSpPr>
          <p:spPr>
            <a:xfrm>
              <a:off x="6680559" y="2030975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7" name="pt5977"/>
            <p:cNvSpPr/>
            <p:nvPr/>
          </p:nvSpPr>
          <p:spPr>
            <a:xfrm>
              <a:off x="6272489" y="2334376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8" name="pt5978"/>
            <p:cNvSpPr/>
            <p:nvPr/>
          </p:nvSpPr>
          <p:spPr>
            <a:xfrm>
              <a:off x="6791887" y="1947847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9" name="pt5979"/>
            <p:cNvSpPr/>
            <p:nvPr/>
          </p:nvSpPr>
          <p:spPr>
            <a:xfrm>
              <a:off x="6477864" y="2116187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0" name="pt5980"/>
            <p:cNvSpPr/>
            <p:nvPr/>
          </p:nvSpPr>
          <p:spPr>
            <a:xfrm>
              <a:off x="5360967" y="2313666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1" name="pt5981"/>
            <p:cNvSpPr/>
            <p:nvPr/>
          </p:nvSpPr>
          <p:spPr>
            <a:xfrm>
              <a:off x="6651170" y="2171652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2" name="pt5982"/>
            <p:cNvSpPr/>
            <p:nvPr/>
          </p:nvSpPr>
          <p:spPr>
            <a:xfrm>
              <a:off x="6120227" y="230407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3" name="pt5983"/>
            <p:cNvSpPr/>
            <p:nvPr/>
          </p:nvSpPr>
          <p:spPr>
            <a:xfrm>
              <a:off x="6612219" y="224066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4" name="pt5984"/>
            <p:cNvSpPr/>
            <p:nvPr/>
          </p:nvSpPr>
          <p:spPr>
            <a:xfrm>
              <a:off x="6669901" y="1973045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5" name="pt5985"/>
            <p:cNvSpPr/>
            <p:nvPr/>
          </p:nvSpPr>
          <p:spPr>
            <a:xfrm>
              <a:off x="5551226" y="2403799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6" name="pt5986"/>
            <p:cNvSpPr/>
            <p:nvPr/>
          </p:nvSpPr>
          <p:spPr>
            <a:xfrm>
              <a:off x="6291167" y="2094752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7" name="pt5987"/>
            <p:cNvSpPr/>
            <p:nvPr/>
          </p:nvSpPr>
          <p:spPr>
            <a:xfrm>
              <a:off x="5506074" y="2288340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8" name="pt5988"/>
            <p:cNvSpPr/>
            <p:nvPr/>
          </p:nvSpPr>
          <p:spPr>
            <a:xfrm>
              <a:off x="6486134" y="221090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9" name="pt5989"/>
            <p:cNvSpPr/>
            <p:nvPr/>
          </p:nvSpPr>
          <p:spPr>
            <a:xfrm>
              <a:off x="6063939" y="2403207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0" name="pt5990"/>
            <p:cNvSpPr/>
            <p:nvPr/>
          </p:nvSpPr>
          <p:spPr>
            <a:xfrm>
              <a:off x="6041787" y="203053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1" name="pt5991"/>
            <p:cNvSpPr/>
            <p:nvPr/>
          </p:nvSpPr>
          <p:spPr>
            <a:xfrm>
              <a:off x="7385486" y="1797158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2" name="pt5992"/>
            <p:cNvSpPr/>
            <p:nvPr/>
          </p:nvSpPr>
          <p:spPr>
            <a:xfrm>
              <a:off x="5777791" y="2156812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3" name="pt5993"/>
            <p:cNvSpPr/>
            <p:nvPr/>
          </p:nvSpPr>
          <p:spPr>
            <a:xfrm>
              <a:off x="6481245" y="2057285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4" name="pt5994"/>
            <p:cNvSpPr/>
            <p:nvPr/>
          </p:nvSpPr>
          <p:spPr>
            <a:xfrm>
              <a:off x="6013842" y="2328477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5" name="pt5995"/>
            <p:cNvSpPr/>
            <p:nvPr/>
          </p:nvSpPr>
          <p:spPr>
            <a:xfrm>
              <a:off x="6356536" y="2198526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6" name="pt5996"/>
            <p:cNvSpPr/>
            <p:nvPr/>
          </p:nvSpPr>
          <p:spPr>
            <a:xfrm>
              <a:off x="5952469" y="2219186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7" name="pt5997"/>
            <p:cNvSpPr/>
            <p:nvPr/>
          </p:nvSpPr>
          <p:spPr>
            <a:xfrm>
              <a:off x="5881735" y="2207915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8" name="pt5998"/>
            <p:cNvSpPr/>
            <p:nvPr/>
          </p:nvSpPr>
          <p:spPr>
            <a:xfrm>
              <a:off x="5634458" y="2395092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9" name="pt5999"/>
            <p:cNvSpPr/>
            <p:nvPr/>
          </p:nvSpPr>
          <p:spPr>
            <a:xfrm>
              <a:off x="6512479" y="231172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0" name="pt6000"/>
            <p:cNvSpPr/>
            <p:nvPr/>
          </p:nvSpPr>
          <p:spPr>
            <a:xfrm>
              <a:off x="6978137" y="174304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1" name="pt6001"/>
            <p:cNvSpPr/>
            <p:nvPr/>
          </p:nvSpPr>
          <p:spPr>
            <a:xfrm>
              <a:off x="6531929" y="2210310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2" name="pt6002"/>
            <p:cNvSpPr/>
            <p:nvPr/>
          </p:nvSpPr>
          <p:spPr>
            <a:xfrm>
              <a:off x="6090815" y="2173433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3" name="pt6003"/>
            <p:cNvSpPr/>
            <p:nvPr/>
          </p:nvSpPr>
          <p:spPr>
            <a:xfrm>
              <a:off x="6337861" y="1946192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4" name="pt6004"/>
            <p:cNvSpPr/>
            <p:nvPr/>
          </p:nvSpPr>
          <p:spPr>
            <a:xfrm>
              <a:off x="6360388" y="2196963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5" name="pt6005"/>
            <p:cNvSpPr/>
            <p:nvPr/>
          </p:nvSpPr>
          <p:spPr>
            <a:xfrm>
              <a:off x="6724711" y="1796448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6" name="pt6006"/>
            <p:cNvSpPr/>
            <p:nvPr/>
          </p:nvSpPr>
          <p:spPr>
            <a:xfrm>
              <a:off x="5542028" y="204951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7" name="pt6007"/>
            <p:cNvSpPr/>
            <p:nvPr/>
          </p:nvSpPr>
          <p:spPr>
            <a:xfrm>
              <a:off x="6524039" y="238203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8" name="pt6008"/>
            <p:cNvSpPr/>
            <p:nvPr/>
          </p:nvSpPr>
          <p:spPr>
            <a:xfrm>
              <a:off x="6113577" y="2367949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9" name="pt6009"/>
            <p:cNvSpPr/>
            <p:nvPr/>
          </p:nvSpPr>
          <p:spPr>
            <a:xfrm>
              <a:off x="5258296" y="226683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0" name="pt6010"/>
            <p:cNvSpPr/>
            <p:nvPr/>
          </p:nvSpPr>
          <p:spPr>
            <a:xfrm>
              <a:off x="5869861" y="193236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1" name="pt6011"/>
            <p:cNvSpPr/>
            <p:nvPr/>
          </p:nvSpPr>
          <p:spPr>
            <a:xfrm>
              <a:off x="6817933" y="1862329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2" name="pt6012"/>
            <p:cNvSpPr/>
            <p:nvPr/>
          </p:nvSpPr>
          <p:spPr>
            <a:xfrm>
              <a:off x="6509577" y="229568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3" name="pt6013"/>
            <p:cNvSpPr/>
            <p:nvPr/>
          </p:nvSpPr>
          <p:spPr>
            <a:xfrm>
              <a:off x="6315642" y="2207955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4" name="pt6014"/>
            <p:cNvSpPr/>
            <p:nvPr/>
          </p:nvSpPr>
          <p:spPr>
            <a:xfrm>
              <a:off x="6600374" y="2228492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5" name="pt6015"/>
            <p:cNvSpPr/>
            <p:nvPr/>
          </p:nvSpPr>
          <p:spPr>
            <a:xfrm>
              <a:off x="6946377" y="190032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6" name="pt6016"/>
            <p:cNvSpPr/>
            <p:nvPr/>
          </p:nvSpPr>
          <p:spPr>
            <a:xfrm>
              <a:off x="5480564" y="2478942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7" name="pt6017"/>
            <p:cNvSpPr/>
            <p:nvPr/>
          </p:nvSpPr>
          <p:spPr>
            <a:xfrm>
              <a:off x="5822115" y="2401789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8" name="pt6018"/>
            <p:cNvSpPr/>
            <p:nvPr/>
          </p:nvSpPr>
          <p:spPr>
            <a:xfrm>
              <a:off x="6478527" y="2005967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9" name="pt6019"/>
            <p:cNvSpPr/>
            <p:nvPr/>
          </p:nvSpPr>
          <p:spPr>
            <a:xfrm>
              <a:off x="6282715" y="2133281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0" name="pt6020"/>
            <p:cNvSpPr/>
            <p:nvPr/>
          </p:nvSpPr>
          <p:spPr>
            <a:xfrm>
              <a:off x="6382153" y="2355545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1" name="pt6021"/>
            <p:cNvSpPr/>
            <p:nvPr/>
          </p:nvSpPr>
          <p:spPr>
            <a:xfrm>
              <a:off x="5828031" y="2336084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2" name="pt6022"/>
            <p:cNvSpPr/>
            <p:nvPr/>
          </p:nvSpPr>
          <p:spPr>
            <a:xfrm>
              <a:off x="6233560" y="2255650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3" name="pt6023"/>
            <p:cNvSpPr/>
            <p:nvPr/>
          </p:nvSpPr>
          <p:spPr>
            <a:xfrm>
              <a:off x="5845851" y="229580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4" name="pt6024"/>
            <p:cNvSpPr/>
            <p:nvPr/>
          </p:nvSpPr>
          <p:spPr>
            <a:xfrm>
              <a:off x="5978391" y="2439152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5" name="pt6025"/>
            <p:cNvSpPr/>
            <p:nvPr/>
          </p:nvSpPr>
          <p:spPr>
            <a:xfrm>
              <a:off x="5713352" y="2369657"/>
              <a:ext cx="16849" cy="16849"/>
            </a:xfrm>
            <a:prstGeom prst="ellipse">
              <a:avLst/>
            </a:prstGeom>
            <a:solidFill>
              <a:srgbClr val="5CBE6B">
                <a:alpha val="45098"/>
              </a:srgbClr>
            </a:solidFill>
            <a:ln w="7363" cap="rnd">
              <a:solidFill>
                <a:srgbClr val="5CBE6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6" name="pt6026"/>
            <p:cNvSpPr/>
            <p:nvPr/>
          </p:nvSpPr>
          <p:spPr>
            <a:xfrm>
              <a:off x="6271782" y="240626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7" name="pt6027"/>
            <p:cNvSpPr/>
            <p:nvPr/>
          </p:nvSpPr>
          <p:spPr>
            <a:xfrm>
              <a:off x="5870132" y="2198477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8" name="pt6028"/>
            <p:cNvSpPr/>
            <p:nvPr/>
          </p:nvSpPr>
          <p:spPr>
            <a:xfrm>
              <a:off x="7171095" y="1759208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9" name="pt6029"/>
            <p:cNvSpPr/>
            <p:nvPr/>
          </p:nvSpPr>
          <p:spPr>
            <a:xfrm>
              <a:off x="5753074" y="2282121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0" name="pt6030"/>
            <p:cNvSpPr/>
            <p:nvPr/>
          </p:nvSpPr>
          <p:spPr>
            <a:xfrm>
              <a:off x="6120614" y="2251520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1" name="pt6031"/>
            <p:cNvSpPr/>
            <p:nvPr/>
          </p:nvSpPr>
          <p:spPr>
            <a:xfrm>
              <a:off x="5698539" y="2576668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2" name="pt6032"/>
            <p:cNvSpPr/>
            <p:nvPr/>
          </p:nvSpPr>
          <p:spPr>
            <a:xfrm>
              <a:off x="5040105" y="2629949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3" name="pt6033"/>
            <p:cNvSpPr/>
            <p:nvPr/>
          </p:nvSpPr>
          <p:spPr>
            <a:xfrm>
              <a:off x="6541774" y="2097785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4" name="pt6034"/>
            <p:cNvSpPr/>
            <p:nvPr/>
          </p:nvSpPr>
          <p:spPr>
            <a:xfrm>
              <a:off x="6280063" y="2152317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5" name="pt6035"/>
            <p:cNvSpPr/>
            <p:nvPr/>
          </p:nvSpPr>
          <p:spPr>
            <a:xfrm>
              <a:off x="6251392" y="2255900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6" name="pt6036"/>
            <p:cNvSpPr/>
            <p:nvPr/>
          </p:nvSpPr>
          <p:spPr>
            <a:xfrm>
              <a:off x="5968298" y="2481808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7" name="pt6037"/>
            <p:cNvSpPr/>
            <p:nvPr/>
          </p:nvSpPr>
          <p:spPr>
            <a:xfrm>
              <a:off x="5656020" y="2399381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8" name="pt6038"/>
            <p:cNvSpPr/>
            <p:nvPr/>
          </p:nvSpPr>
          <p:spPr>
            <a:xfrm>
              <a:off x="5634335" y="2138530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9" name="pt6039"/>
            <p:cNvSpPr/>
            <p:nvPr/>
          </p:nvSpPr>
          <p:spPr>
            <a:xfrm>
              <a:off x="7001091" y="1713569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0" name="pt6040"/>
            <p:cNvSpPr/>
            <p:nvPr/>
          </p:nvSpPr>
          <p:spPr>
            <a:xfrm>
              <a:off x="5874914" y="206437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1" name="pt6041"/>
            <p:cNvSpPr/>
            <p:nvPr/>
          </p:nvSpPr>
          <p:spPr>
            <a:xfrm>
              <a:off x="6833292" y="1860518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2" name="pt6042"/>
            <p:cNvSpPr/>
            <p:nvPr/>
          </p:nvSpPr>
          <p:spPr>
            <a:xfrm>
              <a:off x="6359625" y="2149254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3" name="pt6043"/>
            <p:cNvSpPr/>
            <p:nvPr/>
          </p:nvSpPr>
          <p:spPr>
            <a:xfrm>
              <a:off x="6200213" y="1998980"/>
              <a:ext cx="16849" cy="16849"/>
            </a:xfrm>
            <a:prstGeom prst="ellipse">
              <a:avLst/>
            </a:prstGeom>
            <a:solidFill>
              <a:srgbClr val="6FC95D">
                <a:alpha val="45098"/>
              </a:srgbClr>
            </a:solidFill>
            <a:ln w="7363" cap="rnd">
              <a:solidFill>
                <a:srgbClr val="6F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4" name="pt6044"/>
            <p:cNvSpPr/>
            <p:nvPr/>
          </p:nvSpPr>
          <p:spPr>
            <a:xfrm>
              <a:off x="6635898" y="221688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5" name="pt6045"/>
            <p:cNvSpPr/>
            <p:nvPr/>
          </p:nvSpPr>
          <p:spPr>
            <a:xfrm>
              <a:off x="6268809" y="2460174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6" name="pt6046"/>
            <p:cNvSpPr/>
            <p:nvPr/>
          </p:nvSpPr>
          <p:spPr>
            <a:xfrm>
              <a:off x="6423542" y="1999570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7" name="pt6047"/>
            <p:cNvSpPr/>
            <p:nvPr/>
          </p:nvSpPr>
          <p:spPr>
            <a:xfrm>
              <a:off x="6683882" y="205084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8" name="pt6048"/>
            <p:cNvSpPr/>
            <p:nvPr/>
          </p:nvSpPr>
          <p:spPr>
            <a:xfrm>
              <a:off x="6770567" y="2097138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9" name="pt6049"/>
            <p:cNvSpPr/>
            <p:nvPr/>
          </p:nvSpPr>
          <p:spPr>
            <a:xfrm>
              <a:off x="6504899" y="215129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0" name="pt6050"/>
            <p:cNvSpPr/>
            <p:nvPr/>
          </p:nvSpPr>
          <p:spPr>
            <a:xfrm>
              <a:off x="6641137" y="2058301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1" name="pt6051"/>
            <p:cNvSpPr/>
            <p:nvPr/>
          </p:nvSpPr>
          <p:spPr>
            <a:xfrm>
              <a:off x="6358856" y="227001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2" name="pt6052"/>
            <p:cNvSpPr/>
            <p:nvPr/>
          </p:nvSpPr>
          <p:spPr>
            <a:xfrm>
              <a:off x="6085645" y="2441945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3" name="pt6053"/>
            <p:cNvSpPr/>
            <p:nvPr/>
          </p:nvSpPr>
          <p:spPr>
            <a:xfrm>
              <a:off x="5438691" y="235668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4" name="pt6054"/>
            <p:cNvSpPr/>
            <p:nvPr/>
          </p:nvSpPr>
          <p:spPr>
            <a:xfrm>
              <a:off x="6102293" y="2277063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5" name="pt6055"/>
            <p:cNvSpPr/>
            <p:nvPr/>
          </p:nvSpPr>
          <p:spPr>
            <a:xfrm>
              <a:off x="6916575" y="1929672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6" name="pt6056"/>
            <p:cNvSpPr/>
            <p:nvPr/>
          </p:nvSpPr>
          <p:spPr>
            <a:xfrm>
              <a:off x="6155595" y="233630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7" name="pt6057"/>
            <p:cNvSpPr/>
            <p:nvPr/>
          </p:nvSpPr>
          <p:spPr>
            <a:xfrm>
              <a:off x="6467993" y="2091825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8" name="pt6058"/>
            <p:cNvSpPr/>
            <p:nvPr/>
          </p:nvSpPr>
          <p:spPr>
            <a:xfrm>
              <a:off x="5742367" y="214564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9" name="pt6059"/>
            <p:cNvSpPr/>
            <p:nvPr/>
          </p:nvSpPr>
          <p:spPr>
            <a:xfrm>
              <a:off x="5643512" y="2377836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0" name="pt6060"/>
            <p:cNvSpPr/>
            <p:nvPr/>
          </p:nvSpPr>
          <p:spPr>
            <a:xfrm>
              <a:off x="5941123" y="177124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1" name="pt6061"/>
            <p:cNvSpPr/>
            <p:nvPr/>
          </p:nvSpPr>
          <p:spPr>
            <a:xfrm>
              <a:off x="6758961" y="2051478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2" name="pt6062"/>
            <p:cNvSpPr/>
            <p:nvPr/>
          </p:nvSpPr>
          <p:spPr>
            <a:xfrm>
              <a:off x="6395458" y="2130300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3" name="pt6063"/>
            <p:cNvSpPr/>
            <p:nvPr/>
          </p:nvSpPr>
          <p:spPr>
            <a:xfrm>
              <a:off x="6229246" y="227781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4" name="pt6064"/>
            <p:cNvSpPr/>
            <p:nvPr/>
          </p:nvSpPr>
          <p:spPr>
            <a:xfrm>
              <a:off x="6473411" y="2315442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5" name="pt6065"/>
            <p:cNvSpPr/>
            <p:nvPr/>
          </p:nvSpPr>
          <p:spPr>
            <a:xfrm>
              <a:off x="5755413" y="2095246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6" name="pt6066"/>
            <p:cNvSpPr/>
            <p:nvPr/>
          </p:nvSpPr>
          <p:spPr>
            <a:xfrm>
              <a:off x="6750328" y="2189846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7" name="pt6067"/>
            <p:cNvSpPr/>
            <p:nvPr/>
          </p:nvSpPr>
          <p:spPr>
            <a:xfrm>
              <a:off x="6043968" y="242631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8" name="pt6068"/>
            <p:cNvSpPr/>
            <p:nvPr/>
          </p:nvSpPr>
          <p:spPr>
            <a:xfrm>
              <a:off x="7037140" y="2026605"/>
              <a:ext cx="16849" cy="16849"/>
            </a:xfrm>
            <a:prstGeom prst="ellipse">
              <a:avLst/>
            </a:prstGeom>
            <a:solidFill>
              <a:srgbClr val="63C266">
                <a:alpha val="45098"/>
              </a:srgbClr>
            </a:solidFill>
            <a:ln w="7363" cap="rnd">
              <a:solidFill>
                <a:srgbClr val="63C26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9" name="pt6069"/>
            <p:cNvSpPr/>
            <p:nvPr/>
          </p:nvSpPr>
          <p:spPr>
            <a:xfrm>
              <a:off x="5990186" y="226847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0" name="pt6070"/>
            <p:cNvSpPr/>
            <p:nvPr/>
          </p:nvSpPr>
          <p:spPr>
            <a:xfrm>
              <a:off x="6875675" y="1930735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1" name="pt6071"/>
            <p:cNvSpPr/>
            <p:nvPr/>
          </p:nvSpPr>
          <p:spPr>
            <a:xfrm>
              <a:off x="6557128" y="2108845"/>
              <a:ext cx="16849" cy="16849"/>
            </a:xfrm>
            <a:prstGeom prst="ellipse">
              <a:avLst/>
            </a:prstGeom>
            <a:solidFill>
              <a:srgbClr val="6EC85D">
                <a:alpha val="45098"/>
              </a:srgbClr>
            </a:solidFill>
            <a:ln w="7363" cap="rnd">
              <a:solidFill>
                <a:srgbClr val="6EC8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2" name="pt6072"/>
            <p:cNvSpPr/>
            <p:nvPr/>
          </p:nvSpPr>
          <p:spPr>
            <a:xfrm>
              <a:off x="5707075" y="2451788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3" name="pt6073"/>
            <p:cNvSpPr/>
            <p:nvPr/>
          </p:nvSpPr>
          <p:spPr>
            <a:xfrm>
              <a:off x="6275987" y="2152829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4" name="pt6074"/>
            <p:cNvSpPr/>
            <p:nvPr/>
          </p:nvSpPr>
          <p:spPr>
            <a:xfrm>
              <a:off x="6335965" y="2228876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5" name="pt6075"/>
            <p:cNvSpPr/>
            <p:nvPr/>
          </p:nvSpPr>
          <p:spPr>
            <a:xfrm>
              <a:off x="6197859" y="2237794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6" name="pt6076"/>
            <p:cNvSpPr/>
            <p:nvPr/>
          </p:nvSpPr>
          <p:spPr>
            <a:xfrm>
              <a:off x="6302792" y="1958500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7" name="pt6077"/>
            <p:cNvSpPr/>
            <p:nvPr/>
          </p:nvSpPr>
          <p:spPr>
            <a:xfrm>
              <a:off x="6389438" y="2134024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8" name="pt6078"/>
            <p:cNvSpPr/>
            <p:nvPr/>
          </p:nvSpPr>
          <p:spPr>
            <a:xfrm>
              <a:off x="6208739" y="2324915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9" name="pt6079"/>
            <p:cNvSpPr/>
            <p:nvPr/>
          </p:nvSpPr>
          <p:spPr>
            <a:xfrm>
              <a:off x="6797498" y="175530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0" name="pt6080"/>
            <p:cNvSpPr/>
            <p:nvPr/>
          </p:nvSpPr>
          <p:spPr>
            <a:xfrm>
              <a:off x="6125310" y="2290192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1" name="pt6081"/>
            <p:cNvSpPr/>
            <p:nvPr/>
          </p:nvSpPr>
          <p:spPr>
            <a:xfrm>
              <a:off x="6736190" y="2246582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2" name="pt6082"/>
            <p:cNvSpPr/>
            <p:nvPr/>
          </p:nvSpPr>
          <p:spPr>
            <a:xfrm>
              <a:off x="6740951" y="2074753"/>
              <a:ext cx="16849" cy="16849"/>
            </a:xfrm>
            <a:prstGeom prst="ellipse">
              <a:avLst/>
            </a:prstGeom>
            <a:solidFill>
              <a:srgbClr val="81D250">
                <a:alpha val="45098"/>
              </a:srgbClr>
            </a:solidFill>
            <a:ln w="7363" cap="rnd">
              <a:solidFill>
                <a:srgbClr val="81D25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3" name="pt6083"/>
            <p:cNvSpPr/>
            <p:nvPr/>
          </p:nvSpPr>
          <p:spPr>
            <a:xfrm>
              <a:off x="7163962" y="1589871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4" name="pt6084"/>
            <p:cNvSpPr/>
            <p:nvPr/>
          </p:nvSpPr>
          <p:spPr>
            <a:xfrm>
              <a:off x="6247185" y="2310575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5" name="pt6085"/>
            <p:cNvSpPr/>
            <p:nvPr/>
          </p:nvSpPr>
          <p:spPr>
            <a:xfrm>
              <a:off x="6121790" y="2325252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6" name="pt6086"/>
            <p:cNvSpPr/>
            <p:nvPr/>
          </p:nvSpPr>
          <p:spPr>
            <a:xfrm>
              <a:off x="6115266" y="2218549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7" name="pt6087"/>
            <p:cNvSpPr/>
            <p:nvPr/>
          </p:nvSpPr>
          <p:spPr>
            <a:xfrm>
              <a:off x="6270181" y="2464091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8" name="pt6088"/>
            <p:cNvSpPr/>
            <p:nvPr/>
          </p:nvSpPr>
          <p:spPr>
            <a:xfrm>
              <a:off x="6845706" y="2040132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9" name="pt6089"/>
            <p:cNvSpPr/>
            <p:nvPr/>
          </p:nvSpPr>
          <p:spPr>
            <a:xfrm>
              <a:off x="5998437" y="237370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0" name="pt6090"/>
            <p:cNvSpPr/>
            <p:nvPr/>
          </p:nvSpPr>
          <p:spPr>
            <a:xfrm>
              <a:off x="6590903" y="2143679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1" name="pt6091"/>
            <p:cNvSpPr/>
            <p:nvPr/>
          </p:nvSpPr>
          <p:spPr>
            <a:xfrm>
              <a:off x="5893222" y="2181230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2" name="pt6092"/>
            <p:cNvSpPr/>
            <p:nvPr/>
          </p:nvSpPr>
          <p:spPr>
            <a:xfrm>
              <a:off x="6206248" y="2266100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3" name="pt6093"/>
            <p:cNvSpPr/>
            <p:nvPr/>
          </p:nvSpPr>
          <p:spPr>
            <a:xfrm>
              <a:off x="5563053" y="225594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4" name="pt6094"/>
            <p:cNvSpPr/>
            <p:nvPr/>
          </p:nvSpPr>
          <p:spPr>
            <a:xfrm>
              <a:off x="5855095" y="207310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5" name="pt6095"/>
            <p:cNvSpPr/>
            <p:nvPr/>
          </p:nvSpPr>
          <p:spPr>
            <a:xfrm>
              <a:off x="5741427" y="212742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6" name="pt6096"/>
            <p:cNvSpPr/>
            <p:nvPr/>
          </p:nvSpPr>
          <p:spPr>
            <a:xfrm>
              <a:off x="5966125" y="2421446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7" name="pt6097"/>
            <p:cNvSpPr/>
            <p:nvPr/>
          </p:nvSpPr>
          <p:spPr>
            <a:xfrm>
              <a:off x="6372268" y="2306881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8" name="pt6098"/>
            <p:cNvSpPr/>
            <p:nvPr/>
          </p:nvSpPr>
          <p:spPr>
            <a:xfrm>
              <a:off x="6114675" y="2000530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9" name="pt6099"/>
            <p:cNvSpPr/>
            <p:nvPr/>
          </p:nvSpPr>
          <p:spPr>
            <a:xfrm>
              <a:off x="5994396" y="259230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0" name="pt6100"/>
            <p:cNvSpPr/>
            <p:nvPr/>
          </p:nvSpPr>
          <p:spPr>
            <a:xfrm>
              <a:off x="5785901" y="208886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1" name="pt6101"/>
            <p:cNvSpPr/>
            <p:nvPr/>
          </p:nvSpPr>
          <p:spPr>
            <a:xfrm>
              <a:off x="4604855" y="2628095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2" name="pt6102"/>
            <p:cNvSpPr/>
            <p:nvPr/>
          </p:nvSpPr>
          <p:spPr>
            <a:xfrm>
              <a:off x="6349380" y="2251681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3" name="pt6103"/>
            <p:cNvSpPr/>
            <p:nvPr/>
          </p:nvSpPr>
          <p:spPr>
            <a:xfrm>
              <a:off x="6093037" y="230888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4" name="pt6104"/>
            <p:cNvSpPr/>
            <p:nvPr/>
          </p:nvSpPr>
          <p:spPr>
            <a:xfrm>
              <a:off x="5585630" y="1897888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5" name="pt6105"/>
            <p:cNvSpPr/>
            <p:nvPr/>
          </p:nvSpPr>
          <p:spPr>
            <a:xfrm>
              <a:off x="4846215" y="289284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6" name="pt6106"/>
            <p:cNvSpPr/>
            <p:nvPr/>
          </p:nvSpPr>
          <p:spPr>
            <a:xfrm>
              <a:off x="6016134" y="2455296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7" name="pt6107"/>
            <p:cNvSpPr/>
            <p:nvPr/>
          </p:nvSpPr>
          <p:spPr>
            <a:xfrm>
              <a:off x="6864210" y="1946937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8" name="pt6108"/>
            <p:cNvSpPr/>
            <p:nvPr/>
          </p:nvSpPr>
          <p:spPr>
            <a:xfrm>
              <a:off x="6831517" y="1951390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9" name="pt6109"/>
            <p:cNvSpPr/>
            <p:nvPr/>
          </p:nvSpPr>
          <p:spPr>
            <a:xfrm>
              <a:off x="5231460" y="2119174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0" name="pt6110"/>
            <p:cNvSpPr/>
            <p:nvPr/>
          </p:nvSpPr>
          <p:spPr>
            <a:xfrm>
              <a:off x="6783276" y="1716771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1" name="pt6111"/>
            <p:cNvSpPr/>
            <p:nvPr/>
          </p:nvSpPr>
          <p:spPr>
            <a:xfrm>
              <a:off x="6261107" y="237614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2" name="pt6112"/>
            <p:cNvSpPr/>
            <p:nvPr/>
          </p:nvSpPr>
          <p:spPr>
            <a:xfrm>
              <a:off x="6176622" y="1968287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3" name="pt6113"/>
            <p:cNvSpPr/>
            <p:nvPr/>
          </p:nvSpPr>
          <p:spPr>
            <a:xfrm>
              <a:off x="5435283" y="239876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4" name="pt6114"/>
            <p:cNvSpPr/>
            <p:nvPr/>
          </p:nvSpPr>
          <p:spPr>
            <a:xfrm>
              <a:off x="5619371" y="2411343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5" name="pt6115"/>
            <p:cNvSpPr/>
            <p:nvPr/>
          </p:nvSpPr>
          <p:spPr>
            <a:xfrm>
              <a:off x="6011437" y="222845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6" name="pt6116"/>
            <p:cNvSpPr/>
            <p:nvPr/>
          </p:nvSpPr>
          <p:spPr>
            <a:xfrm>
              <a:off x="6238564" y="2296109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7" name="pt6117"/>
            <p:cNvSpPr/>
            <p:nvPr/>
          </p:nvSpPr>
          <p:spPr>
            <a:xfrm>
              <a:off x="6839539" y="1950608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8" name="pt6118"/>
            <p:cNvSpPr/>
            <p:nvPr/>
          </p:nvSpPr>
          <p:spPr>
            <a:xfrm>
              <a:off x="6593246" y="2158482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9" name="pt6119"/>
            <p:cNvSpPr/>
            <p:nvPr/>
          </p:nvSpPr>
          <p:spPr>
            <a:xfrm>
              <a:off x="5766869" y="2078765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0" name="pt6120"/>
            <p:cNvSpPr/>
            <p:nvPr/>
          </p:nvSpPr>
          <p:spPr>
            <a:xfrm>
              <a:off x="5875793" y="2192295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1" name="pt6121"/>
            <p:cNvSpPr/>
            <p:nvPr/>
          </p:nvSpPr>
          <p:spPr>
            <a:xfrm>
              <a:off x="5737897" y="213582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2" name="pt6122"/>
            <p:cNvSpPr/>
            <p:nvPr/>
          </p:nvSpPr>
          <p:spPr>
            <a:xfrm>
              <a:off x="6361915" y="2166816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3" name="pt6123"/>
            <p:cNvSpPr/>
            <p:nvPr/>
          </p:nvSpPr>
          <p:spPr>
            <a:xfrm>
              <a:off x="6739170" y="2087435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4" name="pt6124"/>
            <p:cNvSpPr/>
            <p:nvPr/>
          </p:nvSpPr>
          <p:spPr>
            <a:xfrm>
              <a:off x="6759444" y="2139033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5" name="pt6125"/>
            <p:cNvSpPr/>
            <p:nvPr/>
          </p:nvSpPr>
          <p:spPr>
            <a:xfrm>
              <a:off x="6610905" y="2100762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6" name="pt6126"/>
            <p:cNvSpPr/>
            <p:nvPr/>
          </p:nvSpPr>
          <p:spPr>
            <a:xfrm>
              <a:off x="6239286" y="2298450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7" name="pt6127"/>
            <p:cNvSpPr/>
            <p:nvPr/>
          </p:nvSpPr>
          <p:spPr>
            <a:xfrm>
              <a:off x="6010213" y="2400624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8" name="pt6128"/>
            <p:cNvSpPr/>
            <p:nvPr/>
          </p:nvSpPr>
          <p:spPr>
            <a:xfrm>
              <a:off x="6317963" y="2245918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9" name="pt6129"/>
            <p:cNvSpPr/>
            <p:nvPr/>
          </p:nvSpPr>
          <p:spPr>
            <a:xfrm>
              <a:off x="5973797" y="208481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0" name="pt6130"/>
            <p:cNvSpPr/>
            <p:nvPr/>
          </p:nvSpPr>
          <p:spPr>
            <a:xfrm>
              <a:off x="6339439" y="2219883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1" name="pt6131"/>
            <p:cNvSpPr/>
            <p:nvPr/>
          </p:nvSpPr>
          <p:spPr>
            <a:xfrm>
              <a:off x="6292045" y="2034365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2" name="pt6132"/>
            <p:cNvSpPr/>
            <p:nvPr/>
          </p:nvSpPr>
          <p:spPr>
            <a:xfrm>
              <a:off x="6098681" y="2267495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3" name="pt6133"/>
            <p:cNvSpPr/>
            <p:nvPr/>
          </p:nvSpPr>
          <p:spPr>
            <a:xfrm>
              <a:off x="7387011" y="1515379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4" name="pt6134"/>
            <p:cNvSpPr/>
            <p:nvPr/>
          </p:nvSpPr>
          <p:spPr>
            <a:xfrm>
              <a:off x="7217085" y="1790514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5" name="pt6135"/>
            <p:cNvSpPr/>
            <p:nvPr/>
          </p:nvSpPr>
          <p:spPr>
            <a:xfrm>
              <a:off x="5859052" y="2184122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6" name="pt6136"/>
            <p:cNvSpPr/>
            <p:nvPr/>
          </p:nvSpPr>
          <p:spPr>
            <a:xfrm>
              <a:off x="6549367" y="224010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7" name="pt6137"/>
            <p:cNvSpPr/>
            <p:nvPr/>
          </p:nvSpPr>
          <p:spPr>
            <a:xfrm>
              <a:off x="6645129" y="2001569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8" name="pt6138"/>
            <p:cNvSpPr/>
            <p:nvPr/>
          </p:nvSpPr>
          <p:spPr>
            <a:xfrm>
              <a:off x="6629558" y="220172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9" name="pt6139"/>
            <p:cNvSpPr/>
            <p:nvPr/>
          </p:nvSpPr>
          <p:spPr>
            <a:xfrm>
              <a:off x="6351320" y="2209170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0" name="pt6140"/>
            <p:cNvSpPr/>
            <p:nvPr/>
          </p:nvSpPr>
          <p:spPr>
            <a:xfrm>
              <a:off x="6787019" y="1683842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1" name="pt6141"/>
            <p:cNvSpPr/>
            <p:nvPr/>
          </p:nvSpPr>
          <p:spPr>
            <a:xfrm>
              <a:off x="6874438" y="1937267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2" name="pt6142"/>
            <p:cNvSpPr/>
            <p:nvPr/>
          </p:nvSpPr>
          <p:spPr>
            <a:xfrm>
              <a:off x="6084149" y="236753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3" name="pt6143"/>
            <p:cNvSpPr/>
            <p:nvPr/>
          </p:nvSpPr>
          <p:spPr>
            <a:xfrm>
              <a:off x="6501867" y="2007197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4" name="pt6144"/>
            <p:cNvSpPr/>
            <p:nvPr/>
          </p:nvSpPr>
          <p:spPr>
            <a:xfrm>
              <a:off x="6671998" y="2036942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5" name="pt6145"/>
            <p:cNvSpPr/>
            <p:nvPr/>
          </p:nvSpPr>
          <p:spPr>
            <a:xfrm>
              <a:off x="6384454" y="2234489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6" name="pt6146"/>
            <p:cNvSpPr/>
            <p:nvPr/>
          </p:nvSpPr>
          <p:spPr>
            <a:xfrm>
              <a:off x="5967004" y="2398498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7" name="pt6147"/>
            <p:cNvSpPr/>
            <p:nvPr/>
          </p:nvSpPr>
          <p:spPr>
            <a:xfrm>
              <a:off x="4845329" y="2508250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8" name="pt6148"/>
            <p:cNvSpPr/>
            <p:nvPr/>
          </p:nvSpPr>
          <p:spPr>
            <a:xfrm>
              <a:off x="7017915" y="1962139"/>
              <a:ext cx="16849" cy="16849"/>
            </a:xfrm>
            <a:prstGeom prst="ellipse">
              <a:avLst/>
            </a:prstGeom>
            <a:solidFill>
              <a:srgbClr val="63C266">
                <a:alpha val="45098"/>
              </a:srgbClr>
            </a:solidFill>
            <a:ln w="7363" cap="rnd">
              <a:solidFill>
                <a:srgbClr val="63C26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9" name="pt6149"/>
            <p:cNvSpPr/>
            <p:nvPr/>
          </p:nvSpPr>
          <p:spPr>
            <a:xfrm>
              <a:off x="6207518" y="228391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0" name="pt6150"/>
            <p:cNvSpPr/>
            <p:nvPr/>
          </p:nvSpPr>
          <p:spPr>
            <a:xfrm>
              <a:off x="5673617" y="2401938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1" name="pt6151"/>
            <p:cNvSpPr/>
            <p:nvPr/>
          </p:nvSpPr>
          <p:spPr>
            <a:xfrm>
              <a:off x="5518545" y="245528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2" name="pt6152"/>
            <p:cNvSpPr/>
            <p:nvPr/>
          </p:nvSpPr>
          <p:spPr>
            <a:xfrm>
              <a:off x="6375287" y="2361301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3" name="pt6153"/>
            <p:cNvSpPr/>
            <p:nvPr/>
          </p:nvSpPr>
          <p:spPr>
            <a:xfrm>
              <a:off x="6257677" y="2444781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4" name="pt6154"/>
            <p:cNvSpPr/>
            <p:nvPr/>
          </p:nvSpPr>
          <p:spPr>
            <a:xfrm>
              <a:off x="6552853" y="2182890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5" name="pt6155"/>
            <p:cNvSpPr/>
            <p:nvPr/>
          </p:nvSpPr>
          <p:spPr>
            <a:xfrm>
              <a:off x="6030210" y="2248993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6" name="pt6156"/>
            <p:cNvSpPr/>
            <p:nvPr/>
          </p:nvSpPr>
          <p:spPr>
            <a:xfrm>
              <a:off x="6109360" y="2219782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7" name="pt6157"/>
            <p:cNvSpPr/>
            <p:nvPr/>
          </p:nvSpPr>
          <p:spPr>
            <a:xfrm>
              <a:off x="5708963" y="2445351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8" name="pt6158"/>
            <p:cNvSpPr/>
            <p:nvPr/>
          </p:nvSpPr>
          <p:spPr>
            <a:xfrm>
              <a:off x="7601784" y="1044332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9" name="pt6159"/>
            <p:cNvSpPr/>
            <p:nvPr/>
          </p:nvSpPr>
          <p:spPr>
            <a:xfrm>
              <a:off x="6160858" y="2261381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0" name="pt6160"/>
            <p:cNvSpPr/>
            <p:nvPr/>
          </p:nvSpPr>
          <p:spPr>
            <a:xfrm>
              <a:off x="6462401" y="1998855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1" name="pt6161"/>
            <p:cNvSpPr/>
            <p:nvPr/>
          </p:nvSpPr>
          <p:spPr>
            <a:xfrm>
              <a:off x="6836865" y="197865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2" name="pt6162"/>
            <p:cNvSpPr/>
            <p:nvPr/>
          </p:nvSpPr>
          <p:spPr>
            <a:xfrm>
              <a:off x="5731965" y="2212976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3" name="pt6163"/>
            <p:cNvSpPr/>
            <p:nvPr/>
          </p:nvSpPr>
          <p:spPr>
            <a:xfrm>
              <a:off x="5460717" y="240338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4" name="pt6164"/>
            <p:cNvSpPr/>
            <p:nvPr/>
          </p:nvSpPr>
          <p:spPr>
            <a:xfrm>
              <a:off x="5808856" y="221218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5" name="pt6165"/>
            <p:cNvSpPr/>
            <p:nvPr/>
          </p:nvSpPr>
          <p:spPr>
            <a:xfrm>
              <a:off x="6607764" y="2072544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6" name="pt6166"/>
            <p:cNvSpPr/>
            <p:nvPr/>
          </p:nvSpPr>
          <p:spPr>
            <a:xfrm>
              <a:off x="6487840" y="231827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7" name="pt6167"/>
            <p:cNvSpPr/>
            <p:nvPr/>
          </p:nvSpPr>
          <p:spPr>
            <a:xfrm>
              <a:off x="6543282" y="2158567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8" name="pt6168"/>
            <p:cNvSpPr/>
            <p:nvPr/>
          </p:nvSpPr>
          <p:spPr>
            <a:xfrm>
              <a:off x="6916445" y="1831835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9" name="pt6169"/>
            <p:cNvSpPr/>
            <p:nvPr/>
          </p:nvSpPr>
          <p:spPr>
            <a:xfrm>
              <a:off x="6363331" y="2226753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0" name="pt6170"/>
            <p:cNvSpPr/>
            <p:nvPr/>
          </p:nvSpPr>
          <p:spPr>
            <a:xfrm>
              <a:off x="5674370" y="246894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1" name="pt6171"/>
            <p:cNvSpPr/>
            <p:nvPr/>
          </p:nvSpPr>
          <p:spPr>
            <a:xfrm>
              <a:off x="6117872" y="2296772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2" name="pt6172"/>
            <p:cNvSpPr/>
            <p:nvPr/>
          </p:nvSpPr>
          <p:spPr>
            <a:xfrm>
              <a:off x="5985422" y="216679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3" name="pt6173"/>
            <p:cNvSpPr/>
            <p:nvPr/>
          </p:nvSpPr>
          <p:spPr>
            <a:xfrm>
              <a:off x="5900133" y="2274309"/>
              <a:ext cx="16849" cy="16849"/>
            </a:xfrm>
            <a:prstGeom prst="ellipse">
              <a:avLst/>
            </a:prstGeom>
            <a:solidFill>
              <a:srgbClr val="66C364">
                <a:alpha val="45098"/>
              </a:srgbClr>
            </a:solidFill>
            <a:ln w="7363" cap="rnd">
              <a:solidFill>
                <a:srgbClr val="66C36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4" name="pt6174"/>
            <p:cNvSpPr/>
            <p:nvPr/>
          </p:nvSpPr>
          <p:spPr>
            <a:xfrm>
              <a:off x="6417558" y="2294421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5" name="pt6175"/>
            <p:cNvSpPr/>
            <p:nvPr/>
          </p:nvSpPr>
          <p:spPr>
            <a:xfrm>
              <a:off x="5297465" y="1997851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6" name="pt6176"/>
            <p:cNvSpPr/>
            <p:nvPr/>
          </p:nvSpPr>
          <p:spPr>
            <a:xfrm>
              <a:off x="5971734" y="2432733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7" name="pt6177"/>
            <p:cNvSpPr/>
            <p:nvPr/>
          </p:nvSpPr>
          <p:spPr>
            <a:xfrm>
              <a:off x="6533732" y="235635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8" name="pt6178"/>
            <p:cNvSpPr/>
            <p:nvPr/>
          </p:nvSpPr>
          <p:spPr>
            <a:xfrm>
              <a:off x="6579634" y="2157357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9" name="pt6179"/>
            <p:cNvSpPr/>
            <p:nvPr/>
          </p:nvSpPr>
          <p:spPr>
            <a:xfrm>
              <a:off x="5088437" y="3076882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0" name="pt6180"/>
            <p:cNvSpPr/>
            <p:nvPr/>
          </p:nvSpPr>
          <p:spPr>
            <a:xfrm>
              <a:off x="6246111" y="2307867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1" name="pt6181"/>
            <p:cNvSpPr/>
            <p:nvPr/>
          </p:nvSpPr>
          <p:spPr>
            <a:xfrm>
              <a:off x="5782685" y="2044973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2" name="pt6182"/>
            <p:cNvSpPr/>
            <p:nvPr/>
          </p:nvSpPr>
          <p:spPr>
            <a:xfrm>
              <a:off x="6266756" y="2449939"/>
              <a:ext cx="16849" cy="16849"/>
            </a:xfrm>
            <a:prstGeom prst="ellipse">
              <a:avLst/>
            </a:prstGeom>
            <a:solidFill>
              <a:srgbClr val="4FB773">
                <a:alpha val="45098"/>
              </a:srgbClr>
            </a:solidFill>
            <a:ln w="7363" cap="rnd">
              <a:solidFill>
                <a:srgbClr val="4FB7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3" name="pt6183"/>
            <p:cNvSpPr/>
            <p:nvPr/>
          </p:nvSpPr>
          <p:spPr>
            <a:xfrm>
              <a:off x="7011958" y="1638031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4" name="pt6184"/>
            <p:cNvSpPr/>
            <p:nvPr/>
          </p:nvSpPr>
          <p:spPr>
            <a:xfrm>
              <a:off x="6549590" y="215829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5" name="pt6185"/>
            <p:cNvSpPr/>
            <p:nvPr/>
          </p:nvSpPr>
          <p:spPr>
            <a:xfrm>
              <a:off x="5603163" y="2515455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6" name="pt6186"/>
            <p:cNvSpPr/>
            <p:nvPr/>
          </p:nvSpPr>
          <p:spPr>
            <a:xfrm>
              <a:off x="6064276" y="2405792"/>
              <a:ext cx="16849" cy="16849"/>
            </a:xfrm>
            <a:prstGeom prst="ellipse">
              <a:avLst/>
            </a:prstGeom>
            <a:solidFill>
              <a:srgbClr val="45B279">
                <a:alpha val="45098"/>
              </a:srgbClr>
            </a:solidFill>
            <a:ln w="7363" cap="rnd">
              <a:solidFill>
                <a:srgbClr val="45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7" name="pt6187"/>
            <p:cNvSpPr/>
            <p:nvPr/>
          </p:nvSpPr>
          <p:spPr>
            <a:xfrm>
              <a:off x="6345387" y="2083641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8" name="pt6188"/>
            <p:cNvSpPr/>
            <p:nvPr/>
          </p:nvSpPr>
          <p:spPr>
            <a:xfrm>
              <a:off x="6707849" y="2115285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9" name="pt6189"/>
            <p:cNvSpPr/>
            <p:nvPr/>
          </p:nvSpPr>
          <p:spPr>
            <a:xfrm>
              <a:off x="6432368" y="1967534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0" name="pt6190"/>
            <p:cNvSpPr/>
            <p:nvPr/>
          </p:nvSpPr>
          <p:spPr>
            <a:xfrm>
              <a:off x="6342712" y="2232298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1" name="pt6191"/>
            <p:cNvSpPr/>
            <p:nvPr/>
          </p:nvSpPr>
          <p:spPr>
            <a:xfrm>
              <a:off x="5775910" y="2139505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2" name="pt6192"/>
            <p:cNvSpPr/>
            <p:nvPr/>
          </p:nvSpPr>
          <p:spPr>
            <a:xfrm>
              <a:off x="6066355" y="2449470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3" name="pt6193"/>
            <p:cNvSpPr/>
            <p:nvPr/>
          </p:nvSpPr>
          <p:spPr>
            <a:xfrm>
              <a:off x="6210050" y="2245672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4" name="pt6194"/>
            <p:cNvSpPr/>
            <p:nvPr/>
          </p:nvSpPr>
          <p:spPr>
            <a:xfrm>
              <a:off x="5857184" y="2095576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5" name="pt6195"/>
            <p:cNvSpPr/>
            <p:nvPr/>
          </p:nvSpPr>
          <p:spPr>
            <a:xfrm>
              <a:off x="6713208" y="2139730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6" name="pt6196"/>
            <p:cNvSpPr/>
            <p:nvPr/>
          </p:nvSpPr>
          <p:spPr>
            <a:xfrm>
              <a:off x="6314796" y="2240244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7" name="pt6197"/>
            <p:cNvSpPr/>
            <p:nvPr/>
          </p:nvSpPr>
          <p:spPr>
            <a:xfrm>
              <a:off x="5867726" y="2121756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8" name="pt6198"/>
            <p:cNvSpPr/>
            <p:nvPr/>
          </p:nvSpPr>
          <p:spPr>
            <a:xfrm>
              <a:off x="6017356" y="2412295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9" name="pt6199"/>
            <p:cNvSpPr/>
            <p:nvPr/>
          </p:nvSpPr>
          <p:spPr>
            <a:xfrm>
              <a:off x="6005955" y="2472038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0" name="pt6200"/>
            <p:cNvSpPr/>
            <p:nvPr/>
          </p:nvSpPr>
          <p:spPr>
            <a:xfrm>
              <a:off x="6232289" y="2238484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1" name="pt6201"/>
            <p:cNvSpPr/>
            <p:nvPr/>
          </p:nvSpPr>
          <p:spPr>
            <a:xfrm>
              <a:off x="5522103" y="246850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2" name="pt6202"/>
            <p:cNvSpPr/>
            <p:nvPr/>
          </p:nvSpPr>
          <p:spPr>
            <a:xfrm>
              <a:off x="6409781" y="2072697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3" name="pt6203"/>
            <p:cNvSpPr/>
            <p:nvPr/>
          </p:nvSpPr>
          <p:spPr>
            <a:xfrm>
              <a:off x="6789777" y="1812781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4" name="pt6204"/>
            <p:cNvSpPr/>
            <p:nvPr/>
          </p:nvSpPr>
          <p:spPr>
            <a:xfrm>
              <a:off x="5735608" y="217694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5" name="pt6205"/>
            <p:cNvSpPr/>
            <p:nvPr/>
          </p:nvSpPr>
          <p:spPr>
            <a:xfrm>
              <a:off x="6903764" y="1821940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6" name="pt6206"/>
            <p:cNvSpPr/>
            <p:nvPr/>
          </p:nvSpPr>
          <p:spPr>
            <a:xfrm>
              <a:off x="6036237" y="2237393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7" name="pt6207"/>
            <p:cNvSpPr/>
            <p:nvPr/>
          </p:nvSpPr>
          <p:spPr>
            <a:xfrm>
              <a:off x="7064274" y="184375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8" name="pt6208"/>
            <p:cNvSpPr/>
            <p:nvPr/>
          </p:nvSpPr>
          <p:spPr>
            <a:xfrm>
              <a:off x="6277760" y="2067333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9" name="pt6209"/>
            <p:cNvSpPr/>
            <p:nvPr/>
          </p:nvSpPr>
          <p:spPr>
            <a:xfrm>
              <a:off x="6236654" y="2256289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0" name="pt6210"/>
            <p:cNvSpPr/>
            <p:nvPr/>
          </p:nvSpPr>
          <p:spPr>
            <a:xfrm>
              <a:off x="5436613" y="2389833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1" name="pt6211"/>
            <p:cNvSpPr/>
            <p:nvPr/>
          </p:nvSpPr>
          <p:spPr>
            <a:xfrm>
              <a:off x="6040285" y="2377622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2" name="pt6212"/>
            <p:cNvSpPr/>
            <p:nvPr/>
          </p:nvSpPr>
          <p:spPr>
            <a:xfrm>
              <a:off x="5492432" y="2554730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3" name="pt6213"/>
            <p:cNvSpPr/>
            <p:nvPr/>
          </p:nvSpPr>
          <p:spPr>
            <a:xfrm>
              <a:off x="6530203" y="2313607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4" name="pt6214"/>
            <p:cNvSpPr/>
            <p:nvPr/>
          </p:nvSpPr>
          <p:spPr>
            <a:xfrm>
              <a:off x="5463071" y="2590654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5" name="pt6215"/>
            <p:cNvSpPr/>
            <p:nvPr/>
          </p:nvSpPr>
          <p:spPr>
            <a:xfrm>
              <a:off x="5691856" y="236256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6" name="pt6216"/>
            <p:cNvSpPr/>
            <p:nvPr/>
          </p:nvSpPr>
          <p:spPr>
            <a:xfrm>
              <a:off x="6542071" y="2133146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7" name="pt6217"/>
            <p:cNvSpPr/>
            <p:nvPr/>
          </p:nvSpPr>
          <p:spPr>
            <a:xfrm>
              <a:off x="6469534" y="2093304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8" name="pt6218"/>
            <p:cNvSpPr/>
            <p:nvPr/>
          </p:nvSpPr>
          <p:spPr>
            <a:xfrm>
              <a:off x="5892419" y="2145869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9" name="pt6219"/>
            <p:cNvSpPr/>
            <p:nvPr/>
          </p:nvSpPr>
          <p:spPr>
            <a:xfrm>
              <a:off x="6413522" y="2021717"/>
              <a:ext cx="16849" cy="16849"/>
            </a:xfrm>
            <a:prstGeom prst="ellipse">
              <a:avLst/>
            </a:prstGeom>
            <a:solidFill>
              <a:srgbClr val="28A983">
                <a:alpha val="45098"/>
              </a:srgbClr>
            </a:solidFill>
            <a:ln w="7363" cap="rnd">
              <a:solidFill>
                <a:srgbClr val="28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0" name="pt6220"/>
            <p:cNvSpPr/>
            <p:nvPr/>
          </p:nvSpPr>
          <p:spPr>
            <a:xfrm>
              <a:off x="6695366" y="1968021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1" name="pt6221"/>
            <p:cNvSpPr/>
            <p:nvPr/>
          </p:nvSpPr>
          <p:spPr>
            <a:xfrm>
              <a:off x="5485320" y="2452678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2" name="pt6222"/>
            <p:cNvSpPr/>
            <p:nvPr/>
          </p:nvSpPr>
          <p:spPr>
            <a:xfrm>
              <a:off x="6527775" y="2195670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3" name="pt6223"/>
            <p:cNvSpPr/>
            <p:nvPr/>
          </p:nvSpPr>
          <p:spPr>
            <a:xfrm>
              <a:off x="6685000" y="2133832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4" name="pt6224"/>
            <p:cNvSpPr/>
            <p:nvPr/>
          </p:nvSpPr>
          <p:spPr>
            <a:xfrm>
              <a:off x="5557331" y="2408241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5" name="pt6225"/>
            <p:cNvSpPr/>
            <p:nvPr/>
          </p:nvSpPr>
          <p:spPr>
            <a:xfrm>
              <a:off x="6603397" y="2078569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6" name="pt6226"/>
            <p:cNvSpPr/>
            <p:nvPr/>
          </p:nvSpPr>
          <p:spPr>
            <a:xfrm>
              <a:off x="5780766" y="2105094"/>
              <a:ext cx="16849" cy="16849"/>
            </a:xfrm>
            <a:prstGeom prst="ellipse">
              <a:avLst/>
            </a:prstGeom>
            <a:solidFill>
              <a:srgbClr val="57BB6E">
                <a:alpha val="45098"/>
              </a:srgbClr>
            </a:solidFill>
            <a:ln w="7363" cap="rnd">
              <a:solidFill>
                <a:srgbClr val="57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7" name="pt6227"/>
            <p:cNvSpPr/>
            <p:nvPr/>
          </p:nvSpPr>
          <p:spPr>
            <a:xfrm>
              <a:off x="5838148" y="2452446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8" name="pt6228"/>
            <p:cNvSpPr/>
            <p:nvPr/>
          </p:nvSpPr>
          <p:spPr>
            <a:xfrm>
              <a:off x="6460261" y="214672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9" name="pt6229"/>
            <p:cNvSpPr/>
            <p:nvPr/>
          </p:nvSpPr>
          <p:spPr>
            <a:xfrm>
              <a:off x="7007591" y="1770864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0" name="pt6230"/>
            <p:cNvSpPr/>
            <p:nvPr/>
          </p:nvSpPr>
          <p:spPr>
            <a:xfrm>
              <a:off x="6096518" y="220036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1" name="pt6231"/>
            <p:cNvSpPr/>
            <p:nvPr/>
          </p:nvSpPr>
          <p:spPr>
            <a:xfrm>
              <a:off x="5884207" y="2140636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2" name="pt6232"/>
            <p:cNvSpPr/>
            <p:nvPr/>
          </p:nvSpPr>
          <p:spPr>
            <a:xfrm>
              <a:off x="6299540" y="2014180"/>
              <a:ext cx="16849" cy="16849"/>
            </a:xfrm>
            <a:prstGeom prst="ellipse">
              <a:avLst/>
            </a:prstGeom>
            <a:solidFill>
              <a:srgbClr val="336E8D">
                <a:alpha val="45098"/>
              </a:srgbClr>
            </a:solidFill>
            <a:ln w="7363" cap="rnd">
              <a:solidFill>
                <a:srgbClr val="336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3" name="pt6233"/>
            <p:cNvSpPr/>
            <p:nvPr/>
          </p:nvSpPr>
          <p:spPr>
            <a:xfrm>
              <a:off x="5775132" y="2227891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4" name="pt6234"/>
            <p:cNvSpPr/>
            <p:nvPr/>
          </p:nvSpPr>
          <p:spPr>
            <a:xfrm>
              <a:off x="6159298" y="2273540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5" name="pt6235"/>
            <p:cNvSpPr/>
            <p:nvPr/>
          </p:nvSpPr>
          <p:spPr>
            <a:xfrm>
              <a:off x="6273052" y="2384550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6" name="pt6236"/>
            <p:cNvSpPr/>
            <p:nvPr/>
          </p:nvSpPr>
          <p:spPr>
            <a:xfrm>
              <a:off x="6090896" y="2194550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7" name="pt6237"/>
            <p:cNvSpPr/>
            <p:nvPr/>
          </p:nvSpPr>
          <p:spPr>
            <a:xfrm>
              <a:off x="6524016" y="241760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8" name="pt6238"/>
            <p:cNvSpPr/>
            <p:nvPr/>
          </p:nvSpPr>
          <p:spPr>
            <a:xfrm>
              <a:off x="5887607" y="2095809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9" name="pt6239"/>
            <p:cNvSpPr/>
            <p:nvPr/>
          </p:nvSpPr>
          <p:spPr>
            <a:xfrm>
              <a:off x="5660789" y="215463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0" name="pt6240"/>
            <p:cNvSpPr/>
            <p:nvPr/>
          </p:nvSpPr>
          <p:spPr>
            <a:xfrm>
              <a:off x="6357965" y="2251879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1" name="pt6241"/>
            <p:cNvSpPr/>
            <p:nvPr/>
          </p:nvSpPr>
          <p:spPr>
            <a:xfrm>
              <a:off x="5907240" y="1863388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2" name="pt6242"/>
            <p:cNvSpPr/>
            <p:nvPr/>
          </p:nvSpPr>
          <p:spPr>
            <a:xfrm>
              <a:off x="5858211" y="1998850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3" name="pt6243"/>
            <p:cNvSpPr/>
            <p:nvPr/>
          </p:nvSpPr>
          <p:spPr>
            <a:xfrm>
              <a:off x="5475078" y="2375356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4" name="pt6244"/>
            <p:cNvSpPr/>
            <p:nvPr/>
          </p:nvSpPr>
          <p:spPr>
            <a:xfrm>
              <a:off x="6121669" y="2271803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5" name="pt6245"/>
            <p:cNvSpPr/>
            <p:nvPr/>
          </p:nvSpPr>
          <p:spPr>
            <a:xfrm>
              <a:off x="5477441" y="2379533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6" name="pt6246"/>
            <p:cNvSpPr/>
            <p:nvPr/>
          </p:nvSpPr>
          <p:spPr>
            <a:xfrm>
              <a:off x="6683591" y="2126608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7" name="pt6247"/>
            <p:cNvSpPr/>
            <p:nvPr/>
          </p:nvSpPr>
          <p:spPr>
            <a:xfrm>
              <a:off x="6901872" y="1865653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8" name="pt6248"/>
            <p:cNvSpPr/>
            <p:nvPr/>
          </p:nvSpPr>
          <p:spPr>
            <a:xfrm>
              <a:off x="6077254" y="2420540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9" name="pt6249"/>
            <p:cNvSpPr/>
            <p:nvPr/>
          </p:nvSpPr>
          <p:spPr>
            <a:xfrm>
              <a:off x="6764601" y="1960771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0" name="pt6250"/>
            <p:cNvSpPr/>
            <p:nvPr/>
          </p:nvSpPr>
          <p:spPr>
            <a:xfrm>
              <a:off x="5701406" y="2593473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1" name="pt6251"/>
            <p:cNvSpPr/>
            <p:nvPr/>
          </p:nvSpPr>
          <p:spPr>
            <a:xfrm>
              <a:off x="6583787" y="221938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2" name="pt6252"/>
            <p:cNvSpPr/>
            <p:nvPr/>
          </p:nvSpPr>
          <p:spPr>
            <a:xfrm>
              <a:off x="5746186" y="2129327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3" name="pt6253"/>
            <p:cNvSpPr/>
            <p:nvPr/>
          </p:nvSpPr>
          <p:spPr>
            <a:xfrm>
              <a:off x="6539480" y="2359417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4" name="pt6254"/>
            <p:cNvSpPr/>
            <p:nvPr/>
          </p:nvSpPr>
          <p:spPr>
            <a:xfrm>
              <a:off x="6443406" y="2032405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5" name="pt6255"/>
            <p:cNvSpPr/>
            <p:nvPr/>
          </p:nvSpPr>
          <p:spPr>
            <a:xfrm>
              <a:off x="6079970" y="2363040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6" name="pt6256"/>
            <p:cNvSpPr/>
            <p:nvPr/>
          </p:nvSpPr>
          <p:spPr>
            <a:xfrm>
              <a:off x="6683863" y="223356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7" name="pt6257"/>
            <p:cNvSpPr/>
            <p:nvPr/>
          </p:nvSpPr>
          <p:spPr>
            <a:xfrm>
              <a:off x="6088173" y="2296752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8" name="pt6258"/>
            <p:cNvSpPr/>
            <p:nvPr/>
          </p:nvSpPr>
          <p:spPr>
            <a:xfrm>
              <a:off x="6795667" y="1782736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9" name="pt6259"/>
            <p:cNvSpPr/>
            <p:nvPr/>
          </p:nvSpPr>
          <p:spPr>
            <a:xfrm>
              <a:off x="6763740" y="204567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0" name="pt6260"/>
            <p:cNvSpPr/>
            <p:nvPr/>
          </p:nvSpPr>
          <p:spPr>
            <a:xfrm>
              <a:off x="6075101" y="2383682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1" name="pt6261"/>
            <p:cNvSpPr/>
            <p:nvPr/>
          </p:nvSpPr>
          <p:spPr>
            <a:xfrm>
              <a:off x="6572638" y="2220847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2" name="pt6262"/>
            <p:cNvSpPr/>
            <p:nvPr/>
          </p:nvSpPr>
          <p:spPr>
            <a:xfrm>
              <a:off x="6154736" y="2174713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3" name="pt6263"/>
            <p:cNvSpPr/>
            <p:nvPr/>
          </p:nvSpPr>
          <p:spPr>
            <a:xfrm>
              <a:off x="6952526" y="184127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4" name="pt6264"/>
            <p:cNvSpPr/>
            <p:nvPr/>
          </p:nvSpPr>
          <p:spPr>
            <a:xfrm>
              <a:off x="6458317" y="2101079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5" name="pt6265"/>
            <p:cNvSpPr/>
            <p:nvPr/>
          </p:nvSpPr>
          <p:spPr>
            <a:xfrm>
              <a:off x="5842692" y="2430275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6" name="pt6266"/>
            <p:cNvSpPr/>
            <p:nvPr/>
          </p:nvSpPr>
          <p:spPr>
            <a:xfrm>
              <a:off x="7237555" y="1857649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7" name="pt6267"/>
            <p:cNvSpPr/>
            <p:nvPr/>
          </p:nvSpPr>
          <p:spPr>
            <a:xfrm>
              <a:off x="5515329" y="206356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8" name="pt6268"/>
            <p:cNvSpPr/>
            <p:nvPr/>
          </p:nvSpPr>
          <p:spPr>
            <a:xfrm>
              <a:off x="6627234" y="2135518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9" name="pt6269"/>
            <p:cNvSpPr/>
            <p:nvPr/>
          </p:nvSpPr>
          <p:spPr>
            <a:xfrm>
              <a:off x="6599434" y="2174175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0" name="pt6270"/>
            <p:cNvSpPr/>
            <p:nvPr/>
          </p:nvSpPr>
          <p:spPr>
            <a:xfrm>
              <a:off x="6573143" y="2148711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1" name="pt6271"/>
            <p:cNvSpPr/>
            <p:nvPr/>
          </p:nvSpPr>
          <p:spPr>
            <a:xfrm>
              <a:off x="6588219" y="2075810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2" name="pt6272"/>
            <p:cNvSpPr/>
            <p:nvPr/>
          </p:nvSpPr>
          <p:spPr>
            <a:xfrm>
              <a:off x="6182425" y="2212174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3" name="pt6273"/>
            <p:cNvSpPr/>
            <p:nvPr/>
          </p:nvSpPr>
          <p:spPr>
            <a:xfrm>
              <a:off x="5826109" y="2270858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4" name="pt6274"/>
            <p:cNvSpPr/>
            <p:nvPr/>
          </p:nvSpPr>
          <p:spPr>
            <a:xfrm>
              <a:off x="6795273" y="1885192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5" name="pt6275"/>
            <p:cNvSpPr/>
            <p:nvPr/>
          </p:nvSpPr>
          <p:spPr>
            <a:xfrm>
              <a:off x="6945753" y="1925378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6" name="pt6276"/>
            <p:cNvSpPr/>
            <p:nvPr/>
          </p:nvSpPr>
          <p:spPr>
            <a:xfrm>
              <a:off x="6769791" y="2065842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7" name="pt6277"/>
            <p:cNvSpPr/>
            <p:nvPr/>
          </p:nvSpPr>
          <p:spPr>
            <a:xfrm>
              <a:off x="6376457" y="2327614"/>
              <a:ext cx="16849" cy="16849"/>
            </a:xfrm>
            <a:prstGeom prst="ellipse">
              <a:avLst/>
            </a:prstGeom>
            <a:solidFill>
              <a:srgbClr val="BBDC41">
                <a:alpha val="45098"/>
              </a:srgbClr>
            </a:solidFill>
            <a:ln w="7363" cap="rnd">
              <a:solidFill>
                <a:srgbClr val="BBDC4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8" name="pt6278"/>
            <p:cNvSpPr/>
            <p:nvPr/>
          </p:nvSpPr>
          <p:spPr>
            <a:xfrm>
              <a:off x="6591312" y="2135676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9" name="pt6279"/>
            <p:cNvSpPr/>
            <p:nvPr/>
          </p:nvSpPr>
          <p:spPr>
            <a:xfrm>
              <a:off x="6942904" y="1710899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0" name="pt6280"/>
            <p:cNvSpPr/>
            <p:nvPr/>
          </p:nvSpPr>
          <p:spPr>
            <a:xfrm>
              <a:off x="6157882" y="2076041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1" name="pt6281"/>
            <p:cNvSpPr/>
            <p:nvPr/>
          </p:nvSpPr>
          <p:spPr>
            <a:xfrm>
              <a:off x="5994744" y="2615467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2" name="pt6282"/>
            <p:cNvSpPr/>
            <p:nvPr/>
          </p:nvSpPr>
          <p:spPr>
            <a:xfrm>
              <a:off x="5965189" y="207611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3" name="pt6283"/>
            <p:cNvSpPr/>
            <p:nvPr/>
          </p:nvSpPr>
          <p:spPr>
            <a:xfrm>
              <a:off x="6615750" y="235576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4" name="pt6284"/>
            <p:cNvSpPr/>
            <p:nvPr/>
          </p:nvSpPr>
          <p:spPr>
            <a:xfrm>
              <a:off x="5685997" y="2466726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5" name="pt6285"/>
            <p:cNvSpPr/>
            <p:nvPr/>
          </p:nvSpPr>
          <p:spPr>
            <a:xfrm>
              <a:off x="5828384" y="243213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6" name="pt6286"/>
            <p:cNvSpPr/>
            <p:nvPr/>
          </p:nvSpPr>
          <p:spPr>
            <a:xfrm>
              <a:off x="5603172" y="2437783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7" name="pt6287"/>
            <p:cNvSpPr/>
            <p:nvPr/>
          </p:nvSpPr>
          <p:spPr>
            <a:xfrm>
              <a:off x="5055715" y="2804215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8" name="pt6288"/>
            <p:cNvSpPr/>
            <p:nvPr/>
          </p:nvSpPr>
          <p:spPr>
            <a:xfrm>
              <a:off x="6659812" y="2040958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9" name="pt6289"/>
            <p:cNvSpPr/>
            <p:nvPr/>
          </p:nvSpPr>
          <p:spPr>
            <a:xfrm>
              <a:off x="6063602" y="2426655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0" name="pt6290"/>
            <p:cNvSpPr/>
            <p:nvPr/>
          </p:nvSpPr>
          <p:spPr>
            <a:xfrm>
              <a:off x="5835289" y="2517189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1" name="pt6291"/>
            <p:cNvSpPr/>
            <p:nvPr/>
          </p:nvSpPr>
          <p:spPr>
            <a:xfrm>
              <a:off x="6884589" y="2014348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2" name="pt6292"/>
            <p:cNvSpPr/>
            <p:nvPr/>
          </p:nvSpPr>
          <p:spPr>
            <a:xfrm>
              <a:off x="6091977" y="2219583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3" name="pt6293"/>
            <p:cNvSpPr/>
            <p:nvPr/>
          </p:nvSpPr>
          <p:spPr>
            <a:xfrm>
              <a:off x="6253581" y="234749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4" name="pt6294"/>
            <p:cNvSpPr/>
            <p:nvPr/>
          </p:nvSpPr>
          <p:spPr>
            <a:xfrm>
              <a:off x="6702840" y="1907780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5" name="pt6295"/>
            <p:cNvSpPr/>
            <p:nvPr/>
          </p:nvSpPr>
          <p:spPr>
            <a:xfrm>
              <a:off x="5726994" y="2364369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6" name="pt6296"/>
            <p:cNvSpPr/>
            <p:nvPr/>
          </p:nvSpPr>
          <p:spPr>
            <a:xfrm>
              <a:off x="4889495" y="2559212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7" name="pt6297"/>
            <p:cNvSpPr/>
            <p:nvPr/>
          </p:nvSpPr>
          <p:spPr>
            <a:xfrm>
              <a:off x="4774060" y="2932821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8" name="pt6298"/>
            <p:cNvSpPr/>
            <p:nvPr/>
          </p:nvSpPr>
          <p:spPr>
            <a:xfrm>
              <a:off x="6085244" y="2378426"/>
              <a:ext cx="16849" cy="16849"/>
            </a:xfrm>
            <a:prstGeom prst="ellipse">
              <a:avLst/>
            </a:prstGeom>
            <a:solidFill>
              <a:srgbClr val="44B279">
                <a:alpha val="45098"/>
              </a:srgbClr>
            </a:solidFill>
            <a:ln w="7363" cap="rnd">
              <a:solidFill>
                <a:srgbClr val="44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9" name="pt6299"/>
            <p:cNvSpPr/>
            <p:nvPr/>
          </p:nvSpPr>
          <p:spPr>
            <a:xfrm>
              <a:off x="6531633" y="2259989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0" name="pt6300"/>
            <p:cNvSpPr/>
            <p:nvPr/>
          </p:nvSpPr>
          <p:spPr>
            <a:xfrm>
              <a:off x="5476403" y="2669485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1" name="pt6301"/>
            <p:cNvSpPr/>
            <p:nvPr/>
          </p:nvSpPr>
          <p:spPr>
            <a:xfrm>
              <a:off x="6532498" y="231970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2" name="pt6302"/>
            <p:cNvSpPr/>
            <p:nvPr/>
          </p:nvSpPr>
          <p:spPr>
            <a:xfrm>
              <a:off x="5760408" y="2058084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3" name="pt6303"/>
            <p:cNvSpPr/>
            <p:nvPr/>
          </p:nvSpPr>
          <p:spPr>
            <a:xfrm>
              <a:off x="6362771" y="2257159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4" name="pt6304"/>
            <p:cNvSpPr/>
            <p:nvPr/>
          </p:nvSpPr>
          <p:spPr>
            <a:xfrm>
              <a:off x="6058073" y="241923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5" name="pt6305"/>
            <p:cNvSpPr/>
            <p:nvPr/>
          </p:nvSpPr>
          <p:spPr>
            <a:xfrm>
              <a:off x="5516307" y="2508355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6" name="pt6306"/>
            <p:cNvSpPr/>
            <p:nvPr/>
          </p:nvSpPr>
          <p:spPr>
            <a:xfrm>
              <a:off x="6400173" y="2066223"/>
              <a:ext cx="16849" cy="16849"/>
            </a:xfrm>
            <a:prstGeom prst="ellipse">
              <a:avLst/>
            </a:prstGeom>
            <a:solidFill>
              <a:srgbClr val="6EC85D">
                <a:alpha val="45098"/>
              </a:srgbClr>
            </a:solidFill>
            <a:ln w="7363" cap="rnd">
              <a:solidFill>
                <a:srgbClr val="6EC8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7" name="pt6307"/>
            <p:cNvSpPr/>
            <p:nvPr/>
          </p:nvSpPr>
          <p:spPr>
            <a:xfrm>
              <a:off x="7535476" y="1586225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8" name="pt6308"/>
            <p:cNvSpPr/>
            <p:nvPr/>
          </p:nvSpPr>
          <p:spPr>
            <a:xfrm>
              <a:off x="6324655" y="2169318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9" name="pt6309"/>
            <p:cNvSpPr/>
            <p:nvPr/>
          </p:nvSpPr>
          <p:spPr>
            <a:xfrm>
              <a:off x="6127675" y="2358048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0" name="pt6310"/>
            <p:cNvSpPr/>
            <p:nvPr/>
          </p:nvSpPr>
          <p:spPr>
            <a:xfrm>
              <a:off x="5989187" y="2514270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1" name="pt6311"/>
            <p:cNvSpPr/>
            <p:nvPr/>
          </p:nvSpPr>
          <p:spPr>
            <a:xfrm>
              <a:off x="6306445" y="2162948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2" name="pt6312"/>
            <p:cNvSpPr/>
            <p:nvPr/>
          </p:nvSpPr>
          <p:spPr>
            <a:xfrm>
              <a:off x="5576182" y="2274896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3" name="pt6313"/>
            <p:cNvSpPr/>
            <p:nvPr/>
          </p:nvSpPr>
          <p:spPr>
            <a:xfrm>
              <a:off x="5983277" y="2477931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4" name="pt6314"/>
            <p:cNvSpPr/>
            <p:nvPr/>
          </p:nvSpPr>
          <p:spPr>
            <a:xfrm>
              <a:off x="5899363" y="2209492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5" name="pt6315"/>
            <p:cNvSpPr/>
            <p:nvPr/>
          </p:nvSpPr>
          <p:spPr>
            <a:xfrm>
              <a:off x="6894768" y="1901641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6" name="pt6316"/>
            <p:cNvSpPr/>
            <p:nvPr/>
          </p:nvSpPr>
          <p:spPr>
            <a:xfrm>
              <a:off x="6449358" y="205352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7" name="pt6317"/>
            <p:cNvSpPr/>
            <p:nvPr/>
          </p:nvSpPr>
          <p:spPr>
            <a:xfrm>
              <a:off x="6625187" y="2063554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8" name="pt6318"/>
            <p:cNvSpPr/>
            <p:nvPr/>
          </p:nvSpPr>
          <p:spPr>
            <a:xfrm>
              <a:off x="6399509" y="1997838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9" name="pt6319"/>
            <p:cNvSpPr/>
            <p:nvPr/>
          </p:nvSpPr>
          <p:spPr>
            <a:xfrm>
              <a:off x="6735763" y="199995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0" name="pt6320"/>
            <p:cNvSpPr/>
            <p:nvPr/>
          </p:nvSpPr>
          <p:spPr>
            <a:xfrm>
              <a:off x="6555272" y="2155352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1" name="pt6321"/>
            <p:cNvSpPr/>
            <p:nvPr/>
          </p:nvSpPr>
          <p:spPr>
            <a:xfrm>
              <a:off x="5960149" y="2274990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2" name="pt6322"/>
            <p:cNvSpPr/>
            <p:nvPr/>
          </p:nvSpPr>
          <p:spPr>
            <a:xfrm>
              <a:off x="6269043" y="232811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3" name="pt6323"/>
            <p:cNvSpPr/>
            <p:nvPr/>
          </p:nvSpPr>
          <p:spPr>
            <a:xfrm>
              <a:off x="6041561" y="2330308"/>
              <a:ext cx="16849" cy="16849"/>
            </a:xfrm>
            <a:prstGeom prst="ellipse">
              <a:avLst/>
            </a:prstGeom>
            <a:solidFill>
              <a:srgbClr val="78CF53">
                <a:alpha val="45098"/>
              </a:srgbClr>
            </a:solidFill>
            <a:ln w="7363" cap="rnd">
              <a:solidFill>
                <a:srgbClr val="78CF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4" name="pt6324"/>
            <p:cNvSpPr/>
            <p:nvPr/>
          </p:nvSpPr>
          <p:spPr>
            <a:xfrm>
              <a:off x="5812774" y="2161067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5" name="pt6325"/>
            <p:cNvSpPr/>
            <p:nvPr/>
          </p:nvSpPr>
          <p:spPr>
            <a:xfrm>
              <a:off x="7333763" y="1851967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6" name="pt6326"/>
            <p:cNvSpPr/>
            <p:nvPr/>
          </p:nvSpPr>
          <p:spPr>
            <a:xfrm>
              <a:off x="4805004" y="2750330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7" name="pt6327"/>
            <p:cNvSpPr/>
            <p:nvPr/>
          </p:nvSpPr>
          <p:spPr>
            <a:xfrm>
              <a:off x="6320382" y="234460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8" name="pt6328"/>
            <p:cNvSpPr/>
            <p:nvPr/>
          </p:nvSpPr>
          <p:spPr>
            <a:xfrm>
              <a:off x="6579741" y="2181186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9" name="pt6329"/>
            <p:cNvSpPr/>
            <p:nvPr/>
          </p:nvSpPr>
          <p:spPr>
            <a:xfrm>
              <a:off x="6369135" y="239480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0" name="pt6330"/>
            <p:cNvSpPr/>
            <p:nvPr/>
          </p:nvSpPr>
          <p:spPr>
            <a:xfrm>
              <a:off x="6844182" y="192275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1" name="pt6331"/>
            <p:cNvSpPr/>
            <p:nvPr/>
          </p:nvSpPr>
          <p:spPr>
            <a:xfrm>
              <a:off x="6428068" y="178174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2" name="pt6332"/>
            <p:cNvSpPr/>
            <p:nvPr/>
          </p:nvSpPr>
          <p:spPr>
            <a:xfrm>
              <a:off x="6158814" y="234228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3" name="pt6333"/>
            <p:cNvSpPr/>
            <p:nvPr/>
          </p:nvSpPr>
          <p:spPr>
            <a:xfrm>
              <a:off x="6184861" y="2183483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4" name="pt6334"/>
            <p:cNvSpPr/>
            <p:nvPr/>
          </p:nvSpPr>
          <p:spPr>
            <a:xfrm>
              <a:off x="6661646" y="2036061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5" name="pt6335"/>
            <p:cNvSpPr/>
            <p:nvPr/>
          </p:nvSpPr>
          <p:spPr>
            <a:xfrm>
              <a:off x="6266434" y="2371659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6" name="pt6336"/>
            <p:cNvSpPr/>
            <p:nvPr/>
          </p:nvSpPr>
          <p:spPr>
            <a:xfrm>
              <a:off x="6605506" y="2140358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7" name="pt6337"/>
            <p:cNvSpPr/>
            <p:nvPr/>
          </p:nvSpPr>
          <p:spPr>
            <a:xfrm>
              <a:off x="5366086" y="2346270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8" name="pt6338"/>
            <p:cNvSpPr/>
            <p:nvPr/>
          </p:nvSpPr>
          <p:spPr>
            <a:xfrm>
              <a:off x="6769711" y="2000292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9" name="pt6339"/>
            <p:cNvSpPr/>
            <p:nvPr/>
          </p:nvSpPr>
          <p:spPr>
            <a:xfrm>
              <a:off x="6398593" y="229700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0" name="pt6340"/>
            <p:cNvSpPr/>
            <p:nvPr/>
          </p:nvSpPr>
          <p:spPr>
            <a:xfrm>
              <a:off x="5552401" y="2453149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1" name="pt6341"/>
            <p:cNvSpPr/>
            <p:nvPr/>
          </p:nvSpPr>
          <p:spPr>
            <a:xfrm>
              <a:off x="5700922" y="2422439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2" name="pt6342"/>
            <p:cNvSpPr/>
            <p:nvPr/>
          </p:nvSpPr>
          <p:spPr>
            <a:xfrm>
              <a:off x="7137268" y="1241154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3" name="pt6343"/>
            <p:cNvSpPr/>
            <p:nvPr/>
          </p:nvSpPr>
          <p:spPr>
            <a:xfrm>
              <a:off x="6128704" y="232862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4" name="pt6344"/>
            <p:cNvSpPr/>
            <p:nvPr/>
          </p:nvSpPr>
          <p:spPr>
            <a:xfrm>
              <a:off x="6125483" y="2237852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5" name="pt6345"/>
            <p:cNvSpPr/>
            <p:nvPr/>
          </p:nvSpPr>
          <p:spPr>
            <a:xfrm>
              <a:off x="5321882" y="1600205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6" name="pt6346"/>
            <p:cNvSpPr/>
            <p:nvPr/>
          </p:nvSpPr>
          <p:spPr>
            <a:xfrm>
              <a:off x="6550729" y="215877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7" name="pt6347"/>
            <p:cNvSpPr/>
            <p:nvPr/>
          </p:nvSpPr>
          <p:spPr>
            <a:xfrm>
              <a:off x="5849489" y="223130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8" name="pt6348"/>
            <p:cNvSpPr/>
            <p:nvPr/>
          </p:nvSpPr>
          <p:spPr>
            <a:xfrm>
              <a:off x="4637658" y="2568759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9" name="pt6349"/>
            <p:cNvSpPr/>
            <p:nvPr/>
          </p:nvSpPr>
          <p:spPr>
            <a:xfrm>
              <a:off x="6323655" y="223799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0" name="pt6350"/>
            <p:cNvSpPr/>
            <p:nvPr/>
          </p:nvSpPr>
          <p:spPr>
            <a:xfrm>
              <a:off x="5706092" y="239609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1" name="pt6351"/>
            <p:cNvSpPr/>
            <p:nvPr/>
          </p:nvSpPr>
          <p:spPr>
            <a:xfrm>
              <a:off x="6760614" y="2155900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2" name="pt6352"/>
            <p:cNvSpPr/>
            <p:nvPr/>
          </p:nvSpPr>
          <p:spPr>
            <a:xfrm>
              <a:off x="5830246" y="2352304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3" name="pt6353"/>
            <p:cNvSpPr/>
            <p:nvPr/>
          </p:nvSpPr>
          <p:spPr>
            <a:xfrm>
              <a:off x="6519647" y="236162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4" name="pt6354"/>
            <p:cNvSpPr/>
            <p:nvPr/>
          </p:nvSpPr>
          <p:spPr>
            <a:xfrm>
              <a:off x="6400753" y="2081709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5" name="pt6355"/>
            <p:cNvSpPr/>
            <p:nvPr/>
          </p:nvSpPr>
          <p:spPr>
            <a:xfrm>
              <a:off x="6330416" y="2266754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6" name="pt6356"/>
            <p:cNvSpPr/>
            <p:nvPr/>
          </p:nvSpPr>
          <p:spPr>
            <a:xfrm>
              <a:off x="5107370" y="2176819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7" name="pt6357"/>
            <p:cNvSpPr/>
            <p:nvPr/>
          </p:nvSpPr>
          <p:spPr>
            <a:xfrm>
              <a:off x="6589399" y="217006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8" name="pt6358"/>
            <p:cNvSpPr/>
            <p:nvPr/>
          </p:nvSpPr>
          <p:spPr>
            <a:xfrm>
              <a:off x="6312494" y="232695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9" name="pt6359"/>
            <p:cNvSpPr/>
            <p:nvPr/>
          </p:nvSpPr>
          <p:spPr>
            <a:xfrm>
              <a:off x="6817175" y="1881457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0" name="pt6360"/>
            <p:cNvSpPr/>
            <p:nvPr/>
          </p:nvSpPr>
          <p:spPr>
            <a:xfrm>
              <a:off x="6292439" y="208470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1" name="pt6361"/>
            <p:cNvSpPr/>
            <p:nvPr/>
          </p:nvSpPr>
          <p:spPr>
            <a:xfrm>
              <a:off x="6189246" y="2034796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2" name="pt6362"/>
            <p:cNvSpPr/>
            <p:nvPr/>
          </p:nvSpPr>
          <p:spPr>
            <a:xfrm>
              <a:off x="5648318" y="2323562"/>
              <a:ext cx="16849" cy="16849"/>
            </a:xfrm>
            <a:prstGeom prst="ellipse">
              <a:avLst/>
            </a:prstGeom>
            <a:solidFill>
              <a:srgbClr val="2DAA81">
                <a:alpha val="45098"/>
              </a:srgbClr>
            </a:solidFill>
            <a:ln w="7363" cap="rnd">
              <a:solidFill>
                <a:srgbClr val="2DAA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3" name="pt6363"/>
            <p:cNvSpPr/>
            <p:nvPr/>
          </p:nvSpPr>
          <p:spPr>
            <a:xfrm>
              <a:off x="6416994" y="2270618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4" name="pt6364"/>
            <p:cNvSpPr/>
            <p:nvPr/>
          </p:nvSpPr>
          <p:spPr>
            <a:xfrm>
              <a:off x="6194953" y="2262370"/>
              <a:ext cx="16849" cy="16849"/>
            </a:xfrm>
            <a:prstGeom prst="ellipse">
              <a:avLst/>
            </a:prstGeom>
            <a:solidFill>
              <a:srgbClr val="28A983">
                <a:alpha val="45098"/>
              </a:srgbClr>
            </a:solidFill>
            <a:ln w="7363" cap="rnd">
              <a:solidFill>
                <a:srgbClr val="28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5" name="pt6365"/>
            <p:cNvSpPr/>
            <p:nvPr/>
          </p:nvSpPr>
          <p:spPr>
            <a:xfrm>
              <a:off x="6948023" y="1948875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6" name="pt6366"/>
            <p:cNvSpPr/>
            <p:nvPr/>
          </p:nvSpPr>
          <p:spPr>
            <a:xfrm>
              <a:off x="5862447" y="2197738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7" name="pt6367"/>
            <p:cNvSpPr/>
            <p:nvPr/>
          </p:nvSpPr>
          <p:spPr>
            <a:xfrm>
              <a:off x="6325994" y="2190674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8" name="pt6368"/>
            <p:cNvSpPr/>
            <p:nvPr/>
          </p:nvSpPr>
          <p:spPr>
            <a:xfrm>
              <a:off x="6662272" y="1979486"/>
              <a:ext cx="16849" cy="16849"/>
            </a:xfrm>
            <a:prstGeom prst="ellipse">
              <a:avLst/>
            </a:prstGeom>
            <a:solidFill>
              <a:srgbClr val="71CB5A">
                <a:alpha val="45098"/>
              </a:srgbClr>
            </a:solidFill>
            <a:ln w="7363" cap="rnd">
              <a:solidFill>
                <a:srgbClr val="71CB5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9" name="pt6369"/>
            <p:cNvSpPr/>
            <p:nvPr/>
          </p:nvSpPr>
          <p:spPr>
            <a:xfrm>
              <a:off x="6055095" y="2276939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0" name="pt6370"/>
            <p:cNvSpPr/>
            <p:nvPr/>
          </p:nvSpPr>
          <p:spPr>
            <a:xfrm>
              <a:off x="5633887" y="2454141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1" name="pt6371"/>
            <p:cNvSpPr/>
            <p:nvPr/>
          </p:nvSpPr>
          <p:spPr>
            <a:xfrm>
              <a:off x="6667415" y="197426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2" name="pt6372"/>
            <p:cNvSpPr/>
            <p:nvPr/>
          </p:nvSpPr>
          <p:spPr>
            <a:xfrm>
              <a:off x="6930874" y="2136773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3" name="pt6373"/>
            <p:cNvSpPr/>
            <p:nvPr/>
          </p:nvSpPr>
          <p:spPr>
            <a:xfrm>
              <a:off x="5946232" y="2086484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4" name="pt6374"/>
            <p:cNvSpPr/>
            <p:nvPr/>
          </p:nvSpPr>
          <p:spPr>
            <a:xfrm>
              <a:off x="5082633" y="2875283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5" name="pt6375"/>
            <p:cNvSpPr/>
            <p:nvPr/>
          </p:nvSpPr>
          <p:spPr>
            <a:xfrm>
              <a:off x="6451024" y="2005402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6" name="pt6376"/>
            <p:cNvSpPr/>
            <p:nvPr/>
          </p:nvSpPr>
          <p:spPr>
            <a:xfrm>
              <a:off x="6236970" y="2164697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7" name="pt6377"/>
            <p:cNvSpPr/>
            <p:nvPr/>
          </p:nvSpPr>
          <p:spPr>
            <a:xfrm>
              <a:off x="5453205" y="239451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8" name="pt6378"/>
            <p:cNvSpPr/>
            <p:nvPr/>
          </p:nvSpPr>
          <p:spPr>
            <a:xfrm>
              <a:off x="6131092" y="2330632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9" name="pt6379"/>
            <p:cNvSpPr/>
            <p:nvPr/>
          </p:nvSpPr>
          <p:spPr>
            <a:xfrm>
              <a:off x="6026366" y="2217760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0" name="pt6380"/>
            <p:cNvSpPr/>
            <p:nvPr/>
          </p:nvSpPr>
          <p:spPr>
            <a:xfrm>
              <a:off x="6088759" y="2241691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1" name="pt6381"/>
            <p:cNvSpPr/>
            <p:nvPr/>
          </p:nvSpPr>
          <p:spPr>
            <a:xfrm>
              <a:off x="6843787" y="1972240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2" name="pt6382"/>
            <p:cNvSpPr/>
            <p:nvPr/>
          </p:nvSpPr>
          <p:spPr>
            <a:xfrm>
              <a:off x="5818424" y="236709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3" name="pt6383"/>
            <p:cNvSpPr/>
            <p:nvPr/>
          </p:nvSpPr>
          <p:spPr>
            <a:xfrm>
              <a:off x="6931106" y="1929104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4" name="pt6384"/>
            <p:cNvSpPr/>
            <p:nvPr/>
          </p:nvSpPr>
          <p:spPr>
            <a:xfrm>
              <a:off x="6090143" y="2176246"/>
              <a:ext cx="16849" cy="16849"/>
            </a:xfrm>
            <a:prstGeom prst="ellipse">
              <a:avLst/>
            </a:prstGeom>
            <a:solidFill>
              <a:srgbClr val="C5DE3E">
                <a:alpha val="45098"/>
              </a:srgbClr>
            </a:solidFill>
            <a:ln w="7363" cap="rnd">
              <a:solidFill>
                <a:srgbClr val="C5DE3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5" name="pt6385"/>
            <p:cNvSpPr/>
            <p:nvPr/>
          </p:nvSpPr>
          <p:spPr>
            <a:xfrm>
              <a:off x="5464442" y="2625247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6" name="pt6386"/>
            <p:cNvSpPr/>
            <p:nvPr/>
          </p:nvSpPr>
          <p:spPr>
            <a:xfrm>
              <a:off x="5896984" y="2230162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7" name="pt6387"/>
            <p:cNvSpPr/>
            <p:nvPr/>
          </p:nvSpPr>
          <p:spPr>
            <a:xfrm>
              <a:off x="7040217" y="1850721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8" name="pt6388"/>
            <p:cNvSpPr/>
            <p:nvPr/>
          </p:nvSpPr>
          <p:spPr>
            <a:xfrm>
              <a:off x="6434824" y="1732305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9" name="pt6389"/>
            <p:cNvSpPr/>
            <p:nvPr/>
          </p:nvSpPr>
          <p:spPr>
            <a:xfrm>
              <a:off x="6027371" y="2146445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0" name="pt6390"/>
            <p:cNvSpPr/>
            <p:nvPr/>
          </p:nvSpPr>
          <p:spPr>
            <a:xfrm>
              <a:off x="5870463" y="1887535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1" name="pt6391"/>
            <p:cNvSpPr/>
            <p:nvPr/>
          </p:nvSpPr>
          <p:spPr>
            <a:xfrm>
              <a:off x="5934553" y="1976020"/>
              <a:ext cx="16849" cy="16849"/>
            </a:xfrm>
            <a:prstGeom prst="ellipse">
              <a:avLst/>
            </a:prstGeom>
            <a:solidFill>
              <a:srgbClr val="6FC95C">
                <a:alpha val="45098"/>
              </a:srgbClr>
            </a:solidFill>
            <a:ln w="7363" cap="rnd">
              <a:solidFill>
                <a:srgbClr val="6FC95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2" name="pt6392"/>
            <p:cNvSpPr/>
            <p:nvPr/>
          </p:nvSpPr>
          <p:spPr>
            <a:xfrm>
              <a:off x="6499062" y="226666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3" name="pt6393"/>
            <p:cNvSpPr/>
            <p:nvPr/>
          </p:nvSpPr>
          <p:spPr>
            <a:xfrm>
              <a:off x="6073650" y="240901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4" name="pt6394"/>
            <p:cNvSpPr/>
            <p:nvPr/>
          </p:nvSpPr>
          <p:spPr>
            <a:xfrm>
              <a:off x="6830867" y="187116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5" name="pt6395"/>
            <p:cNvSpPr/>
            <p:nvPr/>
          </p:nvSpPr>
          <p:spPr>
            <a:xfrm>
              <a:off x="6376241" y="2296903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6" name="pt6396"/>
            <p:cNvSpPr/>
            <p:nvPr/>
          </p:nvSpPr>
          <p:spPr>
            <a:xfrm>
              <a:off x="5841270" y="2409513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7" name="pt6397"/>
            <p:cNvSpPr/>
            <p:nvPr/>
          </p:nvSpPr>
          <p:spPr>
            <a:xfrm>
              <a:off x="6556514" y="2117713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8" name="pt6398"/>
            <p:cNvSpPr/>
            <p:nvPr/>
          </p:nvSpPr>
          <p:spPr>
            <a:xfrm>
              <a:off x="6159093" y="237826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9" name="pt6399"/>
            <p:cNvSpPr/>
            <p:nvPr/>
          </p:nvSpPr>
          <p:spPr>
            <a:xfrm>
              <a:off x="6617342" y="2175378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0" name="pt6400"/>
            <p:cNvSpPr/>
            <p:nvPr/>
          </p:nvSpPr>
          <p:spPr>
            <a:xfrm>
              <a:off x="6555074" y="2127250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1" name="pt6401"/>
            <p:cNvSpPr/>
            <p:nvPr/>
          </p:nvSpPr>
          <p:spPr>
            <a:xfrm>
              <a:off x="6252068" y="2407228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2" name="pt6402"/>
            <p:cNvSpPr/>
            <p:nvPr/>
          </p:nvSpPr>
          <p:spPr>
            <a:xfrm>
              <a:off x="6842228" y="1910144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3" name="pt6403"/>
            <p:cNvSpPr/>
            <p:nvPr/>
          </p:nvSpPr>
          <p:spPr>
            <a:xfrm>
              <a:off x="6209596" y="2280590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4" name="pt6404"/>
            <p:cNvSpPr/>
            <p:nvPr/>
          </p:nvSpPr>
          <p:spPr>
            <a:xfrm>
              <a:off x="5642006" y="2350036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5" name="pt6405"/>
            <p:cNvSpPr/>
            <p:nvPr/>
          </p:nvSpPr>
          <p:spPr>
            <a:xfrm>
              <a:off x="6540678" y="2128923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6" name="pt6406"/>
            <p:cNvSpPr/>
            <p:nvPr/>
          </p:nvSpPr>
          <p:spPr>
            <a:xfrm>
              <a:off x="5679364" y="2461596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7" name="pt6407"/>
            <p:cNvSpPr/>
            <p:nvPr/>
          </p:nvSpPr>
          <p:spPr>
            <a:xfrm>
              <a:off x="6126830" y="2366545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8" name="pt6408"/>
            <p:cNvSpPr/>
            <p:nvPr/>
          </p:nvSpPr>
          <p:spPr>
            <a:xfrm>
              <a:off x="6488186" y="2390246"/>
              <a:ext cx="16849" cy="16849"/>
            </a:xfrm>
            <a:prstGeom prst="ellipse">
              <a:avLst/>
            </a:prstGeom>
            <a:solidFill>
              <a:srgbClr val="DCE236">
                <a:alpha val="45098"/>
              </a:srgbClr>
            </a:solidFill>
            <a:ln w="7363" cap="rnd">
              <a:solidFill>
                <a:srgbClr val="DCE23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9" name="pt6409"/>
            <p:cNvSpPr/>
            <p:nvPr/>
          </p:nvSpPr>
          <p:spPr>
            <a:xfrm>
              <a:off x="6069124" y="236599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0" name="pt6410"/>
            <p:cNvSpPr/>
            <p:nvPr/>
          </p:nvSpPr>
          <p:spPr>
            <a:xfrm>
              <a:off x="6787979" y="1827540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1" name="pt6411"/>
            <p:cNvSpPr/>
            <p:nvPr/>
          </p:nvSpPr>
          <p:spPr>
            <a:xfrm>
              <a:off x="6548300" y="2124211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2" name="pt6412"/>
            <p:cNvSpPr/>
            <p:nvPr/>
          </p:nvSpPr>
          <p:spPr>
            <a:xfrm>
              <a:off x="6408164" y="2122440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3" name="pt6413"/>
            <p:cNvSpPr/>
            <p:nvPr/>
          </p:nvSpPr>
          <p:spPr>
            <a:xfrm>
              <a:off x="5734005" y="2255878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4" name="pt6414"/>
            <p:cNvSpPr/>
            <p:nvPr/>
          </p:nvSpPr>
          <p:spPr>
            <a:xfrm>
              <a:off x="5695153" y="2402625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5" name="pt6415"/>
            <p:cNvSpPr/>
            <p:nvPr/>
          </p:nvSpPr>
          <p:spPr>
            <a:xfrm>
              <a:off x="5659845" y="2229811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6" name="pt6416"/>
            <p:cNvSpPr/>
            <p:nvPr/>
          </p:nvSpPr>
          <p:spPr>
            <a:xfrm>
              <a:off x="6429040" y="1922480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7" name="pt6417"/>
            <p:cNvSpPr/>
            <p:nvPr/>
          </p:nvSpPr>
          <p:spPr>
            <a:xfrm>
              <a:off x="6007390" y="2339315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8" name="pt6418"/>
            <p:cNvSpPr/>
            <p:nvPr/>
          </p:nvSpPr>
          <p:spPr>
            <a:xfrm>
              <a:off x="6315174" y="229818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9" name="pt6419"/>
            <p:cNvSpPr/>
            <p:nvPr/>
          </p:nvSpPr>
          <p:spPr>
            <a:xfrm>
              <a:off x="6193056" y="235185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0" name="pt6420"/>
            <p:cNvSpPr/>
            <p:nvPr/>
          </p:nvSpPr>
          <p:spPr>
            <a:xfrm>
              <a:off x="5852644" y="1903667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1" name="pt6421"/>
            <p:cNvSpPr/>
            <p:nvPr/>
          </p:nvSpPr>
          <p:spPr>
            <a:xfrm>
              <a:off x="6112072" y="2255598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2" name="pt6422"/>
            <p:cNvSpPr/>
            <p:nvPr/>
          </p:nvSpPr>
          <p:spPr>
            <a:xfrm>
              <a:off x="6187614" y="2070593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3" name="pt6423"/>
            <p:cNvSpPr/>
            <p:nvPr/>
          </p:nvSpPr>
          <p:spPr>
            <a:xfrm>
              <a:off x="6083006" y="2440409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4" name="pt6424"/>
            <p:cNvSpPr/>
            <p:nvPr/>
          </p:nvSpPr>
          <p:spPr>
            <a:xfrm>
              <a:off x="6553579" y="2051009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5" name="pt6425"/>
            <p:cNvSpPr/>
            <p:nvPr/>
          </p:nvSpPr>
          <p:spPr>
            <a:xfrm>
              <a:off x="6341301" y="2044879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6" name="pt6426"/>
            <p:cNvSpPr/>
            <p:nvPr/>
          </p:nvSpPr>
          <p:spPr>
            <a:xfrm>
              <a:off x="6211083" y="225042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7" name="pt6427"/>
            <p:cNvSpPr/>
            <p:nvPr/>
          </p:nvSpPr>
          <p:spPr>
            <a:xfrm>
              <a:off x="7056991" y="1965636"/>
              <a:ext cx="16849" cy="16849"/>
            </a:xfrm>
            <a:prstGeom prst="ellipse">
              <a:avLst/>
            </a:prstGeom>
            <a:solidFill>
              <a:srgbClr val="6EC85E">
                <a:alpha val="45098"/>
              </a:srgbClr>
            </a:solidFill>
            <a:ln w="7363" cap="rnd">
              <a:solidFill>
                <a:srgbClr val="6EC85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8" name="pt6428"/>
            <p:cNvSpPr/>
            <p:nvPr/>
          </p:nvSpPr>
          <p:spPr>
            <a:xfrm>
              <a:off x="5964667" y="2397016"/>
              <a:ext cx="16849" cy="16849"/>
            </a:xfrm>
            <a:prstGeom prst="ellipse">
              <a:avLst/>
            </a:prstGeom>
            <a:solidFill>
              <a:srgbClr val="44B279">
                <a:alpha val="45098"/>
              </a:srgbClr>
            </a:solidFill>
            <a:ln w="7363" cap="rnd">
              <a:solidFill>
                <a:srgbClr val="44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9" name="pt6429"/>
            <p:cNvSpPr/>
            <p:nvPr/>
          </p:nvSpPr>
          <p:spPr>
            <a:xfrm>
              <a:off x="6824463" y="1883716"/>
              <a:ext cx="16849" cy="16849"/>
            </a:xfrm>
            <a:prstGeom prst="ellipse">
              <a:avLst/>
            </a:prstGeom>
            <a:solidFill>
              <a:srgbClr val="2B7B8D">
                <a:alpha val="45098"/>
              </a:srgbClr>
            </a:solidFill>
            <a:ln w="7363" cap="rnd">
              <a:solidFill>
                <a:srgbClr val="2B7B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0" name="pt6430"/>
            <p:cNvSpPr/>
            <p:nvPr/>
          </p:nvSpPr>
          <p:spPr>
            <a:xfrm>
              <a:off x="7043163" y="160694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1" name="pt6431"/>
            <p:cNvSpPr/>
            <p:nvPr/>
          </p:nvSpPr>
          <p:spPr>
            <a:xfrm>
              <a:off x="6532374" y="2153716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2" name="pt6432"/>
            <p:cNvSpPr/>
            <p:nvPr/>
          </p:nvSpPr>
          <p:spPr>
            <a:xfrm>
              <a:off x="5824919" y="2384521"/>
              <a:ext cx="16849" cy="16849"/>
            </a:xfrm>
            <a:prstGeom prst="ellipse">
              <a:avLst/>
            </a:prstGeom>
            <a:solidFill>
              <a:srgbClr val="2DAA81">
                <a:alpha val="45098"/>
              </a:srgbClr>
            </a:solidFill>
            <a:ln w="7363" cap="rnd">
              <a:solidFill>
                <a:srgbClr val="2DAA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3" name="pt6433"/>
            <p:cNvSpPr/>
            <p:nvPr/>
          </p:nvSpPr>
          <p:spPr>
            <a:xfrm>
              <a:off x="7060453" y="1631410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4" name="pt6434"/>
            <p:cNvSpPr/>
            <p:nvPr/>
          </p:nvSpPr>
          <p:spPr>
            <a:xfrm>
              <a:off x="6634338" y="2132897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5" name="pt6435"/>
            <p:cNvSpPr/>
            <p:nvPr/>
          </p:nvSpPr>
          <p:spPr>
            <a:xfrm>
              <a:off x="6718460" y="2055730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6" name="pt6436"/>
            <p:cNvSpPr/>
            <p:nvPr/>
          </p:nvSpPr>
          <p:spPr>
            <a:xfrm>
              <a:off x="6692523" y="2018661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7" name="pt6437"/>
            <p:cNvSpPr/>
            <p:nvPr/>
          </p:nvSpPr>
          <p:spPr>
            <a:xfrm>
              <a:off x="6237331" y="2287702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8" name="pt6438"/>
            <p:cNvSpPr/>
            <p:nvPr/>
          </p:nvSpPr>
          <p:spPr>
            <a:xfrm>
              <a:off x="7298163" y="205090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9" name="pt6439"/>
            <p:cNvSpPr/>
            <p:nvPr/>
          </p:nvSpPr>
          <p:spPr>
            <a:xfrm>
              <a:off x="5698574" y="2460138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0" name="pt6440"/>
            <p:cNvSpPr/>
            <p:nvPr/>
          </p:nvSpPr>
          <p:spPr>
            <a:xfrm>
              <a:off x="6285902" y="2227855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1" name="pt6441"/>
            <p:cNvSpPr/>
            <p:nvPr/>
          </p:nvSpPr>
          <p:spPr>
            <a:xfrm>
              <a:off x="5938671" y="2137794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2" name="pt6442"/>
            <p:cNvSpPr/>
            <p:nvPr/>
          </p:nvSpPr>
          <p:spPr>
            <a:xfrm>
              <a:off x="6584453" y="2076351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3" name="pt6443"/>
            <p:cNvSpPr/>
            <p:nvPr/>
          </p:nvSpPr>
          <p:spPr>
            <a:xfrm>
              <a:off x="5822497" y="2389235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4" name="pt6444"/>
            <p:cNvSpPr/>
            <p:nvPr/>
          </p:nvSpPr>
          <p:spPr>
            <a:xfrm>
              <a:off x="7110082" y="1726035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5" name="pt6445"/>
            <p:cNvSpPr/>
            <p:nvPr/>
          </p:nvSpPr>
          <p:spPr>
            <a:xfrm>
              <a:off x="6448974" y="2047380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6" name="pt6446"/>
            <p:cNvSpPr/>
            <p:nvPr/>
          </p:nvSpPr>
          <p:spPr>
            <a:xfrm>
              <a:off x="5867963" y="2063017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7" name="pt6447"/>
            <p:cNvSpPr/>
            <p:nvPr/>
          </p:nvSpPr>
          <p:spPr>
            <a:xfrm>
              <a:off x="7175277" y="1425486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8" name="pt6448"/>
            <p:cNvSpPr/>
            <p:nvPr/>
          </p:nvSpPr>
          <p:spPr>
            <a:xfrm>
              <a:off x="5819670" y="2499125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9" name="pt6449"/>
            <p:cNvSpPr/>
            <p:nvPr/>
          </p:nvSpPr>
          <p:spPr>
            <a:xfrm>
              <a:off x="5728092" y="2456175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0" name="pt6450"/>
            <p:cNvSpPr/>
            <p:nvPr/>
          </p:nvSpPr>
          <p:spPr>
            <a:xfrm>
              <a:off x="5282959" y="2221789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1" name="pt6451"/>
            <p:cNvSpPr/>
            <p:nvPr/>
          </p:nvSpPr>
          <p:spPr>
            <a:xfrm>
              <a:off x="5672142" y="2285532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2" name="pt6452"/>
            <p:cNvSpPr/>
            <p:nvPr/>
          </p:nvSpPr>
          <p:spPr>
            <a:xfrm>
              <a:off x="6474534" y="222374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3" name="pt6453"/>
            <p:cNvSpPr/>
            <p:nvPr/>
          </p:nvSpPr>
          <p:spPr>
            <a:xfrm>
              <a:off x="6049760" y="2315872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4" name="pt6454"/>
            <p:cNvSpPr/>
            <p:nvPr/>
          </p:nvSpPr>
          <p:spPr>
            <a:xfrm>
              <a:off x="5699100" y="2277885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5" name="pt6455"/>
            <p:cNvSpPr/>
            <p:nvPr/>
          </p:nvSpPr>
          <p:spPr>
            <a:xfrm>
              <a:off x="5905188" y="204347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6" name="pt6456"/>
            <p:cNvSpPr/>
            <p:nvPr/>
          </p:nvSpPr>
          <p:spPr>
            <a:xfrm>
              <a:off x="5661795" y="2398807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7" name="pt6457"/>
            <p:cNvSpPr/>
            <p:nvPr/>
          </p:nvSpPr>
          <p:spPr>
            <a:xfrm>
              <a:off x="5745861" y="2085683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8" name="pt6458"/>
            <p:cNvSpPr/>
            <p:nvPr/>
          </p:nvSpPr>
          <p:spPr>
            <a:xfrm>
              <a:off x="6264859" y="2405770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9" name="pt6459"/>
            <p:cNvSpPr/>
            <p:nvPr/>
          </p:nvSpPr>
          <p:spPr>
            <a:xfrm>
              <a:off x="7688248" y="1354069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0" name="pt6460"/>
            <p:cNvSpPr/>
            <p:nvPr/>
          </p:nvSpPr>
          <p:spPr>
            <a:xfrm>
              <a:off x="6609220" y="225520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1" name="pt6461"/>
            <p:cNvSpPr/>
            <p:nvPr/>
          </p:nvSpPr>
          <p:spPr>
            <a:xfrm>
              <a:off x="5919962" y="2113240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2" name="pt6462"/>
            <p:cNvSpPr/>
            <p:nvPr/>
          </p:nvSpPr>
          <p:spPr>
            <a:xfrm>
              <a:off x="5490874" y="2522745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3" name="pt6463"/>
            <p:cNvSpPr/>
            <p:nvPr/>
          </p:nvSpPr>
          <p:spPr>
            <a:xfrm>
              <a:off x="5662031" y="2482770"/>
              <a:ext cx="16849" cy="16849"/>
            </a:xfrm>
            <a:prstGeom prst="ellipse">
              <a:avLst/>
            </a:prstGeom>
            <a:solidFill>
              <a:srgbClr val="66C364">
                <a:alpha val="45098"/>
              </a:srgbClr>
            </a:solidFill>
            <a:ln w="7363" cap="rnd">
              <a:solidFill>
                <a:srgbClr val="66C36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4" name="pt6464"/>
            <p:cNvSpPr/>
            <p:nvPr/>
          </p:nvSpPr>
          <p:spPr>
            <a:xfrm>
              <a:off x="6155740" y="2288856"/>
              <a:ext cx="16849" cy="16849"/>
            </a:xfrm>
            <a:prstGeom prst="ellipse">
              <a:avLst/>
            </a:prstGeom>
            <a:solidFill>
              <a:srgbClr val="45B279">
                <a:alpha val="45098"/>
              </a:srgbClr>
            </a:solidFill>
            <a:ln w="7363" cap="rnd">
              <a:solidFill>
                <a:srgbClr val="45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5" name="pt6465"/>
            <p:cNvSpPr/>
            <p:nvPr/>
          </p:nvSpPr>
          <p:spPr>
            <a:xfrm>
              <a:off x="5992179" y="231044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6" name="pt6466"/>
            <p:cNvSpPr/>
            <p:nvPr/>
          </p:nvSpPr>
          <p:spPr>
            <a:xfrm>
              <a:off x="6233887" y="229577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7" name="pt6467"/>
            <p:cNvSpPr/>
            <p:nvPr/>
          </p:nvSpPr>
          <p:spPr>
            <a:xfrm>
              <a:off x="6764086" y="2063224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8" name="pt6468"/>
            <p:cNvSpPr/>
            <p:nvPr/>
          </p:nvSpPr>
          <p:spPr>
            <a:xfrm>
              <a:off x="6518086" y="2259060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9" name="pt6469"/>
            <p:cNvSpPr/>
            <p:nvPr/>
          </p:nvSpPr>
          <p:spPr>
            <a:xfrm>
              <a:off x="6024597" y="2129222"/>
              <a:ext cx="16849" cy="16849"/>
            </a:xfrm>
            <a:prstGeom prst="ellipse">
              <a:avLst/>
            </a:prstGeom>
            <a:solidFill>
              <a:srgbClr val="24A485">
                <a:alpha val="45098"/>
              </a:srgbClr>
            </a:solidFill>
            <a:ln w="7363" cap="rnd">
              <a:solidFill>
                <a:srgbClr val="24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0" name="pt6470"/>
            <p:cNvSpPr/>
            <p:nvPr/>
          </p:nvSpPr>
          <p:spPr>
            <a:xfrm>
              <a:off x="6936857" y="1674146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1" name="pt6471"/>
            <p:cNvSpPr/>
            <p:nvPr/>
          </p:nvSpPr>
          <p:spPr>
            <a:xfrm>
              <a:off x="6590091" y="2107742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2" name="pt6472"/>
            <p:cNvSpPr/>
            <p:nvPr/>
          </p:nvSpPr>
          <p:spPr>
            <a:xfrm>
              <a:off x="5818223" y="2540407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3" name="pt6473"/>
            <p:cNvSpPr/>
            <p:nvPr/>
          </p:nvSpPr>
          <p:spPr>
            <a:xfrm>
              <a:off x="6295258" y="1983163"/>
              <a:ext cx="16849" cy="16849"/>
            </a:xfrm>
            <a:prstGeom prst="ellipse">
              <a:avLst/>
            </a:prstGeom>
            <a:solidFill>
              <a:srgbClr val="72CC59">
                <a:alpha val="45098"/>
              </a:srgbClr>
            </a:solidFill>
            <a:ln w="7363" cap="rnd">
              <a:solidFill>
                <a:srgbClr val="72CC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4" name="pt6474"/>
            <p:cNvSpPr/>
            <p:nvPr/>
          </p:nvSpPr>
          <p:spPr>
            <a:xfrm>
              <a:off x="5611462" y="2454241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5" name="pt6475"/>
            <p:cNvSpPr/>
            <p:nvPr/>
          </p:nvSpPr>
          <p:spPr>
            <a:xfrm>
              <a:off x="6140915" y="2271951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6" name="pt6476"/>
            <p:cNvSpPr/>
            <p:nvPr/>
          </p:nvSpPr>
          <p:spPr>
            <a:xfrm>
              <a:off x="6369770" y="249187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7" name="pt6477"/>
            <p:cNvSpPr/>
            <p:nvPr/>
          </p:nvSpPr>
          <p:spPr>
            <a:xfrm>
              <a:off x="6536338" y="2224902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8" name="pt6478"/>
            <p:cNvSpPr/>
            <p:nvPr/>
          </p:nvSpPr>
          <p:spPr>
            <a:xfrm>
              <a:off x="6165294" y="236170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9" name="pt6479"/>
            <p:cNvSpPr/>
            <p:nvPr/>
          </p:nvSpPr>
          <p:spPr>
            <a:xfrm>
              <a:off x="6439525" y="1859249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0" name="pt6480"/>
            <p:cNvSpPr/>
            <p:nvPr/>
          </p:nvSpPr>
          <p:spPr>
            <a:xfrm>
              <a:off x="7152930" y="1772389"/>
              <a:ext cx="16849" cy="16849"/>
            </a:xfrm>
            <a:prstGeom prst="ellipse">
              <a:avLst/>
            </a:prstGeom>
            <a:solidFill>
              <a:srgbClr val="97D64B">
                <a:alpha val="45098"/>
              </a:srgbClr>
            </a:solidFill>
            <a:ln w="7363" cap="rnd">
              <a:solidFill>
                <a:srgbClr val="97D64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1" name="pt6481"/>
            <p:cNvSpPr/>
            <p:nvPr/>
          </p:nvSpPr>
          <p:spPr>
            <a:xfrm>
              <a:off x="6962214" y="1696978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2" name="pt6482"/>
            <p:cNvSpPr/>
            <p:nvPr/>
          </p:nvSpPr>
          <p:spPr>
            <a:xfrm>
              <a:off x="5844114" y="2542875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3" name="pt6483"/>
            <p:cNvSpPr/>
            <p:nvPr/>
          </p:nvSpPr>
          <p:spPr>
            <a:xfrm>
              <a:off x="6062950" y="2454168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4" name="pt6484"/>
            <p:cNvSpPr/>
            <p:nvPr/>
          </p:nvSpPr>
          <p:spPr>
            <a:xfrm>
              <a:off x="6854180" y="188040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5" name="pt6485"/>
            <p:cNvSpPr/>
            <p:nvPr/>
          </p:nvSpPr>
          <p:spPr>
            <a:xfrm>
              <a:off x="5825051" y="2372912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6" name="pt6486"/>
            <p:cNvSpPr/>
            <p:nvPr/>
          </p:nvSpPr>
          <p:spPr>
            <a:xfrm>
              <a:off x="5116608" y="2197711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7" name="pt6487"/>
            <p:cNvSpPr/>
            <p:nvPr/>
          </p:nvSpPr>
          <p:spPr>
            <a:xfrm>
              <a:off x="6611322" y="2236057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8" name="pt6488"/>
            <p:cNvSpPr/>
            <p:nvPr/>
          </p:nvSpPr>
          <p:spPr>
            <a:xfrm>
              <a:off x="6201146" y="2186909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9" name="pt6489"/>
            <p:cNvSpPr/>
            <p:nvPr/>
          </p:nvSpPr>
          <p:spPr>
            <a:xfrm>
              <a:off x="6497532" y="2050382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0" name="pt6490"/>
            <p:cNvSpPr/>
            <p:nvPr/>
          </p:nvSpPr>
          <p:spPr>
            <a:xfrm>
              <a:off x="5718096" y="2417564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1" name="pt6491"/>
            <p:cNvSpPr/>
            <p:nvPr/>
          </p:nvSpPr>
          <p:spPr>
            <a:xfrm>
              <a:off x="5294584" y="216333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2" name="pt6492"/>
            <p:cNvSpPr/>
            <p:nvPr/>
          </p:nvSpPr>
          <p:spPr>
            <a:xfrm>
              <a:off x="6162053" y="2258484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3" name="pt6493"/>
            <p:cNvSpPr/>
            <p:nvPr/>
          </p:nvSpPr>
          <p:spPr>
            <a:xfrm>
              <a:off x="5321785" y="2293754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4" name="pt6494"/>
            <p:cNvSpPr/>
            <p:nvPr/>
          </p:nvSpPr>
          <p:spPr>
            <a:xfrm>
              <a:off x="5355584" y="2405415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5" name="pt6495"/>
            <p:cNvSpPr/>
            <p:nvPr/>
          </p:nvSpPr>
          <p:spPr>
            <a:xfrm>
              <a:off x="5855136" y="2196962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6" name="pt6496"/>
            <p:cNvSpPr/>
            <p:nvPr/>
          </p:nvSpPr>
          <p:spPr>
            <a:xfrm>
              <a:off x="5582413" y="2035206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7" name="pt6497"/>
            <p:cNvSpPr/>
            <p:nvPr/>
          </p:nvSpPr>
          <p:spPr>
            <a:xfrm>
              <a:off x="6549562" y="2039613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8" name="pt6498"/>
            <p:cNvSpPr/>
            <p:nvPr/>
          </p:nvSpPr>
          <p:spPr>
            <a:xfrm>
              <a:off x="5218534" y="2336491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9" name="pt6499"/>
            <p:cNvSpPr/>
            <p:nvPr/>
          </p:nvSpPr>
          <p:spPr>
            <a:xfrm>
              <a:off x="6033283" y="198161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0" name="pt6500"/>
            <p:cNvSpPr/>
            <p:nvPr/>
          </p:nvSpPr>
          <p:spPr>
            <a:xfrm>
              <a:off x="7120546" y="1484252"/>
              <a:ext cx="16849" cy="16849"/>
            </a:xfrm>
            <a:prstGeom prst="ellipse">
              <a:avLst/>
            </a:prstGeom>
            <a:solidFill>
              <a:srgbClr val="97D64B">
                <a:alpha val="45098"/>
              </a:srgbClr>
            </a:solidFill>
            <a:ln w="7363" cap="rnd">
              <a:solidFill>
                <a:srgbClr val="97D64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1" name="pt6501"/>
            <p:cNvSpPr/>
            <p:nvPr/>
          </p:nvSpPr>
          <p:spPr>
            <a:xfrm>
              <a:off x="6863978" y="1958399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2" name="pt6502"/>
            <p:cNvSpPr/>
            <p:nvPr/>
          </p:nvSpPr>
          <p:spPr>
            <a:xfrm>
              <a:off x="5302315" y="2278833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3" name="pt6503"/>
            <p:cNvSpPr/>
            <p:nvPr/>
          </p:nvSpPr>
          <p:spPr>
            <a:xfrm>
              <a:off x="5556372" y="2567478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4" name="pt6504"/>
            <p:cNvSpPr/>
            <p:nvPr/>
          </p:nvSpPr>
          <p:spPr>
            <a:xfrm>
              <a:off x="6518239" y="2147848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5" name="pt6505"/>
            <p:cNvSpPr/>
            <p:nvPr/>
          </p:nvSpPr>
          <p:spPr>
            <a:xfrm>
              <a:off x="6175332" y="230428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6" name="pt6506"/>
            <p:cNvSpPr/>
            <p:nvPr/>
          </p:nvSpPr>
          <p:spPr>
            <a:xfrm>
              <a:off x="5654314" y="2368298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7" name="pt6507"/>
            <p:cNvSpPr/>
            <p:nvPr/>
          </p:nvSpPr>
          <p:spPr>
            <a:xfrm>
              <a:off x="5776794" y="212282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8" name="pt6508"/>
            <p:cNvSpPr/>
            <p:nvPr/>
          </p:nvSpPr>
          <p:spPr>
            <a:xfrm>
              <a:off x="6774076" y="193843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9" name="pt6509"/>
            <p:cNvSpPr/>
            <p:nvPr/>
          </p:nvSpPr>
          <p:spPr>
            <a:xfrm>
              <a:off x="5966725" y="211045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0" name="pt6510"/>
            <p:cNvSpPr/>
            <p:nvPr/>
          </p:nvSpPr>
          <p:spPr>
            <a:xfrm>
              <a:off x="6007714" y="2303255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1" name="pt6511"/>
            <p:cNvSpPr/>
            <p:nvPr/>
          </p:nvSpPr>
          <p:spPr>
            <a:xfrm>
              <a:off x="6247039" y="2303763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2" name="pt6512"/>
            <p:cNvSpPr/>
            <p:nvPr/>
          </p:nvSpPr>
          <p:spPr>
            <a:xfrm>
              <a:off x="6959008" y="183599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3" name="pt6513"/>
            <p:cNvSpPr/>
            <p:nvPr/>
          </p:nvSpPr>
          <p:spPr>
            <a:xfrm>
              <a:off x="6230158" y="2240751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4" name="pt6514"/>
            <p:cNvSpPr/>
            <p:nvPr/>
          </p:nvSpPr>
          <p:spPr>
            <a:xfrm>
              <a:off x="6168151" y="2216806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5" name="pt6515"/>
            <p:cNvSpPr/>
            <p:nvPr/>
          </p:nvSpPr>
          <p:spPr>
            <a:xfrm>
              <a:off x="6794917" y="192222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6" name="pt6516"/>
            <p:cNvSpPr/>
            <p:nvPr/>
          </p:nvSpPr>
          <p:spPr>
            <a:xfrm>
              <a:off x="7247417" y="2178534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7" name="pt6517"/>
            <p:cNvSpPr/>
            <p:nvPr/>
          </p:nvSpPr>
          <p:spPr>
            <a:xfrm>
              <a:off x="6601156" y="2114634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8" name="pt6518"/>
            <p:cNvSpPr/>
            <p:nvPr/>
          </p:nvSpPr>
          <p:spPr>
            <a:xfrm>
              <a:off x="6281976" y="2316900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9" name="pt6519"/>
            <p:cNvSpPr/>
            <p:nvPr/>
          </p:nvSpPr>
          <p:spPr>
            <a:xfrm>
              <a:off x="5779571" y="2189054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0" name="pt6520"/>
            <p:cNvSpPr/>
            <p:nvPr/>
          </p:nvSpPr>
          <p:spPr>
            <a:xfrm>
              <a:off x="6883038" y="1840800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1" name="pt6521"/>
            <p:cNvSpPr/>
            <p:nvPr/>
          </p:nvSpPr>
          <p:spPr>
            <a:xfrm>
              <a:off x="6148178" y="2123607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2" name="pt6522"/>
            <p:cNvSpPr/>
            <p:nvPr/>
          </p:nvSpPr>
          <p:spPr>
            <a:xfrm>
              <a:off x="5506235" y="2611901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3" name="pt6523"/>
            <p:cNvSpPr/>
            <p:nvPr/>
          </p:nvSpPr>
          <p:spPr>
            <a:xfrm>
              <a:off x="6584066" y="2139897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4" name="pt6524"/>
            <p:cNvSpPr/>
            <p:nvPr/>
          </p:nvSpPr>
          <p:spPr>
            <a:xfrm>
              <a:off x="5626832" y="2497355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5" name="pt6525"/>
            <p:cNvSpPr/>
            <p:nvPr/>
          </p:nvSpPr>
          <p:spPr>
            <a:xfrm>
              <a:off x="5340266" y="2059174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6" name="pt6526"/>
            <p:cNvSpPr/>
            <p:nvPr/>
          </p:nvSpPr>
          <p:spPr>
            <a:xfrm>
              <a:off x="5876556" y="199175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7" name="pt6527"/>
            <p:cNvSpPr/>
            <p:nvPr/>
          </p:nvSpPr>
          <p:spPr>
            <a:xfrm>
              <a:off x="5892776" y="1981033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8" name="pt6528"/>
            <p:cNvSpPr/>
            <p:nvPr/>
          </p:nvSpPr>
          <p:spPr>
            <a:xfrm>
              <a:off x="5217594" y="2477250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9" name="pt6529"/>
            <p:cNvSpPr/>
            <p:nvPr/>
          </p:nvSpPr>
          <p:spPr>
            <a:xfrm>
              <a:off x="5666043" y="2300659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0" name="pt6530"/>
            <p:cNvSpPr/>
            <p:nvPr/>
          </p:nvSpPr>
          <p:spPr>
            <a:xfrm>
              <a:off x="6069775" y="2522251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1" name="pt6531"/>
            <p:cNvSpPr/>
            <p:nvPr/>
          </p:nvSpPr>
          <p:spPr>
            <a:xfrm>
              <a:off x="5586202" y="1930901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2" name="pt6532"/>
            <p:cNvSpPr/>
            <p:nvPr/>
          </p:nvSpPr>
          <p:spPr>
            <a:xfrm>
              <a:off x="5982636" y="2494691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3" name="pt6533"/>
            <p:cNvSpPr/>
            <p:nvPr/>
          </p:nvSpPr>
          <p:spPr>
            <a:xfrm>
              <a:off x="5756687" y="1848128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4" name="pt6534"/>
            <p:cNvSpPr/>
            <p:nvPr/>
          </p:nvSpPr>
          <p:spPr>
            <a:xfrm>
              <a:off x="5966184" y="2383251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5" name="pt6535"/>
            <p:cNvSpPr/>
            <p:nvPr/>
          </p:nvSpPr>
          <p:spPr>
            <a:xfrm>
              <a:off x="6512300" y="240505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6" name="pt6536"/>
            <p:cNvSpPr/>
            <p:nvPr/>
          </p:nvSpPr>
          <p:spPr>
            <a:xfrm>
              <a:off x="6250418" y="2330416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7" name="pt6537"/>
            <p:cNvSpPr/>
            <p:nvPr/>
          </p:nvSpPr>
          <p:spPr>
            <a:xfrm>
              <a:off x="7388794" y="1033929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8" name="pt6538"/>
            <p:cNvSpPr/>
            <p:nvPr/>
          </p:nvSpPr>
          <p:spPr>
            <a:xfrm>
              <a:off x="6124761" y="2311951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9" name="pt6539"/>
            <p:cNvSpPr/>
            <p:nvPr/>
          </p:nvSpPr>
          <p:spPr>
            <a:xfrm>
              <a:off x="5460898" y="237028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0" name="pt6540"/>
            <p:cNvSpPr/>
            <p:nvPr/>
          </p:nvSpPr>
          <p:spPr>
            <a:xfrm>
              <a:off x="5772890" y="2211486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1" name="pt6541"/>
            <p:cNvSpPr/>
            <p:nvPr/>
          </p:nvSpPr>
          <p:spPr>
            <a:xfrm>
              <a:off x="6499740" y="217127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2" name="pt6542"/>
            <p:cNvSpPr/>
            <p:nvPr/>
          </p:nvSpPr>
          <p:spPr>
            <a:xfrm>
              <a:off x="7346973" y="2242983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3" name="pt6543"/>
            <p:cNvSpPr/>
            <p:nvPr/>
          </p:nvSpPr>
          <p:spPr>
            <a:xfrm>
              <a:off x="6690834" y="210910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4" name="pt6544"/>
            <p:cNvSpPr/>
            <p:nvPr/>
          </p:nvSpPr>
          <p:spPr>
            <a:xfrm>
              <a:off x="6641959" y="2140288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5" name="pt6545"/>
            <p:cNvSpPr/>
            <p:nvPr/>
          </p:nvSpPr>
          <p:spPr>
            <a:xfrm>
              <a:off x="5993797" y="239333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6" name="pt6546"/>
            <p:cNvSpPr/>
            <p:nvPr/>
          </p:nvSpPr>
          <p:spPr>
            <a:xfrm>
              <a:off x="5490152" y="2663772"/>
              <a:ext cx="16849" cy="16849"/>
            </a:xfrm>
            <a:prstGeom prst="ellipse">
              <a:avLst/>
            </a:prstGeom>
            <a:solidFill>
              <a:srgbClr val="78CF53">
                <a:alpha val="45098"/>
              </a:srgbClr>
            </a:solidFill>
            <a:ln w="7363" cap="rnd">
              <a:solidFill>
                <a:srgbClr val="78CF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7" name="pt6547"/>
            <p:cNvSpPr/>
            <p:nvPr/>
          </p:nvSpPr>
          <p:spPr>
            <a:xfrm>
              <a:off x="6502125" y="2199818"/>
              <a:ext cx="16849" cy="16849"/>
            </a:xfrm>
            <a:prstGeom prst="ellipse">
              <a:avLst/>
            </a:prstGeom>
            <a:solidFill>
              <a:srgbClr val="89D34E">
                <a:alpha val="45098"/>
              </a:srgbClr>
            </a:solidFill>
            <a:ln w="7363" cap="rnd">
              <a:solidFill>
                <a:srgbClr val="89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8" name="pt6548"/>
            <p:cNvSpPr/>
            <p:nvPr/>
          </p:nvSpPr>
          <p:spPr>
            <a:xfrm>
              <a:off x="6018767" y="2225438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9" name="pt6549"/>
            <p:cNvSpPr/>
            <p:nvPr/>
          </p:nvSpPr>
          <p:spPr>
            <a:xfrm>
              <a:off x="6711743" y="206817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0" name="pt6550"/>
            <p:cNvSpPr/>
            <p:nvPr/>
          </p:nvSpPr>
          <p:spPr>
            <a:xfrm>
              <a:off x="6063992" y="2365404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1" name="pt6551"/>
            <p:cNvSpPr/>
            <p:nvPr/>
          </p:nvSpPr>
          <p:spPr>
            <a:xfrm>
              <a:off x="6854278" y="1920969"/>
              <a:ext cx="16849" cy="16849"/>
            </a:xfrm>
            <a:prstGeom prst="ellipse">
              <a:avLst/>
            </a:prstGeom>
            <a:solidFill>
              <a:srgbClr val="49B476">
                <a:alpha val="45098"/>
              </a:srgbClr>
            </a:solidFill>
            <a:ln w="7363" cap="rnd">
              <a:solidFill>
                <a:srgbClr val="49B4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2" name="pt6552"/>
            <p:cNvSpPr/>
            <p:nvPr/>
          </p:nvSpPr>
          <p:spPr>
            <a:xfrm>
              <a:off x="6289983" y="2065480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3" name="pt6553"/>
            <p:cNvSpPr/>
            <p:nvPr/>
          </p:nvSpPr>
          <p:spPr>
            <a:xfrm>
              <a:off x="6404517" y="225557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4" name="pt6554"/>
            <p:cNvSpPr/>
            <p:nvPr/>
          </p:nvSpPr>
          <p:spPr>
            <a:xfrm>
              <a:off x="6350688" y="2250069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5" name="pt6555"/>
            <p:cNvSpPr/>
            <p:nvPr/>
          </p:nvSpPr>
          <p:spPr>
            <a:xfrm>
              <a:off x="6695332" y="1996725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6" name="pt6556"/>
            <p:cNvSpPr/>
            <p:nvPr/>
          </p:nvSpPr>
          <p:spPr>
            <a:xfrm>
              <a:off x="5636056" y="2462138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7" name="pt6557"/>
            <p:cNvSpPr/>
            <p:nvPr/>
          </p:nvSpPr>
          <p:spPr>
            <a:xfrm>
              <a:off x="6650042" y="2118310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8" name="pt6558"/>
            <p:cNvSpPr/>
            <p:nvPr/>
          </p:nvSpPr>
          <p:spPr>
            <a:xfrm>
              <a:off x="6637214" y="219846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9" name="pt6559"/>
            <p:cNvSpPr/>
            <p:nvPr/>
          </p:nvSpPr>
          <p:spPr>
            <a:xfrm>
              <a:off x="5521147" y="2359460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0" name="pt6560"/>
            <p:cNvSpPr/>
            <p:nvPr/>
          </p:nvSpPr>
          <p:spPr>
            <a:xfrm>
              <a:off x="6748465" y="218419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1" name="pt6561"/>
            <p:cNvSpPr/>
            <p:nvPr/>
          </p:nvSpPr>
          <p:spPr>
            <a:xfrm>
              <a:off x="5904219" y="2277808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2" name="pt6562"/>
            <p:cNvSpPr/>
            <p:nvPr/>
          </p:nvSpPr>
          <p:spPr>
            <a:xfrm>
              <a:off x="5693241" y="229972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3" name="pt6563"/>
            <p:cNvSpPr/>
            <p:nvPr/>
          </p:nvSpPr>
          <p:spPr>
            <a:xfrm>
              <a:off x="5649364" y="235545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4" name="pt6564"/>
            <p:cNvSpPr/>
            <p:nvPr/>
          </p:nvSpPr>
          <p:spPr>
            <a:xfrm>
              <a:off x="5262116" y="225507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5" name="pt6565"/>
            <p:cNvSpPr/>
            <p:nvPr/>
          </p:nvSpPr>
          <p:spPr>
            <a:xfrm>
              <a:off x="6535358" y="2080574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6" name="pt6566"/>
            <p:cNvSpPr/>
            <p:nvPr/>
          </p:nvSpPr>
          <p:spPr>
            <a:xfrm>
              <a:off x="7032555" y="2031596"/>
              <a:ext cx="16849" cy="16849"/>
            </a:xfrm>
            <a:prstGeom prst="ellipse">
              <a:avLst/>
            </a:prstGeom>
            <a:solidFill>
              <a:srgbClr val="68C562">
                <a:alpha val="45098"/>
              </a:srgbClr>
            </a:solidFill>
            <a:ln w="7363" cap="rnd">
              <a:solidFill>
                <a:srgbClr val="68C56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7" name="pt6567"/>
            <p:cNvSpPr/>
            <p:nvPr/>
          </p:nvSpPr>
          <p:spPr>
            <a:xfrm>
              <a:off x="5839324" y="2349672"/>
              <a:ext cx="16849" cy="16849"/>
            </a:xfrm>
            <a:prstGeom prst="ellipse">
              <a:avLst/>
            </a:prstGeom>
            <a:solidFill>
              <a:srgbClr val="32AC80">
                <a:alpha val="45098"/>
              </a:srgbClr>
            </a:solidFill>
            <a:ln w="7363" cap="rnd">
              <a:solidFill>
                <a:srgbClr val="32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8" name="pt6568"/>
            <p:cNvSpPr/>
            <p:nvPr/>
          </p:nvSpPr>
          <p:spPr>
            <a:xfrm>
              <a:off x="5808547" y="2166441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9" name="pt6569"/>
            <p:cNvSpPr/>
            <p:nvPr/>
          </p:nvSpPr>
          <p:spPr>
            <a:xfrm>
              <a:off x="6117488" y="2076723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0" name="pt6570"/>
            <p:cNvSpPr/>
            <p:nvPr/>
          </p:nvSpPr>
          <p:spPr>
            <a:xfrm>
              <a:off x="6431522" y="1822090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1" name="pt6571"/>
            <p:cNvSpPr/>
            <p:nvPr/>
          </p:nvSpPr>
          <p:spPr>
            <a:xfrm>
              <a:off x="6408205" y="215182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2" name="pt6572"/>
            <p:cNvSpPr/>
            <p:nvPr/>
          </p:nvSpPr>
          <p:spPr>
            <a:xfrm>
              <a:off x="6384819" y="2271438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3" name="pt6573"/>
            <p:cNvSpPr/>
            <p:nvPr/>
          </p:nvSpPr>
          <p:spPr>
            <a:xfrm>
              <a:off x="6371913" y="2304834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4" name="pt6574"/>
            <p:cNvSpPr/>
            <p:nvPr/>
          </p:nvSpPr>
          <p:spPr>
            <a:xfrm>
              <a:off x="6387738" y="2252354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5" name="pt6575"/>
            <p:cNvSpPr/>
            <p:nvPr/>
          </p:nvSpPr>
          <p:spPr>
            <a:xfrm>
              <a:off x="5854668" y="1994943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6" name="pt6576"/>
            <p:cNvSpPr/>
            <p:nvPr/>
          </p:nvSpPr>
          <p:spPr>
            <a:xfrm>
              <a:off x="7038964" y="2002277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7" name="pt6577"/>
            <p:cNvSpPr/>
            <p:nvPr/>
          </p:nvSpPr>
          <p:spPr>
            <a:xfrm>
              <a:off x="4728035" y="2750697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8" name="pt6578"/>
            <p:cNvSpPr/>
            <p:nvPr/>
          </p:nvSpPr>
          <p:spPr>
            <a:xfrm>
              <a:off x="6799677" y="1862520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9" name="pt6579"/>
            <p:cNvSpPr/>
            <p:nvPr/>
          </p:nvSpPr>
          <p:spPr>
            <a:xfrm>
              <a:off x="6287282" y="2032763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0" name="pt6580"/>
            <p:cNvSpPr/>
            <p:nvPr/>
          </p:nvSpPr>
          <p:spPr>
            <a:xfrm>
              <a:off x="5870490" y="198569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1" name="pt6581"/>
            <p:cNvSpPr/>
            <p:nvPr/>
          </p:nvSpPr>
          <p:spPr>
            <a:xfrm>
              <a:off x="6246456" y="231914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2" name="pt6582"/>
            <p:cNvSpPr/>
            <p:nvPr/>
          </p:nvSpPr>
          <p:spPr>
            <a:xfrm>
              <a:off x="5688769" y="2357019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3" name="pt6583"/>
            <p:cNvSpPr/>
            <p:nvPr/>
          </p:nvSpPr>
          <p:spPr>
            <a:xfrm>
              <a:off x="6554747" y="2014949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4" name="pt6584"/>
            <p:cNvSpPr/>
            <p:nvPr/>
          </p:nvSpPr>
          <p:spPr>
            <a:xfrm>
              <a:off x="7134301" y="1558264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5" name="pt6585"/>
            <p:cNvSpPr/>
            <p:nvPr/>
          </p:nvSpPr>
          <p:spPr>
            <a:xfrm>
              <a:off x="6337483" y="233997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6" name="pt6586"/>
            <p:cNvSpPr/>
            <p:nvPr/>
          </p:nvSpPr>
          <p:spPr>
            <a:xfrm>
              <a:off x="6280750" y="2049726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7" name="pt6587"/>
            <p:cNvSpPr/>
            <p:nvPr/>
          </p:nvSpPr>
          <p:spPr>
            <a:xfrm>
              <a:off x="6370802" y="2343524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8" name="pt6588"/>
            <p:cNvSpPr/>
            <p:nvPr/>
          </p:nvSpPr>
          <p:spPr>
            <a:xfrm>
              <a:off x="5354644" y="2449689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9" name="pt6589"/>
            <p:cNvSpPr/>
            <p:nvPr/>
          </p:nvSpPr>
          <p:spPr>
            <a:xfrm>
              <a:off x="5815046" y="2117985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0" name="pt6590"/>
            <p:cNvSpPr/>
            <p:nvPr/>
          </p:nvSpPr>
          <p:spPr>
            <a:xfrm>
              <a:off x="7283562" y="184635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1" name="pt6591"/>
            <p:cNvSpPr/>
            <p:nvPr/>
          </p:nvSpPr>
          <p:spPr>
            <a:xfrm>
              <a:off x="7130673" y="1352578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2" name="pt6592"/>
            <p:cNvSpPr/>
            <p:nvPr/>
          </p:nvSpPr>
          <p:spPr>
            <a:xfrm>
              <a:off x="6903129" y="1781842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3" name="pt6593"/>
            <p:cNvSpPr/>
            <p:nvPr/>
          </p:nvSpPr>
          <p:spPr>
            <a:xfrm>
              <a:off x="6045132" y="2324005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4" name="pt6594"/>
            <p:cNvSpPr/>
            <p:nvPr/>
          </p:nvSpPr>
          <p:spPr>
            <a:xfrm>
              <a:off x="6104242" y="2203380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5" name="pt6595"/>
            <p:cNvSpPr/>
            <p:nvPr/>
          </p:nvSpPr>
          <p:spPr>
            <a:xfrm>
              <a:off x="6239736" y="231815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6" name="pt6596"/>
            <p:cNvSpPr/>
            <p:nvPr/>
          </p:nvSpPr>
          <p:spPr>
            <a:xfrm>
              <a:off x="6722661" y="206070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7" name="pt6597"/>
            <p:cNvSpPr/>
            <p:nvPr/>
          </p:nvSpPr>
          <p:spPr>
            <a:xfrm>
              <a:off x="6226290" y="2249610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8" name="pt6598"/>
            <p:cNvSpPr/>
            <p:nvPr/>
          </p:nvSpPr>
          <p:spPr>
            <a:xfrm>
              <a:off x="6240563" y="2459529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9" name="pt6599"/>
            <p:cNvSpPr/>
            <p:nvPr/>
          </p:nvSpPr>
          <p:spPr>
            <a:xfrm>
              <a:off x="6212334" y="2125707"/>
              <a:ext cx="16849" cy="16849"/>
            </a:xfrm>
            <a:prstGeom prst="ellipse">
              <a:avLst/>
            </a:prstGeom>
            <a:solidFill>
              <a:srgbClr val="6FC95C">
                <a:alpha val="45098"/>
              </a:srgbClr>
            </a:solidFill>
            <a:ln w="7363" cap="rnd">
              <a:solidFill>
                <a:srgbClr val="6FC95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0" name="pt6600"/>
            <p:cNvSpPr/>
            <p:nvPr/>
          </p:nvSpPr>
          <p:spPr>
            <a:xfrm>
              <a:off x="5998863" y="2561820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1" name="pt6601"/>
            <p:cNvSpPr/>
            <p:nvPr/>
          </p:nvSpPr>
          <p:spPr>
            <a:xfrm>
              <a:off x="6590883" y="2048272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2" name="pt6602"/>
            <p:cNvSpPr/>
            <p:nvPr/>
          </p:nvSpPr>
          <p:spPr>
            <a:xfrm>
              <a:off x="6487049" y="2120652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3" name="pt6603"/>
            <p:cNvSpPr/>
            <p:nvPr/>
          </p:nvSpPr>
          <p:spPr>
            <a:xfrm>
              <a:off x="6031577" y="2207082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4" name="pt6604"/>
            <p:cNvSpPr/>
            <p:nvPr/>
          </p:nvSpPr>
          <p:spPr>
            <a:xfrm>
              <a:off x="6150310" y="2351439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5" name="pt6605"/>
            <p:cNvSpPr/>
            <p:nvPr/>
          </p:nvSpPr>
          <p:spPr>
            <a:xfrm>
              <a:off x="6415066" y="2206123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6" name="pt6606"/>
            <p:cNvSpPr/>
            <p:nvPr/>
          </p:nvSpPr>
          <p:spPr>
            <a:xfrm>
              <a:off x="5912569" y="2236484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7" name="pt6607"/>
            <p:cNvSpPr/>
            <p:nvPr/>
          </p:nvSpPr>
          <p:spPr>
            <a:xfrm>
              <a:off x="7409529" y="1386100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8" name="pt6608"/>
            <p:cNvSpPr/>
            <p:nvPr/>
          </p:nvSpPr>
          <p:spPr>
            <a:xfrm>
              <a:off x="6481377" y="2194997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9" name="pt6609"/>
            <p:cNvSpPr/>
            <p:nvPr/>
          </p:nvSpPr>
          <p:spPr>
            <a:xfrm>
              <a:off x="7045995" y="1574307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0" name="pt6610"/>
            <p:cNvSpPr/>
            <p:nvPr/>
          </p:nvSpPr>
          <p:spPr>
            <a:xfrm>
              <a:off x="4918411" y="283185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1" name="pt6611"/>
            <p:cNvSpPr/>
            <p:nvPr/>
          </p:nvSpPr>
          <p:spPr>
            <a:xfrm>
              <a:off x="6297773" y="1873411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2" name="pt6612"/>
            <p:cNvSpPr/>
            <p:nvPr/>
          </p:nvSpPr>
          <p:spPr>
            <a:xfrm>
              <a:off x="6192202" y="218748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3" name="pt6613"/>
            <p:cNvSpPr/>
            <p:nvPr/>
          </p:nvSpPr>
          <p:spPr>
            <a:xfrm>
              <a:off x="6085997" y="2426796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4" name="pt6614"/>
            <p:cNvSpPr/>
            <p:nvPr/>
          </p:nvSpPr>
          <p:spPr>
            <a:xfrm>
              <a:off x="6303779" y="1906877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5" name="pt6615"/>
            <p:cNvSpPr/>
            <p:nvPr/>
          </p:nvSpPr>
          <p:spPr>
            <a:xfrm>
              <a:off x="5688173" y="2383350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6" name="pt6616"/>
            <p:cNvSpPr/>
            <p:nvPr/>
          </p:nvSpPr>
          <p:spPr>
            <a:xfrm>
              <a:off x="6278961" y="212921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7" name="pt6617"/>
            <p:cNvSpPr/>
            <p:nvPr/>
          </p:nvSpPr>
          <p:spPr>
            <a:xfrm>
              <a:off x="6401156" y="2091133"/>
              <a:ext cx="16849" cy="16849"/>
            </a:xfrm>
            <a:prstGeom prst="ellipse">
              <a:avLst/>
            </a:prstGeom>
            <a:solidFill>
              <a:srgbClr val="6FC95D">
                <a:alpha val="45098"/>
              </a:srgbClr>
            </a:solidFill>
            <a:ln w="7363" cap="rnd">
              <a:solidFill>
                <a:srgbClr val="6F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8" name="pt6618"/>
            <p:cNvSpPr/>
            <p:nvPr/>
          </p:nvSpPr>
          <p:spPr>
            <a:xfrm>
              <a:off x="6553625" y="219785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9" name="pt6619"/>
            <p:cNvSpPr/>
            <p:nvPr/>
          </p:nvSpPr>
          <p:spPr>
            <a:xfrm>
              <a:off x="6198587" y="2266338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0" name="pt6620"/>
            <p:cNvSpPr/>
            <p:nvPr/>
          </p:nvSpPr>
          <p:spPr>
            <a:xfrm>
              <a:off x="5899155" y="2177409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1" name="pt6621"/>
            <p:cNvSpPr/>
            <p:nvPr/>
          </p:nvSpPr>
          <p:spPr>
            <a:xfrm>
              <a:off x="5353962" y="2064468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2" name="pt6622"/>
            <p:cNvSpPr/>
            <p:nvPr/>
          </p:nvSpPr>
          <p:spPr>
            <a:xfrm>
              <a:off x="6297387" y="1902695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3" name="pt6623"/>
            <p:cNvSpPr/>
            <p:nvPr/>
          </p:nvSpPr>
          <p:spPr>
            <a:xfrm>
              <a:off x="6692523" y="204250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4" name="pt6624"/>
            <p:cNvSpPr/>
            <p:nvPr/>
          </p:nvSpPr>
          <p:spPr>
            <a:xfrm>
              <a:off x="5887089" y="2106133"/>
              <a:ext cx="16849" cy="16849"/>
            </a:xfrm>
            <a:prstGeom prst="ellipse">
              <a:avLst/>
            </a:prstGeom>
            <a:solidFill>
              <a:srgbClr val="5CBE6B">
                <a:alpha val="45098"/>
              </a:srgbClr>
            </a:solidFill>
            <a:ln w="7363" cap="rnd">
              <a:solidFill>
                <a:srgbClr val="5CBE6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5" name="pt6625"/>
            <p:cNvSpPr/>
            <p:nvPr/>
          </p:nvSpPr>
          <p:spPr>
            <a:xfrm>
              <a:off x="6442936" y="1951783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6" name="pt6626"/>
            <p:cNvSpPr/>
            <p:nvPr/>
          </p:nvSpPr>
          <p:spPr>
            <a:xfrm>
              <a:off x="6097287" y="2098269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7" name="pt6627"/>
            <p:cNvSpPr/>
            <p:nvPr/>
          </p:nvSpPr>
          <p:spPr>
            <a:xfrm>
              <a:off x="6047644" y="2315357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8" name="pt6628"/>
            <p:cNvSpPr/>
            <p:nvPr/>
          </p:nvSpPr>
          <p:spPr>
            <a:xfrm>
              <a:off x="5616273" y="2312372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9" name="pt6629"/>
            <p:cNvSpPr/>
            <p:nvPr/>
          </p:nvSpPr>
          <p:spPr>
            <a:xfrm>
              <a:off x="5654752" y="2390703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0" name="pt6630"/>
            <p:cNvSpPr/>
            <p:nvPr/>
          </p:nvSpPr>
          <p:spPr>
            <a:xfrm>
              <a:off x="5424272" y="2513661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1" name="pt6631"/>
            <p:cNvSpPr/>
            <p:nvPr/>
          </p:nvSpPr>
          <p:spPr>
            <a:xfrm>
              <a:off x="7669926" y="1539160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2" name="pt6632"/>
            <p:cNvSpPr/>
            <p:nvPr/>
          </p:nvSpPr>
          <p:spPr>
            <a:xfrm>
              <a:off x="6637962" y="2171587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3" name="pt6633"/>
            <p:cNvSpPr/>
            <p:nvPr/>
          </p:nvSpPr>
          <p:spPr>
            <a:xfrm>
              <a:off x="6899590" y="1740330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4" name="pt6634"/>
            <p:cNvSpPr/>
            <p:nvPr/>
          </p:nvSpPr>
          <p:spPr>
            <a:xfrm>
              <a:off x="5856273" y="2172931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5" name="pt6635"/>
            <p:cNvSpPr/>
            <p:nvPr/>
          </p:nvSpPr>
          <p:spPr>
            <a:xfrm>
              <a:off x="6764860" y="2067595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6" name="pt6636"/>
            <p:cNvSpPr/>
            <p:nvPr/>
          </p:nvSpPr>
          <p:spPr>
            <a:xfrm>
              <a:off x="5575870" y="2499994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7" name="pt6637"/>
            <p:cNvSpPr/>
            <p:nvPr/>
          </p:nvSpPr>
          <p:spPr>
            <a:xfrm>
              <a:off x="6763151" y="203108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8" name="pt6638"/>
            <p:cNvSpPr/>
            <p:nvPr/>
          </p:nvSpPr>
          <p:spPr>
            <a:xfrm>
              <a:off x="5574156" y="2293978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9" name="pt6639"/>
            <p:cNvSpPr/>
            <p:nvPr/>
          </p:nvSpPr>
          <p:spPr>
            <a:xfrm>
              <a:off x="6493262" y="2185931"/>
              <a:ext cx="16849" cy="16849"/>
            </a:xfrm>
            <a:prstGeom prst="ellipse">
              <a:avLst/>
            </a:prstGeom>
            <a:solidFill>
              <a:srgbClr val="33AC80">
                <a:alpha val="45098"/>
              </a:srgbClr>
            </a:solidFill>
            <a:ln w="7363" cap="rnd">
              <a:solidFill>
                <a:srgbClr val="33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0" name="pt6640"/>
            <p:cNvSpPr/>
            <p:nvPr/>
          </p:nvSpPr>
          <p:spPr>
            <a:xfrm>
              <a:off x="6185977" y="229254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1" name="pt6641"/>
            <p:cNvSpPr/>
            <p:nvPr/>
          </p:nvSpPr>
          <p:spPr>
            <a:xfrm>
              <a:off x="6254468" y="224709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2" name="pt6642"/>
            <p:cNvSpPr/>
            <p:nvPr/>
          </p:nvSpPr>
          <p:spPr>
            <a:xfrm>
              <a:off x="5453572" y="2475779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3" name="pt6643"/>
            <p:cNvSpPr/>
            <p:nvPr/>
          </p:nvSpPr>
          <p:spPr>
            <a:xfrm>
              <a:off x="5682842" y="2478063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4" name="pt6644"/>
            <p:cNvSpPr/>
            <p:nvPr/>
          </p:nvSpPr>
          <p:spPr>
            <a:xfrm>
              <a:off x="6469701" y="2036301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5" name="pt6645"/>
            <p:cNvSpPr/>
            <p:nvPr/>
          </p:nvSpPr>
          <p:spPr>
            <a:xfrm>
              <a:off x="6759197" y="2031855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6" name="pt6646"/>
            <p:cNvSpPr/>
            <p:nvPr/>
          </p:nvSpPr>
          <p:spPr>
            <a:xfrm>
              <a:off x="6448137" y="2074662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7" name="pt6647"/>
            <p:cNvSpPr/>
            <p:nvPr/>
          </p:nvSpPr>
          <p:spPr>
            <a:xfrm>
              <a:off x="6755500" y="2096581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8" name="pt6648"/>
            <p:cNvSpPr/>
            <p:nvPr/>
          </p:nvSpPr>
          <p:spPr>
            <a:xfrm>
              <a:off x="6994108" y="1627348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9" name="pt6649"/>
            <p:cNvSpPr/>
            <p:nvPr/>
          </p:nvSpPr>
          <p:spPr>
            <a:xfrm>
              <a:off x="6558892" y="2085776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0" name="pt6650"/>
            <p:cNvSpPr/>
            <p:nvPr/>
          </p:nvSpPr>
          <p:spPr>
            <a:xfrm>
              <a:off x="6526415" y="2151508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1" name="pt6651"/>
            <p:cNvSpPr/>
            <p:nvPr/>
          </p:nvSpPr>
          <p:spPr>
            <a:xfrm>
              <a:off x="6173277" y="233073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2" name="pt6652"/>
            <p:cNvSpPr/>
            <p:nvPr/>
          </p:nvSpPr>
          <p:spPr>
            <a:xfrm>
              <a:off x="6707856" y="214007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3" name="pt6653"/>
            <p:cNvSpPr/>
            <p:nvPr/>
          </p:nvSpPr>
          <p:spPr>
            <a:xfrm>
              <a:off x="6137976" y="241531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4" name="pt6654"/>
            <p:cNvSpPr/>
            <p:nvPr/>
          </p:nvSpPr>
          <p:spPr>
            <a:xfrm>
              <a:off x="5736060" y="224997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5" name="pt6655"/>
            <p:cNvSpPr/>
            <p:nvPr/>
          </p:nvSpPr>
          <p:spPr>
            <a:xfrm>
              <a:off x="5891305" y="2157089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6" name="pt6656"/>
            <p:cNvSpPr/>
            <p:nvPr/>
          </p:nvSpPr>
          <p:spPr>
            <a:xfrm>
              <a:off x="6648961" y="2091641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7" name="pt6657"/>
            <p:cNvSpPr/>
            <p:nvPr/>
          </p:nvSpPr>
          <p:spPr>
            <a:xfrm>
              <a:off x="6637907" y="224375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8" name="pt6658"/>
            <p:cNvSpPr/>
            <p:nvPr/>
          </p:nvSpPr>
          <p:spPr>
            <a:xfrm>
              <a:off x="6648407" y="223828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9" name="pt6659"/>
            <p:cNvSpPr/>
            <p:nvPr/>
          </p:nvSpPr>
          <p:spPr>
            <a:xfrm>
              <a:off x="5824358" y="2511725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0" name="pt6660"/>
            <p:cNvSpPr/>
            <p:nvPr/>
          </p:nvSpPr>
          <p:spPr>
            <a:xfrm>
              <a:off x="6876850" y="1906511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1" name="pt6661"/>
            <p:cNvSpPr/>
            <p:nvPr/>
          </p:nvSpPr>
          <p:spPr>
            <a:xfrm>
              <a:off x="6205043" y="2297517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2" name="pt6662"/>
            <p:cNvSpPr/>
            <p:nvPr/>
          </p:nvSpPr>
          <p:spPr>
            <a:xfrm>
              <a:off x="6680215" y="2101900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3" name="pt6663"/>
            <p:cNvSpPr/>
            <p:nvPr/>
          </p:nvSpPr>
          <p:spPr>
            <a:xfrm>
              <a:off x="6473606" y="2221398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4" name="pt6664"/>
            <p:cNvSpPr/>
            <p:nvPr/>
          </p:nvSpPr>
          <p:spPr>
            <a:xfrm>
              <a:off x="6738256" y="2003651"/>
              <a:ext cx="16849" cy="16849"/>
            </a:xfrm>
            <a:prstGeom prst="ellipse">
              <a:avLst/>
            </a:prstGeom>
            <a:solidFill>
              <a:srgbClr val="77CF54">
                <a:alpha val="45098"/>
              </a:srgbClr>
            </a:solidFill>
            <a:ln w="7363" cap="rnd">
              <a:solidFill>
                <a:srgbClr val="77CF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5" name="pt6665"/>
            <p:cNvSpPr/>
            <p:nvPr/>
          </p:nvSpPr>
          <p:spPr>
            <a:xfrm>
              <a:off x="6786017" y="2069695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6" name="pt6666"/>
            <p:cNvSpPr/>
            <p:nvPr/>
          </p:nvSpPr>
          <p:spPr>
            <a:xfrm>
              <a:off x="6298673" y="1989761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7" name="pt6667"/>
            <p:cNvSpPr/>
            <p:nvPr/>
          </p:nvSpPr>
          <p:spPr>
            <a:xfrm>
              <a:off x="6729075" y="199522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8" name="pt6668"/>
            <p:cNvSpPr/>
            <p:nvPr/>
          </p:nvSpPr>
          <p:spPr>
            <a:xfrm>
              <a:off x="6609646" y="225665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9" name="pt6669"/>
            <p:cNvSpPr/>
            <p:nvPr/>
          </p:nvSpPr>
          <p:spPr>
            <a:xfrm>
              <a:off x="6725065" y="2006713"/>
              <a:ext cx="16849" cy="16849"/>
            </a:xfrm>
            <a:prstGeom prst="ellipse">
              <a:avLst/>
            </a:prstGeom>
            <a:solidFill>
              <a:srgbClr val="6EC85E">
                <a:alpha val="45098"/>
              </a:srgbClr>
            </a:solidFill>
            <a:ln w="7363" cap="rnd">
              <a:solidFill>
                <a:srgbClr val="6EC85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0" name="pt6670"/>
            <p:cNvSpPr/>
            <p:nvPr/>
          </p:nvSpPr>
          <p:spPr>
            <a:xfrm>
              <a:off x="6874295" y="200607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1" name="pt6671"/>
            <p:cNvSpPr/>
            <p:nvPr/>
          </p:nvSpPr>
          <p:spPr>
            <a:xfrm>
              <a:off x="6398703" y="2146540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2" name="pt6672"/>
            <p:cNvSpPr/>
            <p:nvPr/>
          </p:nvSpPr>
          <p:spPr>
            <a:xfrm>
              <a:off x="6446996" y="207265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3" name="pt6673"/>
            <p:cNvSpPr/>
            <p:nvPr/>
          </p:nvSpPr>
          <p:spPr>
            <a:xfrm>
              <a:off x="5767432" y="1883714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4" name="pt6674"/>
            <p:cNvSpPr/>
            <p:nvPr/>
          </p:nvSpPr>
          <p:spPr>
            <a:xfrm>
              <a:off x="6671021" y="2114722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5" name="pt6675"/>
            <p:cNvSpPr/>
            <p:nvPr/>
          </p:nvSpPr>
          <p:spPr>
            <a:xfrm>
              <a:off x="6607796" y="222964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6" name="pt6676"/>
            <p:cNvSpPr/>
            <p:nvPr/>
          </p:nvSpPr>
          <p:spPr>
            <a:xfrm>
              <a:off x="5801877" y="222029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7" name="pt6677"/>
            <p:cNvSpPr/>
            <p:nvPr/>
          </p:nvSpPr>
          <p:spPr>
            <a:xfrm>
              <a:off x="6553897" y="223386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8" name="pt6678"/>
            <p:cNvSpPr/>
            <p:nvPr/>
          </p:nvSpPr>
          <p:spPr>
            <a:xfrm>
              <a:off x="6585578" y="2043306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9" name="pt6679"/>
            <p:cNvSpPr/>
            <p:nvPr/>
          </p:nvSpPr>
          <p:spPr>
            <a:xfrm>
              <a:off x="6544567" y="228485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0" name="pt6680"/>
            <p:cNvSpPr/>
            <p:nvPr/>
          </p:nvSpPr>
          <p:spPr>
            <a:xfrm>
              <a:off x="6102562" y="2159974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1" name="pt6681"/>
            <p:cNvSpPr/>
            <p:nvPr/>
          </p:nvSpPr>
          <p:spPr>
            <a:xfrm>
              <a:off x="6439220" y="1898079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2" name="pt6682"/>
            <p:cNvSpPr/>
            <p:nvPr/>
          </p:nvSpPr>
          <p:spPr>
            <a:xfrm>
              <a:off x="6181450" y="2322788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3" name="pt6683"/>
            <p:cNvSpPr/>
            <p:nvPr/>
          </p:nvSpPr>
          <p:spPr>
            <a:xfrm>
              <a:off x="5470793" y="2465468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4" name="pt6684"/>
            <p:cNvSpPr/>
            <p:nvPr/>
          </p:nvSpPr>
          <p:spPr>
            <a:xfrm>
              <a:off x="6142137" y="2288896"/>
              <a:ext cx="16849" cy="16849"/>
            </a:xfrm>
            <a:prstGeom prst="ellipse">
              <a:avLst/>
            </a:prstGeom>
            <a:solidFill>
              <a:srgbClr val="44B279">
                <a:alpha val="45098"/>
              </a:srgbClr>
            </a:solidFill>
            <a:ln w="7363" cap="rnd">
              <a:solidFill>
                <a:srgbClr val="44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5" name="pt6685"/>
            <p:cNvSpPr/>
            <p:nvPr/>
          </p:nvSpPr>
          <p:spPr>
            <a:xfrm>
              <a:off x="6064050" y="2406285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6" name="pt6686"/>
            <p:cNvSpPr/>
            <p:nvPr/>
          </p:nvSpPr>
          <p:spPr>
            <a:xfrm>
              <a:off x="6109871" y="2176732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7" name="pt6687"/>
            <p:cNvSpPr/>
            <p:nvPr/>
          </p:nvSpPr>
          <p:spPr>
            <a:xfrm>
              <a:off x="5800179" y="2079822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8" name="pt6688"/>
            <p:cNvSpPr/>
            <p:nvPr/>
          </p:nvSpPr>
          <p:spPr>
            <a:xfrm>
              <a:off x="6346357" y="2148524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9" name="pt6689"/>
            <p:cNvSpPr/>
            <p:nvPr/>
          </p:nvSpPr>
          <p:spPr>
            <a:xfrm>
              <a:off x="6002990" y="2578349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0" name="pt6690"/>
            <p:cNvSpPr/>
            <p:nvPr/>
          </p:nvSpPr>
          <p:spPr>
            <a:xfrm>
              <a:off x="5659392" y="2226303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1" name="pt6691"/>
            <p:cNvSpPr/>
            <p:nvPr/>
          </p:nvSpPr>
          <p:spPr>
            <a:xfrm>
              <a:off x="5444718" y="2451871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2" name="pt6692"/>
            <p:cNvSpPr/>
            <p:nvPr/>
          </p:nvSpPr>
          <p:spPr>
            <a:xfrm>
              <a:off x="6030550" y="2258647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3" name="pt6693"/>
            <p:cNvSpPr/>
            <p:nvPr/>
          </p:nvSpPr>
          <p:spPr>
            <a:xfrm>
              <a:off x="5793361" y="2236602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4" name="pt6694"/>
            <p:cNvSpPr/>
            <p:nvPr/>
          </p:nvSpPr>
          <p:spPr>
            <a:xfrm>
              <a:off x="6723926" y="1991726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5" name="pt6695"/>
            <p:cNvSpPr/>
            <p:nvPr/>
          </p:nvSpPr>
          <p:spPr>
            <a:xfrm>
              <a:off x="6270296" y="2430430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6" name="pt6696"/>
            <p:cNvSpPr/>
            <p:nvPr/>
          </p:nvSpPr>
          <p:spPr>
            <a:xfrm>
              <a:off x="6362303" y="2311055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7" name="pt6697"/>
            <p:cNvSpPr/>
            <p:nvPr/>
          </p:nvSpPr>
          <p:spPr>
            <a:xfrm>
              <a:off x="6496053" y="224329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8" name="pt6698"/>
            <p:cNvSpPr/>
            <p:nvPr/>
          </p:nvSpPr>
          <p:spPr>
            <a:xfrm>
              <a:off x="6425052" y="1955363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9" name="pt6699"/>
            <p:cNvSpPr/>
            <p:nvPr/>
          </p:nvSpPr>
          <p:spPr>
            <a:xfrm>
              <a:off x="5842665" y="2466674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0" name="pt6700"/>
            <p:cNvSpPr/>
            <p:nvPr/>
          </p:nvSpPr>
          <p:spPr>
            <a:xfrm>
              <a:off x="5748990" y="2188682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1" name="pt6701"/>
            <p:cNvSpPr/>
            <p:nvPr/>
          </p:nvSpPr>
          <p:spPr>
            <a:xfrm>
              <a:off x="6569411" y="2153904"/>
              <a:ext cx="16849" cy="16849"/>
            </a:xfrm>
            <a:prstGeom prst="ellipse">
              <a:avLst/>
            </a:prstGeom>
            <a:solidFill>
              <a:srgbClr val="32AC80">
                <a:alpha val="45098"/>
              </a:srgbClr>
            </a:solidFill>
            <a:ln w="7363" cap="rnd">
              <a:solidFill>
                <a:srgbClr val="32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2" name="pt6702"/>
            <p:cNvSpPr/>
            <p:nvPr/>
          </p:nvSpPr>
          <p:spPr>
            <a:xfrm>
              <a:off x="6287042" y="2025778"/>
              <a:ext cx="16849" cy="16849"/>
            </a:xfrm>
            <a:prstGeom prst="ellipse">
              <a:avLst/>
            </a:prstGeom>
            <a:solidFill>
              <a:srgbClr val="5CBE6B">
                <a:alpha val="45098"/>
              </a:srgbClr>
            </a:solidFill>
            <a:ln w="7363" cap="rnd">
              <a:solidFill>
                <a:srgbClr val="5CBE6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3" name="pt6703"/>
            <p:cNvSpPr/>
            <p:nvPr/>
          </p:nvSpPr>
          <p:spPr>
            <a:xfrm>
              <a:off x="7087124" y="1728519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4" name="pt6704"/>
            <p:cNvSpPr/>
            <p:nvPr/>
          </p:nvSpPr>
          <p:spPr>
            <a:xfrm>
              <a:off x="6645380" y="2109710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5" name="pt6705"/>
            <p:cNvSpPr/>
            <p:nvPr/>
          </p:nvSpPr>
          <p:spPr>
            <a:xfrm>
              <a:off x="6543778" y="2124077"/>
              <a:ext cx="16849" cy="16849"/>
            </a:xfrm>
            <a:prstGeom prst="ellipse">
              <a:avLst/>
            </a:prstGeom>
            <a:solidFill>
              <a:srgbClr val="5EBF6A">
                <a:alpha val="45098"/>
              </a:srgbClr>
            </a:solidFill>
            <a:ln w="7363" cap="rnd">
              <a:solidFill>
                <a:srgbClr val="5EBF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6" name="pt6706"/>
            <p:cNvSpPr/>
            <p:nvPr/>
          </p:nvSpPr>
          <p:spPr>
            <a:xfrm>
              <a:off x="6830254" y="1863072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7" name="pt6707"/>
            <p:cNvSpPr/>
            <p:nvPr/>
          </p:nvSpPr>
          <p:spPr>
            <a:xfrm>
              <a:off x="6483527" y="2068465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8" name="pt6708"/>
            <p:cNvSpPr/>
            <p:nvPr/>
          </p:nvSpPr>
          <p:spPr>
            <a:xfrm>
              <a:off x="6149835" y="2306160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9" name="pt6709"/>
            <p:cNvSpPr/>
            <p:nvPr/>
          </p:nvSpPr>
          <p:spPr>
            <a:xfrm>
              <a:off x="6321133" y="2204106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0" name="pt6710"/>
            <p:cNvSpPr/>
            <p:nvPr/>
          </p:nvSpPr>
          <p:spPr>
            <a:xfrm>
              <a:off x="5558936" y="2428806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1" name="pt6711"/>
            <p:cNvSpPr/>
            <p:nvPr/>
          </p:nvSpPr>
          <p:spPr>
            <a:xfrm>
              <a:off x="6036268" y="2221960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2" name="pt6712"/>
            <p:cNvSpPr/>
            <p:nvPr/>
          </p:nvSpPr>
          <p:spPr>
            <a:xfrm>
              <a:off x="6146182" y="2320148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3" name="pt6713"/>
            <p:cNvSpPr/>
            <p:nvPr/>
          </p:nvSpPr>
          <p:spPr>
            <a:xfrm>
              <a:off x="5287725" y="2003505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4" name="pt6714"/>
            <p:cNvSpPr/>
            <p:nvPr/>
          </p:nvSpPr>
          <p:spPr>
            <a:xfrm>
              <a:off x="6820197" y="1908951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5" name="pt6715"/>
            <p:cNvSpPr/>
            <p:nvPr/>
          </p:nvSpPr>
          <p:spPr>
            <a:xfrm>
              <a:off x="6176266" y="226303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6" name="pt6716"/>
            <p:cNvSpPr/>
            <p:nvPr/>
          </p:nvSpPr>
          <p:spPr>
            <a:xfrm>
              <a:off x="6614968" y="2119276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7" name="pt6717"/>
            <p:cNvSpPr/>
            <p:nvPr/>
          </p:nvSpPr>
          <p:spPr>
            <a:xfrm>
              <a:off x="6472153" y="2083291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8" name="pt6718"/>
            <p:cNvSpPr/>
            <p:nvPr/>
          </p:nvSpPr>
          <p:spPr>
            <a:xfrm>
              <a:off x="5714098" y="2505779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9" name="pt6719"/>
            <p:cNvSpPr/>
            <p:nvPr/>
          </p:nvSpPr>
          <p:spPr>
            <a:xfrm>
              <a:off x="5665699" y="2460308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0" name="pt6720"/>
            <p:cNvSpPr/>
            <p:nvPr/>
          </p:nvSpPr>
          <p:spPr>
            <a:xfrm>
              <a:off x="5522701" y="245060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1" name="pt6721"/>
            <p:cNvSpPr/>
            <p:nvPr/>
          </p:nvSpPr>
          <p:spPr>
            <a:xfrm>
              <a:off x="6553426" y="2110188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2" name="pt6722"/>
            <p:cNvSpPr/>
            <p:nvPr/>
          </p:nvSpPr>
          <p:spPr>
            <a:xfrm>
              <a:off x="6086306" y="2405338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3" name="pt6723"/>
            <p:cNvSpPr/>
            <p:nvPr/>
          </p:nvSpPr>
          <p:spPr>
            <a:xfrm>
              <a:off x="5367521" y="2188137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4" name="pt6724"/>
            <p:cNvSpPr/>
            <p:nvPr/>
          </p:nvSpPr>
          <p:spPr>
            <a:xfrm>
              <a:off x="6463527" y="2077771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5" name="pt6725"/>
            <p:cNvSpPr/>
            <p:nvPr/>
          </p:nvSpPr>
          <p:spPr>
            <a:xfrm>
              <a:off x="7224466" y="1894754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6" name="pt6726"/>
            <p:cNvSpPr/>
            <p:nvPr/>
          </p:nvSpPr>
          <p:spPr>
            <a:xfrm>
              <a:off x="6423904" y="1980821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7" name="pt6727"/>
            <p:cNvSpPr/>
            <p:nvPr/>
          </p:nvSpPr>
          <p:spPr>
            <a:xfrm>
              <a:off x="5905613" y="2154757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8" name="pt6728"/>
            <p:cNvSpPr/>
            <p:nvPr/>
          </p:nvSpPr>
          <p:spPr>
            <a:xfrm>
              <a:off x="6463557" y="2022574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9" name="pt6729"/>
            <p:cNvSpPr/>
            <p:nvPr/>
          </p:nvSpPr>
          <p:spPr>
            <a:xfrm>
              <a:off x="6188452" y="2272457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0" name="pt6730"/>
            <p:cNvSpPr/>
            <p:nvPr/>
          </p:nvSpPr>
          <p:spPr>
            <a:xfrm>
              <a:off x="6527478" y="2249943"/>
              <a:ext cx="16849" cy="16849"/>
            </a:xfrm>
            <a:prstGeom prst="ellipse">
              <a:avLst/>
            </a:prstGeom>
            <a:solidFill>
              <a:srgbClr val="8DD44D">
                <a:alpha val="45098"/>
              </a:srgbClr>
            </a:solidFill>
            <a:ln w="7363" cap="rnd">
              <a:solidFill>
                <a:srgbClr val="8D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1" name="pt6731"/>
            <p:cNvSpPr/>
            <p:nvPr/>
          </p:nvSpPr>
          <p:spPr>
            <a:xfrm>
              <a:off x="5436747" y="233679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2" name="pt6732"/>
            <p:cNvSpPr/>
            <p:nvPr/>
          </p:nvSpPr>
          <p:spPr>
            <a:xfrm>
              <a:off x="5424054" y="2547913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3" name="pt6733"/>
            <p:cNvSpPr/>
            <p:nvPr/>
          </p:nvSpPr>
          <p:spPr>
            <a:xfrm>
              <a:off x="5898590" y="203485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4" name="pt6734"/>
            <p:cNvSpPr/>
            <p:nvPr/>
          </p:nvSpPr>
          <p:spPr>
            <a:xfrm>
              <a:off x="6724080" y="2033077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5" name="pt6735"/>
            <p:cNvSpPr/>
            <p:nvPr/>
          </p:nvSpPr>
          <p:spPr>
            <a:xfrm>
              <a:off x="6383819" y="2241173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6" name="pt6736"/>
            <p:cNvSpPr/>
            <p:nvPr/>
          </p:nvSpPr>
          <p:spPr>
            <a:xfrm>
              <a:off x="6400645" y="2103986"/>
              <a:ext cx="16849" cy="16849"/>
            </a:xfrm>
            <a:prstGeom prst="ellipse">
              <a:avLst/>
            </a:prstGeom>
            <a:solidFill>
              <a:srgbClr val="45B279">
                <a:alpha val="45098"/>
              </a:srgbClr>
            </a:solidFill>
            <a:ln w="7363" cap="rnd">
              <a:solidFill>
                <a:srgbClr val="45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7" name="pt6737"/>
            <p:cNvSpPr/>
            <p:nvPr/>
          </p:nvSpPr>
          <p:spPr>
            <a:xfrm>
              <a:off x="6492610" y="2123581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8" name="pt6738"/>
            <p:cNvSpPr/>
            <p:nvPr/>
          </p:nvSpPr>
          <p:spPr>
            <a:xfrm>
              <a:off x="5853384" y="1886758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9" name="pt6739"/>
            <p:cNvSpPr/>
            <p:nvPr/>
          </p:nvSpPr>
          <p:spPr>
            <a:xfrm>
              <a:off x="6399902" y="214181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0" name="pt6740"/>
            <p:cNvSpPr/>
            <p:nvPr/>
          </p:nvSpPr>
          <p:spPr>
            <a:xfrm>
              <a:off x="7007085" y="1580198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1" name="pt6741"/>
            <p:cNvSpPr/>
            <p:nvPr/>
          </p:nvSpPr>
          <p:spPr>
            <a:xfrm>
              <a:off x="6276142" y="221973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2" name="pt6742"/>
            <p:cNvSpPr/>
            <p:nvPr/>
          </p:nvSpPr>
          <p:spPr>
            <a:xfrm>
              <a:off x="5421553" y="2128051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3" name="pt6743"/>
            <p:cNvSpPr/>
            <p:nvPr/>
          </p:nvSpPr>
          <p:spPr>
            <a:xfrm>
              <a:off x="6678899" y="212003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4" name="pt6744"/>
            <p:cNvSpPr/>
            <p:nvPr/>
          </p:nvSpPr>
          <p:spPr>
            <a:xfrm>
              <a:off x="5378171" y="246957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5" name="pt6745"/>
            <p:cNvSpPr/>
            <p:nvPr/>
          </p:nvSpPr>
          <p:spPr>
            <a:xfrm>
              <a:off x="5261310" y="2397712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6" name="pt6746"/>
            <p:cNvSpPr/>
            <p:nvPr/>
          </p:nvSpPr>
          <p:spPr>
            <a:xfrm>
              <a:off x="6227115" y="2309090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7" name="pt6747"/>
            <p:cNvSpPr/>
            <p:nvPr/>
          </p:nvSpPr>
          <p:spPr>
            <a:xfrm>
              <a:off x="6035168" y="2354491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8" name="pt6748"/>
            <p:cNvSpPr/>
            <p:nvPr/>
          </p:nvSpPr>
          <p:spPr>
            <a:xfrm>
              <a:off x="6148907" y="229367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9" name="pt6749"/>
            <p:cNvSpPr/>
            <p:nvPr/>
          </p:nvSpPr>
          <p:spPr>
            <a:xfrm>
              <a:off x="6242884" y="2271652"/>
              <a:ext cx="16849" cy="16849"/>
            </a:xfrm>
            <a:prstGeom prst="ellipse">
              <a:avLst/>
            </a:prstGeom>
            <a:solidFill>
              <a:srgbClr val="45B279">
                <a:alpha val="45098"/>
              </a:srgbClr>
            </a:solidFill>
            <a:ln w="7363" cap="rnd">
              <a:solidFill>
                <a:srgbClr val="45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0" name="pt6750"/>
            <p:cNvSpPr/>
            <p:nvPr/>
          </p:nvSpPr>
          <p:spPr>
            <a:xfrm>
              <a:off x="5702799" y="255940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1" name="pt6751"/>
            <p:cNvSpPr/>
            <p:nvPr/>
          </p:nvSpPr>
          <p:spPr>
            <a:xfrm>
              <a:off x="6798997" y="1852995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2" name="pt6752"/>
            <p:cNvSpPr/>
            <p:nvPr/>
          </p:nvSpPr>
          <p:spPr>
            <a:xfrm>
              <a:off x="5368284" y="2483759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3" name="pt6753"/>
            <p:cNvSpPr/>
            <p:nvPr/>
          </p:nvSpPr>
          <p:spPr>
            <a:xfrm>
              <a:off x="6423375" y="2022937"/>
              <a:ext cx="16849" cy="16849"/>
            </a:xfrm>
            <a:prstGeom prst="ellipse">
              <a:avLst/>
            </a:prstGeom>
            <a:solidFill>
              <a:srgbClr val="71CB5A">
                <a:alpha val="45098"/>
              </a:srgbClr>
            </a:solidFill>
            <a:ln w="7363" cap="rnd">
              <a:solidFill>
                <a:srgbClr val="71CB5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4" name="pt6754"/>
            <p:cNvSpPr/>
            <p:nvPr/>
          </p:nvSpPr>
          <p:spPr>
            <a:xfrm>
              <a:off x="5818688" y="2537663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5" name="pt6755"/>
            <p:cNvSpPr/>
            <p:nvPr/>
          </p:nvSpPr>
          <p:spPr>
            <a:xfrm>
              <a:off x="6307576" y="2182764"/>
              <a:ext cx="16849" cy="16849"/>
            </a:xfrm>
            <a:prstGeom prst="ellipse">
              <a:avLst/>
            </a:prstGeom>
            <a:solidFill>
              <a:srgbClr val="44B279">
                <a:alpha val="45098"/>
              </a:srgbClr>
            </a:solidFill>
            <a:ln w="7363" cap="rnd">
              <a:solidFill>
                <a:srgbClr val="44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6" name="pt6756"/>
            <p:cNvSpPr/>
            <p:nvPr/>
          </p:nvSpPr>
          <p:spPr>
            <a:xfrm>
              <a:off x="6253130" y="2123717"/>
              <a:ext cx="16849" cy="16849"/>
            </a:xfrm>
            <a:prstGeom prst="ellipse">
              <a:avLst/>
            </a:prstGeom>
            <a:solidFill>
              <a:srgbClr val="C5DE3E">
                <a:alpha val="45098"/>
              </a:srgbClr>
            </a:solidFill>
            <a:ln w="7363" cap="rnd">
              <a:solidFill>
                <a:srgbClr val="C5DE3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7" name="pt6757"/>
            <p:cNvSpPr/>
            <p:nvPr/>
          </p:nvSpPr>
          <p:spPr>
            <a:xfrm>
              <a:off x="6443794" y="2010548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8" name="pt6758"/>
            <p:cNvSpPr/>
            <p:nvPr/>
          </p:nvSpPr>
          <p:spPr>
            <a:xfrm>
              <a:off x="6051565" y="2351597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9" name="pt6759"/>
            <p:cNvSpPr/>
            <p:nvPr/>
          </p:nvSpPr>
          <p:spPr>
            <a:xfrm>
              <a:off x="5845460" y="2516852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0" name="pt6760"/>
            <p:cNvSpPr/>
            <p:nvPr/>
          </p:nvSpPr>
          <p:spPr>
            <a:xfrm>
              <a:off x="5196607" y="2011051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1" name="pt6761"/>
            <p:cNvSpPr/>
            <p:nvPr/>
          </p:nvSpPr>
          <p:spPr>
            <a:xfrm>
              <a:off x="6849942" y="1863344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2" name="pt6762"/>
            <p:cNvSpPr/>
            <p:nvPr/>
          </p:nvSpPr>
          <p:spPr>
            <a:xfrm>
              <a:off x="7017832" y="1797624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3" name="pt6763"/>
            <p:cNvSpPr/>
            <p:nvPr/>
          </p:nvSpPr>
          <p:spPr>
            <a:xfrm>
              <a:off x="6466390" y="2083672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4" name="pt6764"/>
            <p:cNvSpPr/>
            <p:nvPr/>
          </p:nvSpPr>
          <p:spPr>
            <a:xfrm>
              <a:off x="5903392" y="2181119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5" name="pt6765"/>
            <p:cNvSpPr/>
            <p:nvPr/>
          </p:nvSpPr>
          <p:spPr>
            <a:xfrm>
              <a:off x="6275649" y="2047942"/>
              <a:ext cx="16849" cy="16849"/>
            </a:xfrm>
            <a:prstGeom prst="ellipse">
              <a:avLst/>
            </a:prstGeom>
            <a:solidFill>
              <a:srgbClr val="A5D847">
                <a:alpha val="45098"/>
              </a:srgbClr>
            </a:solidFill>
            <a:ln w="7363" cap="rnd">
              <a:solidFill>
                <a:srgbClr val="A5D84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6" name="pt6766"/>
            <p:cNvSpPr/>
            <p:nvPr/>
          </p:nvSpPr>
          <p:spPr>
            <a:xfrm>
              <a:off x="6086034" y="2430966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7" name="pt6767"/>
            <p:cNvSpPr/>
            <p:nvPr/>
          </p:nvSpPr>
          <p:spPr>
            <a:xfrm>
              <a:off x="6366583" y="2174246"/>
              <a:ext cx="16849" cy="16849"/>
            </a:xfrm>
            <a:prstGeom prst="ellipse">
              <a:avLst/>
            </a:prstGeom>
            <a:solidFill>
              <a:srgbClr val="CCDF3C">
                <a:alpha val="45098"/>
              </a:srgbClr>
            </a:solidFill>
            <a:ln w="7363" cap="rnd">
              <a:solidFill>
                <a:srgbClr val="CCDF3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8" name="pt6768"/>
            <p:cNvSpPr/>
            <p:nvPr/>
          </p:nvSpPr>
          <p:spPr>
            <a:xfrm>
              <a:off x="6100086" y="240891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9" name="pt6769"/>
            <p:cNvSpPr/>
            <p:nvPr/>
          </p:nvSpPr>
          <p:spPr>
            <a:xfrm>
              <a:off x="5981657" y="2497692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0" name="pt6770"/>
            <p:cNvSpPr/>
            <p:nvPr/>
          </p:nvSpPr>
          <p:spPr>
            <a:xfrm>
              <a:off x="6187628" y="230226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1" name="pt6771"/>
            <p:cNvSpPr/>
            <p:nvPr/>
          </p:nvSpPr>
          <p:spPr>
            <a:xfrm>
              <a:off x="6353056" y="2226663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2" name="pt6772"/>
            <p:cNvSpPr/>
            <p:nvPr/>
          </p:nvSpPr>
          <p:spPr>
            <a:xfrm>
              <a:off x="7104233" y="1473109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3" name="pt6773"/>
            <p:cNvSpPr/>
            <p:nvPr/>
          </p:nvSpPr>
          <p:spPr>
            <a:xfrm>
              <a:off x="6992701" y="1869605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4" name="pt6774"/>
            <p:cNvSpPr/>
            <p:nvPr/>
          </p:nvSpPr>
          <p:spPr>
            <a:xfrm>
              <a:off x="4786466" y="2479952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5" name="pt6775"/>
            <p:cNvSpPr/>
            <p:nvPr/>
          </p:nvSpPr>
          <p:spPr>
            <a:xfrm>
              <a:off x="6298470" y="2039661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6" name="pt6776"/>
            <p:cNvSpPr/>
            <p:nvPr/>
          </p:nvSpPr>
          <p:spPr>
            <a:xfrm>
              <a:off x="6746409" y="200678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7" name="pt6777"/>
            <p:cNvSpPr/>
            <p:nvPr/>
          </p:nvSpPr>
          <p:spPr>
            <a:xfrm>
              <a:off x="6655598" y="2087091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8" name="pt6778"/>
            <p:cNvSpPr/>
            <p:nvPr/>
          </p:nvSpPr>
          <p:spPr>
            <a:xfrm>
              <a:off x="6065126" y="241168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9" name="pt6779"/>
            <p:cNvSpPr/>
            <p:nvPr/>
          </p:nvSpPr>
          <p:spPr>
            <a:xfrm>
              <a:off x="6142252" y="2060900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0" name="pt6780"/>
            <p:cNvSpPr/>
            <p:nvPr/>
          </p:nvSpPr>
          <p:spPr>
            <a:xfrm>
              <a:off x="6581456" y="234916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1" name="pt6781"/>
            <p:cNvSpPr/>
            <p:nvPr/>
          </p:nvSpPr>
          <p:spPr>
            <a:xfrm>
              <a:off x="6641710" y="2197220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2" name="pt6782"/>
            <p:cNvSpPr/>
            <p:nvPr/>
          </p:nvSpPr>
          <p:spPr>
            <a:xfrm>
              <a:off x="6046085" y="2368455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3" name="pt6783"/>
            <p:cNvSpPr/>
            <p:nvPr/>
          </p:nvSpPr>
          <p:spPr>
            <a:xfrm>
              <a:off x="5013741" y="3107018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4" name="pt6784"/>
            <p:cNvSpPr/>
            <p:nvPr/>
          </p:nvSpPr>
          <p:spPr>
            <a:xfrm>
              <a:off x="6570737" y="2237932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5" name="pt6785"/>
            <p:cNvSpPr/>
            <p:nvPr/>
          </p:nvSpPr>
          <p:spPr>
            <a:xfrm>
              <a:off x="6052376" y="2244343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6" name="pt6786"/>
            <p:cNvSpPr/>
            <p:nvPr/>
          </p:nvSpPr>
          <p:spPr>
            <a:xfrm>
              <a:off x="6076537" y="2347817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7" name="pt6787"/>
            <p:cNvSpPr/>
            <p:nvPr/>
          </p:nvSpPr>
          <p:spPr>
            <a:xfrm>
              <a:off x="5952100" y="227546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8" name="pt6788"/>
            <p:cNvSpPr/>
            <p:nvPr/>
          </p:nvSpPr>
          <p:spPr>
            <a:xfrm>
              <a:off x="6449911" y="1962460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9" name="pt6789"/>
            <p:cNvSpPr/>
            <p:nvPr/>
          </p:nvSpPr>
          <p:spPr>
            <a:xfrm>
              <a:off x="6104521" y="2259027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0" name="pt6790"/>
            <p:cNvSpPr/>
            <p:nvPr/>
          </p:nvSpPr>
          <p:spPr>
            <a:xfrm>
              <a:off x="6041963" y="220775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1" name="pt6791"/>
            <p:cNvSpPr/>
            <p:nvPr/>
          </p:nvSpPr>
          <p:spPr>
            <a:xfrm>
              <a:off x="6306272" y="2159983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2" name="pt6792"/>
            <p:cNvSpPr/>
            <p:nvPr/>
          </p:nvSpPr>
          <p:spPr>
            <a:xfrm>
              <a:off x="6026001" y="2233412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3" name="pt6793"/>
            <p:cNvSpPr/>
            <p:nvPr/>
          </p:nvSpPr>
          <p:spPr>
            <a:xfrm>
              <a:off x="6126904" y="2386035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4" name="pt6794"/>
            <p:cNvSpPr/>
            <p:nvPr/>
          </p:nvSpPr>
          <p:spPr>
            <a:xfrm>
              <a:off x="6584227" y="2156808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5" name="pt6795"/>
            <p:cNvSpPr/>
            <p:nvPr/>
          </p:nvSpPr>
          <p:spPr>
            <a:xfrm>
              <a:off x="5812643" y="2204548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6" name="pt6796"/>
            <p:cNvSpPr/>
            <p:nvPr/>
          </p:nvSpPr>
          <p:spPr>
            <a:xfrm>
              <a:off x="6240968" y="2304606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7" name="pt6797"/>
            <p:cNvSpPr/>
            <p:nvPr/>
          </p:nvSpPr>
          <p:spPr>
            <a:xfrm>
              <a:off x="6646384" y="2157844"/>
              <a:ext cx="16849" cy="16849"/>
            </a:xfrm>
            <a:prstGeom prst="ellipse">
              <a:avLst/>
            </a:prstGeom>
            <a:solidFill>
              <a:srgbClr val="7BD151">
                <a:alpha val="45098"/>
              </a:srgbClr>
            </a:solidFill>
            <a:ln w="7363" cap="rnd">
              <a:solidFill>
                <a:srgbClr val="7BD15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8" name="pt6798"/>
            <p:cNvSpPr/>
            <p:nvPr/>
          </p:nvSpPr>
          <p:spPr>
            <a:xfrm>
              <a:off x="6707340" y="220254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9" name="pt6799"/>
            <p:cNvSpPr/>
            <p:nvPr/>
          </p:nvSpPr>
          <p:spPr>
            <a:xfrm>
              <a:off x="6778127" y="1926708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0" name="pt6800"/>
            <p:cNvSpPr/>
            <p:nvPr/>
          </p:nvSpPr>
          <p:spPr>
            <a:xfrm>
              <a:off x="5771701" y="1995188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1" name="pt6801"/>
            <p:cNvSpPr/>
            <p:nvPr/>
          </p:nvSpPr>
          <p:spPr>
            <a:xfrm>
              <a:off x="6861345" y="2007922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2" name="pt6802"/>
            <p:cNvSpPr/>
            <p:nvPr/>
          </p:nvSpPr>
          <p:spPr>
            <a:xfrm>
              <a:off x="6485354" y="2109795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3" name="pt6803"/>
            <p:cNvSpPr/>
            <p:nvPr/>
          </p:nvSpPr>
          <p:spPr>
            <a:xfrm>
              <a:off x="6180672" y="2261712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4" name="pt6804"/>
            <p:cNvSpPr/>
            <p:nvPr/>
          </p:nvSpPr>
          <p:spPr>
            <a:xfrm>
              <a:off x="6246034" y="234959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5" name="pt6805"/>
            <p:cNvSpPr/>
            <p:nvPr/>
          </p:nvSpPr>
          <p:spPr>
            <a:xfrm>
              <a:off x="6810509" y="1857557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6" name="pt6806"/>
            <p:cNvSpPr/>
            <p:nvPr/>
          </p:nvSpPr>
          <p:spPr>
            <a:xfrm>
              <a:off x="6041837" y="2413491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7" name="pt6807"/>
            <p:cNvSpPr/>
            <p:nvPr/>
          </p:nvSpPr>
          <p:spPr>
            <a:xfrm>
              <a:off x="7367181" y="1621788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8" name="pt6808"/>
            <p:cNvSpPr/>
            <p:nvPr/>
          </p:nvSpPr>
          <p:spPr>
            <a:xfrm>
              <a:off x="5232232" y="231860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9" name="pt6809"/>
            <p:cNvSpPr/>
            <p:nvPr/>
          </p:nvSpPr>
          <p:spPr>
            <a:xfrm>
              <a:off x="6684864" y="198086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0" name="pt6810"/>
            <p:cNvSpPr/>
            <p:nvPr/>
          </p:nvSpPr>
          <p:spPr>
            <a:xfrm>
              <a:off x="6638512" y="2111646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1" name="pt6811"/>
            <p:cNvSpPr/>
            <p:nvPr/>
          </p:nvSpPr>
          <p:spPr>
            <a:xfrm>
              <a:off x="6108372" y="230735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2" name="pt6812"/>
            <p:cNvSpPr/>
            <p:nvPr/>
          </p:nvSpPr>
          <p:spPr>
            <a:xfrm>
              <a:off x="6658503" y="2069175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3" name="pt6813"/>
            <p:cNvSpPr/>
            <p:nvPr/>
          </p:nvSpPr>
          <p:spPr>
            <a:xfrm>
              <a:off x="6109463" y="2096687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4" name="pt6814"/>
            <p:cNvSpPr/>
            <p:nvPr/>
          </p:nvSpPr>
          <p:spPr>
            <a:xfrm>
              <a:off x="6534440" y="2079601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5" name="pt6815"/>
            <p:cNvSpPr/>
            <p:nvPr/>
          </p:nvSpPr>
          <p:spPr>
            <a:xfrm>
              <a:off x="5882658" y="197771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6" name="pt6816"/>
            <p:cNvSpPr/>
            <p:nvPr/>
          </p:nvSpPr>
          <p:spPr>
            <a:xfrm>
              <a:off x="6676966" y="1962373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7" name="pt6817"/>
            <p:cNvSpPr/>
            <p:nvPr/>
          </p:nvSpPr>
          <p:spPr>
            <a:xfrm>
              <a:off x="5785340" y="2140739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8" name="pt6818"/>
            <p:cNvSpPr/>
            <p:nvPr/>
          </p:nvSpPr>
          <p:spPr>
            <a:xfrm>
              <a:off x="5672349" y="2522713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9" name="pt6819"/>
            <p:cNvSpPr/>
            <p:nvPr/>
          </p:nvSpPr>
          <p:spPr>
            <a:xfrm>
              <a:off x="5688252" y="2613820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0" name="pt6820"/>
            <p:cNvSpPr/>
            <p:nvPr/>
          </p:nvSpPr>
          <p:spPr>
            <a:xfrm>
              <a:off x="6785292" y="1932304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1" name="pt6821"/>
            <p:cNvSpPr/>
            <p:nvPr/>
          </p:nvSpPr>
          <p:spPr>
            <a:xfrm>
              <a:off x="5516783" y="2647722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2" name="pt6822"/>
            <p:cNvSpPr/>
            <p:nvPr/>
          </p:nvSpPr>
          <p:spPr>
            <a:xfrm>
              <a:off x="5888256" y="2176828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3" name="pt6823"/>
            <p:cNvSpPr/>
            <p:nvPr/>
          </p:nvSpPr>
          <p:spPr>
            <a:xfrm>
              <a:off x="6154540" y="2303683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4" name="pt6824"/>
            <p:cNvSpPr/>
            <p:nvPr/>
          </p:nvSpPr>
          <p:spPr>
            <a:xfrm>
              <a:off x="6231092" y="2268991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5" name="pt6825"/>
            <p:cNvSpPr/>
            <p:nvPr/>
          </p:nvSpPr>
          <p:spPr>
            <a:xfrm>
              <a:off x="6769072" y="2124987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6" name="pt6826"/>
            <p:cNvSpPr/>
            <p:nvPr/>
          </p:nvSpPr>
          <p:spPr>
            <a:xfrm>
              <a:off x="6051537" y="2330624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7" name="pt6827"/>
            <p:cNvSpPr/>
            <p:nvPr/>
          </p:nvSpPr>
          <p:spPr>
            <a:xfrm>
              <a:off x="5983677" y="234154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8" name="pt6828"/>
            <p:cNvSpPr/>
            <p:nvPr/>
          </p:nvSpPr>
          <p:spPr>
            <a:xfrm>
              <a:off x="6028598" y="2338751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9" name="pt6829"/>
            <p:cNvSpPr/>
            <p:nvPr/>
          </p:nvSpPr>
          <p:spPr>
            <a:xfrm>
              <a:off x="6408874" y="2143506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0" name="pt6830"/>
            <p:cNvSpPr/>
            <p:nvPr/>
          </p:nvSpPr>
          <p:spPr>
            <a:xfrm>
              <a:off x="5430331" y="2200456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1" name="pt6831"/>
            <p:cNvSpPr/>
            <p:nvPr/>
          </p:nvSpPr>
          <p:spPr>
            <a:xfrm>
              <a:off x="5878720" y="2089521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2" name="pt6832"/>
            <p:cNvSpPr/>
            <p:nvPr/>
          </p:nvSpPr>
          <p:spPr>
            <a:xfrm>
              <a:off x="6062676" y="2431677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3" name="pt6833"/>
            <p:cNvSpPr/>
            <p:nvPr/>
          </p:nvSpPr>
          <p:spPr>
            <a:xfrm>
              <a:off x="5015670" y="2791954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4" name="pt6834"/>
            <p:cNvSpPr/>
            <p:nvPr/>
          </p:nvSpPr>
          <p:spPr>
            <a:xfrm>
              <a:off x="6338442" y="2169236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5" name="pt6835"/>
            <p:cNvSpPr/>
            <p:nvPr/>
          </p:nvSpPr>
          <p:spPr>
            <a:xfrm>
              <a:off x="6390149" y="2218893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6" name="pt6836"/>
            <p:cNvSpPr/>
            <p:nvPr/>
          </p:nvSpPr>
          <p:spPr>
            <a:xfrm>
              <a:off x="6431460" y="1906424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7" name="pt6837"/>
            <p:cNvSpPr/>
            <p:nvPr/>
          </p:nvSpPr>
          <p:spPr>
            <a:xfrm>
              <a:off x="5745485" y="2359866"/>
              <a:ext cx="16849" cy="16849"/>
            </a:xfrm>
            <a:prstGeom prst="ellipse">
              <a:avLst/>
            </a:prstGeom>
            <a:solidFill>
              <a:srgbClr val="78CF53">
                <a:alpha val="45098"/>
              </a:srgbClr>
            </a:solidFill>
            <a:ln w="7363" cap="rnd">
              <a:solidFill>
                <a:srgbClr val="78CF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8" name="pt6838"/>
            <p:cNvSpPr/>
            <p:nvPr/>
          </p:nvSpPr>
          <p:spPr>
            <a:xfrm>
              <a:off x="5795786" y="2091584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9" name="pt6839"/>
            <p:cNvSpPr/>
            <p:nvPr/>
          </p:nvSpPr>
          <p:spPr>
            <a:xfrm>
              <a:off x="5080551" y="2569290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0" name="pt6840"/>
            <p:cNvSpPr/>
            <p:nvPr/>
          </p:nvSpPr>
          <p:spPr>
            <a:xfrm>
              <a:off x="6204930" y="2219798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1" name="pt6841"/>
            <p:cNvSpPr/>
            <p:nvPr/>
          </p:nvSpPr>
          <p:spPr>
            <a:xfrm>
              <a:off x="5421222" y="2264910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2" name="pt6842"/>
            <p:cNvSpPr/>
            <p:nvPr/>
          </p:nvSpPr>
          <p:spPr>
            <a:xfrm>
              <a:off x="6036215" y="2351720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3" name="pt6843"/>
            <p:cNvSpPr/>
            <p:nvPr/>
          </p:nvSpPr>
          <p:spPr>
            <a:xfrm>
              <a:off x="6768484" y="195589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4" name="pt6844"/>
            <p:cNvSpPr/>
            <p:nvPr/>
          </p:nvSpPr>
          <p:spPr>
            <a:xfrm>
              <a:off x="6273676" y="2179338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5" name="pt6845"/>
            <p:cNvSpPr/>
            <p:nvPr/>
          </p:nvSpPr>
          <p:spPr>
            <a:xfrm>
              <a:off x="7395837" y="1500797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6" name="pt6846"/>
            <p:cNvSpPr/>
            <p:nvPr/>
          </p:nvSpPr>
          <p:spPr>
            <a:xfrm>
              <a:off x="5859769" y="2162260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7" name="pt6847"/>
            <p:cNvSpPr/>
            <p:nvPr/>
          </p:nvSpPr>
          <p:spPr>
            <a:xfrm>
              <a:off x="6115365" y="2130318"/>
              <a:ext cx="16849" cy="16849"/>
            </a:xfrm>
            <a:prstGeom prst="ellipse">
              <a:avLst/>
            </a:prstGeom>
            <a:solidFill>
              <a:srgbClr val="A5D848">
                <a:alpha val="45098"/>
              </a:srgbClr>
            </a:solidFill>
            <a:ln w="7363" cap="rnd">
              <a:solidFill>
                <a:srgbClr val="A5D84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8" name="pt6848"/>
            <p:cNvSpPr/>
            <p:nvPr/>
          </p:nvSpPr>
          <p:spPr>
            <a:xfrm>
              <a:off x="6469436" y="218762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9" name="pt6849"/>
            <p:cNvSpPr/>
            <p:nvPr/>
          </p:nvSpPr>
          <p:spPr>
            <a:xfrm>
              <a:off x="6745557" y="2135265"/>
              <a:ext cx="16849" cy="16849"/>
            </a:xfrm>
            <a:prstGeom prst="ellipse">
              <a:avLst/>
            </a:prstGeom>
            <a:solidFill>
              <a:srgbClr val="3AAE7D">
                <a:alpha val="45098"/>
              </a:srgbClr>
            </a:solidFill>
            <a:ln w="7363" cap="rnd">
              <a:solidFill>
                <a:srgbClr val="3AAE7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0" name="pt6850"/>
            <p:cNvSpPr/>
            <p:nvPr/>
          </p:nvSpPr>
          <p:spPr>
            <a:xfrm>
              <a:off x="6363854" y="232379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1" name="pt6851"/>
            <p:cNvSpPr/>
            <p:nvPr/>
          </p:nvSpPr>
          <p:spPr>
            <a:xfrm>
              <a:off x="6413734" y="2069321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2" name="pt6852"/>
            <p:cNvSpPr/>
            <p:nvPr/>
          </p:nvSpPr>
          <p:spPr>
            <a:xfrm>
              <a:off x="6929543" y="1874771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3" name="pt6853"/>
            <p:cNvSpPr/>
            <p:nvPr/>
          </p:nvSpPr>
          <p:spPr>
            <a:xfrm>
              <a:off x="5648711" y="236118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4" name="pt6854"/>
            <p:cNvSpPr/>
            <p:nvPr/>
          </p:nvSpPr>
          <p:spPr>
            <a:xfrm>
              <a:off x="5504683" y="2545919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5" name="pt6855"/>
            <p:cNvSpPr/>
            <p:nvPr/>
          </p:nvSpPr>
          <p:spPr>
            <a:xfrm>
              <a:off x="6036469" y="2248771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6" name="pt6856"/>
            <p:cNvSpPr/>
            <p:nvPr/>
          </p:nvSpPr>
          <p:spPr>
            <a:xfrm>
              <a:off x="6762245" y="2101520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7" name="pt6857"/>
            <p:cNvSpPr/>
            <p:nvPr/>
          </p:nvSpPr>
          <p:spPr>
            <a:xfrm>
              <a:off x="5696605" y="2170902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8" name="pt6858"/>
            <p:cNvSpPr/>
            <p:nvPr/>
          </p:nvSpPr>
          <p:spPr>
            <a:xfrm>
              <a:off x="6376603" y="239114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9" name="pt6859"/>
            <p:cNvSpPr/>
            <p:nvPr/>
          </p:nvSpPr>
          <p:spPr>
            <a:xfrm>
              <a:off x="5288671" y="212789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0" name="pt6860"/>
            <p:cNvSpPr/>
            <p:nvPr/>
          </p:nvSpPr>
          <p:spPr>
            <a:xfrm>
              <a:off x="5869356" y="2082971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1" name="pt6861"/>
            <p:cNvSpPr/>
            <p:nvPr/>
          </p:nvSpPr>
          <p:spPr>
            <a:xfrm>
              <a:off x="5939771" y="2045051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2" name="pt6862"/>
            <p:cNvSpPr/>
            <p:nvPr/>
          </p:nvSpPr>
          <p:spPr>
            <a:xfrm>
              <a:off x="5621463" y="2194530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3" name="pt6863"/>
            <p:cNvSpPr/>
            <p:nvPr/>
          </p:nvSpPr>
          <p:spPr>
            <a:xfrm>
              <a:off x="6200010" y="2250540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4" name="pt6864"/>
            <p:cNvSpPr/>
            <p:nvPr/>
          </p:nvSpPr>
          <p:spPr>
            <a:xfrm>
              <a:off x="6345672" y="1972340"/>
              <a:ext cx="16849" cy="16849"/>
            </a:xfrm>
            <a:prstGeom prst="ellipse">
              <a:avLst/>
            </a:prstGeom>
            <a:solidFill>
              <a:srgbClr val="C0DD40">
                <a:alpha val="45098"/>
              </a:srgbClr>
            </a:solidFill>
            <a:ln w="7363" cap="rnd">
              <a:solidFill>
                <a:srgbClr val="C0DD4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5" name="pt6865"/>
            <p:cNvSpPr/>
            <p:nvPr/>
          </p:nvSpPr>
          <p:spPr>
            <a:xfrm>
              <a:off x="5879009" y="2123987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6" name="pt6866"/>
            <p:cNvSpPr/>
            <p:nvPr/>
          </p:nvSpPr>
          <p:spPr>
            <a:xfrm>
              <a:off x="5494948" y="2505023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7" name="pt6867"/>
            <p:cNvSpPr/>
            <p:nvPr/>
          </p:nvSpPr>
          <p:spPr>
            <a:xfrm>
              <a:off x="4767866" y="2894574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8" name="pt6868"/>
            <p:cNvSpPr/>
            <p:nvPr/>
          </p:nvSpPr>
          <p:spPr>
            <a:xfrm>
              <a:off x="6348758" y="2166907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9" name="pt6869"/>
            <p:cNvSpPr/>
            <p:nvPr/>
          </p:nvSpPr>
          <p:spPr>
            <a:xfrm>
              <a:off x="4892201" y="2484874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0" name="pt6870"/>
            <p:cNvSpPr/>
            <p:nvPr/>
          </p:nvSpPr>
          <p:spPr>
            <a:xfrm>
              <a:off x="5432248" y="2308285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1" name="pt6871"/>
            <p:cNvSpPr/>
            <p:nvPr/>
          </p:nvSpPr>
          <p:spPr>
            <a:xfrm>
              <a:off x="6802982" y="172589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2" name="pt6872"/>
            <p:cNvSpPr/>
            <p:nvPr/>
          </p:nvSpPr>
          <p:spPr>
            <a:xfrm>
              <a:off x="6071865" y="234115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3" name="pt6873"/>
            <p:cNvSpPr/>
            <p:nvPr/>
          </p:nvSpPr>
          <p:spPr>
            <a:xfrm>
              <a:off x="6656957" y="2102032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4" name="pt6874"/>
            <p:cNvSpPr/>
            <p:nvPr/>
          </p:nvSpPr>
          <p:spPr>
            <a:xfrm>
              <a:off x="6822693" y="1861093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5" name="pt6875"/>
            <p:cNvSpPr/>
            <p:nvPr/>
          </p:nvSpPr>
          <p:spPr>
            <a:xfrm>
              <a:off x="6585416" y="2149598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6" name="pt6876"/>
            <p:cNvSpPr/>
            <p:nvPr/>
          </p:nvSpPr>
          <p:spPr>
            <a:xfrm>
              <a:off x="6183422" y="225922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7" name="pt6877"/>
            <p:cNvSpPr/>
            <p:nvPr/>
          </p:nvSpPr>
          <p:spPr>
            <a:xfrm>
              <a:off x="6717535" y="2013272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8" name="pt6878"/>
            <p:cNvSpPr/>
            <p:nvPr/>
          </p:nvSpPr>
          <p:spPr>
            <a:xfrm>
              <a:off x="5668731" y="2581819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9" name="pt6879"/>
            <p:cNvSpPr/>
            <p:nvPr/>
          </p:nvSpPr>
          <p:spPr>
            <a:xfrm>
              <a:off x="5046047" y="2570416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0" name="pt6880"/>
            <p:cNvSpPr/>
            <p:nvPr/>
          </p:nvSpPr>
          <p:spPr>
            <a:xfrm>
              <a:off x="6052472" y="2398313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1" name="pt6881"/>
            <p:cNvSpPr/>
            <p:nvPr/>
          </p:nvSpPr>
          <p:spPr>
            <a:xfrm>
              <a:off x="5788423" y="2011396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2" name="pt6882"/>
            <p:cNvSpPr/>
            <p:nvPr/>
          </p:nvSpPr>
          <p:spPr>
            <a:xfrm>
              <a:off x="6385476" y="2364785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3" name="pt6883"/>
            <p:cNvSpPr/>
            <p:nvPr/>
          </p:nvSpPr>
          <p:spPr>
            <a:xfrm>
              <a:off x="5907128" y="2178600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4" name="pt6884"/>
            <p:cNvSpPr/>
            <p:nvPr/>
          </p:nvSpPr>
          <p:spPr>
            <a:xfrm>
              <a:off x="5544973" y="2278873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5" name="pt6885"/>
            <p:cNvSpPr/>
            <p:nvPr/>
          </p:nvSpPr>
          <p:spPr>
            <a:xfrm>
              <a:off x="6319122" y="234563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6" name="pt6886"/>
            <p:cNvSpPr/>
            <p:nvPr/>
          </p:nvSpPr>
          <p:spPr>
            <a:xfrm>
              <a:off x="6568909" y="2072586"/>
              <a:ext cx="16849" cy="16849"/>
            </a:xfrm>
            <a:prstGeom prst="ellipse">
              <a:avLst/>
            </a:prstGeom>
            <a:solidFill>
              <a:srgbClr val="81D250">
                <a:alpha val="45098"/>
              </a:srgbClr>
            </a:solidFill>
            <a:ln w="7363" cap="rnd">
              <a:solidFill>
                <a:srgbClr val="81D25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7" name="pt6887"/>
            <p:cNvSpPr/>
            <p:nvPr/>
          </p:nvSpPr>
          <p:spPr>
            <a:xfrm>
              <a:off x="5830407" y="2389660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8" name="pt6888"/>
            <p:cNvSpPr/>
            <p:nvPr/>
          </p:nvSpPr>
          <p:spPr>
            <a:xfrm>
              <a:off x="6156209" y="239026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9" name="pt6889"/>
            <p:cNvSpPr/>
            <p:nvPr/>
          </p:nvSpPr>
          <p:spPr>
            <a:xfrm>
              <a:off x="6683800" y="1983556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0" name="pt6890"/>
            <p:cNvSpPr/>
            <p:nvPr/>
          </p:nvSpPr>
          <p:spPr>
            <a:xfrm>
              <a:off x="6313424" y="2246218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1" name="pt6891"/>
            <p:cNvSpPr/>
            <p:nvPr/>
          </p:nvSpPr>
          <p:spPr>
            <a:xfrm>
              <a:off x="6518443" y="2187012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2" name="pt6892"/>
            <p:cNvSpPr/>
            <p:nvPr/>
          </p:nvSpPr>
          <p:spPr>
            <a:xfrm>
              <a:off x="5942309" y="2021456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3" name="pt6893"/>
            <p:cNvSpPr/>
            <p:nvPr/>
          </p:nvSpPr>
          <p:spPr>
            <a:xfrm>
              <a:off x="6090166" y="2175634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4" name="pt6894"/>
            <p:cNvSpPr/>
            <p:nvPr/>
          </p:nvSpPr>
          <p:spPr>
            <a:xfrm>
              <a:off x="6297097" y="1971907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5" name="pt6895"/>
            <p:cNvSpPr/>
            <p:nvPr/>
          </p:nvSpPr>
          <p:spPr>
            <a:xfrm>
              <a:off x="5949500" y="1974390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6" name="pt6896"/>
            <p:cNvSpPr/>
            <p:nvPr/>
          </p:nvSpPr>
          <p:spPr>
            <a:xfrm>
              <a:off x="6605058" y="227128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7" name="pt6897"/>
            <p:cNvSpPr/>
            <p:nvPr/>
          </p:nvSpPr>
          <p:spPr>
            <a:xfrm>
              <a:off x="6066017" y="243477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8" name="pt6898"/>
            <p:cNvSpPr/>
            <p:nvPr/>
          </p:nvSpPr>
          <p:spPr>
            <a:xfrm>
              <a:off x="6611458" y="2250973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9" name="pt6899"/>
            <p:cNvSpPr/>
            <p:nvPr/>
          </p:nvSpPr>
          <p:spPr>
            <a:xfrm>
              <a:off x="6188294" y="226486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0" name="pt6900"/>
            <p:cNvSpPr/>
            <p:nvPr/>
          </p:nvSpPr>
          <p:spPr>
            <a:xfrm>
              <a:off x="5523653" y="2473863"/>
              <a:ext cx="16849" cy="16849"/>
            </a:xfrm>
            <a:prstGeom prst="ellipse">
              <a:avLst/>
            </a:prstGeom>
            <a:solidFill>
              <a:srgbClr val="38AE7E">
                <a:alpha val="45098"/>
              </a:srgbClr>
            </a:solidFill>
            <a:ln w="7363" cap="rnd">
              <a:solidFill>
                <a:srgbClr val="38AE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1" name="pt6901"/>
            <p:cNvSpPr/>
            <p:nvPr/>
          </p:nvSpPr>
          <p:spPr>
            <a:xfrm>
              <a:off x="5727581" y="2216794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2" name="pt6902"/>
            <p:cNvSpPr/>
            <p:nvPr/>
          </p:nvSpPr>
          <p:spPr>
            <a:xfrm>
              <a:off x="6122300" y="2338449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3" name="pt6903"/>
            <p:cNvSpPr/>
            <p:nvPr/>
          </p:nvSpPr>
          <p:spPr>
            <a:xfrm>
              <a:off x="6764002" y="2156043"/>
              <a:ext cx="16849" cy="16849"/>
            </a:xfrm>
            <a:prstGeom prst="ellipse">
              <a:avLst/>
            </a:prstGeom>
            <a:solidFill>
              <a:srgbClr val="81D250">
                <a:alpha val="45098"/>
              </a:srgbClr>
            </a:solidFill>
            <a:ln w="7363" cap="rnd">
              <a:solidFill>
                <a:srgbClr val="81D25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4" name="pt6904"/>
            <p:cNvSpPr/>
            <p:nvPr/>
          </p:nvSpPr>
          <p:spPr>
            <a:xfrm>
              <a:off x="6307323" y="2187337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5" name="pt6905"/>
            <p:cNvSpPr/>
            <p:nvPr/>
          </p:nvSpPr>
          <p:spPr>
            <a:xfrm>
              <a:off x="6251826" y="229215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6" name="pt6906"/>
            <p:cNvSpPr/>
            <p:nvPr/>
          </p:nvSpPr>
          <p:spPr>
            <a:xfrm>
              <a:off x="6706930" y="220255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7" name="pt6907"/>
            <p:cNvSpPr/>
            <p:nvPr/>
          </p:nvSpPr>
          <p:spPr>
            <a:xfrm>
              <a:off x="5692479" y="2476747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8" name="pt6908"/>
            <p:cNvSpPr/>
            <p:nvPr/>
          </p:nvSpPr>
          <p:spPr>
            <a:xfrm>
              <a:off x="6013367" y="2396924"/>
              <a:ext cx="16849" cy="16849"/>
            </a:xfrm>
            <a:prstGeom prst="ellipse">
              <a:avLst/>
            </a:prstGeom>
            <a:solidFill>
              <a:srgbClr val="32AC80">
                <a:alpha val="45098"/>
              </a:srgbClr>
            </a:solidFill>
            <a:ln w="7363" cap="rnd">
              <a:solidFill>
                <a:srgbClr val="32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9" name="pt6909"/>
            <p:cNvSpPr/>
            <p:nvPr/>
          </p:nvSpPr>
          <p:spPr>
            <a:xfrm>
              <a:off x="5711355" y="243182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0" name="pt6910"/>
            <p:cNvSpPr/>
            <p:nvPr/>
          </p:nvSpPr>
          <p:spPr>
            <a:xfrm>
              <a:off x="7062440" y="1847662"/>
              <a:ext cx="16849" cy="16849"/>
            </a:xfrm>
            <a:prstGeom prst="ellipse">
              <a:avLst/>
            </a:prstGeom>
            <a:solidFill>
              <a:srgbClr val="97D64B">
                <a:alpha val="45098"/>
              </a:srgbClr>
            </a:solidFill>
            <a:ln w="7363" cap="rnd">
              <a:solidFill>
                <a:srgbClr val="97D64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1" name="pt6911"/>
            <p:cNvSpPr/>
            <p:nvPr/>
          </p:nvSpPr>
          <p:spPr>
            <a:xfrm>
              <a:off x="6249474" y="2317795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2" name="pt6912"/>
            <p:cNvSpPr/>
            <p:nvPr/>
          </p:nvSpPr>
          <p:spPr>
            <a:xfrm>
              <a:off x="6611975" y="2131959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3" name="pt6913"/>
            <p:cNvSpPr/>
            <p:nvPr/>
          </p:nvSpPr>
          <p:spPr>
            <a:xfrm>
              <a:off x="6141602" y="229349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4" name="pt6914"/>
            <p:cNvSpPr/>
            <p:nvPr/>
          </p:nvSpPr>
          <p:spPr>
            <a:xfrm>
              <a:off x="6686884" y="1990154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5" name="pt6915"/>
            <p:cNvSpPr/>
            <p:nvPr/>
          </p:nvSpPr>
          <p:spPr>
            <a:xfrm>
              <a:off x="6109542" y="2301256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6" name="pt6916"/>
            <p:cNvSpPr/>
            <p:nvPr/>
          </p:nvSpPr>
          <p:spPr>
            <a:xfrm>
              <a:off x="5583551" y="1885375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7" name="pt6917"/>
            <p:cNvSpPr/>
            <p:nvPr/>
          </p:nvSpPr>
          <p:spPr>
            <a:xfrm>
              <a:off x="6065644" y="2431620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8" name="pt6918"/>
            <p:cNvSpPr/>
            <p:nvPr/>
          </p:nvSpPr>
          <p:spPr>
            <a:xfrm>
              <a:off x="6223945" y="2271411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9" name="pt6919"/>
            <p:cNvSpPr/>
            <p:nvPr/>
          </p:nvSpPr>
          <p:spPr>
            <a:xfrm>
              <a:off x="5592506" y="2497922"/>
              <a:ext cx="16849" cy="16849"/>
            </a:xfrm>
            <a:prstGeom prst="ellipse">
              <a:avLst/>
            </a:prstGeom>
            <a:solidFill>
              <a:srgbClr val="2DAA81">
                <a:alpha val="45098"/>
              </a:srgbClr>
            </a:solidFill>
            <a:ln w="7363" cap="rnd">
              <a:solidFill>
                <a:srgbClr val="2DAA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0" name="pt6920"/>
            <p:cNvSpPr/>
            <p:nvPr/>
          </p:nvSpPr>
          <p:spPr>
            <a:xfrm>
              <a:off x="6050876" y="2299411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1" name="pt6921"/>
            <p:cNvSpPr/>
            <p:nvPr/>
          </p:nvSpPr>
          <p:spPr>
            <a:xfrm>
              <a:off x="6764473" y="2085338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2" name="pt6922"/>
            <p:cNvSpPr/>
            <p:nvPr/>
          </p:nvSpPr>
          <p:spPr>
            <a:xfrm>
              <a:off x="6624457" y="2050636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3" name="pt6923"/>
            <p:cNvSpPr/>
            <p:nvPr/>
          </p:nvSpPr>
          <p:spPr>
            <a:xfrm>
              <a:off x="6658992" y="2132565"/>
              <a:ext cx="16849" cy="16849"/>
            </a:xfrm>
            <a:prstGeom prst="ellipse">
              <a:avLst/>
            </a:prstGeom>
            <a:solidFill>
              <a:srgbClr val="C0DD40">
                <a:alpha val="45098"/>
              </a:srgbClr>
            </a:solidFill>
            <a:ln w="7363" cap="rnd">
              <a:solidFill>
                <a:srgbClr val="C0DD4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4" name="pt6924"/>
            <p:cNvSpPr/>
            <p:nvPr/>
          </p:nvSpPr>
          <p:spPr>
            <a:xfrm>
              <a:off x="6669609" y="1970137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5" name="pt6925"/>
            <p:cNvSpPr/>
            <p:nvPr/>
          </p:nvSpPr>
          <p:spPr>
            <a:xfrm>
              <a:off x="6553240" y="2203144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6" name="pt6926"/>
            <p:cNvSpPr/>
            <p:nvPr/>
          </p:nvSpPr>
          <p:spPr>
            <a:xfrm>
              <a:off x="5509376" y="2413203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7" name="pt6927"/>
            <p:cNvSpPr/>
            <p:nvPr/>
          </p:nvSpPr>
          <p:spPr>
            <a:xfrm>
              <a:off x="6184881" y="224345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8" name="pt6928"/>
            <p:cNvSpPr/>
            <p:nvPr/>
          </p:nvSpPr>
          <p:spPr>
            <a:xfrm>
              <a:off x="6441345" y="1781789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9" name="pt6929"/>
            <p:cNvSpPr/>
            <p:nvPr/>
          </p:nvSpPr>
          <p:spPr>
            <a:xfrm>
              <a:off x="5554151" y="2523484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0" name="pt6930"/>
            <p:cNvSpPr/>
            <p:nvPr/>
          </p:nvSpPr>
          <p:spPr>
            <a:xfrm>
              <a:off x="6316760" y="233236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1" name="pt6931"/>
            <p:cNvSpPr/>
            <p:nvPr/>
          </p:nvSpPr>
          <p:spPr>
            <a:xfrm>
              <a:off x="6633669" y="224771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2" name="pt6932"/>
            <p:cNvSpPr/>
            <p:nvPr/>
          </p:nvSpPr>
          <p:spPr>
            <a:xfrm>
              <a:off x="5738820" y="2012534"/>
              <a:ext cx="16849" cy="16849"/>
            </a:xfrm>
            <a:prstGeom prst="ellipse">
              <a:avLst/>
            </a:prstGeom>
            <a:solidFill>
              <a:srgbClr val="DCE236">
                <a:alpha val="45098"/>
              </a:srgbClr>
            </a:solidFill>
            <a:ln w="7363" cap="rnd">
              <a:solidFill>
                <a:srgbClr val="DCE23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3" name="pt6933"/>
            <p:cNvSpPr/>
            <p:nvPr/>
          </p:nvSpPr>
          <p:spPr>
            <a:xfrm>
              <a:off x="5966520" y="2343530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4" name="pt6934"/>
            <p:cNvSpPr/>
            <p:nvPr/>
          </p:nvSpPr>
          <p:spPr>
            <a:xfrm>
              <a:off x="6536471" y="2155051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5" name="pt6935"/>
            <p:cNvSpPr/>
            <p:nvPr/>
          </p:nvSpPr>
          <p:spPr>
            <a:xfrm>
              <a:off x="6759971" y="2033530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6" name="pt6936"/>
            <p:cNvSpPr/>
            <p:nvPr/>
          </p:nvSpPr>
          <p:spPr>
            <a:xfrm>
              <a:off x="7013973" y="1845272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7" name="pt6937"/>
            <p:cNvSpPr/>
            <p:nvPr/>
          </p:nvSpPr>
          <p:spPr>
            <a:xfrm>
              <a:off x="6932377" y="1858483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8" name="pt6938"/>
            <p:cNvSpPr/>
            <p:nvPr/>
          </p:nvSpPr>
          <p:spPr>
            <a:xfrm>
              <a:off x="6441708" y="2022582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9" name="pt6939"/>
            <p:cNvSpPr/>
            <p:nvPr/>
          </p:nvSpPr>
          <p:spPr>
            <a:xfrm>
              <a:off x="6276742" y="2203219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0" name="pt6940"/>
            <p:cNvSpPr/>
            <p:nvPr/>
          </p:nvSpPr>
          <p:spPr>
            <a:xfrm>
              <a:off x="6698893" y="2029005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1" name="pt6941"/>
            <p:cNvSpPr/>
            <p:nvPr/>
          </p:nvSpPr>
          <p:spPr>
            <a:xfrm>
              <a:off x="6173973" y="2121997"/>
              <a:ext cx="16849" cy="16849"/>
            </a:xfrm>
            <a:prstGeom prst="ellipse">
              <a:avLst/>
            </a:prstGeom>
            <a:solidFill>
              <a:srgbClr val="299987">
                <a:alpha val="45098"/>
              </a:srgbClr>
            </a:solidFill>
            <a:ln w="7363" cap="rnd">
              <a:solidFill>
                <a:srgbClr val="2999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2" name="pt6942"/>
            <p:cNvSpPr/>
            <p:nvPr/>
          </p:nvSpPr>
          <p:spPr>
            <a:xfrm>
              <a:off x="6353035" y="211602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3" name="pt6943"/>
            <p:cNvSpPr/>
            <p:nvPr/>
          </p:nvSpPr>
          <p:spPr>
            <a:xfrm>
              <a:off x="6587604" y="216217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4" name="pt6944"/>
            <p:cNvSpPr/>
            <p:nvPr/>
          </p:nvSpPr>
          <p:spPr>
            <a:xfrm>
              <a:off x="6726403" y="1808702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5" name="pt6945"/>
            <p:cNvSpPr/>
            <p:nvPr/>
          </p:nvSpPr>
          <p:spPr>
            <a:xfrm>
              <a:off x="6349465" y="2206202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6" name="pt6946"/>
            <p:cNvSpPr/>
            <p:nvPr/>
          </p:nvSpPr>
          <p:spPr>
            <a:xfrm>
              <a:off x="6869931" y="1819680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7" name="pt6947"/>
            <p:cNvSpPr/>
            <p:nvPr/>
          </p:nvSpPr>
          <p:spPr>
            <a:xfrm>
              <a:off x="6277991" y="2073024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8" name="pt6948"/>
            <p:cNvSpPr/>
            <p:nvPr/>
          </p:nvSpPr>
          <p:spPr>
            <a:xfrm>
              <a:off x="6098910" y="217949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9" name="pt6949"/>
            <p:cNvSpPr/>
            <p:nvPr/>
          </p:nvSpPr>
          <p:spPr>
            <a:xfrm>
              <a:off x="6121576" y="2285915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0" name="pt6950"/>
            <p:cNvSpPr/>
            <p:nvPr/>
          </p:nvSpPr>
          <p:spPr>
            <a:xfrm>
              <a:off x="5753177" y="2223458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1" name="pt6951"/>
            <p:cNvSpPr/>
            <p:nvPr/>
          </p:nvSpPr>
          <p:spPr>
            <a:xfrm>
              <a:off x="5991836" y="2655388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2" name="pt6952"/>
            <p:cNvSpPr/>
            <p:nvPr/>
          </p:nvSpPr>
          <p:spPr>
            <a:xfrm>
              <a:off x="6657420" y="2020610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3" name="pt6953"/>
            <p:cNvSpPr/>
            <p:nvPr/>
          </p:nvSpPr>
          <p:spPr>
            <a:xfrm>
              <a:off x="6181795" y="2247459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4" name="pt6954"/>
            <p:cNvSpPr/>
            <p:nvPr/>
          </p:nvSpPr>
          <p:spPr>
            <a:xfrm>
              <a:off x="6544023" y="2126374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5" name="pt6955"/>
            <p:cNvSpPr/>
            <p:nvPr/>
          </p:nvSpPr>
          <p:spPr>
            <a:xfrm>
              <a:off x="5950357" y="2212583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6" name="pt6956"/>
            <p:cNvSpPr/>
            <p:nvPr/>
          </p:nvSpPr>
          <p:spPr>
            <a:xfrm>
              <a:off x="5813885" y="2121308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7" name="pt6957"/>
            <p:cNvSpPr/>
            <p:nvPr/>
          </p:nvSpPr>
          <p:spPr>
            <a:xfrm>
              <a:off x="6103457" y="2236592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8" name="pt6958"/>
            <p:cNvSpPr/>
            <p:nvPr/>
          </p:nvSpPr>
          <p:spPr>
            <a:xfrm>
              <a:off x="5458965" y="2613638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9" name="pt6959"/>
            <p:cNvSpPr/>
            <p:nvPr/>
          </p:nvSpPr>
          <p:spPr>
            <a:xfrm>
              <a:off x="5826027" y="2450393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0" name="pt6960"/>
            <p:cNvSpPr/>
            <p:nvPr/>
          </p:nvSpPr>
          <p:spPr>
            <a:xfrm>
              <a:off x="6901204" y="1847128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1" name="pt6961"/>
            <p:cNvSpPr/>
            <p:nvPr/>
          </p:nvSpPr>
          <p:spPr>
            <a:xfrm>
              <a:off x="5713581" y="229815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2" name="pt6962"/>
            <p:cNvSpPr/>
            <p:nvPr/>
          </p:nvSpPr>
          <p:spPr>
            <a:xfrm>
              <a:off x="6281944" y="2214862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3" name="pt6963"/>
            <p:cNvSpPr/>
            <p:nvPr/>
          </p:nvSpPr>
          <p:spPr>
            <a:xfrm>
              <a:off x="6179912" y="229338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4" name="pt6964"/>
            <p:cNvSpPr/>
            <p:nvPr/>
          </p:nvSpPr>
          <p:spPr>
            <a:xfrm>
              <a:off x="7611581" y="1033420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5" name="pt6965"/>
            <p:cNvSpPr/>
            <p:nvPr/>
          </p:nvSpPr>
          <p:spPr>
            <a:xfrm>
              <a:off x="5685898" y="251215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6" name="pt6966"/>
            <p:cNvSpPr/>
            <p:nvPr/>
          </p:nvSpPr>
          <p:spPr>
            <a:xfrm>
              <a:off x="7105699" y="1554735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7" name="pt6967"/>
            <p:cNvSpPr/>
            <p:nvPr/>
          </p:nvSpPr>
          <p:spPr>
            <a:xfrm>
              <a:off x="6871649" y="1800912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8" name="pt6968"/>
            <p:cNvSpPr/>
            <p:nvPr/>
          </p:nvSpPr>
          <p:spPr>
            <a:xfrm>
              <a:off x="5557086" y="235738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9" name="pt6969"/>
            <p:cNvSpPr/>
            <p:nvPr/>
          </p:nvSpPr>
          <p:spPr>
            <a:xfrm>
              <a:off x="6502502" y="2064061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0" name="pt6970"/>
            <p:cNvSpPr/>
            <p:nvPr/>
          </p:nvSpPr>
          <p:spPr>
            <a:xfrm>
              <a:off x="6459736" y="2084775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1" name="pt6971"/>
            <p:cNvSpPr/>
            <p:nvPr/>
          </p:nvSpPr>
          <p:spPr>
            <a:xfrm>
              <a:off x="6727142" y="2098643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2" name="pt6972"/>
            <p:cNvSpPr/>
            <p:nvPr/>
          </p:nvSpPr>
          <p:spPr>
            <a:xfrm>
              <a:off x="5938711" y="192126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3" name="pt6973"/>
            <p:cNvSpPr/>
            <p:nvPr/>
          </p:nvSpPr>
          <p:spPr>
            <a:xfrm>
              <a:off x="6289611" y="2019128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4" name="pt6974"/>
            <p:cNvSpPr/>
            <p:nvPr/>
          </p:nvSpPr>
          <p:spPr>
            <a:xfrm>
              <a:off x="6279870" y="2071612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5" name="pt6975"/>
            <p:cNvSpPr/>
            <p:nvPr/>
          </p:nvSpPr>
          <p:spPr>
            <a:xfrm>
              <a:off x="6889863" y="171177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6" name="pt6976"/>
            <p:cNvSpPr/>
            <p:nvPr/>
          </p:nvSpPr>
          <p:spPr>
            <a:xfrm>
              <a:off x="5813712" y="2256220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7" name="pt6977"/>
            <p:cNvSpPr/>
            <p:nvPr/>
          </p:nvSpPr>
          <p:spPr>
            <a:xfrm>
              <a:off x="6664579" y="210222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8" name="pt6978"/>
            <p:cNvSpPr/>
            <p:nvPr/>
          </p:nvSpPr>
          <p:spPr>
            <a:xfrm>
              <a:off x="5918558" y="2117135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9" name="pt6979"/>
            <p:cNvSpPr/>
            <p:nvPr/>
          </p:nvSpPr>
          <p:spPr>
            <a:xfrm>
              <a:off x="5890039" y="2143212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0" name="pt6980"/>
            <p:cNvSpPr/>
            <p:nvPr/>
          </p:nvSpPr>
          <p:spPr>
            <a:xfrm>
              <a:off x="5972473" y="2419097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1" name="pt6981"/>
            <p:cNvSpPr/>
            <p:nvPr/>
          </p:nvSpPr>
          <p:spPr>
            <a:xfrm>
              <a:off x="6318724" y="2158728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2" name="pt6982"/>
            <p:cNvSpPr/>
            <p:nvPr/>
          </p:nvSpPr>
          <p:spPr>
            <a:xfrm>
              <a:off x="5985812" y="2454281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3" name="pt6983"/>
            <p:cNvSpPr/>
            <p:nvPr/>
          </p:nvSpPr>
          <p:spPr>
            <a:xfrm>
              <a:off x="6435001" y="1852582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4" name="pt6984"/>
            <p:cNvSpPr/>
            <p:nvPr/>
          </p:nvSpPr>
          <p:spPr>
            <a:xfrm>
              <a:off x="6218675" y="230629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5" name="pt6985"/>
            <p:cNvSpPr/>
            <p:nvPr/>
          </p:nvSpPr>
          <p:spPr>
            <a:xfrm>
              <a:off x="6820003" y="1624041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6" name="pt6986"/>
            <p:cNvSpPr/>
            <p:nvPr/>
          </p:nvSpPr>
          <p:spPr>
            <a:xfrm>
              <a:off x="5719289" y="2489723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7" name="pt6987"/>
            <p:cNvSpPr/>
            <p:nvPr/>
          </p:nvSpPr>
          <p:spPr>
            <a:xfrm>
              <a:off x="6025022" y="2172642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8" name="pt6988"/>
            <p:cNvSpPr/>
            <p:nvPr/>
          </p:nvSpPr>
          <p:spPr>
            <a:xfrm>
              <a:off x="6229201" y="2251762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9" name="pt6989"/>
            <p:cNvSpPr/>
            <p:nvPr/>
          </p:nvSpPr>
          <p:spPr>
            <a:xfrm>
              <a:off x="6285356" y="2038951"/>
              <a:ext cx="16849" cy="16849"/>
            </a:xfrm>
            <a:prstGeom prst="ellipse">
              <a:avLst/>
            </a:prstGeom>
            <a:solidFill>
              <a:srgbClr val="AEDA45">
                <a:alpha val="45098"/>
              </a:srgbClr>
            </a:solidFill>
            <a:ln w="7363" cap="rnd">
              <a:solidFill>
                <a:srgbClr val="AEDA4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0" name="pt6990"/>
            <p:cNvSpPr/>
            <p:nvPr/>
          </p:nvSpPr>
          <p:spPr>
            <a:xfrm>
              <a:off x="5238454" y="2720207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1" name="pt6991"/>
            <p:cNvSpPr/>
            <p:nvPr/>
          </p:nvSpPr>
          <p:spPr>
            <a:xfrm>
              <a:off x="6565792" y="2118108"/>
              <a:ext cx="16849" cy="16849"/>
            </a:xfrm>
            <a:prstGeom prst="ellipse">
              <a:avLst/>
            </a:prstGeom>
            <a:solidFill>
              <a:srgbClr val="8DD44D">
                <a:alpha val="45098"/>
              </a:srgbClr>
            </a:solidFill>
            <a:ln w="7363" cap="rnd">
              <a:solidFill>
                <a:srgbClr val="8D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2" name="pt6992"/>
            <p:cNvSpPr/>
            <p:nvPr/>
          </p:nvSpPr>
          <p:spPr>
            <a:xfrm>
              <a:off x="6513250" y="240629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3" name="pt6993"/>
            <p:cNvSpPr/>
            <p:nvPr/>
          </p:nvSpPr>
          <p:spPr>
            <a:xfrm>
              <a:off x="5835722" y="2508641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4" name="pt6994"/>
            <p:cNvSpPr/>
            <p:nvPr/>
          </p:nvSpPr>
          <p:spPr>
            <a:xfrm>
              <a:off x="5861087" y="201041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5" name="pt6995"/>
            <p:cNvSpPr/>
            <p:nvPr/>
          </p:nvSpPr>
          <p:spPr>
            <a:xfrm>
              <a:off x="7058453" y="1590932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6" name="pt6996"/>
            <p:cNvSpPr/>
            <p:nvPr/>
          </p:nvSpPr>
          <p:spPr>
            <a:xfrm>
              <a:off x="6069176" y="2424384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7" name="pt6997"/>
            <p:cNvSpPr/>
            <p:nvPr/>
          </p:nvSpPr>
          <p:spPr>
            <a:xfrm>
              <a:off x="5889266" y="204245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8" name="pt6998"/>
            <p:cNvSpPr/>
            <p:nvPr/>
          </p:nvSpPr>
          <p:spPr>
            <a:xfrm>
              <a:off x="6838582" y="2021180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9" name="pt6999"/>
            <p:cNvSpPr/>
            <p:nvPr/>
          </p:nvSpPr>
          <p:spPr>
            <a:xfrm>
              <a:off x="5872074" y="2115560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0" name="pt7000"/>
            <p:cNvSpPr/>
            <p:nvPr/>
          </p:nvSpPr>
          <p:spPr>
            <a:xfrm>
              <a:off x="5973982" y="2365932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1" name="pt7001"/>
            <p:cNvSpPr/>
            <p:nvPr/>
          </p:nvSpPr>
          <p:spPr>
            <a:xfrm>
              <a:off x="6367311" y="2302953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2" name="pt7002"/>
            <p:cNvSpPr/>
            <p:nvPr/>
          </p:nvSpPr>
          <p:spPr>
            <a:xfrm>
              <a:off x="5529092" y="2516923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3" name="pt7003"/>
            <p:cNvSpPr/>
            <p:nvPr/>
          </p:nvSpPr>
          <p:spPr>
            <a:xfrm>
              <a:off x="6566185" y="2062192"/>
              <a:ext cx="16849" cy="16849"/>
            </a:xfrm>
            <a:prstGeom prst="ellipse">
              <a:avLst/>
            </a:prstGeom>
            <a:solidFill>
              <a:srgbClr val="28A983">
                <a:alpha val="45098"/>
              </a:srgbClr>
            </a:solidFill>
            <a:ln w="7363" cap="rnd">
              <a:solidFill>
                <a:srgbClr val="28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4" name="pt7004"/>
            <p:cNvSpPr/>
            <p:nvPr/>
          </p:nvSpPr>
          <p:spPr>
            <a:xfrm>
              <a:off x="6923238" y="1891501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5" name="pt7005"/>
            <p:cNvSpPr/>
            <p:nvPr/>
          </p:nvSpPr>
          <p:spPr>
            <a:xfrm>
              <a:off x="5638647" y="233321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6" name="pt7006"/>
            <p:cNvSpPr/>
            <p:nvPr/>
          </p:nvSpPr>
          <p:spPr>
            <a:xfrm>
              <a:off x="6817332" y="1853688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7" name="pt7007"/>
            <p:cNvSpPr/>
            <p:nvPr/>
          </p:nvSpPr>
          <p:spPr>
            <a:xfrm>
              <a:off x="5112692" y="2435061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8" name="pt7008"/>
            <p:cNvSpPr/>
            <p:nvPr/>
          </p:nvSpPr>
          <p:spPr>
            <a:xfrm>
              <a:off x="5735245" y="218684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9" name="pt7009"/>
            <p:cNvSpPr/>
            <p:nvPr/>
          </p:nvSpPr>
          <p:spPr>
            <a:xfrm>
              <a:off x="6178167" y="2119506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0" name="pt7010"/>
            <p:cNvSpPr/>
            <p:nvPr/>
          </p:nvSpPr>
          <p:spPr>
            <a:xfrm>
              <a:off x="5562129" y="2447808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1" name="pt7011"/>
            <p:cNvSpPr/>
            <p:nvPr/>
          </p:nvSpPr>
          <p:spPr>
            <a:xfrm>
              <a:off x="6251246" y="2430152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2" name="pt7012"/>
            <p:cNvSpPr/>
            <p:nvPr/>
          </p:nvSpPr>
          <p:spPr>
            <a:xfrm>
              <a:off x="7016628" y="1677414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3" name="pt7013"/>
            <p:cNvSpPr/>
            <p:nvPr/>
          </p:nvSpPr>
          <p:spPr>
            <a:xfrm>
              <a:off x="6671545" y="2001489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4" name="pt7014"/>
            <p:cNvSpPr/>
            <p:nvPr/>
          </p:nvSpPr>
          <p:spPr>
            <a:xfrm>
              <a:off x="6571711" y="2071967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5" name="pt7015"/>
            <p:cNvSpPr/>
            <p:nvPr/>
          </p:nvSpPr>
          <p:spPr>
            <a:xfrm>
              <a:off x="6075745" y="241680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6" name="pt7016"/>
            <p:cNvSpPr/>
            <p:nvPr/>
          </p:nvSpPr>
          <p:spPr>
            <a:xfrm>
              <a:off x="6138601" y="2346249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7" name="pt7017"/>
            <p:cNvSpPr/>
            <p:nvPr/>
          </p:nvSpPr>
          <p:spPr>
            <a:xfrm>
              <a:off x="5838100" y="2399748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8" name="pt7018"/>
            <p:cNvSpPr/>
            <p:nvPr/>
          </p:nvSpPr>
          <p:spPr>
            <a:xfrm>
              <a:off x="5424970" y="237515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9" name="pt7019"/>
            <p:cNvSpPr/>
            <p:nvPr/>
          </p:nvSpPr>
          <p:spPr>
            <a:xfrm>
              <a:off x="5817614" y="228768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0" name="pt7020"/>
            <p:cNvSpPr/>
            <p:nvPr/>
          </p:nvSpPr>
          <p:spPr>
            <a:xfrm>
              <a:off x="6174390" y="2266148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1" name="pt7021"/>
            <p:cNvSpPr/>
            <p:nvPr/>
          </p:nvSpPr>
          <p:spPr>
            <a:xfrm>
              <a:off x="6009753" y="2193849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2" name="pt7022"/>
            <p:cNvSpPr/>
            <p:nvPr/>
          </p:nvSpPr>
          <p:spPr>
            <a:xfrm>
              <a:off x="6673454" y="2077165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3" name="pt7023"/>
            <p:cNvSpPr/>
            <p:nvPr/>
          </p:nvSpPr>
          <p:spPr>
            <a:xfrm>
              <a:off x="6302621" y="2016519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4" name="pt7024"/>
            <p:cNvSpPr/>
            <p:nvPr/>
          </p:nvSpPr>
          <p:spPr>
            <a:xfrm>
              <a:off x="6145941" y="2304653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5" name="pt7025"/>
            <p:cNvSpPr/>
            <p:nvPr/>
          </p:nvSpPr>
          <p:spPr>
            <a:xfrm>
              <a:off x="6252310" y="2294680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6" name="pt7026"/>
            <p:cNvSpPr/>
            <p:nvPr/>
          </p:nvSpPr>
          <p:spPr>
            <a:xfrm>
              <a:off x="6093030" y="2299268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7" name="pt7027"/>
            <p:cNvSpPr/>
            <p:nvPr/>
          </p:nvSpPr>
          <p:spPr>
            <a:xfrm>
              <a:off x="5924565" y="1909158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8" name="pt7028"/>
            <p:cNvSpPr/>
            <p:nvPr/>
          </p:nvSpPr>
          <p:spPr>
            <a:xfrm>
              <a:off x="6429244" y="1681533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9" name="pt7029"/>
            <p:cNvSpPr/>
            <p:nvPr/>
          </p:nvSpPr>
          <p:spPr>
            <a:xfrm>
              <a:off x="6806474" y="1747587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0" name="pt7030"/>
            <p:cNvSpPr/>
            <p:nvPr/>
          </p:nvSpPr>
          <p:spPr>
            <a:xfrm>
              <a:off x="6245508" y="2288596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1" name="pt7031"/>
            <p:cNvSpPr/>
            <p:nvPr/>
          </p:nvSpPr>
          <p:spPr>
            <a:xfrm>
              <a:off x="6113979" y="2338551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2" name="pt7032"/>
            <p:cNvSpPr/>
            <p:nvPr/>
          </p:nvSpPr>
          <p:spPr>
            <a:xfrm>
              <a:off x="6792046" y="1959127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3" name="pt7033"/>
            <p:cNvSpPr/>
            <p:nvPr/>
          </p:nvSpPr>
          <p:spPr>
            <a:xfrm>
              <a:off x="6942860" y="1831088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4" name="pt7034"/>
            <p:cNvSpPr/>
            <p:nvPr/>
          </p:nvSpPr>
          <p:spPr>
            <a:xfrm>
              <a:off x="6841343" y="1855933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5" name="pt7035"/>
            <p:cNvSpPr/>
            <p:nvPr/>
          </p:nvSpPr>
          <p:spPr>
            <a:xfrm>
              <a:off x="6300015" y="1796820"/>
              <a:ext cx="16849" cy="16849"/>
            </a:xfrm>
            <a:prstGeom prst="ellipse">
              <a:avLst/>
            </a:prstGeom>
            <a:solidFill>
              <a:srgbClr val="A1D749">
                <a:alpha val="45098"/>
              </a:srgbClr>
            </a:solidFill>
            <a:ln w="7363" cap="rnd">
              <a:solidFill>
                <a:srgbClr val="A1D74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6" name="pt7036"/>
            <p:cNvSpPr/>
            <p:nvPr/>
          </p:nvSpPr>
          <p:spPr>
            <a:xfrm>
              <a:off x="5562701" y="2597015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7" name="pt7037"/>
            <p:cNvSpPr/>
            <p:nvPr/>
          </p:nvSpPr>
          <p:spPr>
            <a:xfrm>
              <a:off x="5957025" y="2177047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8" name="pt7038"/>
            <p:cNvSpPr/>
            <p:nvPr/>
          </p:nvSpPr>
          <p:spPr>
            <a:xfrm>
              <a:off x="5485089" y="2576161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9" name="pt7039"/>
            <p:cNvSpPr/>
            <p:nvPr/>
          </p:nvSpPr>
          <p:spPr>
            <a:xfrm>
              <a:off x="6905825" y="1812084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0" name="pt7040"/>
            <p:cNvSpPr/>
            <p:nvPr/>
          </p:nvSpPr>
          <p:spPr>
            <a:xfrm>
              <a:off x="6913579" y="2016300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1" name="pt7041"/>
            <p:cNvSpPr/>
            <p:nvPr/>
          </p:nvSpPr>
          <p:spPr>
            <a:xfrm>
              <a:off x="6553636" y="2085513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2" name="pt7042"/>
            <p:cNvSpPr/>
            <p:nvPr/>
          </p:nvSpPr>
          <p:spPr>
            <a:xfrm>
              <a:off x="6479202" y="2110640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3" name="pt7043"/>
            <p:cNvSpPr/>
            <p:nvPr/>
          </p:nvSpPr>
          <p:spPr>
            <a:xfrm>
              <a:off x="6246970" y="2315493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4" name="pt7044"/>
            <p:cNvSpPr/>
            <p:nvPr/>
          </p:nvSpPr>
          <p:spPr>
            <a:xfrm>
              <a:off x="5522320" y="2543026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5" name="pt7045"/>
            <p:cNvSpPr/>
            <p:nvPr/>
          </p:nvSpPr>
          <p:spPr>
            <a:xfrm>
              <a:off x="6011539" y="235650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6" name="pt7046"/>
            <p:cNvSpPr/>
            <p:nvPr/>
          </p:nvSpPr>
          <p:spPr>
            <a:xfrm>
              <a:off x="6248343" y="228405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7" name="pt7047"/>
            <p:cNvSpPr/>
            <p:nvPr/>
          </p:nvSpPr>
          <p:spPr>
            <a:xfrm>
              <a:off x="5962756" y="2360179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8" name="pt7048"/>
            <p:cNvSpPr/>
            <p:nvPr/>
          </p:nvSpPr>
          <p:spPr>
            <a:xfrm>
              <a:off x="5597624" y="2416430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9" name="pt7049"/>
            <p:cNvSpPr/>
            <p:nvPr/>
          </p:nvSpPr>
          <p:spPr>
            <a:xfrm>
              <a:off x="6078428" y="2371020"/>
              <a:ext cx="16849" cy="16849"/>
            </a:xfrm>
            <a:prstGeom prst="ellipse">
              <a:avLst/>
            </a:prstGeom>
            <a:solidFill>
              <a:srgbClr val="49B476">
                <a:alpha val="45098"/>
              </a:srgbClr>
            </a:solidFill>
            <a:ln w="7363" cap="rnd">
              <a:solidFill>
                <a:srgbClr val="49B4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0" name="pt7050"/>
            <p:cNvSpPr/>
            <p:nvPr/>
          </p:nvSpPr>
          <p:spPr>
            <a:xfrm>
              <a:off x="6240122" y="2135660"/>
              <a:ext cx="16849" cy="16849"/>
            </a:xfrm>
            <a:prstGeom prst="ellipse">
              <a:avLst/>
            </a:prstGeom>
            <a:solidFill>
              <a:srgbClr val="68C563">
                <a:alpha val="45098"/>
              </a:srgbClr>
            </a:solidFill>
            <a:ln w="7363" cap="rnd">
              <a:solidFill>
                <a:srgbClr val="68C5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1" name="pt7051"/>
            <p:cNvSpPr/>
            <p:nvPr/>
          </p:nvSpPr>
          <p:spPr>
            <a:xfrm>
              <a:off x="4974389" y="2882758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2" name="pt7052"/>
            <p:cNvSpPr/>
            <p:nvPr/>
          </p:nvSpPr>
          <p:spPr>
            <a:xfrm>
              <a:off x="6110178" y="2174882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3" name="pt7053"/>
            <p:cNvSpPr/>
            <p:nvPr/>
          </p:nvSpPr>
          <p:spPr>
            <a:xfrm>
              <a:off x="6704512" y="2091792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4" name="pt7054"/>
            <p:cNvSpPr/>
            <p:nvPr/>
          </p:nvSpPr>
          <p:spPr>
            <a:xfrm>
              <a:off x="5615594" y="2394755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5" name="pt7055"/>
            <p:cNvSpPr/>
            <p:nvPr/>
          </p:nvSpPr>
          <p:spPr>
            <a:xfrm>
              <a:off x="6230858" y="2248541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6" name="pt7056"/>
            <p:cNvSpPr/>
            <p:nvPr/>
          </p:nvSpPr>
          <p:spPr>
            <a:xfrm>
              <a:off x="6109609" y="220930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7" name="pt7057"/>
            <p:cNvSpPr/>
            <p:nvPr/>
          </p:nvSpPr>
          <p:spPr>
            <a:xfrm>
              <a:off x="6395186" y="2033313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8" name="pt7058"/>
            <p:cNvSpPr/>
            <p:nvPr/>
          </p:nvSpPr>
          <p:spPr>
            <a:xfrm>
              <a:off x="4925274" y="3027317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9" name="pt7059"/>
            <p:cNvSpPr/>
            <p:nvPr/>
          </p:nvSpPr>
          <p:spPr>
            <a:xfrm>
              <a:off x="6111002" y="2217988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0" name="pt7060"/>
            <p:cNvSpPr/>
            <p:nvPr/>
          </p:nvSpPr>
          <p:spPr>
            <a:xfrm>
              <a:off x="6466315" y="1969280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1" name="pt7061"/>
            <p:cNvSpPr/>
            <p:nvPr/>
          </p:nvSpPr>
          <p:spPr>
            <a:xfrm>
              <a:off x="5497848" y="2462754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2" name="pt7062"/>
            <p:cNvSpPr/>
            <p:nvPr/>
          </p:nvSpPr>
          <p:spPr>
            <a:xfrm>
              <a:off x="6458815" y="2175430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3" name="pt7063"/>
            <p:cNvSpPr/>
            <p:nvPr/>
          </p:nvSpPr>
          <p:spPr>
            <a:xfrm>
              <a:off x="6395360" y="2111043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4" name="pt7064"/>
            <p:cNvSpPr/>
            <p:nvPr/>
          </p:nvSpPr>
          <p:spPr>
            <a:xfrm>
              <a:off x="7121626" y="1543379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5" name="pt7065"/>
            <p:cNvSpPr/>
            <p:nvPr/>
          </p:nvSpPr>
          <p:spPr>
            <a:xfrm>
              <a:off x="6738407" y="1902655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6" name="pt7066"/>
            <p:cNvSpPr/>
            <p:nvPr/>
          </p:nvSpPr>
          <p:spPr>
            <a:xfrm>
              <a:off x="5923538" y="2208371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7" name="pt7067"/>
            <p:cNvSpPr/>
            <p:nvPr/>
          </p:nvSpPr>
          <p:spPr>
            <a:xfrm>
              <a:off x="5986304" y="2502317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8" name="pt7068"/>
            <p:cNvSpPr/>
            <p:nvPr/>
          </p:nvSpPr>
          <p:spPr>
            <a:xfrm>
              <a:off x="5962601" y="2229638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9" name="pt7069"/>
            <p:cNvSpPr/>
            <p:nvPr/>
          </p:nvSpPr>
          <p:spPr>
            <a:xfrm>
              <a:off x="6546664" y="2124661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0" name="pt7070"/>
            <p:cNvSpPr/>
            <p:nvPr/>
          </p:nvSpPr>
          <p:spPr>
            <a:xfrm>
              <a:off x="5683298" y="2376453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1" name="pt7071"/>
            <p:cNvSpPr/>
            <p:nvPr/>
          </p:nvSpPr>
          <p:spPr>
            <a:xfrm>
              <a:off x="5982283" y="215808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2" name="pt7072"/>
            <p:cNvSpPr/>
            <p:nvPr/>
          </p:nvSpPr>
          <p:spPr>
            <a:xfrm>
              <a:off x="6759277" y="2055600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3" name="pt7073"/>
            <p:cNvSpPr/>
            <p:nvPr/>
          </p:nvSpPr>
          <p:spPr>
            <a:xfrm>
              <a:off x="5547412" y="230141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4" name="pt7074"/>
            <p:cNvSpPr/>
            <p:nvPr/>
          </p:nvSpPr>
          <p:spPr>
            <a:xfrm>
              <a:off x="6084919" y="240899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5" name="pt7075"/>
            <p:cNvSpPr/>
            <p:nvPr/>
          </p:nvSpPr>
          <p:spPr>
            <a:xfrm>
              <a:off x="6725228" y="203323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6" name="pt7076"/>
            <p:cNvSpPr/>
            <p:nvPr/>
          </p:nvSpPr>
          <p:spPr>
            <a:xfrm>
              <a:off x="6855821" y="1864464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7" name="pt7077"/>
            <p:cNvSpPr/>
            <p:nvPr/>
          </p:nvSpPr>
          <p:spPr>
            <a:xfrm>
              <a:off x="6809961" y="1768571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8" name="pt7078"/>
            <p:cNvSpPr/>
            <p:nvPr/>
          </p:nvSpPr>
          <p:spPr>
            <a:xfrm>
              <a:off x="6287476" y="2134201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9" name="pt7079"/>
            <p:cNvSpPr/>
            <p:nvPr/>
          </p:nvSpPr>
          <p:spPr>
            <a:xfrm>
              <a:off x="6579159" y="2172404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0" name="pt7080"/>
            <p:cNvSpPr/>
            <p:nvPr/>
          </p:nvSpPr>
          <p:spPr>
            <a:xfrm>
              <a:off x="6987927" y="1558124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1" name="pt7081"/>
            <p:cNvSpPr/>
            <p:nvPr/>
          </p:nvSpPr>
          <p:spPr>
            <a:xfrm>
              <a:off x="6673897" y="2035685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2" name="pt7082"/>
            <p:cNvSpPr/>
            <p:nvPr/>
          </p:nvSpPr>
          <p:spPr>
            <a:xfrm>
              <a:off x="6242420" y="229444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3" name="pt7083"/>
            <p:cNvSpPr/>
            <p:nvPr/>
          </p:nvSpPr>
          <p:spPr>
            <a:xfrm>
              <a:off x="6836849" y="1974680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4" name="pt7084"/>
            <p:cNvSpPr/>
            <p:nvPr/>
          </p:nvSpPr>
          <p:spPr>
            <a:xfrm>
              <a:off x="6640537" y="2092541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5" name="pt7085"/>
            <p:cNvSpPr/>
            <p:nvPr/>
          </p:nvSpPr>
          <p:spPr>
            <a:xfrm>
              <a:off x="5734334" y="2379921"/>
              <a:ext cx="16849" cy="16849"/>
            </a:xfrm>
            <a:prstGeom prst="ellipse">
              <a:avLst/>
            </a:prstGeom>
            <a:solidFill>
              <a:srgbClr val="76CE56">
                <a:alpha val="45098"/>
              </a:srgbClr>
            </a:solidFill>
            <a:ln w="7363" cap="rnd">
              <a:solidFill>
                <a:srgbClr val="76CE5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6" name="pt7086"/>
            <p:cNvSpPr/>
            <p:nvPr/>
          </p:nvSpPr>
          <p:spPr>
            <a:xfrm>
              <a:off x="5840352" y="2389058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7" name="pt7087"/>
            <p:cNvSpPr/>
            <p:nvPr/>
          </p:nvSpPr>
          <p:spPr>
            <a:xfrm>
              <a:off x="6107084" y="2256173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8" name="pt7088"/>
            <p:cNvSpPr/>
            <p:nvPr/>
          </p:nvSpPr>
          <p:spPr>
            <a:xfrm>
              <a:off x="6606564" y="2102266"/>
              <a:ext cx="16849" cy="16849"/>
            </a:xfrm>
            <a:prstGeom prst="ellipse">
              <a:avLst/>
            </a:prstGeom>
            <a:solidFill>
              <a:srgbClr val="76CE56">
                <a:alpha val="45098"/>
              </a:srgbClr>
            </a:solidFill>
            <a:ln w="7363" cap="rnd">
              <a:solidFill>
                <a:srgbClr val="76CE5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9" name="pt7089"/>
            <p:cNvSpPr/>
            <p:nvPr/>
          </p:nvSpPr>
          <p:spPr>
            <a:xfrm>
              <a:off x="6046752" y="216231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0" name="pt7090"/>
            <p:cNvSpPr/>
            <p:nvPr/>
          </p:nvSpPr>
          <p:spPr>
            <a:xfrm>
              <a:off x="6677452" y="2122954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1" name="pt7091"/>
            <p:cNvSpPr/>
            <p:nvPr/>
          </p:nvSpPr>
          <p:spPr>
            <a:xfrm>
              <a:off x="5824808" y="2484468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2" name="pt7092"/>
            <p:cNvSpPr/>
            <p:nvPr/>
          </p:nvSpPr>
          <p:spPr>
            <a:xfrm>
              <a:off x="6057034" y="2410906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3" name="pt7093"/>
            <p:cNvSpPr/>
            <p:nvPr/>
          </p:nvSpPr>
          <p:spPr>
            <a:xfrm>
              <a:off x="6129831" y="2333995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4" name="pt7094"/>
            <p:cNvSpPr/>
            <p:nvPr/>
          </p:nvSpPr>
          <p:spPr>
            <a:xfrm>
              <a:off x="5739164" y="2003623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5" name="pt7095"/>
            <p:cNvSpPr/>
            <p:nvPr/>
          </p:nvSpPr>
          <p:spPr>
            <a:xfrm>
              <a:off x="7092646" y="1366336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6" name="pt7096"/>
            <p:cNvSpPr/>
            <p:nvPr/>
          </p:nvSpPr>
          <p:spPr>
            <a:xfrm>
              <a:off x="6750947" y="2258661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7" name="pt7097"/>
            <p:cNvSpPr/>
            <p:nvPr/>
          </p:nvSpPr>
          <p:spPr>
            <a:xfrm>
              <a:off x="6396654" y="2245226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8" name="pt7098"/>
            <p:cNvSpPr/>
            <p:nvPr/>
          </p:nvSpPr>
          <p:spPr>
            <a:xfrm>
              <a:off x="6143702" y="2157662"/>
              <a:ext cx="16849" cy="16849"/>
            </a:xfrm>
            <a:prstGeom prst="ellipse">
              <a:avLst/>
            </a:prstGeom>
            <a:solidFill>
              <a:srgbClr val="299987">
                <a:alpha val="45098"/>
              </a:srgbClr>
            </a:solidFill>
            <a:ln w="7363" cap="rnd">
              <a:solidFill>
                <a:srgbClr val="2999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9" name="pt7099"/>
            <p:cNvSpPr/>
            <p:nvPr/>
          </p:nvSpPr>
          <p:spPr>
            <a:xfrm>
              <a:off x="6086342" y="2345430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0" name="pt7100"/>
            <p:cNvSpPr/>
            <p:nvPr/>
          </p:nvSpPr>
          <p:spPr>
            <a:xfrm>
              <a:off x="6078714" y="2386757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1" name="pt7101"/>
            <p:cNvSpPr/>
            <p:nvPr/>
          </p:nvSpPr>
          <p:spPr>
            <a:xfrm>
              <a:off x="5995614" y="2492961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2" name="pt7102"/>
            <p:cNvSpPr/>
            <p:nvPr/>
          </p:nvSpPr>
          <p:spPr>
            <a:xfrm>
              <a:off x="6241312" y="225934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3" name="pt7103"/>
            <p:cNvSpPr/>
            <p:nvPr/>
          </p:nvSpPr>
          <p:spPr>
            <a:xfrm>
              <a:off x="5997016" y="266010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4" name="pt7104"/>
            <p:cNvSpPr/>
            <p:nvPr/>
          </p:nvSpPr>
          <p:spPr>
            <a:xfrm>
              <a:off x="6602378" y="225693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5" name="pt7105"/>
            <p:cNvSpPr/>
            <p:nvPr/>
          </p:nvSpPr>
          <p:spPr>
            <a:xfrm>
              <a:off x="6634171" y="2111027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6" name="pt7106"/>
            <p:cNvSpPr/>
            <p:nvPr/>
          </p:nvSpPr>
          <p:spPr>
            <a:xfrm>
              <a:off x="6287224" y="2111751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7" name="pt7107"/>
            <p:cNvSpPr/>
            <p:nvPr/>
          </p:nvSpPr>
          <p:spPr>
            <a:xfrm>
              <a:off x="6216333" y="2328984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8" name="pt7108"/>
            <p:cNvSpPr/>
            <p:nvPr/>
          </p:nvSpPr>
          <p:spPr>
            <a:xfrm>
              <a:off x="6200592" y="213639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9" name="pt7109"/>
            <p:cNvSpPr/>
            <p:nvPr/>
          </p:nvSpPr>
          <p:spPr>
            <a:xfrm>
              <a:off x="6878934" y="180548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0" name="pt7110"/>
            <p:cNvSpPr/>
            <p:nvPr/>
          </p:nvSpPr>
          <p:spPr>
            <a:xfrm>
              <a:off x="5786704" y="2094098"/>
              <a:ext cx="16849" cy="16849"/>
            </a:xfrm>
            <a:prstGeom prst="ellipse">
              <a:avLst/>
            </a:prstGeom>
            <a:solidFill>
              <a:srgbClr val="25A485">
                <a:alpha val="45098"/>
              </a:srgbClr>
            </a:solidFill>
            <a:ln w="7363" cap="rnd">
              <a:solidFill>
                <a:srgbClr val="25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1" name="pt7111"/>
            <p:cNvSpPr/>
            <p:nvPr/>
          </p:nvSpPr>
          <p:spPr>
            <a:xfrm>
              <a:off x="6925166" y="1896499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2" name="pt7112"/>
            <p:cNvSpPr/>
            <p:nvPr/>
          </p:nvSpPr>
          <p:spPr>
            <a:xfrm>
              <a:off x="6038477" y="2298452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3" name="pt7113"/>
            <p:cNvSpPr/>
            <p:nvPr/>
          </p:nvSpPr>
          <p:spPr>
            <a:xfrm>
              <a:off x="6530702" y="2169598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4" name="pt7114"/>
            <p:cNvSpPr/>
            <p:nvPr/>
          </p:nvSpPr>
          <p:spPr>
            <a:xfrm>
              <a:off x="6384472" y="2363265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5" name="pt7115"/>
            <p:cNvSpPr/>
            <p:nvPr/>
          </p:nvSpPr>
          <p:spPr>
            <a:xfrm>
              <a:off x="6169425" y="2270748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6" name="pt7116"/>
            <p:cNvSpPr/>
            <p:nvPr/>
          </p:nvSpPr>
          <p:spPr>
            <a:xfrm>
              <a:off x="6139873" y="2356942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7" name="pt7117"/>
            <p:cNvSpPr/>
            <p:nvPr/>
          </p:nvSpPr>
          <p:spPr>
            <a:xfrm>
              <a:off x="6386173" y="231441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8" name="pt7118"/>
            <p:cNvSpPr/>
            <p:nvPr/>
          </p:nvSpPr>
          <p:spPr>
            <a:xfrm>
              <a:off x="6220146" y="2381830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9" name="pt7119"/>
            <p:cNvSpPr/>
            <p:nvPr/>
          </p:nvSpPr>
          <p:spPr>
            <a:xfrm>
              <a:off x="5552220" y="2586403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0" name="pt7120"/>
            <p:cNvSpPr/>
            <p:nvPr/>
          </p:nvSpPr>
          <p:spPr>
            <a:xfrm>
              <a:off x="5879735" y="2092294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1" name="pt7121"/>
            <p:cNvSpPr/>
            <p:nvPr/>
          </p:nvSpPr>
          <p:spPr>
            <a:xfrm>
              <a:off x="6596454" y="2128737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2" name="pt7122"/>
            <p:cNvSpPr/>
            <p:nvPr/>
          </p:nvSpPr>
          <p:spPr>
            <a:xfrm>
              <a:off x="6276233" y="220541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3" name="pt7123"/>
            <p:cNvSpPr/>
            <p:nvPr/>
          </p:nvSpPr>
          <p:spPr>
            <a:xfrm>
              <a:off x="5947708" y="1990474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4" name="pt7124"/>
            <p:cNvSpPr/>
            <p:nvPr/>
          </p:nvSpPr>
          <p:spPr>
            <a:xfrm>
              <a:off x="6445000" y="196289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5" name="pt7125"/>
            <p:cNvSpPr/>
            <p:nvPr/>
          </p:nvSpPr>
          <p:spPr>
            <a:xfrm>
              <a:off x="5981997" y="2514807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6" name="pt7126"/>
            <p:cNvSpPr/>
            <p:nvPr/>
          </p:nvSpPr>
          <p:spPr>
            <a:xfrm>
              <a:off x="6752440" y="199543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7" name="pt7127"/>
            <p:cNvSpPr/>
            <p:nvPr/>
          </p:nvSpPr>
          <p:spPr>
            <a:xfrm>
              <a:off x="6169351" y="2276897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8" name="pt7128"/>
            <p:cNvSpPr/>
            <p:nvPr/>
          </p:nvSpPr>
          <p:spPr>
            <a:xfrm>
              <a:off x="6040680" y="2458450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9" name="pt7129"/>
            <p:cNvSpPr/>
            <p:nvPr/>
          </p:nvSpPr>
          <p:spPr>
            <a:xfrm>
              <a:off x="6389776" y="2236255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0" name="pt7130"/>
            <p:cNvSpPr/>
            <p:nvPr/>
          </p:nvSpPr>
          <p:spPr>
            <a:xfrm>
              <a:off x="5519165" y="2487115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1" name="pt7131"/>
            <p:cNvSpPr/>
            <p:nvPr/>
          </p:nvSpPr>
          <p:spPr>
            <a:xfrm>
              <a:off x="6501796" y="2119304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2" name="pt7132"/>
            <p:cNvSpPr/>
            <p:nvPr/>
          </p:nvSpPr>
          <p:spPr>
            <a:xfrm>
              <a:off x="5594075" y="2467371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3" name="pt7133"/>
            <p:cNvSpPr/>
            <p:nvPr/>
          </p:nvSpPr>
          <p:spPr>
            <a:xfrm>
              <a:off x="6247788" y="2334535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4" name="pt7134"/>
            <p:cNvSpPr/>
            <p:nvPr/>
          </p:nvSpPr>
          <p:spPr>
            <a:xfrm>
              <a:off x="6844862" y="1936977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5" name="pt7135"/>
            <p:cNvSpPr/>
            <p:nvPr/>
          </p:nvSpPr>
          <p:spPr>
            <a:xfrm>
              <a:off x="6373114" y="2231935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6" name="pt7136"/>
            <p:cNvSpPr/>
            <p:nvPr/>
          </p:nvSpPr>
          <p:spPr>
            <a:xfrm>
              <a:off x="5751895" y="2146374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7" name="pt7137"/>
            <p:cNvSpPr/>
            <p:nvPr/>
          </p:nvSpPr>
          <p:spPr>
            <a:xfrm>
              <a:off x="7323894" y="2169157"/>
              <a:ext cx="16849" cy="16849"/>
            </a:xfrm>
            <a:prstGeom prst="ellipse">
              <a:avLst/>
            </a:prstGeom>
            <a:solidFill>
              <a:srgbClr val="30AB80">
                <a:alpha val="45098"/>
              </a:srgbClr>
            </a:solidFill>
            <a:ln w="7363" cap="rnd">
              <a:solidFill>
                <a:srgbClr val="30AB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8" name="pt7138"/>
            <p:cNvSpPr/>
            <p:nvPr/>
          </p:nvSpPr>
          <p:spPr>
            <a:xfrm>
              <a:off x="6934841" y="1940264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9" name="pt7139"/>
            <p:cNvSpPr/>
            <p:nvPr/>
          </p:nvSpPr>
          <p:spPr>
            <a:xfrm>
              <a:off x="6116187" y="237255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0" name="pt7140"/>
            <p:cNvSpPr/>
            <p:nvPr/>
          </p:nvSpPr>
          <p:spPr>
            <a:xfrm>
              <a:off x="5622038" y="220768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1" name="pt7141"/>
            <p:cNvSpPr/>
            <p:nvPr/>
          </p:nvSpPr>
          <p:spPr>
            <a:xfrm>
              <a:off x="6482132" y="2207195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2" name="pt7142"/>
            <p:cNvSpPr/>
            <p:nvPr/>
          </p:nvSpPr>
          <p:spPr>
            <a:xfrm>
              <a:off x="6465910" y="2135358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3" name="pt7143"/>
            <p:cNvSpPr/>
            <p:nvPr/>
          </p:nvSpPr>
          <p:spPr>
            <a:xfrm>
              <a:off x="6551022" y="2188231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4" name="pt7144"/>
            <p:cNvSpPr/>
            <p:nvPr/>
          </p:nvSpPr>
          <p:spPr>
            <a:xfrm>
              <a:off x="6319321" y="2073871"/>
              <a:ext cx="16849" cy="16849"/>
            </a:xfrm>
            <a:prstGeom prst="ellipse">
              <a:avLst/>
            </a:prstGeom>
            <a:solidFill>
              <a:srgbClr val="6EC85D">
                <a:alpha val="45098"/>
              </a:srgbClr>
            </a:solidFill>
            <a:ln w="7363" cap="rnd">
              <a:solidFill>
                <a:srgbClr val="6EC8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5" name="pt7145"/>
            <p:cNvSpPr/>
            <p:nvPr/>
          </p:nvSpPr>
          <p:spPr>
            <a:xfrm>
              <a:off x="6370358" y="2449449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6" name="pt7146"/>
            <p:cNvSpPr/>
            <p:nvPr/>
          </p:nvSpPr>
          <p:spPr>
            <a:xfrm>
              <a:off x="6642868" y="2043742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7" name="pt7147"/>
            <p:cNvSpPr/>
            <p:nvPr/>
          </p:nvSpPr>
          <p:spPr>
            <a:xfrm>
              <a:off x="5966500" y="2216636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8" name="pt7148"/>
            <p:cNvSpPr/>
            <p:nvPr/>
          </p:nvSpPr>
          <p:spPr>
            <a:xfrm>
              <a:off x="6166969" y="232383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9" name="pt7149"/>
            <p:cNvSpPr/>
            <p:nvPr/>
          </p:nvSpPr>
          <p:spPr>
            <a:xfrm>
              <a:off x="5974925" y="2384399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0" name="pt7150"/>
            <p:cNvSpPr/>
            <p:nvPr/>
          </p:nvSpPr>
          <p:spPr>
            <a:xfrm>
              <a:off x="6308169" y="2158194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1" name="pt7151"/>
            <p:cNvSpPr/>
            <p:nvPr/>
          </p:nvSpPr>
          <p:spPr>
            <a:xfrm>
              <a:off x="6766104" y="2067806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2" name="pt7152"/>
            <p:cNvSpPr/>
            <p:nvPr/>
          </p:nvSpPr>
          <p:spPr>
            <a:xfrm>
              <a:off x="6131279" y="2270101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3" name="pt7153"/>
            <p:cNvSpPr/>
            <p:nvPr/>
          </p:nvSpPr>
          <p:spPr>
            <a:xfrm>
              <a:off x="5974563" y="2473480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4" name="pt7154"/>
            <p:cNvSpPr/>
            <p:nvPr/>
          </p:nvSpPr>
          <p:spPr>
            <a:xfrm>
              <a:off x="6052496" y="2382855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5" name="pt7155"/>
            <p:cNvSpPr/>
            <p:nvPr/>
          </p:nvSpPr>
          <p:spPr>
            <a:xfrm>
              <a:off x="6055822" y="2457856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6" name="pt7156"/>
            <p:cNvSpPr/>
            <p:nvPr/>
          </p:nvSpPr>
          <p:spPr>
            <a:xfrm>
              <a:off x="5724601" y="2384393"/>
              <a:ext cx="16849" cy="16849"/>
            </a:xfrm>
            <a:prstGeom prst="ellipse">
              <a:avLst/>
            </a:prstGeom>
            <a:solidFill>
              <a:srgbClr val="2DAA81">
                <a:alpha val="45098"/>
              </a:srgbClr>
            </a:solidFill>
            <a:ln w="7363" cap="rnd">
              <a:solidFill>
                <a:srgbClr val="2DAA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7" name="pt7157"/>
            <p:cNvSpPr/>
            <p:nvPr/>
          </p:nvSpPr>
          <p:spPr>
            <a:xfrm>
              <a:off x="6598892" y="226042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8" name="pt7158"/>
            <p:cNvSpPr/>
            <p:nvPr/>
          </p:nvSpPr>
          <p:spPr>
            <a:xfrm>
              <a:off x="5828941" y="2449476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9" name="pt7159"/>
            <p:cNvSpPr/>
            <p:nvPr/>
          </p:nvSpPr>
          <p:spPr>
            <a:xfrm>
              <a:off x="7051837" y="1748214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0" name="pt7160"/>
            <p:cNvSpPr/>
            <p:nvPr/>
          </p:nvSpPr>
          <p:spPr>
            <a:xfrm>
              <a:off x="5991487" y="2601292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1" name="pt7161"/>
            <p:cNvSpPr/>
            <p:nvPr/>
          </p:nvSpPr>
          <p:spPr>
            <a:xfrm>
              <a:off x="6649711" y="2047964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2" name="pt7162"/>
            <p:cNvSpPr/>
            <p:nvPr/>
          </p:nvSpPr>
          <p:spPr>
            <a:xfrm>
              <a:off x="6277660" y="2148579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3" name="pt7163"/>
            <p:cNvSpPr/>
            <p:nvPr/>
          </p:nvSpPr>
          <p:spPr>
            <a:xfrm>
              <a:off x="5201242" y="2399759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4" name="pt7164"/>
            <p:cNvSpPr/>
            <p:nvPr/>
          </p:nvSpPr>
          <p:spPr>
            <a:xfrm>
              <a:off x="5781873" y="212991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5" name="pt7165"/>
            <p:cNvSpPr/>
            <p:nvPr/>
          </p:nvSpPr>
          <p:spPr>
            <a:xfrm>
              <a:off x="5812943" y="2364385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6" name="pt7166"/>
            <p:cNvSpPr/>
            <p:nvPr/>
          </p:nvSpPr>
          <p:spPr>
            <a:xfrm>
              <a:off x="6550965" y="2090601"/>
              <a:ext cx="16849" cy="16849"/>
            </a:xfrm>
            <a:prstGeom prst="ellipse">
              <a:avLst/>
            </a:prstGeom>
            <a:solidFill>
              <a:srgbClr val="8DD44D">
                <a:alpha val="45098"/>
              </a:srgbClr>
            </a:solidFill>
            <a:ln w="7363" cap="rnd">
              <a:solidFill>
                <a:srgbClr val="8D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7" name="pt7167"/>
            <p:cNvSpPr/>
            <p:nvPr/>
          </p:nvSpPr>
          <p:spPr>
            <a:xfrm>
              <a:off x="5873931" y="2247964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8" name="pt7168"/>
            <p:cNvSpPr/>
            <p:nvPr/>
          </p:nvSpPr>
          <p:spPr>
            <a:xfrm>
              <a:off x="5833423" y="2297682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9" name="pt7169"/>
            <p:cNvSpPr/>
            <p:nvPr/>
          </p:nvSpPr>
          <p:spPr>
            <a:xfrm>
              <a:off x="5472818" y="2559140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0" name="pt7170"/>
            <p:cNvSpPr/>
            <p:nvPr/>
          </p:nvSpPr>
          <p:spPr>
            <a:xfrm>
              <a:off x="6256235" y="2405156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1" name="pt7171"/>
            <p:cNvSpPr/>
            <p:nvPr/>
          </p:nvSpPr>
          <p:spPr>
            <a:xfrm>
              <a:off x="6349714" y="2294771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2" name="pt7172"/>
            <p:cNvSpPr/>
            <p:nvPr/>
          </p:nvSpPr>
          <p:spPr>
            <a:xfrm>
              <a:off x="6765297" y="2193989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3" name="pt7173"/>
            <p:cNvSpPr/>
            <p:nvPr/>
          </p:nvSpPr>
          <p:spPr>
            <a:xfrm>
              <a:off x="6254356" y="2330791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4" name="pt7174"/>
            <p:cNvSpPr/>
            <p:nvPr/>
          </p:nvSpPr>
          <p:spPr>
            <a:xfrm>
              <a:off x="5137577" y="2484106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5" name="pt7175"/>
            <p:cNvSpPr/>
            <p:nvPr/>
          </p:nvSpPr>
          <p:spPr>
            <a:xfrm>
              <a:off x="6681572" y="2047693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6" name="pt7176"/>
            <p:cNvSpPr/>
            <p:nvPr/>
          </p:nvSpPr>
          <p:spPr>
            <a:xfrm>
              <a:off x="5701378" y="2465986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7" name="pt7177"/>
            <p:cNvSpPr/>
            <p:nvPr/>
          </p:nvSpPr>
          <p:spPr>
            <a:xfrm>
              <a:off x="7025076" y="1668153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8" name="pt7178"/>
            <p:cNvSpPr/>
            <p:nvPr/>
          </p:nvSpPr>
          <p:spPr>
            <a:xfrm>
              <a:off x="6258813" y="2454717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9" name="pt7179"/>
            <p:cNvSpPr/>
            <p:nvPr/>
          </p:nvSpPr>
          <p:spPr>
            <a:xfrm>
              <a:off x="6225105" y="2278183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0" name="pt7180"/>
            <p:cNvSpPr/>
            <p:nvPr/>
          </p:nvSpPr>
          <p:spPr>
            <a:xfrm>
              <a:off x="6050200" y="2374951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1" name="pt7181"/>
            <p:cNvSpPr/>
            <p:nvPr/>
          </p:nvSpPr>
          <p:spPr>
            <a:xfrm>
              <a:off x="5481800" y="2698690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2" name="pt7182"/>
            <p:cNvSpPr/>
            <p:nvPr/>
          </p:nvSpPr>
          <p:spPr>
            <a:xfrm>
              <a:off x="6390328" y="2247459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3" name="pt7183"/>
            <p:cNvSpPr/>
            <p:nvPr/>
          </p:nvSpPr>
          <p:spPr>
            <a:xfrm>
              <a:off x="6889648" y="1835418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4" name="pt7184"/>
            <p:cNvSpPr/>
            <p:nvPr/>
          </p:nvSpPr>
          <p:spPr>
            <a:xfrm>
              <a:off x="5784000" y="1864667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5" name="pt7185"/>
            <p:cNvSpPr/>
            <p:nvPr/>
          </p:nvSpPr>
          <p:spPr>
            <a:xfrm>
              <a:off x="5953758" y="2287571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6" name="pt7186"/>
            <p:cNvSpPr/>
            <p:nvPr/>
          </p:nvSpPr>
          <p:spPr>
            <a:xfrm>
              <a:off x="6403958" y="2117511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7" name="pt7187"/>
            <p:cNvSpPr/>
            <p:nvPr/>
          </p:nvSpPr>
          <p:spPr>
            <a:xfrm>
              <a:off x="6164990" y="2008727"/>
              <a:ext cx="16849" cy="16849"/>
            </a:xfrm>
            <a:prstGeom prst="ellipse">
              <a:avLst/>
            </a:prstGeom>
            <a:solidFill>
              <a:srgbClr val="6EC85D">
                <a:alpha val="45098"/>
              </a:srgbClr>
            </a:solidFill>
            <a:ln w="7363" cap="rnd">
              <a:solidFill>
                <a:srgbClr val="6EC8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8" name="pt7188"/>
            <p:cNvSpPr/>
            <p:nvPr/>
          </p:nvSpPr>
          <p:spPr>
            <a:xfrm>
              <a:off x="6967376" y="1778832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9" name="pt7189"/>
            <p:cNvSpPr/>
            <p:nvPr/>
          </p:nvSpPr>
          <p:spPr>
            <a:xfrm>
              <a:off x="6443764" y="1999691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0" name="pt7190"/>
            <p:cNvSpPr/>
            <p:nvPr/>
          </p:nvSpPr>
          <p:spPr>
            <a:xfrm>
              <a:off x="6657094" y="2041032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1" name="pt7191"/>
            <p:cNvSpPr/>
            <p:nvPr/>
          </p:nvSpPr>
          <p:spPr>
            <a:xfrm>
              <a:off x="5513694" y="2442343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2" name="pt7192"/>
            <p:cNvSpPr/>
            <p:nvPr/>
          </p:nvSpPr>
          <p:spPr>
            <a:xfrm>
              <a:off x="6268370" y="2423189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3" name="pt7193"/>
            <p:cNvSpPr/>
            <p:nvPr/>
          </p:nvSpPr>
          <p:spPr>
            <a:xfrm>
              <a:off x="5223034" y="241962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4" name="pt7194"/>
            <p:cNvSpPr/>
            <p:nvPr/>
          </p:nvSpPr>
          <p:spPr>
            <a:xfrm>
              <a:off x="5650805" y="2360899"/>
              <a:ext cx="16849" cy="16849"/>
            </a:xfrm>
            <a:prstGeom prst="ellipse">
              <a:avLst/>
            </a:prstGeom>
            <a:solidFill>
              <a:srgbClr val="44B279">
                <a:alpha val="45098"/>
              </a:srgbClr>
            </a:solidFill>
            <a:ln w="7363" cap="rnd">
              <a:solidFill>
                <a:srgbClr val="44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5" name="pt7195"/>
            <p:cNvSpPr/>
            <p:nvPr/>
          </p:nvSpPr>
          <p:spPr>
            <a:xfrm>
              <a:off x="5969973" y="229963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6" name="pt7196"/>
            <p:cNvSpPr/>
            <p:nvPr/>
          </p:nvSpPr>
          <p:spPr>
            <a:xfrm>
              <a:off x="4872673" y="2823903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7" name="pt7197"/>
            <p:cNvSpPr/>
            <p:nvPr/>
          </p:nvSpPr>
          <p:spPr>
            <a:xfrm>
              <a:off x="6918624" y="164839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8" name="pt7198"/>
            <p:cNvSpPr/>
            <p:nvPr/>
          </p:nvSpPr>
          <p:spPr>
            <a:xfrm>
              <a:off x="5669222" y="2339250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9" name="pt7199"/>
            <p:cNvSpPr/>
            <p:nvPr/>
          </p:nvSpPr>
          <p:spPr>
            <a:xfrm>
              <a:off x="6194799" y="2255246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0" name="pt7200"/>
            <p:cNvSpPr/>
            <p:nvPr/>
          </p:nvSpPr>
          <p:spPr>
            <a:xfrm>
              <a:off x="6013518" y="221510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1" name="pt7201"/>
            <p:cNvSpPr/>
            <p:nvPr/>
          </p:nvSpPr>
          <p:spPr>
            <a:xfrm>
              <a:off x="6265715" y="2457755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2" name="pt7202"/>
            <p:cNvSpPr/>
            <p:nvPr/>
          </p:nvSpPr>
          <p:spPr>
            <a:xfrm>
              <a:off x="5500569" y="2175698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3" name="pt7203"/>
            <p:cNvSpPr/>
            <p:nvPr/>
          </p:nvSpPr>
          <p:spPr>
            <a:xfrm>
              <a:off x="6345813" y="226984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4" name="pt7204"/>
            <p:cNvSpPr/>
            <p:nvPr/>
          </p:nvSpPr>
          <p:spPr>
            <a:xfrm>
              <a:off x="6377707" y="2283083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5" name="pt7205"/>
            <p:cNvSpPr/>
            <p:nvPr/>
          </p:nvSpPr>
          <p:spPr>
            <a:xfrm>
              <a:off x="5544029" y="2208622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6" name="pt7206"/>
            <p:cNvSpPr/>
            <p:nvPr/>
          </p:nvSpPr>
          <p:spPr>
            <a:xfrm>
              <a:off x="6336561" y="2236981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7" name="pt7207"/>
            <p:cNvSpPr/>
            <p:nvPr/>
          </p:nvSpPr>
          <p:spPr>
            <a:xfrm>
              <a:off x="6194910" y="2213287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8" name="pt7208"/>
            <p:cNvSpPr/>
            <p:nvPr/>
          </p:nvSpPr>
          <p:spPr>
            <a:xfrm>
              <a:off x="6468162" y="213998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9" name="pt7209"/>
            <p:cNvSpPr/>
            <p:nvPr/>
          </p:nvSpPr>
          <p:spPr>
            <a:xfrm>
              <a:off x="5901977" y="2157990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0" name="pt7210"/>
            <p:cNvSpPr/>
            <p:nvPr/>
          </p:nvSpPr>
          <p:spPr>
            <a:xfrm>
              <a:off x="5930273" y="1795960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1" name="pt7211"/>
            <p:cNvSpPr/>
            <p:nvPr/>
          </p:nvSpPr>
          <p:spPr>
            <a:xfrm>
              <a:off x="6510808" y="2058285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2" name="pt7212"/>
            <p:cNvSpPr/>
            <p:nvPr/>
          </p:nvSpPr>
          <p:spPr>
            <a:xfrm>
              <a:off x="6053739" y="2393794"/>
              <a:ext cx="16849" cy="16849"/>
            </a:xfrm>
            <a:prstGeom prst="ellipse">
              <a:avLst/>
            </a:prstGeom>
            <a:solidFill>
              <a:srgbClr val="59BC6D">
                <a:alpha val="45098"/>
              </a:srgbClr>
            </a:solidFill>
            <a:ln w="7363" cap="rnd">
              <a:solidFill>
                <a:srgbClr val="59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3" name="pt7213"/>
            <p:cNvSpPr/>
            <p:nvPr/>
          </p:nvSpPr>
          <p:spPr>
            <a:xfrm>
              <a:off x="5562744" y="2560984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4" name="pt7214"/>
            <p:cNvSpPr/>
            <p:nvPr/>
          </p:nvSpPr>
          <p:spPr>
            <a:xfrm>
              <a:off x="6619352" y="2117096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5" name="pt7215"/>
            <p:cNvSpPr/>
            <p:nvPr/>
          </p:nvSpPr>
          <p:spPr>
            <a:xfrm>
              <a:off x="5139274" y="2384636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6" name="pt7216"/>
            <p:cNvSpPr/>
            <p:nvPr/>
          </p:nvSpPr>
          <p:spPr>
            <a:xfrm>
              <a:off x="5969368" y="2505918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7" name="pt7217"/>
            <p:cNvSpPr/>
            <p:nvPr/>
          </p:nvSpPr>
          <p:spPr>
            <a:xfrm>
              <a:off x="5711520" y="2459385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8" name="pt7218"/>
            <p:cNvSpPr/>
            <p:nvPr/>
          </p:nvSpPr>
          <p:spPr>
            <a:xfrm>
              <a:off x="5673054" y="2576298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9" name="pt7219"/>
            <p:cNvSpPr/>
            <p:nvPr/>
          </p:nvSpPr>
          <p:spPr>
            <a:xfrm>
              <a:off x="6215373" y="2163016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0" name="pt7220"/>
            <p:cNvSpPr/>
            <p:nvPr/>
          </p:nvSpPr>
          <p:spPr>
            <a:xfrm>
              <a:off x="6808904" y="186224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1" name="pt7221"/>
            <p:cNvSpPr/>
            <p:nvPr/>
          </p:nvSpPr>
          <p:spPr>
            <a:xfrm>
              <a:off x="6695370" y="2140526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2" name="pt7222"/>
            <p:cNvSpPr/>
            <p:nvPr/>
          </p:nvSpPr>
          <p:spPr>
            <a:xfrm>
              <a:off x="6312343" y="2074468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3" name="pt7223"/>
            <p:cNvSpPr/>
            <p:nvPr/>
          </p:nvSpPr>
          <p:spPr>
            <a:xfrm>
              <a:off x="6578289" y="2163486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4" name="pt7224"/>
            <p:cNvSpPr/>
            <p:nvPr/>
          </p:nvSpPr>
          <p:spPr>
            <a:xfrm>
              <a:off x="6491561" y="2187284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5" name="pt7225"/>
            <p:cNvSpPr/>
            <p:nvPr/>
          </p:nvSpPr>
          <p:spPr>
            <a:xfrm>
              <a:off x="6467662" y="221337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6" name="pt7226"/>
            <p:cNvSpPr/>
            <p:nvPr/>
          </p:nvSpPr>
          <p:spPr>
            <a:xfrm>
              <a:off x="7361476" y="2061050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7" name="pt7227"/>
            <p:cNvSpPr/>
            <p:nvPr/>
          </p:nvSpPr>
          <p:spPr>
            <a:xfrm>
              <a:off x="5973122" y="2543511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8" name="pt7228"/>
            <p:cNvSpPr/>
            <p:nvPr/>
          </p:nvSpPr>
          <p:spPr>
            <a:xfrm>
              <a:off x="5952617" y="2351979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9" name="pt7229"/>
            <p:cNvSpPr/>
            <p:nvPr/>
          </p:nvSpPr>
          <p:spPr>
            <a:xfrm>
              <a:off x="6345180" y="2148447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0" name="pt7230"/>
            <p:cNvSpPr/>
            <p:nvPr/>
          </p:nvSpPr>
          <p:spPr>
            <a:xfrm>
              <a:off x="6675916" y="1985762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1" name="pt7231"/>
            <p:cNvSpPr/>
            <p:nvPr/>
          </p:nvSpPr>
          <p:spPr>
            <a:xfrm>
              <a:off x="5917843" y="2160226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2" name="pt7232"/>
            <p:cNvSpPr/>
            <p:nvPr/>
          </p:nvSpPr>
          <p:spPr>
            <a:xfrm>
              <a:off x="5557836" y="2436788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3" name="pt7233"/>
            <p:cNvSpPr/>
            <p:nvPr/>
          </p:nvSpPr>
          <p:spPr>
            <a:xfrm>
              <a:off x="6465032" y="214166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4" name="pt7234"/>
            <p:cNvSpPr/>
            <p:nvPr/>
          </p:nvSpPr>
          <p:spPr>
            <a:xfrm>
              <a:off x="6214933" y="228977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5" name="pt7235"/>
            <p:cNvSpPr/>
            <p:nvPr/>
          </p:nvSpPr>
          <p:spPr>
            <a:xfrm>
              <a:off x="5471295" y="2438457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6" name="pt7236"/>
            <p:cNvSpPr/>
            <p:nvPr/>
          </p:nvSpPr>
          <p:spPr>
            <a:xfrm>
              <a:off x="6148419" y="232811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7" name="pt7237"/>
            <p:cNvSpPr/>
            <p:nvPr/>
          </p:nvSpPr>
          <p:spPr>
            <a:xfrm>
              <a:off x="6132337" y="2354980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8" name="pt7238"/>
            <p:cNvSpPr/>
            <p:nvPr/>
          </p:nvSpPr>
          <p:spPr>
            <a:xfrm>
              <a:off x="6492165" y="2030155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9" name="pt7239"/>
            <p:cNvSpPr/>
            <p:nvPr/>
          </p:nvSpPr>
          <p:spPr>
            <a:xfrm>
              <a:off x="6479635" y="2099118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0" name="pt7240"/>
            <p:cNvSpPr/>
            <p:nvPr/>
          </p:nvSpPr>
          <p:spPr>
            <a:xfrm>
              <a:off x="6969169" y="2046108"/>
              <a:ext cx="16849" cy="16849"/>
            </a:xfrm>
            <a:prstGeom prst="ellipse">
              <a:avLst/>
            </a:prstGeom>
            <a:solidFill>
              <a:srgbClr val="63C266">
                <a:alpha val="45098"/>
              </a:srgbClr>
            </a:solidFill>
            <a:ln w="7363" cap="rnd">
              <a:solidFill>
                <a:srgbClr val="63C26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1" name="pt7241"/>
            <p:cNvSpPr/>
            <p:nvPr/>
          </p:nvSpPr>
          <p:spPr>
            <a:xfrm>
              <a:off x="6790118" y="1876757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2" name="pt7242"/>
            <p:cNvSpPr/>
            <p:nvPr/>
          </p:nvSpPr>
          <p:spPr>
            <a:xfrm>
              <a:off x="6348582" y="2268542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3" name="pt7243"/>
            <p:cNvSpPr/>
            <p:nvPr/>
          </p:nvSpPr>
          <p:spPr>
            <a:xfrm>
              <a:off x="6943760" y="1873098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4" name="pt7244"/>
            <p:cNvSpPr/>
            <p:nvPr/>
          </p:nvSpPr>
          <p:spPr>
            <a:xfrm>
              <a:off x="6791758" y="1699993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5" name="pt7245"/>
            <p:cNvSpPr/>
            <p:nvPr/>
          </p:nvSpPr>
          <p:spPr>
            <a:xfrm>
              <a:off x="5683689" y="2350639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6" name="pt7246"/>
            <p:cNvSpPr/>
            <p:nvPr/>
          </p:nvSpPr>
          <p:spPr>
            <a:xfrm>
              <a:off x="5451356" y="2576678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7" name="pt7247"/>
            <p:cNvSpPr/>
            <p:nvPr/>
          </p:nvSpPr>
          <p:spPr>
            <a:xfrm>
              <a:off x="6532005" y="2212412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8" name="pt7248"/>
            <p:cNvSpPr/>
            <p:nvPr/>
          </p:nvSpPr>
          <p:spPr>
            <a:xfrm>
              <a:off x="6104200" y="2226723"/>
              <a:ext cx="16849" cy="16849"/>
            </a:xfrm>
            <a:prstGeom prst="ellipse">
              <a:avLst/>
            </a:prstGeom>
            <a:solidFill>
              <a:srgbClr val="26A983">
                <a:alpha val="45098"/>
              </a:srgbClr>
            </a:solidFill>
            <a:ln w="7363" cap="rnd">
              <a:solidFill>
                <a:srgbClr val="26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9" name="pt7249"/>
            <p:cNvSpPr/>
            <p:nvPr/>
          </p:nvSpPr>
          <p:spPr>
            <a:xfrm>
              <a:off x="6840920" y="1911108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0" name="pt7250"/>
            <p:cNvSpPr/>
            <p:nvPr/>
          </p:nvSpPr>
          <p:spPr>
            <a:xfrm>
              <a:off x="6173982" y="230606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1" name="pt7251"/>
            <p:cNvSpPr/>
            <p:nvPr/>
          </p:nvSpPr>
          <p:spPr>
            <a:xfrm>
              <a:off x="6287622" y="2120756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2" name="pt7252"/>
            <p:cNvSpPr/>
            <p:nvPr/>
          </p:nvSpPr>
          <p:spPr>
            <a:xfrm>
              <a:off x="6364100" y="2280969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3" name="pt7253"/>
            <p:cNvSpPr/>
            <p:nvPr/>
          </p:nvSpPr>
          <p:spPr>
            <a:xfrm>
              <a:off x="6509911" y="2125121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4" name="pt7254"/>
            <p:cNvSpPr/>
            <p:nvPr/>
          </p:nvSpPr>
          <p:spPr>
            <a:xfrm>
              <a:off x="6279960" y="2037634"/>
              <a:ext cx="16849" cy="16849"/>
            </a:xfrm>
            <a:prstGeom prst="ellipse">
              <a:avLst/>
            </a:prstGeom>
            <a:solidFill>
              <a:srgbClr val="62C167">
                <a:alpha val="45098"/>
              </a:srgbClr>
            </a:solidFill>
            <a:ln w="7363" cap="rnd">
              <a:solidFill>
                <a:srgbClr val="62C16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5" name="pt7255"/>
            <p:cNvSpPr/>
            <p:nvPr/>
          </p:nvSpPr>
          <p:spPr>
            <a:xfrm>
              <a:off x="5766993" y="2085647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6" name="pt7256"/>
            <p:cNvSpPr/>
            <p:nvPr/>
          </p:nvSpPr>
          <p:spPr>
            <a:xfrm>
              <a:off x="6266955" y="2459859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7" name="pt7257"/>
            <p:cNvSpPr/>
            <p:nvPr/>
          </p:nvSpPr>
          <p:spPr>
            <a:xfrm>
              <a:off x="6236684" y="225968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8" name="pt7258"/>
            <p:cNvSpPr/>
            <p:nvPr/>
          </p:nvSpPr>
          <p:spPr>
            <a:xfrm>
              <a:off x="6009225" y="219018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9" name="pt7259"/>
            <p:cNvSpPr/>
            <p:nvPr/>
          </p:nvSpPr>
          <p:spPr>
            <a:xfrm>
              <a:off x="5859510" y="2132491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0" name="pt7260"/>
            <p:cNvSpPr/>
            <p:nvPr/>
          </p:nvSpPr>
          <p:spPr>
            <a:xfrm>
              <a:off x="6034977" y="210644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1" name="pt7261"/>
            <p:cNvSpPr/>
            <p:nvPr/>
          </p:nvSpPr>
          <p:spPr>
            <a:xfrm>
              <a:off x="6752772" y="200501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2" name="pt7262"/>
            <p:cNvSpPr/>
            <p:nvPr/>
          </p:nvSpPr>
          <p:spPr>
            <a:xfrm>
              <a:off x="6306850" y="229226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3" name="pt7263"/>
            <p:cNvSpPr/>
            <p:nvPr/>
          </p:nvSpPr>
          <p:spPr>
            <a:xfrm>
              <a:off x="6518712" y="2297578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4" name="pt7264"/>
            <p:cNvSpPr/>
            <p:nvPr/>
          </p:nvSpPr>
          <p:spPr>
            <a:xfrm>
              <a:off x="6350522" y="2190685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5" name="pt7265"/>
            <p:cNvSpPr/>
            <p:nvPr/>
          </p:nvSpPr>
          <p:spPr>
            <a:xfrm>
              <a:off x="6775446" y="1906695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6" name="pt7266"/>
            <p:cNvSpPr/>
            <p:nvPr/>
          </p:nvSpPr>
          <p:spPr>
            <a:xfrm>
              <a:off x="6619623" y="235147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7" name="pt7267"/>
            <p:cNvSpPr/>
            <p:nvPr/>
          </p:nvSpPr>
          <p:spPr>
            <a:xfrm>
              <a:off x="6744376" y="209164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8" name="pt7268"/>
            <p:cNvSpPr/>
            <p:nvPr/>
          </p:nvSpPr>
          <p:spPr>
            <a:xfrm>
              <a:off x="6742752" y="2083677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9" name="pt7269"/>
            <p:cNvSpPr/>
            <p:nvPr/>
          </p:nvSpPr>
          <p:spPr>
            <a:xfrm>
              <a:off x="5319518" y="2240052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0" name="pt7270"/>
            <p:cNvSpPr/>
            <p:nvPr/>
          </p:nvSpPr>
          <p:spPr>
            <a:xfrm>
              <a:off x="6459577" y="2059060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1" name="pt7271"/>
            <p:cNvSpPr/>
            <p:nvPr/>
          </p:nvSpPr>
          <p:spPr>
            <a:xfrm>
              <a:off x="6302150" y="2094260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2" name="pt7272"/>
            <p:cNvSpPr/>
            <p:nvPr/>
          </p:nvSpPr>
          <p:spPr>
            <a:xfrm>
              <a:off x="6410565" y="2007956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3" name="pt7273"/>
            <p:cNvSpPr/>
            <p:nvPr/>
          </p:nvSpPr>
          <p:spPr>
            <a:xfrm>
              <a:off x="6273440" y="216759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4" name="pt7274"/>
            <p:cNvSpPr/>
            <p:nvPr/>
          </p:nvSpPr>
          <p:spPr>
            <a:xfrm>
              <a:off x="5597988" y="2501733"/>
              <a:ext cx="16849" cy="16849"/>
            </a:xfrm>
            <a:prstGeom prst="ellipse">
              <a:avLst/>
            </a:prstGeom>
            <a:solidFill>
              <a:srgbClr val="38AE7E">
                <a:alpha val="45098"/>
              </a:srgbClr>
            </a:solidFill>
            <a:ln w="7363" cap="rnd">
              <a:solidFill>
                <a:srgbClr val="38AE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5" name="pt7275"/>
            <p:cNvSpPr/>
            <p:nvPr/>
          </p:nvSpPr>
          <p:spPr>
            <a:xfrm>
              <a:off x="6208956" y="2294478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6" name="pt7276"/>
            <p:cNvSpPr/>
            <p:nvPr/>
          </p:nvSpPr>
          <p:spPr>
            <a:xfrm>
              <a:off x="5987596" y="2328774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7" name="pt7277"/>
            <p:cNvSpPr/>
            <p:nvPr/>
          </p:nvSpPr>
          <p:spPr>
            <a:xfrm>
              <a:off x="6916014" y="1849784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8" name="pt7278"/>
            <p:cNvSpPr/>
            <p:nvPr/>
          </p:nvSpPr>
          <p:spPr>
            <a:xfrm>
              <a:off x="6096640" y="2166474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9" name="pt7279"/>
            <p:cNvSpPr/>
            <p:nvPr/>
          </p:nvSpPr>
          <p:spPr>
            <a:xfrm>
              <a:off x="6922434" y="1801572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0" name="pt7280"/>
            <p:cNvSpPr/>
            <p:nvPr/>
          </p:nvSpPr>
          <p:spPr>
            <a:xfrm>
              <a:off x="5622083" y="2302267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1" name="pt7281"/>
            <p:cNvSpPr/>
            <p:nvPr/>
          </p:nvSpPr>
          <p:spPr>
            <a:xfrm>
              <a:off x="6621019" y="2124778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2" name="pt7282"/>
            <p:cNvSpPr/>
            <p:nvPr/>
          </p:nvSpPr>
          <p:spPr>
            <a:xfrm>
              <a:off x="6564366" y="2258945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3" name="pt7283"/>
            <p:cNvSpPr/>
            <p:nvPr/>
          </p:nvSpPr>
          <p:spPr>
            <a:xfrm>
              <a:off x="6455190" y="1944955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4" name="pt7284"/>
            <p:cNvSpPr/>
            <p:nvPr/>
          </p:nvSpPr>
          <p:spPr>
            <a:xfrm>
              <a:off x="7271993" y="2177967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5" name="pt7285"/>
            <p:cNvSpPr/>
            <p:nvPr/>
          </p:nvSpPr>
          <p:spPr>
            <a:xfrm>
              <a:off x="5941619" y="1885736"/>
              <a:ext cx="16849" cy="16849"/>
            </a:xfrm>
            <a:prstGeom prst="ellipse">
              <a:avLst/>
            </a:prstGeom>
            <a:solidFill>
              <a:srgbClr val="86D34F">
                <a:alpha val="45098"/>
              </a:srgbClr>
            </a:solidFill>
            <a:ln w="7363" cap="rnd">
              <a:solidFill>
                <a:srgbClr val="86D34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6" name="pt7286"/>
            <p:cNvSpPr/>
            <p:nvPr/>
          </p:nvSpPr>
          <p:spPr>
            <a:xfrm>
              <a:off x="5431091" y="2394758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7" name="pt7287"/>
            <p:cNvSpPr/>
            <p:nvPr/>
          </p:nvSpPr>
          <p:spPr>
            <a:xfrm>
              <a:off x="6125944" y="2312826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8" name="pt7288"/>
            <p:cNvSpPr/>
            <p:nvPr/>
          </p:nvSpPr>
          <p:spPr>
            <a:xfrm>
              <a:off x="5971454" y="2518999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9" name="pt7289"/>
            <p:cNvSpPr/>
            <p:nvPr/>
          </p:nvSpPr>
          <p:spPr>
            <a:xfrm>
              <a:off x="5870137" y="2184079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0" name="pt7290"/>
            <p:cNvSpPr/>
            <p:nvPr/>
          </p:nvSpPr>
          <p:spPr>
            <a:xfrm>
              <a:off x="6735942" y="2035061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1" name="pt7291"/>
            <p:cNvSpPr/>
            <p:nvPr/>
          </p:nvSpPr>
          <p:spPr>
            <a:xfrm>
              <a:off x="6267731" y="2404105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2" name="pt7292"/>
            <p:cNvSpPr/>
            <p:nvPr/>
          </p:nvSpPr>
          <p:spPr>
            <a:xfrm>
              <a:off x="5821724" y="2502220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3" name="pt7293"/>
            <p:cNvSpPr/>
            <p:nvPr/>
          </p:nvSpPr>
          <p:spPr>
            <a:xfrm>
              <a:off x="6581988" y="2226774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4" name="pt7294"/>
            <p:cNvSpPr/>
            <p:nvPr/>
          </p:nvSpPr>
          <p:spPr>
            <a:xfrm>
              <a:off x="4879742" y="2913727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5" name="pt7295"/>
            <p:cNvSpPr/>
            <p:nvPr/>
          </p:nvSpPr>
          <p:spPr>
            <a:xfrm>
              <a:off x="5753110" y="2383682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6" name="pt7296"/>
            <p:cNvSpPr/>
            <p:nvPr/>
          </p:nvSpPr>
          <p:spPr>
            <a:xfrm>
              <a:off x="6755564" y="2075230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7" name="pt7297"/>
            <p:cNvSpPr/>
            <p:nvPr/>
          </p:nvSpPr>
          <p:spPr>
            <a:xfrm>
              <a:off x="5852132" y="2044372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8" name="pt7298"/>
            <p:cNvSpPr/>
            <p:nvPr/>
          </p:nvSpPr>
          <p:spPr>
            <a:xfrm>
              <a:off x="6386970" y="2260303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9" name="pt7299"/>
            <p:cNvSpPr/>
            <p:nvPr/>
          </p:nvSpPr>
          <p:spPr>
            <a:xfrm>
              <a:off x="5112385" y="2194075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0" name="pt7300"/>
            <p:cNvSpPr/>
            <p:nvPr/>
          </p:nvSpPr>
          <p:spPr>
            <a:xfrm>
              <a:off x="6022635" y="2229428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1" name="pt7301"/>
            <p:cNvSpPr/>
            <p:nvPr/>
          </p:nvSpPr>
          <p:spPr>
            <a:xfrm>
              <a:off x="6143432" y="2339212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2" name="pt7302"/>
            <p:cNvSpPr/>
            <p:nvPr/>
          </p:nvSpPr>
          <p:spPr>
            <a:xfrm>
              <a:off x="6686602" y="210038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3" name="pt7303"/>
            <p:cNvSpPr/>
            <p:nvPr/>
          </p:nvSpPr>
          <p:spPr>
            <a:xfrm>
              <a:off x="6202448" y="2106043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4" name="pt7304"/>
            <p:cNvSpPr/>
            <p:nvPr/>
          </p:nvSpPr>
          <p:spPr>
            <a:xfrm>
              <a:off x="6018674" y="2105110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5" name="pt7305"/>
            <p:cNvSpPr/>
            <p:nvPr/>
          </p:nvSpPr>
          <p:spPr>
            <a:xfrm>
              <a:off x="6011450" y="2314192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6" name="pt7306"/>
            <p:cNvSpPr/>
            <p:nvPr/>
          </p:nvSpPr>
          <p:spPr>
            <a:xfrm>
              <a:off x="6343572" y="2164395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7" name="pt7307"/>
            <p:cNvSpPr/>
            <p:nvPr/>
          </p:nvSpPr>
          <p:spPr>
            <a:xfrm>
              <a:off x="6044463" y="2354530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8" name="pt7308"/>
            <p:cNvSpPr/>
            <p:nvPr/>
          </p:nvSpPr>
          <p:spPr>
            <a:xfrm>
              <a:off x="6960182" y="1812497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9" name="pt7309"/>
            <p:cNvSpPr/>
            <p:nvPr/>
          </p:nvSpPr>
          <p:spPr>
            <a:xfrm>
              <a:off x="6614922" y="2135044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0" name="pt7310"/>
            <p:cNvSpPr/>
            <p:nvPr/>
          </p:nvSpPr>
          <p:spPr>
            <a:xfrm>
              <a:off x="5937262" y="166322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1" name="pt7311"/>
            <p:cNvSpPr/>
            <p:nvPr/>
          </p:nvSpPr>
          <p:spPr>
            <a:xfrm>
              <a:off x="6219502" y="2289577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2" name="pt7312"/>
            <p:cNvSpPr/>
            <p:nvPr/>
          </p:nvSpPr>
          <p:spPr>
            <a:xfrm>
              <a:off x="7151320" y="1405571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3" name="pt7313"/>
            <p:cNvSpPr/>
            <p:nvPr/>
          </p:nvSpPr>
          <p:spPr>
            <a:xfrm>
              <a:off x="6371148" y="2300461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4" name="pt7314"/>
            <p:cNvSpPr/>
            <p:nvPr/>
          </p:nvSpPr>
          <p:spPr>
            <a:xfrm>
              <a:off x="5412115" y="2362299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5" name="pt7315"/>
            <p:cNvSpPr/>
            <p:nvPr/>
          </p:nvSpPr>
          <p:spPr>
            <a:xfrm>
              <a:off x="5825544" y="2416501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6" name="pt7316"/>
            <p:cNvSpPr/>
            <p:nvPr/>
          </p:nvSpPr>
          <p:spPr>
            <a:xfrm>
              <a:off x="5726083" y="2335368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7" name="pt7317"/>
            <p:cNvSpPr/>
            <p:nvPr/>
          </p:nvSpPr>
          <p:spPr>
            <a:xfrm>
              <a:off x="5849954" y="2444670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8" name="pt7318"/>
            <p:cNvSpPr/>
            <p:nvPr/>
          </p:nvSpPr>
          <p:spPr>
            <a:xfrm>
              <a:off x="6487944" y="209928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9" name="pt7319"/>
            <p:cNvSpPr/>
            <p:nvPr/>
          </p:nvSpPr>
          <p:spPr>
            <a:xfrm>
              <a:off x="5652559" y="2230507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0" name="pt7320"/>
            <p:cNvSpPr/>
            <p:nvPr/>
          </p:nvSpPr>
          <p:spPr>
            <a:xfrm>
              <a:off x="6184530" y="2232026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1" name="pt7321"/>
            <p:cNvSpPr/>
            <p:nvPr/>
          </p:nvSpPr>
          <p:spPr>
            <a:xfrm>
              <a:off x="7197164" y="1802385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2" name="pt7322"/>
            <p:cNvSpPr/>
            <p:nvPr/>
          </p:nvSpPr>
          <p:spPr>
            <a:xfrm>
              <a:off x="6078357" y="2289647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3" name="pt7323"/>
            <p:cNvSpPr/>
            <p:nvPr/>
          </p:nvSpPr>
          <p:spPr>
            <a:xfrm>
              <a:off x="5774494" y="2092854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4" name="pt7324"/>
            <p:cNvSpPr/>
            <p:nvPr/>
          </p:nvSpPr>
          <p:spPr>
            <a:xfrm>
              <a:off x="7012797" y="1485644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5" name="pt7325"/>
            <p:cNvSpPr/>
            <p:nvPr/>
          </p:nvSpPr>
          <p:spPr>
            <a:xfrm>
              <a:off x="6696208" y="1935290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6" name="pt7326"/>
            <p:cNvSpPr/>
            <p:nvPr/>
          </p:nvSpPr>
          <p:spPr>
            <a:xfrm>
              <a:off x="6271636" y="239824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7" name="pt7327"/>
            <p:cNvSpPr/>
            <p:nvPr/>
          </p:nvSpPr>
          <p:spPr>
            <a:xfrm>
              <a:off x="5367355" y="2492605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8" name="pt7328"/>
            <p:cNvSpPr/>
            <p:nvPr/>
          </p:nvSpPr>
          <p:spPr>
            <a:xfrm>
              <a:off x="6189977" y="2112671"/>
              <a:ext cx="16849" cy="16849"/>
            </a:xfrm>
            <a:prstGeom prst="ellipse">
              <a:avLst/>
            </a:prstGeom>
            <a:solidFill>
              <a:srgbClr val="62C167">
                <a:alpha val="45098"/>
              </a:srgbClr>
            </a:solidFill>
            <a:ln w="7363" cap="rnd">
              <a:solidFill>
                <a:srgbClr val="62C16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9" name="pt7329"/>
            <p:cNvSpPr/>
            <p:nvPr/>
          </p:nvSpPr>
          <p:spPr>
            <a:xfrm>
              <a:off x="6457072" y="1841414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0" name="pt7330"/>
            <p:cNvSpPr/>
            <p:nvPr/>
          </p:nvSpPr>
          <p:spPr>
            <a:xfrm>
              <a:off x="6664852" y="2101518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1" name="pt7331"/>
            <p:cNvSpPr/>
            <p:nvPr/>
          </p:nvSpPr>
          <p:spPr>
            <a:xfrm>
              <a:off x="6124154" y="2318764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2" name="pt7332"/>
            <p:cNvSpPr/>
            <p:nvPr/>
          </p:nvSpPr>
          <p:spPr>
            <a:xfrm>
              <a:off x="5671792" y="240856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3" name="pt7333"/>
            <p:cNvSpPr/>
            <p:nvPr/>
          </p:nvSpPr>
          <p:spPr>
            <a:xfrm>
              <a:off x="6091847" y="2162358"/>
              <a:ext cx="16849" cy="16849"/>
            </a:xfrm>
            <a:prstGeom prst="ellipse">
              <a:avLst/>
            </a:prstGeom>
            <a:solidFill>
              <a:srgbClr val="299987">
                <a:alpha val="45098"/>
              </a:srgbClr>
            </a:solidFill>
            <a:ln w="7363" cap="rnd">
              <a:solidFill>
                <a:srgbClr val="2999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4" name="pt7334"/>
            <p:cNvSpPr/>
            <p:nvPr/>
          </p:nvSpPr>
          <p:spPr>
            <a:xfrm>
              <a:off x="6429895" y="1763874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5" name="pt7335"/>
            <p:cNvSpPr/>
            <p:nvPr/>
          </p:nvSpPr>
          <p:spPr>
            <a:xfrm>
              <a:off x="6273565" y="2134772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6" name="pt7336"/>
            <p:cNvSpPr/>
            <p:nvPr/>
          </p:nvSpPr>
          <p:spPr>
            <a:xfrm>
              <a:off x="6299569" y="2083313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7" name="pt7337"/>
            <p:cNvSpPr/>
            <p:nvPr/>
          </p:nvSpPr>
          <p:spPr>
            <a:xfrm>
              <a:off x="6710018" y="2165097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8" name="pt7338"/>
            <p:cNvSpPr/>
            <p:nvPr/>
          </p:nvSpPr>
          <p:spPr>
            <a:xfrm>
              <a:off x="6141383" y="2344988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9" name="pt7339"/>
            <p:cNvSpPr/>
            <p:nvPr/>
          </p:nvSpPr>
          <p:spPr>
            <a:xfrm>
              <a:off x="6246934" y="231545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0" name="pt7340"/>
            <p:cNvSpPr/>
            <p:nvPr/>
          </p:nvSpPr>
          <p:spPr>
            <a:xfrm>
              <a:off x="5774886" y="2014785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1" name="pt7341"/>
            <p:cNvSpPr/>
            <p:nvPr/>
          </p:nvSpPr>
          <p:spPr>
            <a:xfrm>
              <a:off x="5749198" y="2248931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2" name="pt7342"/>
            <p:cNvSpPr/>
            <p:nvPr/>
          </p:nvSpPr>
          <p:spPr>
            <a:xfrm>
              <a:off x="6002348" y="2651154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3" name="pt7343"/>
            <p:cNvSpPr/>
            <p:nvPr/>
          </p:nvSpPr>
          <p:spPr>
            <a:xfrm>
              <a:off x="6784431" y="1874371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4" name="pt7344"/>
            <p:cNvSpPr/>
            <p:nvPr/>
          </p:nvSpPr>
          <p:spPr>
            <a:xfrm>
              <a:off x="6474109" y="2203050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5" name="pt7345"/>
            <p:cNvSpPr/>
            <p:nvPr/>
          </p:nvSpPr>
          <p:spPr>
            <a:xfrm>
              <a:off x="5503868" y="2545297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6" name="pt7346"/>
            <p:cNvSpPr/>
            <p:nvPr/>
          </p:nvSpPr>
          <p:spPr>
            <a:xfrm>
              <a:off x="6496456" y="2062425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7" name="pt7347"/>
            <p:cNvSpPr/>
            <p:nvPr/>
          </p:nvSpPr>
          <p:spPr>
            <a:xfrm>
              <a:off x="6768308" y="204107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8" name="pt7348"/>
            <p:cNvSpPr/>
            <p:nvPr/>
          </p:nvSpPr>
          <p:spPr>
            <a:xfrm>
              <a:off x="6076127" y="229986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9" name="pt7349"/>
            <p:cNvSpPr/>
            <p:nvPr/>
          </p:nvSpPr>
          <p:spPr>
            <a:xfrm>
              <a:off x="5507939" y="236856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0" name="pt7350"/>
            <p:cNvSpPr/>
            <p:nvPr/>
          </p:nvSpPr>
          <p:spPr>
            <a:xfrm>
              <a:off x="5975560" y="2517412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1" name="pt7351"/>
            <p:cNvSpPr/>
            <p:nvPr/>
          </p:nvSpPr>
          <p:spPr>
            <a:xfrm>
              <a:off x="6677081" y="210075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2" name="pt7352"/>
            <p:cNvSpPr/>
            <p:nvPr/>
          </p:nvSpPr>
          <p:spPr>
            <a:xfrm>
              <a:off x="5680489" y="2514899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3" name="pt7353"/>
            <p:cNvSpPr/>
            <p:nvPr/>
          </p:nvSpPr>
          <p:spPr>
            <a:xfrm>
              <a:off x="6027651" y="193781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4" name="pt7354"/>
            <p:cNvSpPr/>
            <p:nvPr/>
          </p:nvSpPr>
          <p:spPr>
            <a:xfrm>
              <a:off x="6732807" y="209422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5" name="pt7355"/>
            <p:cNvSpPr/>
            <p:nvPr/>
          </p:nvSpPr>
          <p:spPr>
            <a:xfrm>
              <a:off x="6734396" y="1900867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6" name="pt7356"/>
            <p:cNvSpPr/>
            <p:nvPr/>
          </p:nvSpPr>
          <p:spPr>
            <a:xfrm>
              <a:off x="6388065" y="2115514"/>
              <a:ext cx="16849" cy="16849"/>
            </a:xfrm>
            <a:prstGeom prst="ellipse">
              <a:avLst/>
            </a:prstGeom>
            <a:solidFill>
              <a:srgbClr val="26A983">
                <a:alpha val="45098"/>
              </a:srgbClr>
            </a:solidFill>
            <a:ln w="7363" cap="rnd">
              <a:solidFill>
                <a:srgbClr val="26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7" name="pt7357"/>
            <p:cNvSpPr/>
            <p:nvPr/>
          </p:nvSpPr>
          <p:spPr>
            <a:xfrm>
              <a:off x="6281393" y="2085878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8" name="pt7358"/>
            <p:cNvSpPr/>
            <p:nvPr/>
          </p:nvSpPr>
          <p:spPr>
            <a:xfrm>
              <a:off x="5650109" y="2459303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9" name="pt7359"/>
            <p:cNvSpPr/>
            <p:nvPr/>
          </p:nvSpPr>
          <p:spPr>
            <a:xfrm>
              <a:off x="6110302" y="2267656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0" name="pt7360"/>
            <p:cNvSpPr/>
            <p:nvPr/>
          </p:nvSpPr>
          <p:spPr>
            <a:xfrm>
              <a:off x="5803014" y="2165482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1" name="pt7361"/>
            <p:cNvSpPr/>
            <p:nvPr/>
          </p:nvSpPr>
          <p:spPr>
            <a:xfrm>
              <a:off x="6010423" y="2319374"/>
              <a:ext cx="16849" cy="16849"/>
            </a:xfrm>
            <a:prstGeom prst="ellipse">
              <a:avLst/>
            </a:prstGeom>
            <a:solidFill>
              <a:srgbClr val="C5DE3E">
                <a:alpha val="45098"/>
              </a:srgbClr>
            </a:solidFill>
            <a:ln w="7363" cap="rnd">
              <a:solidFill>
                <a:srgbClr val="C5DE3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2" name="pt7362"/>
            <p:cNvSpPr/>
            <p:nvPr/>
          </p:nvSpPr>
          <p:spPr>
            <a:xfrm>
              <a:off x="6297958" y="1867459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3" name="pt7363"/>
            <p:cNvSpPr/>
            <p:nvPr/>
          </p:nvSpPr>
          <p:spPr>
            <a:xfrm>
              <a:off x="5992372" y="2484296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4" name="pt7364"/>
            <p:cNvSpPr/>
            <p:nvPr/>
          </p:nvSpPr>
          <p:spPr>
            <a:xfrm>
              <a:off x="6202830" y="2164600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5" name="pt7365"/>
            <p:cNvSpPr/>
            <p:nvPr/>
          </p:nvSpPr>
          <p:spPr>
            <a:xfrm>
              <a:off x="6328879" y="2170364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6" name="pt7366"/>
            <p:cNvSpPr/>
            <p:nvPr/>
          </p:nvSpPr>
          <p:spPr>
            <a:xfrm>
              <a:off x="5879788" y="2217235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7" name="pt7367"/>
            <p:cNvSpPr/>
            <p:nvPr/>
          </p:nvSpPr>
          <p:spPr>
            <a:xfrm>
              <a:off x="6482141" y="2244261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8" name="pt7368"/>
            <p:cNvSpPr/>
            <p:nvPr/>
          </p:nvSpPr>
          <p:spPr>
            <a:xfrm>
              <a:off x="6404377" y="2229546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9" name="pt7369"/>
            <p:cNvSpPr/>
            <p:nvPr/>
          </p:nvSpPr>
          <p:spPr>
            <a:xfrm>
              <a:off x="5288659" y="2143500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0" name="pt7370"/>
            <p:cNvSpPr/>
            <p:nvPr/>
          </p:nvSpPr>
          <p:spPr>
            <a:xfrm>
              <a:off x="6504798" y="221120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1" name="pt7371"/>
            <p:cNvSpPr/>
            <p:nvPr/>
          </p:nvSpPr>
          <p:spPr>
            <a:xfrm>
              <a:off x="6476708" y="2102260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2" name="pt7372"/>
            <p:cNvSpPr/>
            <p:nvPr/>
          </p:nvSpPr>
          <p:spPr>
            <a:xfrm>
              <a:off x="6306929" y="2216732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3" name="pt7373"/>
            <p:cNvSpPr/>
            <p:nvPr/>
          </p:nvSpPr>
          <p:spPr>
            <a:xfrm>
              <a:off x="6338968" y="2150999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4" name="pt7374"/>
            <p:cNvSpPr/>
            <p:nvPr/>
          </p:nvSpPr>
          <p:spPr>
            <a:xfrm>
              <a:off x="6768644" y="2126928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5" name="pt7375"/>
            <p:cNvSpPr/>
            <p:nvPr/>
          </p:nvSpPr>
          <p:spPr>
            <a:xfrm>
              <a:off x="6405348" y="2211907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6" name="pt7376"/>
            <p:cNvSpPr/>
            <p:nvPr/>
          </p:nvSpPr>
          <p:spPr>
            <a:xfrm>
              <a:off x="5768630" y="210483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7" name="pt7377"/>
            <p:cNvSpPr/>
            <p:nvPr/>
          </p:nvSpPr>
          <p:spPr>
            <a:xfrm>
              <a:off x="6775399" y="1876151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8" name="pt7378"/>
            <p:cNvSpPr/>
            <p:nvPr/>
          </p:nvSpPr>
          <p:spPr>
            <a:xfrm>
              <a:off x="6658361" y="2086026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9" name="pt7379"/>
            <p:cNvSpPr/>
            <p:nvPr/>
          </p:nvSpPr>
          <p:spPr>
            <a:xfrm>
              <a:off x="5530040" y="2402889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0" name="pt7380"/>
            <p:cNvSpPr/>
            <p:nvPr/>
          </p:nvSpPr>
          <p:spPr>
            <a:xfrm>
              <a:off x="6134056" y="242948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1" name="pt7381"/>
            <p:cNvSpPr/>
            <p:nvPr/>
          </p:nvSpPr>
          <p:spPr>
            <a:xfrm>
              <a:off x="5431562" y="225792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2" name="pt7382"/>
            <p:cNvSpPr/>
            <p:nvPr/>
          </p:nvSpPr>
          <p:spPr>
            <a:xfrm>
              <a:off x="5979965" y="234625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3" name="pt7383"/>
            <p:cNvSpPr/>
            <p:nvPr/>
          </p:nvSpPr>
          <p:spPr>
            <a:xfrm>
              <a:off x="6768089" y="2032553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4" name="pt7384"/>
            <p:cNvSpPr/>
            <p:nvPr/>
          </p:nvSpPr>
          <p:spPr>
            <a:xfrm>
              <a:off x="6492147" y="2066890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5" name="pt7385"/>
            <p:cNvSpPr/>
            <p:nvPr/>
          </p:nvSpPr>
          <p:spPr>
            <a:xfrm>
              <a:off x="5537646" y="2155939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6" name="pt7386"/>
            <p:cNvSpPr/>
            <p:nvPr/>
          </p:nvSpPr>
          <p:spPr>
            <a:xfrm>
              <a:off x="6260409" y="2340358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7" name="pt7387"/>
            <p:cNvSpPr/>
            <p:nvPr/>
          </p:nvSpPr>
          <p:spPr>
            <a:xfrm>
              <a:off x="6913806" y="1795718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8" name="pt7388"/>
            <p:cNvSpPr/>
            <p:nvPr/>
          </p:nvSpPr>
          <p:spPr>
            <a:xfrm>
              <a:off x="6980489" y="1557642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9" name="pt7389"/>
            <p:cNvSpPr/>
            <p:nvPr/>
          </p:nvSpPr>
          <p:spPr>
            <a:xfrm>
              <a:off x="6373046" y="2343268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0" name="pt7390"/>
            <p:cNvSpPr/>
            <p:nvPr/>
          </p:nvSpPr>
          <p:spPr>
            <a:xfrm>
              <a:off x="6328150" y="2214778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1" name="pt7391"/>
            <p:cNvSpPr/>
            <p:nvPr/>
          </p:nvSpPr>
          <p:spPr>
            <a:xfrm>
              <a:off x="6038475" y="2381052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2" name="pt7392"/>
            <p:cNvSpPr/>
            <p:nvPr/>
          </p:nvSpPr>
          <p:spPr>
            <a:xfrm>
              <a:off x="6789062" y="1868273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3" name="pt7393"/>
            <p:cNvSpPr/>
            <p:nvPr/>
          </p:nvSpPr>
          <p:spPr>
            <a:xfrm>
              <a:off x="6193797" y="223016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4" name="pt7394"/>
            <p:cNvSpPr/>
            <p:nvPr/>
          </p:nvSpPr>
          <p:spPr>
            <a:xfrm>
              <a:off x="6008935" y="2204414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5" name="pt7395"/>
            <p:cNvSpPr/>
            <p:nvPr/>
          </p:nvSpPr>
          <p:spPr>
            <a:xfrm>
              <a:off x="6405136" y="2204713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6" name="pt7396"/>
            <p:cNvSpPr/>
            <p:nvPr/>
          </p:nvSpPr>
          <p:spPr>
            <a:xfrm>
              <a:off x="6147727" y="2080872"/>
              <a:ext cx="16849" cy="16849"/>
            </a:xfrm>
            <a:prstGeom prst="ellipse">
              <a:avLst/>
            </a:prstGeom>
            <a:solidFill>
              <a:srgbClr val="6EC85D">
                <a:alpha val="45098"/>
              </a:srgbClr>
            </a:solidFill>
            <a:ln w="7363" cap="rnd">
              <a:solidFill>
                <a:srgbClr val="6EC8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7" name="pt7397"/>
            <p:cNvSpPr/>
            <p:nvPr/>
          </p:nvSpPr>
          <p:spPr>
            <a:xfrm>
              <a:off x="6672330" y="2163432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8" name="pt7398"/>
            <p:cNvSpPr/>
            <p:nvPr/>
          </p:nvSpPr>
          <p:spPr>
            <a:xfrm>
              <a:off x="6140278" y="2294290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9" name="pt7399"/>
            <p:cNvSpPr/>
            <p:nvPr/>
          </p:nvSpPr>
          <p:spPr>
            <a:xfrm>
              <a:off x="5771379" y="2227567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0" name="pt7400"/>
            <p:cNvSpPr/>
            <p:nvPr/>
          </p:nvSpPr>
          <p:spPr>
            <a:xfrm>
              <a:off x="5386537" y="2487236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1" name="pt7401"/>
            <p:cNvSpPr/>
            <p:nvPr/>
          </p:nvSpPr>
          <p:spPr>
            <a:xfrm>
              <a:off x="6363148" y="235219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2" name="pt7402"/>
            <p:cNvSpPr/>
            <p:nvPr/>
          </p:nvSpPr>
          <p:spPr>
            <a:xfrm>
              <a:off x="5965004" y="2358992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3" name="pt7403"/>
            <p:cNvSpPr/>
            <p:nvPr/>
          </p:nvSpPr>
          <p:spPr>
            <a:xfrm>
              <a:off x="6806190" y="1789753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4" name="pt7404"/>
            <p:cNvSpPr/>
            <p:nvPr/>
          </p:nvSpPr>
          <p:spPr>
            <a:xfrm>
              <a:off x="6952493" y="1626424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5" name="pt7405"/>
            <p:cNvSpPr/>
            <p:nvPr/>
          </p:nvSpPr>
          <p:spPr>
            <a:xfrm>
              <a:off x="6126652" y="240401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6" name="pt7406"/>
            <p:cNvSpPr/>
            <p:nvPr/>
          </p:nvSpPr>
          <p:spPr>
            <a:xfrm>
              <a:off x="6617706" y="2007448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7" name="pt7407"/>
            <p:cNvSpPr/>
            <p:nvPr/>
          </p:nvSpPr>
          <p:spPr>
            <a:xfrm>
              <a:off x="5431650" y="2452611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8" name="pt7408"/>
            <p:cNvSpPr/>
            <p:nvPr/>
          </p:nvSpPr>
          <p:spPr>
            <a:xfrm>
              <a:off x="6210525" y="2374652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9" name="pt7409"/>
            <p:cNvSpPr/>
            <p:nvPr/>
          </p:nvSpPr>
          <p:spPr>
            <a:xfrm>
              <a:off x="5658292" y="2215817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0" name="pt7410"/>
            <p:cNvSpPr/>
            <p:nvPr/>
          </p:nvSpPr>
          <p:spPr>
            <a:xfrm>
              <a:off x="5433596" y="224477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1" name="pt7411"/>
            <p:cNvSpPr/>
            <p:nvPr/>
          </p:nvSpPr>
          <p:spPr>
            <a:xfrm>
              <a:off x="6332473" y="2287633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2" name="pt7412"/>
            <p:cNvSpPr/>
            <p:nvPr/>
          </p:nvSpPr>
          <p:spPr>
            <a:xfrm>
              <a:off x="5987815" y="2474506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3" name="pt7413"/>
            <p:cNvSpPr/>
            <p:nvPr/>
          </p:nvSpPr>
          <p:spPr>
            <a:xfrm>
              <a:off x="6483776" y="225792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4" name="pt7414"/>
            <p:cNvSpPr/>
            <p:nvPr/>
          </p:nvSpPr>
          <p:spPr>
            <a:xfrm>
              <a:off x="6085421" y="2291553"/>
              <a:ext cx="16849" cy="16849"/>
            </a:xfrm>
            <a:prstGeom prst="ellipse">
              <a:avLst/>
            </a:prstGeom>
            <a:solidFill>
              <a:srgbClr val="6FC95C">
                <a:alpha val="45098"/>
              </a:srgbClr>
            </a:solidFill>
            <a:ln w="7363" cap="rnd">
              <a:solidFill>
                <a:srgbClr val="6FC95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5" name="pt7415"/>
            <p:cNvSpPr/>
            <p:nvPr/>
          </p:nvSpPr>
          <p:spPr>
            <a:xfrm>
              <a:off x="6134343" y="2274700"/>
              <a:ext cx="16849" cy="16849"/>
            </a:xfrm>
            <a:prstGeom prst="ellipse">
              <a:avLst/>
            </a:prstGeom>
            <a:solidFill>
              <a:srgbClr val="57BB6E">
                <a:alpha val="45098"/>
              </a:srgbClr>
            </a:solidFill>
            <a:ln w="7363" cap="rnd">
              <a:solidFill>
                <a:srgbClr val="57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6" name="pt7416"/>
            <p:cNvSpPr/>
            <p:nvPr/>
          </p:nvSpPr>
          <p:spPr>
            <a:xfrm>
              <a:off x="6205315" y="2320871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7" name="pt7417"/>
            <p:cNvSpPr/>
            <p:nvPr/>
          </p:nvSpPr>
          <p:spPr>
            <a:xfrm>
              <a:off x="6339450" y="2190978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8" name="pt7418"/>
            <p:cNvSpPr/>
            <p:nvPr/>
          </p:nvSpPr>
          <p:spPr>
            <a:xfrm>
              <a:off x="6124917" y="2327100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9" name="pt7419"/>
            <p:cNvSpPr/>
            <p:nvPr/>
          </p:nvSpPr>
          <p:spPr>
            <a:xfrm>
              <a:off x="6573923" y="227332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0" name="pt7420"/>
            <p:cNvSpPr/>
            <p:nvPr/>
          </p:nvSpPr>
          <p:spPr>
            <a:xfrm>
              <a:off x="6298510" y="2065066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1" name="pt7421"/>
            <p:cNvSpPr/>
            <p:nvPr/>
          </p:nvSpPr>
          <p:spPr>
            <a:xfrm>
              <a:off x="6886949" y="197269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2" name="pt7422"/>
            <p:cNvSpPr/>
            <p:nvPr/>
          </p:nvSpPr>
          <p:spPr>
            <a:xfrm>
              <a:off x="6247966" y="2177817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3" name="pt7423"/>
            <p:cNvSpPr/>
            <p:nvPr/>
          </p:nvSpPr>
          <p:spPr>
            <a:xfrm>
              <a:off x="6589140" y="2110847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4" name="pt7424"/>
            <p:cNvSpPr/>
            <p:nvPr/>
          </p:nvSpPr>
          <p:spPr>
            <a:xfrm>
              <a:off x="6228406" y="232357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5" name="pt7425"/>
            <p:cNvSpPr/>
            <p:nvPr/>
          </p:nvSpPr>
          <p:spPr>
            <a:xfrm>
              <a:off x="6034811" y="2232023"/>
              <a:ext cx="16849" cy="16849"/>
            </a:xfrm>
            <a:prstGeom prst="ellipse">
              <a:avLst/>
            </a:prstGeom>
            <a:solidFill>
              <a:srgbClr val="299987">
                <a:alpha val="45098"/>
              </a:srgbClr>
            </a:solidFill>
            <a:ln w="7363" cap="rnd">
              <a:solidFill>
                <a:srgbClr val="2999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6" name="pt7426"/>
            <p:cNvSpPr/>
            <p:nvPr/>
          </p:nvSpPr>
          <p:spPr>
            <a:xfrm>
              <a:off x="5795214" y="2085477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7" name="pt7427"/>
            <p:cNvSpPr/>
            <p:nvPr/>
          </p:nvSpPr>
          <p:spPr>
            <a:xfrm>
              <a:off x="6099566" y="2319909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8" name="pt7428"/>
            <p:cNvSpPr/>
            <p:nvPr/>
          </p:nvSpPr>
          <p:spPr>
            <a:xfrm>
              <a:off x="6257113" y="2466780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9" name="pt7429"/>
            <p:cNvSpPr/>
            <p:nvPr/>
          </p:nvSpPr>
          <p:spPr>
            <a:xfrm>
              <a:off x="5948731" y="1915392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0" name="pt7430"/>
            <p:cNvSpPr/>
            <p:nvPr/>
          </p:nvSpPr>
          <p:spPr>
            <a:xfrm>
              <a:off x="6554059" y="223655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1" name="pt7431"/>
            <p:cNvSpPr/>
            <p:nvPr/>
          </p:nvSpPr>
          <p:spPr>
            <a:xfrm>
              <a:off x="6171342" y="2229364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2" name="pt7432"/>
            <p:cNvSpPr/>
            <p:nvPr/>
          </p:nvSpPr>
          <p:spPr>
            <a:xfrm>
              <a:off x="6451856" y="1965730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3" name="pt7433"/>
            <p:cNvSpPr/>
            <p:nvPr/>
          </p:nvSpPr>
          <p:spPr>
            <a:xfrm>
              <a:off x="6598883" y="2137157"/>
              <a:ext cx="16849" cy="16849"/>
            </a:xfrm>
            <a:prstGeom prst="ellipse">
              <a:avLst/>
            </a:prstGeom>
            <a:solidFill>
              <a:srgbClr val="68C563">
                <a:alpha val="45098"/>
              </a:srgbClr>
            </a:solidFill>
            <a:ln w="7363" cap="rnd">
              <a:solidFill>
                <a:srgbClr val="68C5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4" name="pt7434"/>
            <p:cNvSpPr/>
            <p:nvPr/>
          </p:nvSpPr>
          <p:spPr>
            <a:xfrm>
              <a:off x="5758021" y="2179296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5" name="pt7435"/>
            <p:cNvSpPr/>
            <p:nvPr/>
          </p:nvSpPr>
          <p:spPr>
            <a:xfrm>
              <a:off x="6152212" y="2288854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6" name="pt7436"/>
            <p:cNvSpPr/>
            <p:nvPr/>
          </p:nvSpPr>
          <p:spPr>
            <a:xfrm>
              <a:off x="5884120" y="200105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7" name="pt7437"/>
            <p:cNvSpPr/>
            <p:nvPr/>
          </p:nvSpPr>
          <p:spPr>
            <a:xfrm>
              <a:off x="5955127" y="208242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8" name="pt7438"/>
            <p:cNvSpPr/>
            <p:nvPr/>
          </p:nvSpPr>
          <p:spPr>
            <a:xfrm>
              <a:off x="6278400" y="2169711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9" name="pt7439"/>
            <p:cNvSpPr/>
            <p:nvPr/>
          </p:nvSpPr>
          <p:spPr>
            <a:xfrm>
              <a:off x="6364514" y="2265609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0" name="pt7440"/>
            <p:cNvSpPr/>
            <p:nvPr/>
          </p:nvSpPr>
          <p:spPr>
            <a:xfrm>
              <a:off x="6793037" y="1869358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1" name="pt7441"/>
            <p:cNvSpPr/>
            <p:nvPr/>
          </p:nvSpPr>
          <p:spPr>
            <a:xfrm>
              <a:off x="5360866" y="2586374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2" name="pt7442"/>
            <p:cNvSpPr/>
            <p:nvPr/>
          </p:nvSpPr>
          <p:spPr>
            <a:xfrm>
              <a:off x="5634056" y="2318509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3" name="pt7443"/>
            <p:cNvSpPr/>
            <p:nvPr/>
          </p:nvSpPr>
          <p:spPr>
            <a:xfrm>
              <a:off x="6567666" y="2285696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4" name="pt7444"/>
            <p:cNvSpPr/>
            <p:nvPr/>
          </p:nvSpPr>
          <p:spPr>
            <a:xfrm>
              <a:off x="6591860" y="2216147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5" name="pt7445"/>
            <p:cNvSpPr/>
            <p:nvPr/>
          </p:nvSpPr>
          <p:spPr>
            <a:xfrm>
              <a:off x="6288932" y="2023822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6" name="pt7446"/>
            <p:cNvSpPr/>
            <p:nvPr/>
          </p:nvSpPr>
          <p:spPr>
            <a:xfrm>
              <a:off x="5576712" y="225120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7" name="pt7447"/>
            <p:cNvSpPr/>
            <p:nvPr/>
          </p:nvSpPr>
          <p:spPr>
            <a:xfrm>
              <a:off x="6555836" y="223458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8" name="pt7448"/>
            <p:cNvSpPr/>
            <p:nvPr/>
          </p:nvSpPr>
          <p:spPr>
            <a:xfrm>
              <a:off x="6605564" y="2214189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9" name="pt7449"/>
            <p:cNvSpPr/>
            <p:nvPr/>
          </p:nvSpPr>
          <p:spPr>
            <a:xfrm>
              <a:off x="6126553" y="2068963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0" name="pt7450"/>
            <p:cNvSpPr/>
            <p:nvPr/>
          </p:nvSpPr>
          <p:spPr>
            <a:xfrm>
              <a:off x="5370805" y="2412010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1" name="pt7451"/>
            <p:cNvSpPr/>
            <p:nvPr/>
          </p:nvSpPr>
          <p:spPr>
            <a:xfrm>
              <a:off x="6247144" y="228405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2" name="pt7452"/>
            <p:cNvSpPr/>
            <p:nvPr/>
          </p:nvSpPr>
          <p:spPr>
            <a:xfrm>
              <a:off x="6281272" y="213423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3" name="pt7453"/>
            <p:cNvSpPr/>
            <p:nvPr/>
          </p:nvSpPr>
          <p:spPr>
            <a:xfrm>
              <a:off x="5585726" y="195985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4" name="pt7454"/>
            <p:cNvSpPr/>
            <p:nvPr/>
          </p:nvSpPr>
          <p:spPr>
            <a:xfrm>
              <a:off x="6644888" y="2173615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5" name="pt7455"/>
            <p:cNvSpPr/>
            <p:nvPr/>
          </p:nvSpPr>
          <p:spPr>
            <a:xfrm>
              <a:off x="6436157" y="1867812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6" name="pt7456"/>
            <p:cNvSpPr/>
            <p:nvPr/>
          </p:nvSpPr>
          <p:spPr>
            <a:xfrm>
              <a:off x="6109482" y="2118747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7" name="pt7457"/>
            <p:cNvSpPr/>
            <p:nvPr/>
          </p:nvSpPr>
          <p:spPr>
            <a:xfrm>
              <a:off x="6153081" y="2291978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8" name="pt7458"/>
            <p:cNvSpPr/>
            <p:nvPr/>
          </p:nvSpPr>
          <p:spPr>
            <a:xfrm>
              <a:off x="5945036" y="193331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9" name="pt7459"/>
            <p:cNvSpPr/>
            <p:nvPr/>
          </p:nvSpPr>
          <p:spPr>
            <a:xfrm>
              <a:off x="6712597" y="2224837"/>
              <a:ext cx="16849" cy="16849"/>
            </a:xfrm>
            <a:prstGeom prst="ellipse">
              <a:avLst/>
            </a:prstGeom>
            <a:solidFill>
              <a:srgbClr val="A5D847">
                <a:alpha val="45098"/>
              </a:srgbClr>
            </a:solidFill>
            <a:ln w="7363" cap="rnd">
              <a:solidFill>
                <a:srgbClr val="A5D84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0" name="pt7460"/>
            <p:cNvSpPr/>
            <p:nvPr/>
          </p:nvSpPr>
          <p:spPr>
            <a:xfrm>
              <a:off x="5589121" y="1992020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1" name="pt7461"/>
            <p:cNvSpPr/>
            <p:nvPr/>
          </p:nvSpPr>
          <p:spPr>
            <a:xfrm>
              <a:off x="6853574" y="1844359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2" name="pt7462"/>
            <p:cNvSpPr/>
            <p:nvPr/>
          </p:nvSpPr>
          <p:spPr>
            <a:xfrm>
              <a:off x="6240430" y="2238478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3" name="pt7463"/>
            <p:cNvSpPr/>
            <p:nvPr/>
          </p:nvSpPr>
          <p:spPr>
            <a:xfrm>
              <a:off x="6882506" y="1832736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4" name="pt7464"/>
            <p:cNvSpPr/>
            <p:nvPr/>
          </p:nvSpPr>
          <p:spPr>
            <a:xfrm>
              <a:off x="6373634" y="2227021"/>
              <a:ext cx="16849" cy="16849"/>
            </a:xfrm>
            <a:prstGeom prst="ellipse">
              <a:avLst/>
            </a:prstGeom>
            <a:solidFill>
              <a:srgbClr val="6EC95D">
                <a:alpha val="45098"/>
              </a:srgbClr>
            </a:solidFill>
            <a:ln w="7363" cap="rnd">
              <a:solidFill>
                <a:srgbClr val="6E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5" name="pt7465"/>
            <p:cNvSpPr/>
            <p:nvPr/>
          </p:nvSpPr>
          <p:spPr>
            <a:xfrm>
              <a:off x="7321286" y="1829160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6" name="pt7466"/>
            <p:cNvSpPr/>
            <p:nvPr/>
          </p:nvSpPr>
          <p:spPr>
            <a:xfrm>
              <a:off x="6146145" y="2261453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7" name="pt7467"/>
            <p:cNvSpPr/>
            <p:nvPr/>
          </p:nvSpPr>
          <p:spPr>
            <a:xfrm>
              <a:off x="5831389" y="2427551"/>
              <a:ext cx="16849" cy="16849"/>
            </a:xfrm>
            <a:prstGeom prst="ellipse">
              <a:avLst/>
            </a:prstGeom>
            <a:solidFill>
              <a:srgbClr val="26A983">
                <a:alpha val="45098"/>
              </a:srgbClr>
            </a:solidFill>
            <a:ln w="7363" cap="rnd">
              <a:solidFill>
                <a:srgbClr val="26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8" name="pt7468"/>
            <p:cNvSpPr/>
            <p:nvPr/>
          </p:nvSpPr>
          <p:spPr>
            <a:xfrm>
              <a:off x="6283612" y="2278379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9" name="pt7469"/>
            <p:cNvSpPr/>
            <p:nvPr/>
          </p:nvSpPr>
          <p:spPr>
            <a:xfrm>
              <a:off x="5877287" y="2155994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0" name="pt7470"/>
            <p:cNvSpPr/>
            <p:nvPr/>
          </p:nvSpPr>
          <p:spPr>
            <a:xfrm>
              <a:off x="6665306" y="1924242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1" name="pt7471"/>
            <p:cNvSpPr/>
            <p:nvPr/>
          </p:nvSpPr>
          <p:spPr>
            <a:xfrm>
              <a:off x="6459295" y="2114557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2" name="pt7472"/>
            <p:cNvSpPr/>
            <p:nvPr/>
          </p:nvSpPr>
          <p:spPr>
            <a:xfrm>
              <a:off x="5692397" y="2400899"/>
              <a:ext cx="16849" cy="16849"/>
            </a:xfrm>
            <a:prstGeom prst="ellipse">
              <a:avLst/>
            </a:prstGeom>
            <a:solidFill>
              <a:srgbClr val="33AC80">
                <a:alpha val="45098"/>
              </a:srgbClr>
            </a:solidFill>
            <a:ln w="7363" cap="rnd">
              <a:solidFill>
                <a:srgbClr val="33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3" name="pt7473"/>
            <p:cNvSpPr/>
            <p:nvPr/>
          </p:nvSpPr>
          <p:spPr>
            <a:xfrm>
              <a:off x="6287759" y="1859484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4" name="pt7474"/>
            <p:cNvSpPr/>
            <p:nvPr/>
          </p:nvSpPr>
          <p:spPr>
            <a:xfrm>
              <a:off x="6480772" y="2049824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5" name="pt7475"/>
            <p:cNvSpPr/>
            <p:nvPr/>
          </p:nvSpPr>
          <p:spPr>
            <a:xfrm>
              <a:off x="6367589" y="2277444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6" name="pt7476"/>
            <p:cNvSpPr/>
            <p:nvPr/>
          </p:nvSpPr>
          <p:spPr>
            <a:xfrm>
              <a:off x="6426874" y="2001050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7" name="pt7477"/>
            <p:cNvSpPr/>
            <p:nvPr/>
          </p:nvSpPr>
          <p:spPr>
            <a:xfrm>
              <a:off x="6896328" y="183278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8" name="pt7478"/>
            <p:cNvSpPr/>
            <p:nvPr/>
          </p:nvSpPr>
          <p:spPr>
            <a:xfrm>
              <a:off x="5494187" y="2612035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9" name="pt7479"/>
            <p:cNvSpPr/>
            <p:nvPr/>
          </p:nvSpPr>
          <p:spPr>
            <a:xfrm>
              <a:off x="6375124" y="239519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0" name="pt7480"/>
            <p:cNvSpPr/>
            <p:nvPr/>
          </p:nvSpPr>
          <p:spPr>
            <a:xfrm>
              <a:off x="6126345" y="2246888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1" name="pt7481"/>
            <p:cNvSpPr/>
            <p:nvPr/>
          </p:nvSpPr>
          <p:spPr>
            <a:xfrm>
              <a:off x="6517368" y="227387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2" name="pt7482"/>
            <p:cNvSpPr/>
            <p:nvPr/>
          </p:nvSpPr>
          <p:spPr>
            <a:xfrm>
              <a:off x="5762092" y="2282508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3" name="pt7483"/>
            <p:cNvSpPr/>
            <p:nvPr/>
          </p:nvSpPr>
          <p:spPr>
            <a:xfrm>
              <a:off x="6465813" y="1959305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4" name="pt7484"/>
            <p:cNvSpPr/>
            <p:nvPr/>
          </p:nvSpPr>
          <p:spPr>
            <a:xfrm>
              <a:off x="5980733" y="2476559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5" name="pt7485"/>
            <p:cNvSpPr/>
            <p:nvPr/>
          </p:nvSpPr>
          <p:spPr>
            <a:xfrm>
              <a:off x="5861906" y="2090954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6" name="pt7486"/>
            <p:cNvSpPr/>
            <p:nvPr/>
          </p:nvSpPr>
          <p:spPr>
            <a:xfrm>
              <a:off x="6693225" y="211228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7" name="pt7487"/>
            <p:cNvSpPr/>
            <p:nvPr/>
          </p:nvSpPr>
          <p:spPr>
            <a:xfrm>
              <a:off x="6163233" y="234897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8" name="pt7488"/>
            <p:cNvSpPr/>
            <p:nvPr/>
          </p:nvSpPr>
          <p:spPr>
            <a:xfrm>
              <a:off x="5483274" y="2325787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9" name="pt7489"/>
            <p:cNvSpPr/>
            <p:nvPr/>
          </p:nvSpPr>
          <p:spPr>
            <a:xfrm>
              <a:off x="5807666" y="221064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0" name="pt7490"/>
            <p:cNvSpPr/>
            <p:nvPr/>
          </p:nvSpPr>
          <p:spPr>
            <a:xfrm>
              <a:off x="6252757" y="234187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1" name="pt7491"/>
            <p:cNvSpPr/>
            <p:nvPr/>
          </p:nvSpPr>
          <p:spPr>
            <a:xfrm>
              <a:off x="6210990" y="2296103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2" name="pt7492"/>
            <p:cNvSpPr/>
            <p:nvPr/>
          </p:nvSpPr>
          <p:spPr>
            <a:xfrm>
              <a:off x="6048304" y="2367005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3" name="pt7493"/>
            <p:cNvSpPr/>
            <p:nvPr/>
          </p:nvSpPr>
          <p:spPr>
            <a:xfrm>
              <a:off x="6164659" y="2170066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4" name="pt7494"/>
            <p:cNvSpPr/>
            <p:nvPr/>
          </p:nvSpPr>
          <p:spPr>
            <a:xfrm>
              <a:off x="6505986" y="2098525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5" name="pt7495"/>
            <p:cNvSpPr/>
            <p:nvPr/>
          </p:nvSpPr>
          <p:spPr>
            <a:xfrm>
              <a:off x="5865076" y="2058219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6" name="pt7496"/>
            <p:cNvSpPr/>
            <p:nvPr/>
          </p:nvSpPr>
          <p:spPr>
            <a:xfrm>
              <a:off x="5868299" y="201062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7" name="pt7497"/>
            <p:cNvSpPr/>
            <p:nvPr/>
          </p:nvSpPr>
          <p:spPr>
            <a:xfrm>
              <a:off x="6914382" y="161530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8" name="pt7498"/>
            <p:cNvSpPr/>
            <p:nvPr/>
          </p:nvSpPr>
          <p:spPr>
            <a:xfrm>
              <a:off x="6138639" y="239717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9" name="pt7499"/>
            <p:cNvSpPr/>
            <p:nvPr/>
          </p:nvSpPr>
          <p:spPr>
            <a:xfrm>
              <a:off x="6662335" y="1964299"/>
              <a:ext cx="16849" cy="16849"/>
            </a:xfrm>
            <a:prstGeom prst="ellipse">
              <a:avLst/>
            </a:prstGeom>
            <a:solidFill>
              <a:srgbClr val="77CF54">
                <a:alpha val="45098"/>
              </a:srgbClr>
            </a:solidFill>
            <a:ln w="7363" cap="rnd">
              <a:solidFill>
                <a:srgbClr val="77CF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0" name="pt7500"/>
            <p:cNvSpPr/>
            <p:nvPr/>
          </p:nvSpPr>
          <p:spPr>
            <a:xfrm>
              <a:off x="6596362" y="2033210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1" name="pt7501"/>
            <p:cNvSpPr/>
            <p:nvPr/>
          </p:nvSpPr>
          <p:spPr>
            <a:xfrm>
              <a:off x="5554731" y="2280649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2" name="pt7502"/>
            <p:cNvSpPr/>
            <p:nvPr/>
          </p:nvSpPr>
          <p:spPr>
            <a:xfrm>
              <a:off x="6186800" y="2044115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3" name="pt7503"/>
            <p:cNvSpPr/>
            <p:nvPr/>
          </p:nvSpPr>
          <p:spPr>
            <a:xfrm>
              <a:off x="6184240" y="2234339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4" name="pt7504"/>
            <p:cNvSpPr/>
            <p:nvPr/>
          </p:nvSpPr>
          <p:spPr>
            <a:xfrm>
              <a:off x="6478487" y="2065616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5" name="pt7505"/>
            <p:cNvSpPr/>
            <p:nvPr/>
          </p:nvSpPr>
          <p:spPr>
            <a:xfrm>
              <a:off x="5455006" y="2547556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6" name="pt7506"/>
            <p:cNvSpPr/>
            <p:nvPr/>
          </p:nvSpPr>
          <p:spPr>
            <a:xfrm>
              <a:off x="6821700" y="1812947"/>
              <a:ext cx="16849" cy="16849"/>
            </a:xfrm>
            <a:prstGeom prst="ellipse">
              <a:avLst/>
            </a:prstGeom>
            <a:solidFill>
              <a:srgbClr val="2B7B8D">
                <a:alpha val="45098"/>
              </a:srgbClr>
            </a:solidFill>
            <a:ln w="7363" cap="rnd">
              <a:solidFill>
                <a:srgbClr val="2B7B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7" name="pt7507"/>
            <p:cNvSpPr/>
            <p:nvPr/>
          </p:nvSpPr>
          <p:spPr>
            <a:xfrm>
              <a:off x="5401749" y="2342284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8" name="pt7508"/>
            <p:cNvSpPr/>
            <p:nvPr/>
          </p:nvSpPr>
          <p:spPr>
            <a:xfrm>
              <a:off x="5958838" y="212070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9" name="pt7509"/>
            <p:cNvSpPr/>
            <p:nvPr/>
          </p:nvSpPr>
          <p:spPr>
            <a:xfrm>
              <a:off x="5961132" y="2067150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0" name="pt7510"/>
            <p:cNvSpPr/>
            <p:nvPr/>
          </p:nvSpPr>
          <p:spPr>
            <a:xfrm>
              <a:off x="6596153" y="2088834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1" name="pt7511"/>
            <p:cNvSpPr/>
            <p:nvPr/>
          </p:nvSpPr>
          <p:spPr>
            <a:xfrm>
              <a:off x="6392109" y="204936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2" name="pt7512"/>
            <p:cNvSpPr/>
            <p:nvPr/>
          </p:nvSpPr>
          <p:spPr>
            <a:xfrm>
              <a:off x="5750177" y="217021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3" name="pt7513"/>
            <p:cNvSpPr/>
            <p:nvPr/>
          </p:nvSpPr>
          <p:spPr>
            <a:xfrm>
              <a:off x="6213210" y="2253858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4" name="pt7514"/>
            <p:cNvSpPr/>
            <p:nvPr/>
          </p:nvSpPr>
          <p:spPr>
            <a:xfrm>
              <a:off x="6025801" y="2014275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5" name="pt7515"/>
            <p:cNvSpPr/>
            <p:nvPr/>
          </p:nvSpPr>
          <p:spPr>
            <a:xfrm>
              <a:off x="6001871" y="2545379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6" name="pt7516"/>
            <p:cNvSpPr/>
            <p:nvPr/>
          </p:nvSpPr>
          <p:spPr>
            <a:xfrm>
              <a:off x="5402625" y="2249296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7" name="pt7517"/>
            <p:cNvSpPr/>
            <p:nvPr/>
          </p:nvSpPr>
          <p:spPr>
            <a:xfrm>
              <a:off x="5583924" y="1729857"/>
              <a:ext cx="16849" cy="16849"/>
            </a:xfrm>
            <a:prstGeom prst="ellipse">
              <a:avLst/>
            </a:prstGeom>
            <a:solidFill>
              <a:srgbClr val="DCE236">
                <a:alpha val="45098"/>
              </a:srgbClr>
            </a:solidFill>
            <a:ln w="7363" cap="rnd">
              <a:solidFill>
                <a:srgbClr val="DCE23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8" name="pt7518"/>
            <p:cNvSpPr/>
            <p:nvPr/>
          </p:nvSpPr>
          <p:spPr>
            <a:xfrm>
              <a:off x="5787083" y="1939996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9" name="pt7519"/>
            <p:cNvSpPr/>
            <p:nvPr/>
          </p:nvSpPr>
          <p:spPr>
            <a:xfrm>
              <a:off x="6473216" y="2100842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0" name="pt7520"/>
            <p:cNvSpPr/>
            <p:nvPr/>
          </p:nvSpPr>
          <p:spPr>
            <a:xfrm>
              <a:off x="6529191" y="233165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1" name="pt7521"/>
            <p:cNvSpPr/>
            <p:nvPr/>
          </p:nvSpPr>
          <p:spPr>
            <a:xfrm>
              <a:off x="5633436" y="2516856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2" name="pt7522"/>
            <p:cNvSpPr/>
            <p:nvPr/>
          </p:nvSpPr>
          <p:spPr>
            <a:xfrm>
              <a:off x="5510597" y="2346026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3" name="pt7523"/>
            <p:cNvSpPr/>
            <p:nvPr/>
          </p:nvSpPr>
          <p:spPr>
            <a:xfrm>
              <a:off x="6355030" y="2196863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4" name="pt7524"/>
            <p:cNvSpPr/>
            <p:nvPr/>
          </p:nvSpPr>
          <p:spPr>
            <a:xfrm>
              <a:off x="7021151" y="1651982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5" name="pt7525"/>
            <p:cNvSpPr/>
            <p:nvPr/>
          </p:nvSpPr>
          <p:spPr>
            <a:xfrm>
              <a:off x="6410906" y="213563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6" name="pt7526"/>
            <p:cNvSpPr/>
            <p:nvPr/>
          </p:nvSpPr>
          <p:spPr>
            <a:xfrm>
              <a:off x="6140452" y="240465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7" name="pt7527"/>
            <p:cNvSpPr/>
            <p:nvPr/>
          </p:nvSpPr>
          <p:spPr>
            <a:xfrm>
              <a:off x="6142360" y="2260444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8" name="pt7528"/>
            <p:cNvSpPr/>
            <p:nvPr/>
          </p:nvSpPr>
          <p:spPr>
            <a:xfrm>
              <a:off x="6402733" y="218335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9" name="pt7529"/>
            <p:cNvSpPr/>
            <p:nvPr/>
          </p:nvSpPr>
          <p:spPr>
            <a:xfrm>
              <a:off x="5635099" y="2444542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0" name="pt7530"/>
            <p:cNvSpPr/>
            <p:nvPr/>
          </p:nvSpPr>
          <p:spPr>
            <a:xfrm>
              <a:off x="6563905" y="2117480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1" name="pt7531"/>
            <p:cNvSpPr/>
            <p:nvPr/>
          </p:nvSpPr>
          <p:spPr>
            <a:xfrm>
              <a:off x="6465742" y="2188591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2" name="pt7532"/>
            <p:cNvSpPr/>
            <p:nvPr/>
          </p:nvSpPr>
          <p:spPr>
            <a:xfrm>
              <a:off x="6486086" y="2089305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3" name="pt7533"/>
            <p:cNvSpPr/>
            <p:nvPr/>
          </p:nvSpPr>
          <p:spPr>
            <a:xfrm>
              <a:off x="6188052" y="2217449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4" name="pt7534"/>
            <p:cNvSpPr/>
            <p:nvPr/>
          </p:nvSpPr>
          <p:spPr>
            <a:xfrm>
              <a:off x="5989337" y="2250343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5" name="pt7535"/>
            <p:cNvSpPr/>
            <p:nvPr/>
          </p:nvSpPr>
          <p:spPr>
            <a:xfrm>
              <a:off x="6795231" y="1750588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6" name="pt7536"/>
            <p:cNvSpPr/>
            <p:nvPr/>
          </p:nvSpPr>
          <p:spPr>
            <a:xfrm>
              <a:off x="5848046" y="2512519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7" name="pt7537"/>
            <p:cNvSpPr/>
            <p:nvPr/>
          </p:nvSpPr>
          <p:spPr>
            <a:xfrm>
              <a:off x="5926748" y="1777627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8" name="pt7538"/>
            <p:cNvSpPr/>
            <p:nvPr/>
          </p:nvSpPr>
          <p:spPr>
            <a:xfrm>
              <a:off x="4980546" y="2715701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9" name="pt7539"/>
            <p:cNvSpPr/>
            <p:nvPr/>
          </p:nvSpPr>
          <p:spPr>
            <a:xfrm>
              <a:off x="6817477" y="1744071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0" name="pt7540"/>
            <p:cNvSpPr/>
            <p:nvPr/>
          </p:nvSpPr>
          <p:spPr>
            <a:xfrm>
              <a:off x="7143262" y="1515950"/>
              <a:ext cx="16849" cy="16849"/>
            </a:xfrm>
            <a:prstGeom prst="ellipse">
              <a:avLst/>
            </a:prstGeom>
            <a:solidFill>
              <a:srgbClr val="97D64B">
                <a:alpha val="45098"/>
              </a:srgbClr>
            </a:solidFill>
            <a:ln w="7363" cap="rnd">
              <a:solidFill>
                <a:srgbClr val="97D64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1" name="pt7541"/>
            <p:cNvSpPr/>
            <p:nvPr/>
          </p:nvSpPr>
          <p:spPr>
            <a:xfrm>
              <a:off x="6281238" y="2153395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2" name="pt7542"/>
            <p:cNvSpPr/>
            <p:nvPr/>
          </p:nvSpPr>
          <p:spPr>
            <a:xfrm>
              <a:off x="6510372" y="2079844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3" name="pt7543"/>
            <p:cNvSpPr/>
            <p:nvPr/>
          </p:nvSpPr>
          <p:spPr>
            <a:xfrm>
              <a:off x="6160800" y="224329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4" name="pt7544"/>
            <p:cNvSpPr/>
            <p:nvPr/>
          </p:nvSpPr>
          <p:spPr>
            <a:xfrm>
              <a:off x="6311996" y="2258217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5" name="pt7545"/>
            <p:cNvSpPr/>
            <p:nvPr/>
          </p:nvSpPr>
          <p:spPr>
            <a:xfrm>
              <a:off x="6358394" y="2165353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6" name="pt7546"/>
            <p:cNvSpPr/>
            <p:nvPr/>
          </p:nvSpPr>
          <p:spPr>
            <a:xfrm>
              <a:off x="6499978" y="2092349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7" name="pt7547"/>
            <p:cNvSpPr/>
            <p:nvPr/>
          </p:nvSpPr>
          <p:spPr>
            <a:xfrm>
              <a:off x="5673787" y="246120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8" name="pt7548"/>
            <p:cNvSpPr/>
            <p:nvPr/>
          </p:nvSpPr>
          <p:spPr>
            <a:xfrm>
              <a:off x="5621412" y="2456420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9" name="pt7549"/>
            <p:cNvSpPr/>
            <p:nvPr/>
          </p:nvSpPr>
          <p:spPr>
            <a:xfrm>
              <a:off x="6917189" y="1819022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0" name="pt7550"/>
            <p:cNvSpPr/>
            <p:nvPr/>
          </p:nvSpPr>
          <p:spPr>
            <a:xfrm>
              <a:off x="6763956" y="200395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1" name="pt7551"/>
            <p:cNvSpPr/>
            <p:nvPr/>
          </p:nvSpPr>
          <p:spPr>
            <a:xfrm>
              <a:off x="7101261" y="1489086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2" name="pt7552"/>
            <p:cNvSpPr/>
            <p:nvPr/>
          </p:nvSpPr>
          <p:spPr>
            <a:xfrm>
              <a:off x="6728454" y="1969647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3" name="pt7553"/>
            <p:cNvSpPr/>
            <p:nvPr/>
          </p:nvSpPr>
          <p:spPr>
            <a:xfrm>
              <a:off x="6430981" y="201884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4" name="pt7554"/>
            <p:cNvSpPr/>
            <p:nvPr/>
          </p:nvSpPr>
          <p:spPr>
            <a:xfrm>
              <a:off x="6333948" y="2219535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5" name="pt7555"/>
            <p:cNvSpPr/>
            <p:nvPr/>
          </p:nvSpPr>
          <p:spPr>
            <a:xfrm>
              <a:off x="6480427" y="214204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6" name="pt7556"/>
            <p:cNvSpPr/>
            <p:nvPr/>
          </p:nvSpPr>
          <p:spPr>
            <a:xfrm>
              <a:off x="6294386" y="204156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7" name="pt7557"/>
            <p:cNvSpPr/>
            <p:nvPr/>
          </p:nvSpPr>
          <p:spPr>
            <a:xfrm>
              <a:off x="6872334" y="1811560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8" name="pt7558"/>
            <p:cNvSpPr/>
            <p:nvPr/>
          </p:nvSpPr>
          <p:spPr>
            <a:xfrm>
              <a:off x="4803077" y="2567663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9" name="pt7559"/>
            <p:cNvSpPr/>
            <p:nvPr/>
          </p:nvSpPr>
          <p:spPr>
            <a:xfrm>
              <a:off x="6612877" y="2176080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0" name="pt7560"/>
            <p:cNvSpPr/>
            <p:nvPr/>
          </p:nvSpPr>
          <p:spPr>
            <a:xfrm>
              <a:off x="5940641" y="186765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1" name="pt7561"/>
            <p:cNvSpPr/>
            <p:nvPr/>
          </p:nvSpPr>
          <p:spPr>
            <a:xfrm>
              <a:off x="6418720" y="2234494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2" name="pt7562"/>
            <p:cNvSpPr/>
            <p:nvPr/>
          </p:nvSpPr>
          <p:spPr>
            <a:xfrm>
              <a:off x="6215252" y="2249297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3" name="pt7563"/>
            <p:cNvSpPr/>
            <p:nvPr/>
          </p:nvSpPr>
          <p:spPr>
            <a:xfrm>
              <a:off x="6101482" y="2221783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4" name="pt7564"/>
            <p:cNvSpPr/>
            <p:nvPr/>
          </p:nvSpPr>
          <p:spPr>
            <a:xfrm>
              <a:off x="5993430" y="2516150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5" name="pt7565"/>
            <p:cNvSpPr/>
            <p:nvPr/>
          </p:nvSpPr>
          <p:spPr>
            <a:xfrm>
              <a:off x="5598595" y="235102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6" name="pt7566"/>
            <p:cNvSpPr/>
            <p:nvPr/>
          </p:nvSpPr>
          <p:spPr>
            <a:xfrm>
              <a:off x="6105883" y="2297044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7" name="pt7567"/>
            <p:cNvSpPr/>
            <p:nvPr/>
          </p:nvSpPr>
          <p:spPr>
            <a:xfrm>
              <a:off x="5837596" y="2444977"/>
              <a:ext cx="16849" cy="16849"/>
            </a:xfrm>
            <a:prstGeom prst="ellipse">
              <a:avLst/>
            </a:prstGeom>
            <a:solidFill>
              <a:srgbClr val="2A9488">
                <a:alpha val="45098"/>
              </a:srgbClr>
            </a:solidFill>
            <a:ln w="7363" cap="rnd">
              <a:solidFill>
                <a:srgbClr val="2A94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8" name="pt7568"/>
            <p:cNvSpPr/>
            <p:nvPr/>
          </p:nvSpPr>
          <p:spPr>
            <a:xfrm>
              <a:off x="5526797" y="2377956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9" name="pt7569"/>
            <p:cNvSpPr/>
            <p:nvPr/>
          </p:nvSpPr>
          <p:spPr>
            <a:xfrm>
              <a:off x="6655099" y="2077399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0" name="pt7570"/>
            <p:cNvSpPr/>
            <p:nvPr/>
          </p:nvSpPr>
          <p:spPr>
            <a:xfrm>
              <a:off x="6222259" y="2093104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1" name="pt7571"/>
            <p:cNvSpPr/>
            <p:nvPr/>
          </p:nvSpPr>
          <p:spPr>
            <a:xfrm>
              <a:off x="5705578" y="2399940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2" name="pt7572"/>
            <p:cNvSpPr/>
            <p:nvPr/>
          </p:nvSpPr>
          <p:spPr>
            <a:xfrm>
              <a:off x="6823928" y="1836162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3" name="pt7573"/>
            <p:cNvSpPr/>
            <p:nvPr/>
          </p:nvSpPr>
          <p:spPr>
            <a:xfrm>
              <a:off x="6775752" y="1826285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4" name="pt7574"/>
            <p:cNvSpPr/>
            <p:nvPr/>
          </p:nvSpPr>
          <p:spPr>
            <a:xfrm>
              <a:off x="5929759" y="205916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5" name="pt7575"/>
            <p:cNvSpPr/>
            <p:nvPr/>
          </p:nvSpPr>
          <p:spPr>
            <a:xfrm>
              <a:off x="6766725" y="1949151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6" name="pt7576"/>
            <p:cNvSpPr/>
            <p:nvPr/>
          </p:nvSpPr>
          <p:spPr>
            <a:xfrm>
              <a:off x="7252984" y="1932269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7" name="pt7577"/>
            <p:cNvSpPr/>
            <p:nvPr/>
          </p:nvSpPr>
          <p:spPr>
            <a:xfrm>
              <a:off x="5504874" y="2355912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8" name="pt7578"/>
            <p:cNvSpPr/>
            <p:nvPr/>
          </p:nvSpPr>
          <p:spPr>
            <a:xfrm>
              <a:off x="5990267" y="2466853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9" name="pt7579"/>
            <p:cNvSpPr/>
            <p:nvPr/>
          </p:nvSpPr>
          <p:spPr>
            <a:xfrm>
              <a:off x="6051961" y="235575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0" name="pt7580"/>
            <p:cNvSpPr/>
            <p:nvPr/>
          </p:nvSpPr>
          <p:spPr>
            <a:xfrm>
              <a:off x="6755000" y="2023987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1" name="pt7581"/>
            <p:cNvSpPr/>
            <p:nvPr/>
          </p:nvSpPr>
          <p:spPr>
            <a:xfrm>
              <a:off x="5427697" y="205378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2" name="pt7582"/>
            <p:cNvSpPr/>
            <p:nvPr/>
          </p:nvSpPr>
          <p:spPr>
            <a:xfrm>
              <a:off x="6596134" y="2212409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3" name="pt7583"/>
            <p:cNvSpPr/>
            <p:nvPr/>
          </p:nvSpPr>
          <p:spPr>
            <a:xfrm>
              <a:off x="6799276" y="1734064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4" name="pt7584"/>
            <p:cNvSpPr/>
            <p:nvPr/>
          </p:nvSpPr>
          <p:spPr>
            <a:xfrm>
              <a:off x="6468526" y="219378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5" name="pt7585"/>
            <p:cNvSpPr/>
            <p:nvPr/>
          </p:nvSpPr>
          <p:spPr>
            <a:xfrm>
              <a:off x="7027356" y="1782874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6" name="pt7586"/>
            <p:cNvSpPr/>
            <p:nvPr/>
          </p:nvSpPr>
          <p:spPr>
            <a:xfrm>
              <a:off x="6334311" y="2113233"/>
              <a:ext cx="16849" cy="16849"/>
            </a:xfrm>
            <a:prstGeom prst="ellipse">
              <a:avLst/>
            </a:prstGeom>
            <a:solidFill>
              <a:srgbClr val="A1D749">
                <a:alpha val="45098"/>
              </a:srgbClr>
            </a:solidFill>
            <a:ln w="7363" cap="rnd">
              <a:solidFill>
                <a:srgbClr val="A1D74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7" name="pt7587"/>
            <p:cNvSpPr/>
            <p:nvPr/>
          </p:nvSpPr>
          <p:spPr>
            <a:xfrm>
              <a:off x="6042309" y="2316177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8" name="pt7588"/>
            <p:cNvSpPr/>
            <p:nvPr/>
          </p:nvSpPr>
          <p:spPr>
            <a:xfrm>
              <a:off x="5957420" y="214189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9" name="pt7589"/>
            <p:cNvSpPr/>
            <p:nvPr/>
          </p:nvSpPr>
          <p:spPr>
            <a:xfrm>
              <a:off x="6222268" y="2278653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0" name="pt7590"/>
            <p:cNvSpPr/>
            <p:nvPr/>
          </p:nvSpPr>
          <p:spPr>
            <a:xfrm>
              <a:off x="6227350" y="2239925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1" name="pt7591"/>
            <p:cNvSpPr/>
            <p:nvPr/>
          </p:nvSpPr>
          <p:spPr>
            <a:xfrm>
              <a:off x="7099659" y="1620322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2" name="pt7592"/>
            <p:cNvSpPr/>
            <p:nvPr/>
          </p:nvSpPr>
          <p:spPr>
            <a:xfrm>
              <a:off x="7091293" y="1476021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3" name="pt7593"/>
            <p:cNvSpPr/>
            <p:nvPr/>
          </p:nvSpPr>
          <p:spPr>
            <a:xfrm>
              <a:off x="7304310" y="1958851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4" name="pt7594"/>
            <p:cNvSpPr/>
            <p:nvPr/>
          </p:nvSpPr>
          <p:spPr>
            <a:xfrm>
              <a:off x="6611916" y="2205952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5" name="pt7595"/>
            <p:cNvSpPr/>
            <p:nvPr/>
          </p:nvSpPr>
          <p:spPr>
            <a:xfrm>
              <a:off x="6697125" y="2090317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6" name="pt7596"/>
            <p:cNvSpPr/>
            <p:nvPr/>
          </p:nvSpPr>
          <p:spPr>
            <a:xfrm>
              <a:off x="6674523" y="2033906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7" name="pt7597"/>
            <p:cNvSpPr/>
            <p:nvPr/>
          </p:nvSpPr>
          <p:spPr>
            <a:xfrm>
              <a:off x="6334932" y="222772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8" name="pt7598"/>
            <p:cNvSpPr/>
            <p:nvPr/>
          </p:nvSpPr>
          <p:spPr>
            <a:xfrm>
              <a:off x="6970369" y="1810127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9" name="pt7599"/>
            <p:cNvSpPr/>
            <p:nvPr/>
          </p:nvSpPr>
          <p:spPr>
            <a:xfrm>
              <a:off x="6183348" y="229963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0" name="pt7600"/>
            <p:cNvSpPr/>
            <p:nvPr/>
          </p:nvSpPr>
          <p:spPr>
            <a:xfrm>
              <a:off x="6052161" y="2332519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1" name="pt7601"/>
            <p:cNvSpPr/>
            <p:nvPr/>
          </p:nvSpPr>
          <p:spPr>
            <a:xfrm>
              <a:off x="6069645" y="235608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2" name="pt7602"/>
            <p:cNvSpPr/>
            <p:nvPr/>
          </p:nvSpPr>
          <p:spPr>
            <a:xfrm>
              <a:off x="6293256" y="2048372"/>
              <a:ext cx="16849" cy="16849"/>
            </a:xfrm>
            <a:prstGeom prst="ellipse">
              <a:avLst/>
            </a:prstGeom>
            <a:solidFill>
              <a:srgbClr val="5EBE6A">
                <a:alpha val="45098"/>
              </a:srgbClr>
            </a:solidFill>
            <a:ln w="7363" cap="rnd">
              <a:solidFill>
                <a:srgbClr val="5EBE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3" name="pt7603"/>
            <p:cNvSpPr/>
            <p:nvPr/>
          </p:nvSpPr>
          <p:spPr>
            <a:xfrm>
              <a:off x="5834135" y="225115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4" name="pt7604"/>
            <p:cNvSpPr/>
            <p:nvPr/>
          </p:nvSpPr>
          <p:spPr>
            <a:xfrm>
              <a:off x="6237440" y="224133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5" name="pt7605"/>
            <p:cNvSpPr/>
            <p:nvPr/>
          </p:nvSpPr>
          <p:spPr>
            <a:xfrm>
              <a:off x="7007243" y="1954185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6" name="pt7606"/>
            <p:cNvSpPr/>
            <p:nvPr/>
          </p:nvSpPr>
          <p:spPr>
            <a:xfrm>
              <a:off x="6483799" y="2118398"/>
              <a:ext cx="16849" cy="16849"/>
            </a:xfrm>
            <a:prstGeom prst="ellipse">
              <a:avLst/>
            </a:prstGeom>
            <a:solidFill>
              <a:srgbClr val="5ABC6D">
                <a:alpha val="45098"/>
              </a:srgbClr>
            </a:solidFill>
            <a:ln w="7363" cap="rnd">
              <a:solidFill>
                <a:srgbClr val="5A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7" name="pt7607"/>
            <p:cNvSpPr/>
            <p:nvPr/>
          </p:nvSpPr>
          <p:spPr>
            <a:xfrm>
              <a:off x="6094090" y="2304395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8" name="pt7608"/>
            <p:cNvSpPr/>
            <p:nvPr/>
          </p:nvSpPr>
          <p:spPr>
            <a:xfrm>
              <a:off x="5463757" y="2383434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9" name="pt7609"/>
            <p:cNvSpPr/>
            <p:nvPr/>
          </p:nvSpPr>
          <p:spPr>
            <a:xfrm>
              <a:off x="6858577" y="181749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0" name="pt7610"/>
            <p:cNvSpPr/>
            <p:nvPr/>
          </p:nvSpPr>
          <p:spPr>
            <a:xfrm>
              <a:off x="6400859" y="2061222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1" name="pt7611"/>
            <p:cNvSpPr/>
            <p:nvPr/>
          </p:nvSpPr>
          <p:spPr>
            <a:xfrm>
              <a:off x="5926184" y="2015260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2" name="pt7612"/>
            <p:cNvSpPr/>
            <p:nvPr/>
          </p:nvSpPr>
          <p:spPr>
            <a:xfrm>
              <a:off x="6777489" y="1855112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3" name="pt7613"/>
            <p:cNvSpPr/>
            <p:nvPr/>
          </p:nvSpPr>
          <p:spPr>
            <a:xfrm>
              <a:off x="6456533" y="2115974"/>
              <a:ext cx="16849" cy="16849"/>
            </a:xfrm>
            <a:prstGeom prst="ellipse">
              <a:avLst/>
            </a:prstGeom>
            <a:solidFill>
              <a:srgbClr val="89D34E">
                <a:alpha val="45098"/>
              </a:srgbClr>
            </a:solidFill>
            <a:ln w="7363" cap="rnd">
              <a:solidFill>
                <a:srgbClr val="89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4" name="pt7614"/>
            <p:cNvSpPr/>
            <p:nvPr/>
          </p:nvSpPr>
          <p:spPr>
            <a:xfrm>
              <a:off x="5955802" y="2365618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5" name="pt7615"/>
            <p:cNvSpPr/>
            <p:nvPr/>
          </p:nvSpPr>
          <p:spPr>
            <a:xfrm>
              <a:off x="7218315" y="1880602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6" name="pt7616"/>
            <p:cNvSpPr/>
            <p:nvPr/>
          </p:nvSpPr>
          <p:spPr>
            <a:xfrm>
              <a:off x="5637031" y="2175105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7" name="pt7617"/>
            <p:cNvSpPr/>
            <p:nvPr/>
          </p:nvSpPr>
          <p:spPr>
            <a:xfrm>
              <a:off x="5499530" y="2425960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8" name="pt7618"/>
            <p:cNvSpPr/>
            <p:nvPr/>
          </p:nvSpPr>
          <p:spPr>
            <a:xfrm>
              <a:off x="6000751" y="2627590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9" name="pt7619"/>
            <p:cNvSpPr/>
            <p:nvPr/>
          </p:nvSpPr>
          <p:spPr>
            <a:xfrm>
              <a:off x="5735176" y="2295145"/>
              <a:ext cx="16849" cy="16849"/>
            </a:xfrm>
            <a:prstGeom prst="ellipse">
              <a:avLst/>
            </a:prstGeom>
            <a:solidFill>
              <a:srgbClr val="62C167">
                <a:alpha val="45098"/>
              </a:srgbClr>
            </a:solidFill>
            <a:ln w="7363" cap="rnd">
              <a:solidFill>
                <a:srgbClr val="62C16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0" name="pt7620"/>
            <p:cNvSpPr/>
            <p:nvPr/>
          </p:nvSpPr>
          <p:spPr>
            <a:xfrm>
              <a:off x="5972878" y="2494699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1" name="pt7621"/>
            <p:cNvSpPr/>
            <p:nvPr/>
          </p:nvSpPr>
          <p:spPr>
            <a:xfrm>
              <a:off x="6258617" y="248604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2" name="pt7622"/>
            <p:cNvSpPr/>
            <p:nvPr/>
          </p:nvSpPr>
          <p:spPr>
            <a:xfrm>
              <a:off x="6159164" y="2346492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3" name="pt7623"/>
            <p:cNvSpPr/>
            <p:nvPr/>
          </p:nvSpPr>
          <p:spPr>
            <a:xfrm>
              <a:off x="6027701" y="2272863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4" name="pt7624"/>
            <p:cNvSpPr/>
            <p:nvPr/>
          </p:nvSpPr>
          <p:spPr>
            <a:xfrm>
              <a:off x="7173221" y="1610121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5" name="pt7625"/>
            <p:cNvSpPr/>
            <p:nvPr/>
          </p:nvSpPr>
          <p:spPr>
            <a:xfrm>
              <a:off x="6014310" y="2505441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6" name="pt7626"/>
            <p:cNvSpPr/>
            <p:nvPr/>
          </p:nvSpPr>
          <p:spPr>
            <a:xfrm>
              <a:off x="5480797" y="2477545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7" name="pt7627"/>
            <p:cNvSpPr/>
            <p:nvPr/>
          </p:nvSpPr>
          <p:spPr>
            <a:xfrm>
              <a:off x="6067315" y="2408356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8" name="pt7628"/>
            <p:cNvSpPr/>
            <p:nvPr/>
          </p:nvSpPr>
          <p:spPr>
            <a:xfrm>
              <a:off x="5747703" y="2060559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9" name="pt7629"/>
            <p:cNvSpPr/>
            <p:nvPr/>
          </p:nvSpPr>
          <p:spPr>
            <a:xfrm>
              <a:off x="6408013" y="2162147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0" name="pt7630"/>
            <p:cNvSpPr/>
            <p:nvPr/>
          </p:nvSpPr>
          <p:spPr>
            <a:xfrm>
              <a:off x="6812383" y="1766690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1" name="pt7631"/>
            <p:cNvSpPr/>
            <p:nvPr/>
          </p:nvSpPr>
          <p:spPr>
            <a:xfrm>
              <a:off x="6516695" y="234899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2" name="pt7632"/>
            <p:cNvSpPr/>
            <p:nvPr/>
          </p:nvSpPr>
          <p:spPr>
            <a:xfrm>
              <a:off x="5951755" y="2302287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3" name="pt7633"/>
            <p:cNvSpPr/>
            <p:nvPr/>
          </p:nvSpPr>
          <p:spPr>
            <a:xfrm>
              <a:off x="6175985" y="2270493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4" name="pt7634"/>
            <p:cNvSpPr/>
            <p:nvPr/>
          </p:nvSpPr>
          <p:spPr>
            <a:xfrm>
              <a:off x="6004186" y="2570093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5" name="pt7635"/>
            <p:cNvSpPr/>
            <p:nvPr/>
          </p:nvSpPr>
          <p:spPr>
            <a:xfrm>
              <a:off x="5604524" y="2425605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6" name="pt7636"/>
            <p:cNvSpPr/>
            <p:nvPr/>
          </p:nvSpPr>
          <p:spPr>
            <a:xfrm>
              <a:off x="6095402" y="2201282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7" name="pt7637"/>
            <p:cNvSpPr/>
            <p:nvPr/>
          </p:nvSpPr>
          <p:spPr>
            <a:xfrm>
              <a:off x="5938060" y="2085691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8" name="pt7638"/>
            <p:cNvSpPr/>
            <p:nvPr/>
          </p:nvSpPr>
          <p:spPr>
            <a:xfrm>
              <a:off x="6719886" y="2017283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9" name="pt7639"/>
            <p:cNvSpPr/>
            <p:nvPr/>
          </p:nvSpPr>
          <p:spPr>
            <a:xfrm>
              <a:off x="6913278" y="1911188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0" name="pt7640"/>
            <p:cNvSpPr/>
            <p:nvPr/>
          </p:nvSpPr>
          <p:spPr>
            <a:xfrm>
              <a:off x="5500987" y="2474523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1" name="pt7641"/>
            <p:cNvSpPr/>
            <p:nvPr/>
          </p:nvSpPr>
          <p:spPr>
            <a:xfrm>
              <a:off x="5536688" y="1949108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2" name="pt7642"/>
            <p:cNvSpPr/>
            <p:nvPr/>
          </p:nvSpPr>
          <p:spPr>
            <a:xfrm>
              <a:off x="5816373" y="2460088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3" name="pt7643"/>
            <p:cNvSpPr/>
            <p:nvPr/>
          </p:nvSpPr>
          <p:spPr>
            <a:xfrm>
              <a:off x="5704045" y="230699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4" name="pt7644"/>
            <p:cNvSpPr/>
            <p:nvPr/>
          </p:nvSpPr>
          <p:spPr>
            <a:xfrm>
              <a:off x="6051477" y="2499176"/>
              <a:ext cx="16849" cy="16849"/>
            </a:xfrm>
            <a:prstGeom prst="ellipse">
              <a:avLst/>
            </a:prstGeom>
            <a:solidFill>
              <a:srgbClr val="2B7B8D">
                <a:alpha val="45098"/>
              </a:srgbClr>
            </a:solidFill>
            <a:ln w="7363" cap="rnd">
              <a:solidFill>
                <a:srgbClr val="2B7B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5" name="pt7645"/>
            <p:cNvSpPr/>
            <p:nvPr/>
          </p:nvSpPr>
          <p:spPr>
            <a:xfrm>
              <a:off x="5762455" y="198632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6" name="pt7646"/>
            <p:cNvSpPr/>
            <p:nvPr/>
          </p:nvSpPr>
          <p:spPr>
            <a:xfrm>
              <a:off x="6240796" y="2324417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7" name="pt7647"/>
            <p:cNvSpPr/>
            <p:nvPr/>
          </p:nvSpPr>
          <p:spPr>
            <a:xfrm>
              <a:off x="6490001" y="2131041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8" name="pt7648"/>
            <p:cNvSpPr/>
            <p:nvPr/>
          </p:nvSpPr>
          <p:spPr>
            <a:xfrm>
              <a:off x="5192240" y="2251750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9" name="pt7649"/>
            <p:cNvSpPr/>
            <p:nvPr/>
          </p:nvSpPr>
          <p:spPr>
            <a:xfrm>
              <a:off x="5795872" y="2062191"/>
              <a:ext cx="16849" cy="16849"/>
            </a:xfrm>
            <a:prstGeom prst="ellipse">
              <a:avLst/>
            </a:prstGeom>
            <a:solidFill>
              <a:srgbClr val="C5DE3E">
                <a:alpha val="45098"/>
              </a:srgbClr>
            </a:solidFill>
            <a:ln w="7363" cap="rnd">
              <a:solidFill>
                <a:srgbClr val="C5DE3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0" name="pt7650"/>
            <p:cNvSpPr/>
            <p:nvPr/>
          </p:nvSpPr>
          <p:spPr>
            <a:xfrm>
              <a:off x="6235407" y="2263782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1" name="pt7651"/>
            <p:cNvSpPr/>
            <p:nvPr/>
          </p:nvSpPr>
          <p:spPr>
            <a:xfrm>
              <a:off x="6517154" y="2129130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2" name="pt7652"/>
            <p:cNvSpPr/>
            <p:nvPr/>
          </p:nvSpPr>
          <p:spPr>
            <a:xfrm>
              <a:off x="5941526" y="174746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3" name="pt7653"/>
            <p:cNvSpPr/>
            <p:nvPr/>
          </p:nvSpPr>
          <p:spPr>
            <a:xfrm>
              <a:off x="5706487" y="2434593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4" name="pt7654"/>
            <p:cNvSpPr/>
            <p:nvPr/>
          </p:nvSpPr>
          <p:spPr>
            <a:xfrm>
              <a:off x="6810147" y="1798317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5" name="pt7655"/>
            <p:cNvSpPr/>
            <p:nvPr/>
          </p:nvSpPr>
          <p:spPr>
            <a:xfrm>
              <a:off x="6644952" y="2154142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6" name="pt7656"/>
            <p:cNvSpPr/>
            <p:nvPr/>
          </p:nvSpPr>
          <p:spPr>
            <a:xfrm>
              <a:off x="6757172" y="2044840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7" name="pt7657"/>
            <p:cNvSpPr/>
            <p:nvPr/>
          </p:nvSpPr>
          <p:spPr>
            <a:xfrm>
              <a:off x="6114945" y="230631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8" name="pt7658"/>
            <p:cNvSpPr/>
            <p:nvPr/>
          </p:nvSpPr>
          <p:spPr>
            <a:xfrm>
              <a:off x="6585491" y="2223242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9" name="pt7659"/>
            <p:cNvSpPr/>
            <p:nvPr/>
          </p:nvSpPr>
          <p:spPr>
            <a:xfrm>
              <a:off x="6545149" y="2182099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0" name="pt7660"/>
            <p:cNvSpPr/>
            <p:nvPr/>
          </p:nvSpPr>
          <p:spPr>
            <a:xfrm>
              <a:off x="6289180" y="2100230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1" name="pt7661"/>
            <p:cNvSpPr/>
            <p:nvPr/>
          </p:nvSpPr>
          <p:spPr>
            <a:xfrm>
              <a:off x="6826226" y="192355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2" name="pt7662"/>
            <p:cNvSpPr/>
            <p:nvPr/>
          </p:nvSpPr>
          <p:spPr>
            <a:xfrm>
              <a:off x="5912181" y="2180800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3" name="pt7663"/>
            <p:cNvSpPr/>
            <p:nvPr/>
          </p:nvSpPr>
          <p:spPr>
            <a:xfrm>
              <a:off x="6480155" y="220736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4" name="pt7664"/>
            <p:cNvSpPr/>
            <p:nvPr/>
          </p:nvSpPr>
          <p:spPr>
            <a:xfrm>
              <a:off x="6005514" y="2586192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5" name="pt7665"/>
            <p:cNvSpPr/>
            <p:nvPr/>
          </p:nvSpPr>
          <p:spPr>
            <a:xfrm>
              <a:off x="6256745" y="2377423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6" name="pt7666"/>
            <p:cNvSpPr/>
            <p:nvPr/>
          </p:nvSpPr>
          <p:spPr>
            <a:xfrm>
              <a:off x="5509105" y="2237885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7" name="pt7667"/>
            <p:cNvSpPr/>
            <p:nvPr/>
          </p:nvSpPr>
          <p:spPr>
            <a:xfrm>
              <a:off x="6222289" y="2347257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8" name="pt7668"/>
            <p:cNvSpPr/>
            <p:nvPr/>
          </p:nvSpPr>
          <p:spPr>
            <a:xfrm>
              <a:off x="6253743" y="229085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9" name="pt7669"/>
            <p:cNvSpPr/>
            <p:nvPr/>
          </p:nvSpPr>
          <p:spPr>
            <a:xfrm>
              <a:off x="6104615" y="2309737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0" name="pt7670"/>
            <p:cNvSpPr/>
            <p:nvPr/>
          </p:nvSpPr>
          <p:spPr>
            <a:xfrm>
              <a:off x="6489210" y="229780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1" name="pt7671"/>
            <p:cNvSpPr/>
            <p:nvPr/>
          </p:nvSpPr>
          <p:spPr>
            <a:xfrm>
              <a:off x="4822019" y="279722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2" name="pt7672"/>
            <p:cNvSpPr/>
            <p:nvPr/>
          </p:nvSpPr>
          <p:spPr>
            <a:xfrm>
              <a:off x="6229794" y="2312540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3" name="pt7673"/>
            <p:cNvSpPr/>
            <p:nvPr/>
          </p:nvSpPr>
          <p:spPr>
            <a:xfrm>
              <a:off x="6181521" y="231008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4" name="pt7674"/>
            <p:cNvSpPr/>
            <p:nvPr/>
          </p:nvSpPr>
          <p:spPr>
            <a:xfrm>
              <a:off x="6375251" y="2276553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5" name="pt7675"/>
            <p:cNvSpPr/>
            <p:nvPr/>
          </p:nvSpPr>
          <p:spPr>
            <a:xfrm>
              <a:off x="5705239" y="2480054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6" name="pt7676"/>
            <p:cNvSpPr/>
            <p:nvPr/>
          </p:nvSpPr>
          <p:spPr>
            <a:xfrm>
              <a:off x="6719930" y="1980232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7" name="pt7677"/>
            <p:cNvSpPr/>
            <p:nvPr/>
          </p:nvSpPr>
          <p:spPr>
            <a:xfrm>
              <a:off x="6608342" y="2131913"/>
              <a:ext cx="16849" cy="16849"/>
            </a:xfrm>
            <a:prstGeom prst="ellipse">
              <a:avLst/>
            </a:prstGeom>
            <a:solidFill>
              <a:srgbClr val="89D34E">
                <a:alpha val="45098"/>
              </a:srgbClr>
            </a:solidFill>
            <a:ln w="7363" cap="rnd">
              <a:solidFill>
                <a:srgbClr val="89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8" name="pt7678"/>
            <p:cNvSpPr/>
            <p:nvPr/>
          </p:nvSpPr>
          <p:spPr>
            <a:xfrm>
              <a:off x="6837864" y="1987950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9" name="pt7679"/>
            <p:cNvSpPr/>
            <p:nvPr/>
          </p:nvSpPr>
          <p:spPr>
            <a:xfrm>
              <a:off x="6556787" y="2070120"/>
              <a:ext cx="16849" cy="16849"/>
            </a:xfrm>
            <a:prstGeom prst="ellipse">
              <a:avLst/>
            </a:prstGeom>
            <a:solidFill>
              <a:srgbClr val="6FC95C">
                <a:alpha val="45098"/>
              </a:srgbClr>
            </a:solidFill>
            <a:ln w="7363" cap="rnd">
              <a:solidFill>
                <a:srgbClr val="6FC95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0" name="pt7680"/>
            <p:cNvSpPr/>
            <p:nvPr/>
          </p:nvSpPr>
          <p:spPr>
            <a:xfrm>
              <a:off x="6383924" y="2304244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1" name="pt7681"/>
            <p:cNvSpPr/>
            <p:nvPr/>
          </p:nvSpPr>
          <p:spPr>
            <a:xfrm>
              <a:off x="6781456" y="1837119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2" name="pt7682"/>
            <p:cNvSpPr/>
            <p:nvPr/>
          </p:nvSpPr>
          <p:spPr>
            <a:xfrm>
              <a:off x="6435307" y="188905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3" name="pt7683"/>
            <p:cNvSpPr/>
            <p:nvPr/>
          </p:nvSpPr>
          <p:spPr>
            <a:xfrm>
              <a:off x="5953105" y="230358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4" name="pt7684"/>
            <p:cNvSpPr/>
            <p:nvPr/>
          </p:nvSpPr>
          <p:spPr>
            <a:xfrm>
              <a:off x="6002644" y="227792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5" name="pt7685"/>
            <p:cNvSpPr/>
            <p:nvPr/>
          </p:nvSpPr>
          <p:spPr>
            <a:xfrm>
              <a:off x="6458897" y="2160242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6" name="pt7686"/>
            <p:cNvSpPr/>
            <p:nvPr/>
          </p:nvSpPr>
          <p:spPr>
            <a:xfrm>
              <a:off x="6011299" y="2429282"/>
              <a:ext cx="16849" cy="16849"/>
            </a:xfrm>
            <a:prstGeom prst="ellipse">
              <a:avLst/>
            </a:prstGeom>
            <a:solidFill>
              <a:srgbClr val="26A983">
                <a:alpha val="45098"/>
              </a:srgbClr>
            </a:solidFill>
            <a:ln w="7363" cap="rnd">
              <a:solidFill>
                <a:srgbClr val="26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7" name="pt7687"/>
            <p:cNvSpPr/>
            <p:nvPr/>
          </p:nvSpPr>
          <p:spPr>
            <a:xfrm>
              <a:off x="6103768" y="236952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8" name="pt7688"/>
            <p:cNvSpPr/>
            <p:nvPr/>
          </p:nvSpPr>
          <p:spPr>
            <a:xfrm>
              <a:off x="5615483" y="2484937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9" name="pt7689"/>
            <p:cNvSpPr/>
            <p:nvPr/>
          </p:nvSpPr>
          <p:spPr>
            <a:xfrm>
              <a:off x="6219836" y="2101895"/>
              <a:ext cx="16849" cy="16849"/>
            </a:xfrm>
            <a:prstGeom prst="ellipse">
              <a:avLst/>
            </a:prstGeom>
            <a:solidFill>
              <a:srgbClr val="89D34E">
                <a:alpha val="45098"/>
              </a:srgbClr>
            </a:solidFill>
            <a:ln w="7363" cap="rnd">
              <a:solidFill>
                <a:srgbClr val="89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0" name="pt7690"/>
            <p:cNvSpPr/>
            <p:nvPr/>
          </p:nvSpPr>
          <p:spPr>
            <a:xfrm>
              <a:off x="6639031" y="2141996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1" name="pt7691"/>
            <p:cNvSpPr/>
            <p:nvPr/>
          </p:nvSpPr>
          <p:spPr>
            <a:xfrm>
              <a:off x="5408176" y="2483878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2" name="pt7692"/>
            <p:cNvSpPr/>
            <p:nvPr/>
          </p:nvSpPr>
          <p:spPr>
            <a:xfrm>
              <a:off x="6385076" y="2212720"/>
              <a:ext cx="16849" cy="16849"/>
            </a:xfrm>
            <a:prstGeom prst="ellipse">
              <a:avLst/>
            </a:prstGeom>
            <a:solidFill>
              <a:srgbClr val="A5D847">
                <a:alpha val="45098"/>
              </a:srgbClr>
            </a:solidFill>
            <a:ln w="7363" cap="rnd">
              <a:solidFill>
                <a:srgbClr val="A5D84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3" name="pt7693"/>
            <p:cNvSpPr/>
            <p:nvPr/>
          </p:nvSpPr>
          <p:spPr>
            <a:xfrm>
              <a:off x="6615421" y="2074410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4" name="pt7694"/>
            <p:cNvSpPr/>
            <p:nvPr/>
          </p:nvSpPr>
          <p:spPr>
            <a:xfrm>
              <a:off x="6428207" y="1859681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5" name="pt7695"/>
            <p:cNvSpPr/>
            <p:nvPr/>
          </p:nvSpPr>
          <p:spPr>
            <a:xfrm>
              <a:off x="6730099" y="2043716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6" name="pt7696"/>
            <p:cNvSpPr/>
            <p:nvPr/>
          </p:nvSpPr>
          <p:spPr>
            <a:xfrm>
              <a:off x="6228943" y="2151531"/>
              <a:ext cx="16849" cy="16849"/>
            </a:xfrm>
            <a:prstGeom prst="ellipse">
              <a:avLst/>
            </a:prstGeom>
            <a:solidFill>
              <a:srgbClr val="A5D848">
                <a:alpha val="45098"/>
              </a:srgbClr>
            </a:solidFill>
            <a:ln w="7363" cap="rnd">
              <a:solidFill>
                <a:srgbClr val="A5D84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7" name="pt7697"/>
            <p:cNvSpPr/>
            <p:nvPr/>
          </p:nvSpPr>
          <p:spPr>
            <a:xfrm>
              <a:off x="6511518" y="233103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8" name="pt7698"/>
            <p:cNvSpPr/>
            <p:nvPr/>
          </p:nvSpPr>
          <p:spPr>
            <a:xfrm>
              <a:off x="6603243" y="1990298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9" name="pt7699"/>
            <p:cNvSpPr/>
            <p:nvPr/>
          </p:nvSpPr>
          <p:spPr>
            <a:xfrm>
              <a:off x="6422675" y="2134325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0" name="pt7700"/>
            <p:cNvSpPr/>
            <p:nvPr/>
          </p:nvSpPr>
          <p:spPr>
            <a:xfrm>
              <a:off x="6011946" y="2444662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1" name="pt7701"/>
            <p:cNvSpPr/>
            <p:nvPr/>
          </p:nvSpPr>
          <p:spPr>
            <a:xfrm>
              <a:off x="7032436" y="1787784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2" name="pt7702"/>
            <p:cNvSpPr/>
            <p:nvPr/>
          </p:nvSpPr>
          <p:spPr>
            <a:xfrm>
              <a:off x="5367219" y="2394302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3" name="pt7703"/>
            <p:cNvSpPr/>
            <p:nvPr/>
          </p:nvSpPr>
          <p:spPr>
            <a:xfrm>
              <a:off x="6574790" y="2098649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4" name="pt7704"/>
            <p:cNvSpPr/>
            <p:nvPr/>
          </p:nvSpPr>
          <p:spPr>
            <a:xfrm>
              <a:off x="6734337" y="2057918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5" name="pt7705"/>
            <p:cNvSpPr/>
            <p:nvPr/>
          </p:nvSpPr>
          <p:spPr>
            <a:xfrm>
              <a:off x="6282969" y="2173953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6" name="pt7706"/>
            <p:cNvSpPr/>
            <p:nvPr/>
          </p:nvSpPr>
          <p:spPr>
            <a:xfrm>
              <a:off x="5909932" y="2092891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7" name="pt7707"/>
            <p:cNvSpPr/>
            <p:nvPr/>
          </p:nvSpPr>
          <p:spPr>
            <a:xfrm>
              <a:off x="6930595" y="180038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8" name="pt7708"/>
            <p:cNvSpPr/>
            <p:nvPr/>
          </p:nvSpPr>
          <p:spPr>
            <a:xfrm>
              <a:off x="7143053" y="1228672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9" name="pt7709"/>
            <p:cNvSpPr/>
            <p:nvPr/>
          </p:nvSpPr>
          <p:spPr>
            <a:xfrm>
              <a:off x="5709245" y="2460721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0" name="pt7710"/>
            <p:cNvSpPr/>
            <p:nvPr/>
          </p:nvSpPr>
          <p:spPr>
            <a:xfrm>
              <a:off x="5100247" y="2589946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1" name="pt7711"/>
            <p:cNvSpPr/>
            <p:nvPr/>
          </p:nvSpPr>
          <p:spPr>
            <a:xfrm>
              <a:off x="6543765" y="2203096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2" name="pt7712"/>
            <p:cNvSpPr/>
            <p:nvPr/>
          </p:nvSpPr>
          <p:spPr>
            <a:xfrm>
              <a:off x="6305075" y="2255377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3" name="pt7713"/>
            <p:cNvSpPr/>
            <p:nvPr/>
          </p:nvSpPr>
          <p:spPr>
            <a:xfrm>
              <a:off x="6456303" y="214192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4" name="pt7714"/>
            <p:cNvSpPr/>
            <p:nvPr/>
          </p:nvSpPr>
          <p:spPr>
            <a:xfrm>
              <a:off x="6377852" y="2396157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5" name="pt7715"/>
            <p:cNvSpPr/>
            <p:nvPr/>
          </p:nvSpPr>
          <p:spPr>
            <a:xfrm>
              <a:off x="6088514" y="232164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6" name="pt7716"/>
            <p:cNvSpPr/>
            <p:nvPr/>
          </p:nvSpPr>
          <p:spPr>
            <a:xfrm>
              <a:off x="5877778" y="212073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7" name="pt7717"/>
            <p:cNvSpPr/>
            <p:nvPr/>
          </p:nvSpPr>
          <p:spPr>
            <a:xfrm>
              <a:off x="6443874" y="201374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8" name="pt7718"/>
            <p:cNvSpPr/>
            <p:nvPr/>
          </p:nvSpPr>
          <p:spPr>
            <a:xfrm>
              <a:off x="6225851" y="2090013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9" name="pt7719"/>
            <p:cNvSpPr/>
            <p:nvPr/>
          </p:nvSpPr>
          <p:spPr>
            <a:xfrm>
              <a:off x="6991039" y="1736732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0" name="pt7720"/>
            <p:cNvSpPr/>
            <p:nvPr/>
          </p:nvSpPr>
          <p:spPr>
            <a:xfrm>
              <a:off x="6528440" y="2195237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1" name="pt7721"/>
            <p:cNvSpPr/>
            <p:nvPr/>
          </p:nvSpPr>
          <p:spPr>
            <a:xfrm>
              <a:off x="7147190" y="1912386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2" name="pt7722"/>
            <p:cNvSpPr/>
            <p:nvPr/>
          </p:nvSpPr>
          <p:spPr>
            <a:xfrm>
              <a:off x="6308550" y="2193951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3" name="pt7723"/>
            <p:cNvSpPr/>
            <p:nvPr/>
          </p:nvSpPr>
          <p:spPr>
            <a:xfrm>
              <a:off x="6064967" y="2348953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4" name="pt7724"/>
            <p:cNvSpPr/>
            <p:nvPr/>
          </p:nvSpPr>
          <p:spPr>
            <a:xfrm>
              <a:off x="5668716" y="2386405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5" name="pt7725"/>
            <p:cNvSpPr/>
            <p:nvPr/>
          </p:nvSpPr>
          <p:spPr>
            <a:xfrm>
              <a:off x="7208986" y="1936282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6" name="pt7726"/>
            <p:cNvSpPr/>
            <p:nvPr/>
          </p:nvSpPr>
          <p:spPr>
            <a:xfrm>
              <a:off x="6494992" y="2143792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7" name="pt7727"/>
            <p:cNvSpPr/>
            <p:nvPr/>
          </p:nvSpPr>
          <p:spPr>
            <a:xfrm>
              <a:off x="6357716" y="2275632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8" name="pt7728"/>
            <p:cNvSpPr/>
            <p:nvPr/>
          </p:nvSpPr>
          <p:spPr>
            <a:xfrm>
              <a:off x="5953492" y="202132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9" name="pt7729"/>
            <p:cNvSpPr/>
            <p:nvPr/>
          </p:nvSpPr>
          <p:spPr>
            <a:xfrm>
              <a:off x="5933795" y="172340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0" name="pt7730"/>
            <p:cNvSpPr/>
            <p:nvPr/>
          </p:nvSpPr>
          <p:spPr>
            <a:xfrm>
              <a:off x="6060518" y="2404128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1" name="pt7731"/>
            <p:cNvSpPr/>
            <p:nvPr/>
          </p:nvSpPr>
          <p:spPr>
            <a:xfrm>
              <a:off x="6669879" y="2017508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2" name="pt7732"/>
            <p:cNvSpPr/>
            <p:nvPr/>
          </p:nvSpPr>
          <p:spPr>
            <a:xfrm>
              <a:off x="6375408" y="2303417"/>
              <a:ext cx="16849" cy="16849"/>
            </a:xfrm>
            <a:prstGeom prst="ellipse">
              <a:avLst/>
            </a:prstGeom>
            <a:solidFill>
              <a:srgbClr val="59BC6D">
                <a:alpha val="45098"/>
              </a:srgbClr>
            </a:solidFill>
            <a:ln w="7363" cap="rnd">
              <a:solidFill>
                <a:srgbClr val="59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3" name="pt7733"/>
            <p:cNvSpPr/>
            <p:nvPr/>
          </p:nvSpPr>
          <p:spPr>
            <a:xfrm>
              <a:off x="6753984" y="2202132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4" name="pt7734"/>
            <p:cNvSpPr/>
            <p:nvPr/>
          </p:nvSpPr>
          <p:spPr>
            <a:xfrm>
              <a:off x="6089974" y="2342216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5" name="pt7735"/>
            <p:cNvSpPr/>
            <p:nvPr/>
          </p:nvSpPr>
          <p:spPr>
            <a:xfrm>
              <a:off x="6856025" y="1808093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6" name="pt7736"/>
            <p:cNvSpPr/>
            <p:nvPr/>
          </p:nvSpPr>
          <p:spPr>
            <a:xfrm>
              <a:off x="6932871" y="1769566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7" name="pt7737"/>
            <p:cNvSpPr/>
            <p:nvPr/>
          </p:nvSpPr>
          <p:spPr>
            <a:xfrm>
              <a:off x="6393339" y="2216593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8" name="pt7738"/>
            <p:cNvSpPr/>
            <p:nvPr/>
          </p:nvSpPr>
          <p:spPr>
            <a:xfrm>
              <a:off x="6107166" y="232223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9" name="pt7739"/>
            <p:cNvSpPr/>
            <p:nvPr/>
          </p:nvSpPr>
          <p:spPr>
            <a:xfrm>
              <a:off x="6009047" y="2443915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0" name="pt7740"/>
            <p:cNvSpPr/>
            <p:nvPr/>
          </p:nvSpPr>
          <p:spPr>
            <a:xfrm>
              <a:off x="5221969" y="2248094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1" name="pt7741"/>
            <p:cNvSpPr/>
            <p:nvPr/>
          </p:nvSpPr>
          <p:spPr>
            <a:xfrm>
              <a:off x="5950608" y="2312098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2" name="pt7742"/>
            <p:cNvSpPr/>
            <p:nvPr/>
          </p:nvSpPr>
          <p:spPr>
            <a:xfrm>
              <a:off x="6753578" y="1966179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3" name="pt7743"/>
            <p:cNvSpPr/>
            <p:nvPr/>
          </p:nvSpPr>
          <p:spPr>
            <a:xfrm>
              <a:off x="6065115" y="2453378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4" name="pt7744"/>
            <p:cNvSpPr/>
            <p:nvPr/>
          </p:nvSpPr>
          <p:spPr>
            <a:xfrm>
              <a:off x="6861610" y="1978161"/>
              <a:ext cx="16849" cy="16849"/>
            </a:xfrm>
            <a:prstGeom prst="ellipse">
              <a:avLst/>
            </a:prstGeom>
            <a:solidFill>
              <a:srgbClr val="6EC85E">
                <a:alpha val="45098"/>
              </a:srgbClr>
            </a:solidFill>
            <a:ln w="7363" cap="rnd">
              <a:solidFill>
                <a:srgbClr val="6EC85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5" name="pt7745"/>
            <p:cNvSpPr/>
            <p:nvPr/>
          </p:nvSpPr>
          <p:spPr>
            <a:xfrm>
              <a:off x="6656552" y="2063743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6" name="pt7746"/>
            <p:cNvSpPr/>
            <p:nvPr/>
          </p:nvSpPr>
          <p:spPr>
            <a:xfrm>
              <a:off x="5650320" y="2297801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7" name="pt7747"/>
            <p:cNvSpPr/>
            <p:nvPr/>
          </p:nvSpPr>
          <p:spPr>
            <a:xfrm>
              <a:off x="5166660" y="2574699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8" name="pt7748"/>
            <p:cNvSpPr/>
            <p:nvPr/>
          </p:nvSpPr>
          <p:spPr>
            <a:xfrm>
              <a:off x="5703782" y="2356202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9" name="pt7749"/>
            <p:cNvSpPr/>
            <p:nvPr/>
          </p:nvSpPr>
          <p:spPr>
            <a:xfrm>
              <a:off x="5833979" y="239381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0" name="pt7750"/>
            <p:cNvSpPr/>
            <p:nvPr/>
          </p:nvSpPr>
          <p:spPr>
            <a:xfrm>
              <a:off x="5738972" y="203492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1" name="pt7751"/>
            <p:cNvSpPr/>
            <p:nvPr/>
          </p:nvSpPr>
          <p:spPr>
            <a:xfrm>
              <a:off x="5222850" y="2472161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2" name="pt7752"/>
            <p:cNvSpPr/>
            <p:nvPr/>
          </p:nvSpPr>
          <p:spPr>
            <a:xfrm>
              <a:off x="6348824" y="2171453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3" name="pt7753"/>
            <p:cNvSpPr/>
            <p:nvPr/>
          </p:nvSpPr>
          <p:spPr>
            <a:xfrm>
              <a:off x="5587347" y="1997229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4" name="pt7754"/>
            <p:cNvSpPr/>
            <p:nvPr/>
          </p:nvSpPr>
          <p:spPr>
            <a:xfrm>
              <a:off x="6912979" y="2038748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5" name="pt7755"/>
            <p:cNvSpPr/>
            <p:nvPr/>
          </p:nvSpPr>
          <p:spPr>
            <a:xfrm>
              <a:off x="6537961" y="237569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6" name="pt7756"/>
            <p:cNvSpPr/>
            <p:nvPr/>
          </p:nvSpPr>
          <p:spPr>
            <a:xfrm>
              <a:off x="6168639" y="2225445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7" name="pt7757"/>
            <p:cNvSpPr/>
            <p:nvPr/>
          </p:nvSpPr>
          <p:spPr>
            <a:xfrm>
              <a:off x="6643128" y="2123393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8" name="pt7758"/>
            <p:cNvSpPr/>
            <p:nvPr/>
          </p:nvSpPr>
          <p:spPr>
            <a:xfrm>
              <a:off x="5965563" y="2375777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9" name="pt7759"/>
            <p:cNvSpPr/>
            <p:nvPr/>
          </p:nvSpPr>
          <p:spPr>
            <a:xfrm>
              <a:off x="6030162" y="210084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0" name="pt7760"/>
            <p:cNvSpPr/>
            <p:nvPr/>
          </p:nvSpPr>
          <p:spPr>
            <a:xfrm>
              <a:off x="6654862" y="2083673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1" name="pt7761"/>
            <p:cNvSpPr/>
            <p:nvPr/>
          </p:nvSpPr>
          <p:spPr>
            <a:xfrm>
              <a:off x="6523910" y="231997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2" name="pt7762"/>
            <p:cNvSpPr/>
            <p:nvPr/>
          </p:nvSpPr>
          <p:spPr>
            <a:xfrm>
              <a:off x="5793960" y="210848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3" name="pt7763"/>
            <p:cNvSpPr/>
            <p:nvPr/>
          </p:nvSpPr>
          <p:spPr>
            <a:xfrm>
              <a:off x="6764686" y="1926020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4" name="pt7764"/>
            <p:cNvSpPr/>
            <p:nvPr/>
          </p:nvSpPr>
          <p:spPr>
            <a:xfrm>
              <a:off x="6442869" y="212004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5" name="pt7765"/>
            <p:cNvSpPr/>
            <p:nvPr/>
          </p:nvSpPr>
          <p:spPr>
            <a:xfrm>
              <a:off x="5986285" y="2495442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6" name="pt7766"/>
            <p:cNvSpPr/>
            <p:nvPr/>
          </p:nvSpPr>
          <p:spPr>
            <a:xfrm>
              <a:off x="6630374" y="2173287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7" name="pt7767"/>
            <p:cNvSpPr/>
            <p:nvPr/>
          </p:nvSpPr>
          <p:spPr>
            <a:xfrm>
              <a:off x="6942221" y="1817829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8" name="pt7768"/>
            <p:cNvSpPr/>
            <p:nvPr/>
          </p:nvSpPr>
          <p:spPr>
            <a:xfrm>
              <a:off x="5846979" y="2393042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9" name="pt7769"/>
            <p:cNvSpPr/>
            <p:nvPr/>
          </p:nvSpPr>
          <p:spPr>
            <a:xfrm>
              <a:off x="6563483" y="2118521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0" name="pt7770"/>
            <p:cNvSpPr/>
            <p:nvPr/>
          </p:nvSpPr>
          <p:spPr>
            <a:xfrm>
              <a:off x="6283683" y="2302111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1" name="pt7771"/>
            <p:cNvSpPr/>
            <p:nvPr/>
          </p:nvSpPr>
          <p:spPr>
            <a:xfrm>
              <a:off x="5887764" y="204034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2" name="pt7772"/>
            <p:cNvSpPr/>
            <p:nvPr/>
          </p:nvSpPr>
          <p:spPr>
            <a:xfrm>
              <a:off x="6473453" y="234066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3" name="pt7773"/>
            <p:cNvSpPr/>
            <p:nvPr/>
          </p:nvSpPr>
          <p:spPr>
            <a:xfrm>
              <a:off x="6001534" y="2614869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4" name="pt7774"/>
            <p:cNvSpPr/>
            <p:nvPr/>
          </p:nvSpPr>
          <p:spPr>
            <a:xfrm>
              <a:off x="6171963" y="2233756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5" name="pt7775"/>
            <p:cNvSpPr/>
            <p:nvPr/>
          </p:nvSpPr>
          <p:spPr>
            <a:xfrm>
              <a:off x="5798525" y="201884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6" name="pt7776"/>
            <p:cNvSpPr/>
            <p:nvPr/>
          </p:nvSpPr>
          <p:spPr>
            <a:xfrm>
              <a:off x="6345020" y="234120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7" name="pt7777"/>
            <p:cNvSpPr/>
            <p:nvPr/>
          </p:nvSpPr>
          <p:spPr>
            <a:xfrm>
              <a:off x="5304212" y="2171468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8" name="pt7778"/>
            <p:cNvSpPr/>
            <p:nvPr/>
          </p:nvSpPr>
          <p:spPr>
            <a:xfrm>
              <a:off x="6691984" y="2087000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9" name="pt7779"/>
            <p:cNvSpPr/>
            <p:nvPr/>
          </p:nvSpPr>
          <p:spPr>
            <a:xfrm>
              <a:off x="6186231" y="230011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0" name="pt7780"/>
            <p:cNvSpPr/>
            <p:nvPr/>
          </p:nvSpPr>
          <p:spPr>
            <a:xfrm>
              <a:off x="5689332" y="2457436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1" name="pt7781"/>
            <p:cNvSpPr/>
            <p:nvPr/>
          </p:nvSpPr>
          <p:spPr>
            <a:xfrm>
              <a:off x="5731323" y="2281520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2" name="pt7782"/>
            <p:cNvSpPr/>
            <p:nvPr/>
          </p:nvSpPr>
          <p:spPr>
            <a:xfrm>
              <a:off x="6433080" y="1884180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3" name="pt7783"/>
            <p:cNvSpPr/>
            <p:nvPr/>
          </p:nvSpPr>
          <p:spPr>
            <a:xfrm>
              <a:off x="5026920" y="2866028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4" name="pt7784"/>
            <p:cNvSpPr/>
            <p:nvPr/>
          </p:nvSpPr>
          <p:spPr>
            <a:xfrm>
              <a:off x="6225221" y="2278881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5" name="pt7785"/>
            <p:cNvSpPr/>
            <p:nvPr/>
          </p:nvSpPr>
          <p:spPr>
            <a:xfrm>
              <a:off x="6515345" y="2363642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6" name="pt7786"/>
            <p:cNvSpPr/>
            <p:nvPr/>
          </p:nvSpPr>
          <p:spPr>
            <a:xfrm>
              <a:off x="6276473" y="2230545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7" name="pt7787"/>
            <p:cNvSpPr/>
            <p:nvPr/>
          </p:nvSpPr>
          <p:spPr>
            <a:xfrm>
              <a:off x="6432707" y="1977999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8" name="pt7788"/>
            <p:cNvSpPr/>
            <p:nvPr/>
          </p:nvSpPr>
          <p:spPr>
            <a:xfrm>
              <a:off x="5478605" y="247919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9" name="pt7789"/>
            <p:cNvSpPr/>
            <p:nvPr/>
          </p:nvSpPr>
          <p:spPr>
            <a:xfrm>
              <a:off x="6168483" y="2341071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0" name="pt7790"/>
            <p:cNvSpPr/>
            <p:nvPr/>
          </p:nvSpPr>
          <p:spPr>
            <a:xfrm>
              <a:off x="6242325" y="224220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1" name="pt7791"/>
            <p:cNvSpPr/>
            <p:nvPr/>
          </p:nvSpPr>
          <p:spPr>
            <a:xfrm>
              <a:off x="5794713" y="2130737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2" name="pt7792"/>
            <p:cNvSpPr/>
            <p:nvPr/>
          </p:nvSpPr>
          <p:spPr>
            <a:xfrm>
              <a:off x="6543990" y="2157248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3" name="pt7793"/>
            <p:cNvSpPr/>
            <p:nvPr/>
          </p:nvSpPr>
          <p:spPr>
            <a:xfrm>
              <a:off x="6431901" y="2188434"/>
              <a:ext cx="16849" cy="16849"/>
            </a:xfrm>
            <a:prstGeom prst="ellipse">
              <a:avLst/>
            </a:prstGeom>
            <a:solidFill>
              <a:srgbClr val="C0DD40">
                <a:alpha val="45098"/>
              </a:srgbClr>
            </a:solidFill>
            <a:ln w="7363" cap="rnd">
              <a:solidFill>
                <a:srgbClr val="C0DD4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4" name="pt7794"/>
            <p:cNvSpPr/>
            <p:nvPr/>
          </p:nvSpPr>
          <p:spPr>
            <a:xfrm>
              <a:off x="6079528" y="238814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5" name="pt7795"/>
            <p:cNvSpPr/>
            <p:nvPr/>
          </p:nvSpPr>
          <p:spPr>
            <a:xfrm>
              <a:off x="5787946" y="2227868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6" name="pt7796"/>
            <p:cNvSpPr/>
            <p:nvPr/>
          </p:nvSpPr>
          <p:spPr>
            <a:xfrm>
              <a:off x="5966338" y="206720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7" name="pt7797"/>
            <p:cNvSpPr/>
            <p:nvPr/>
          </p:nvSpPr>
          <p:spPr>
            <a:xfrm>
              <a:off x="6327938" y="2157229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8" name="pt7798"/>
            <p:cNvSpPr/>
            <p:nvPr/>
          </p:nvSpPr>
          <p:spPr>
            <a:xfrm>
              <a:off x="6385166" y="237319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9" name="pt7799"/>
            <p:cNvSpPr/>
            <p:nvPr/>
          </p:nvSpPr>
          <p:spPr>
            <a:xfrm>
              <a:off x="6368482" y="2252396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0" name="pt7800"/>
            <p:cNvSpPr/>
            <p:nvPr/>
          </p:nvSpPr>
          <p:spPr>
            <a:xfrm>
              <a:off x="6015484" y="2397732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1" name="pt7801"/>
            <p:cNvSpPr/>
            <p:nvPr/>
          </p:nvSpPr>
          <p:spPr>
            <a:xfrm>
              <a:off x="5878441" y="2234737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2" name="pt7802"/>
            <p:cNvSpPr/>
            <p:nvPr/>
          </p:nvSpPr>
          <p:spPr>
            <a:xfrm>
              <a:off x="5621713" y="2534323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3" name="pt7803"/>
            <p:cNvSpPr/>
            <p:nvPr/>
          </p:nvSpPr>
          <p:spPr>
            <a:xfrm>
              <a:off x="6615029" y="2204604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4" name="pt7804"/>
            <p:cNvSpPr/>
            <p:nvPr/>
          </p:nvSpPr>
          <p:spPr>
            <a:xfrm>
              <a:off x="6139954" y="2195103"/>
              <a:ext cx="16849" cy="16849"/>
            </a:xfrm>
            <a:prstGeom prst="ellipse">
              <a:avLst/>
            </a:prstGeom>
            <a:solidFill>
              <a:srgbClr val="A5D847">
                <a:alpha val="45098"/>
              </a:srgbClr>
            </a:solidFill>
            <a:ln w="7363" cap="rnd">
              <a:solidFill>
                <a:srgbClr val="A5D84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5" name="pt7805"/>
            <p:cNvSpPr/>
            <p:nvPr/>
          </p:nvSpPr>
          <p:spPr>
            <a:xfrm>
              <a:off x="6482325" y="226653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6" name="pt7806"/>
            <p:cNvSpPr/>
            <p:nvPr/>
          </p:nvSpPr>
          <p:spPr>
            <a:xfrm>
              <a:off x="6692658" y="2088892"/>
              <a:ext cx="16849" cy="16849"/>
            </a:xfrm>
            <a:prstGeom prst="ellipse">
              <a:avLst/>
            </a:prstGeom>
            <a:solidFill>
              <a:srgbClr val="77CF54">
                <a:alpha val="45098"/>
              </a:srgbClr>
            </a:solidFill>
            <a:ln w="7363" cap="rnd">
              <a:solidFill>
                <a:srgbClr val="77CF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7" name="pt7807"/>
            <p:cNvSpPr/>
            <p:nvPr/>
          </p:nvSpPr>
          <p:spPr>
            <a:xfrm>
              <a:off x="5848553" y="2368826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8" name="pt7808"/>
            <p:cNvSpPr/>
            <p:nvPr/>
          </p:nvSpPr>
          <p:spPr>
            <a:xfrm>
              <a:off x="5555409" y="2448106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9" name="pt7809"/>
            <p:cNvSpPr/>
            <p:nvPr/>
          </p:nvSpPr>
          <p:spPr>
            <a:xfrm>
              <a:off x="6421120" y="2272598"/>
              <a:ext cx="16849" cy="16849"/>
            </a:xfrm>
            <a:prstGeom prst="ellipse">
              <a:avLst/>
            </a:prstGeom>
            <a:solidFill>
              <a:srgbClr val="2B7B8D">
                <a:alpha val="45098"/>
              </a:srgbClr>
            </a:solidFill>
            <a:ln w="7363" cap="rnd">
              <a:solidFill>
                <a:srgbClr val="2B7B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0" name="pt7810"/>
            <p:cNvSpPr/>
            <p:nvPr/>
          </p:nvSpPr>
          <p:spPr>
            <a:xfrm>
              <a:off x="6427340" y="208455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1" name="pt7811"/>
            <p:cNvSpPr/>
            <p:nvPr/>
          </p:nvSpPr>
          <p:spPr>
            <a:xfrm>
              <a:off x="5835392" y="2477682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2" name="pt7812"/>
            <p:cNvSpPr/>
            <p:nvPr/>
          </p:nvSpPr>
          <p:spPr>
            <a:xfrm>
              <a:off x="5964062" y="2381279"/>
              <a:ext cx="16849" cy="16849"/>
            </a:xfrm>
            <a:prstGeom prst="ellipse">
              <a:avLst/>
            </a:prstGeom>
            <a:solidFill>
              <a:srgbClr val="44B279">
                <a:alpha val="45098"/>
              </a:srgbClr>
            </a:solidFill>
            <a:ln w="7363" cap="rnd">
              <a:solidFill>
                <a:srgbClr val="44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3" name="pt7813"/>
            <p:cNvSpPr/>
            <p:nvPr/>
          </p:nvSpPr>
          <p:spPr>
            <a:xfrm>
              <a:off x="6255332" y="2296885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4" name="pt7814"/>
            <p:cNvSpPr/>
            <p:nvPr/>
          </p:nvSpPr>
          <p:spPr>
            <a:xfrm>
              <a:off x="6707689" y="2019284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5" name="pt7815"/>
            <p:cNvSpPr/>
            <p:nvPr/>
          </p:nvSpPr>
          <p:spPr>
            <a:xfrm>
              <a:off x="6500815" y="218749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6" name="pt7816"/>
            <p:cNvSpPr/>
            <p:nvPr/>
          </p:nvSpPr>
          <p:spPr>
            <a:xfrm>
              <a:off x="6716960" y="2007030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7" name="pt7817"/>
            <p:cNvSpPr/>
            <p:nvPr/>
          </p:nvSpPr>
          <p:spPr>
            <a:xfrm>
              <a:off x="6219187" y="2281102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8" name="pt7818"/>
            <p:cNvSpPr/>
            <p:nvPr/>
          </p:nvSpPr>
          <p:spPr>
            <a:xfrm>
              <a:off x="6137615" y="2334511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9" name="pt7819"/>
            <p:cNvSpPr/>
            <p:nvPr/>
          </p:nvSpPr>
          <p:spPr>
            <a:xfrm>
              <a:off x="5696264" y="2476872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0" name="pt7820"/>
            <p:cNvSpPr/>
            <p:nvPr/>
          </p:nvSpPr>
          <p:spPr>
            <a:xfrm>
              <a:off x="6145711" y="2274427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1" name="pt7821"/>
            <p:cNvSpPr/>
            <p:nvPr/>
          </p:nvSpPr>
          <p:spPr>
            <a:xfrm>
              <a:off x="5733755" y="2292247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2" name="pt7822"/>
            <p:cNvSpPr/>
            <p:nvPr/>
          </p:nvSpPr>
          <p:spPr>
            <a:xfrm>
              <a:off x="6164455" y="237407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3" name="pt7823"/>
            <p:cNvSpPr/>
            <p:nvPr/>
          </p:nvSpPr>
          <p:spPr>
            <a:xfrm>
              <a:off x="6143119" y="2406056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4" name="pt7824"/>
            <p:cNvSpPr/>
            <p:nvPr/>
          </p:nvSpPr>
          <p:spPr>
            <a:xfrm>
              <a:off x="6393779" y="2150298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5" name="pt7825"/>
            <p:cNvSpPr/>
            <p:nvPr/>
          </p:nvSpPr>
          <p:spPr>
            <a:xfrm>
              <a:off x="5970815" y="226687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6" name="pt7826"/>
            <p:cNvSpPr/>
            <p:nvPr/>
          </p:nvSpPr>
          <p:spPr>
            <a:xfrm>
              <a:off x="6549199" y="2086236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7" name="pt7827"/>
            <p:cNvSpPr/>
            <p:nvPr/>
          </p:nvSpPr>
          <p:spPr>
            <a:xfrm>
              <a:off x="6121302" y="2271353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8" name="pt7828"/>
            <p:cNvSpPr/>
            <p:nvPr/>
          </p:nvSpPr>
          <p:spPr>
            <a:xfrm>
              <a:off x="5570643" y="2659607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9" name="pt7829"/>
            <p:cNvSpPr/>
            <p:nvPr/>
          </p:nvSpPr>
          <p:spPr>
            <a:xfrm>
              <a:off x="6116586" y="2190812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0" name="pt7830"/>
            <p:cNvSpPr/>
            <p:nvPr/>
          </p:nvSpPr>
          <p:spPr>
            <a:xfrm>
              <a:off x="6772748" y="211257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1" name="pt7831"/>
            <p:cNvSpPr/>
            <p:nvPr/>
          </p:nvSpPr>
          <p:spPr>
            <a:xfrm>
              <a:off x="6277266" y="1929711"/>
              <a:ext cx="16849" cy="16849"/>
            </a:xfrm>
            <a:prstGeom prst="ellipse">
              <a:avLst/>
            </a:prstGeom>
            <a:solidFill>
              <a:srgbClr val="CCDF3C">
                <a:alpha val="45098"/>
              </a:srgbClr>
            </a:solidFill>
            <a:ln w="7363" cap="rnd">
              <a:solidFill>
                <a:srgbClr val="CCDF3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2" name="pt7832"/>
            <p:cNvSpPr/>
            <p:nvPr/>
          </p:nvSpPr>
          <p:spPr>
            <a:xfrm>
              <a:off x="5876502" y="2165205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3" name="pt7833"/>
            <p:cNvSpPr/>
            <p:nvPr/>
          </p:nvSpPr>
          <p:spPr>
            <a:xfrm>
              <a:off x="6194393" y="1889395"/>
              <a:ext cx="16849" cy="16849"/>
            </a:xfrm>
            <a:prstGeom prst="ellipse">
              <a:avLst/>
            </a:prstGeom>
            <a:solidFill>
              <a:srgbClr val="72CC59">
                <a:alpha val="45098"/>
              </a:srgbClr>
            </a:solidFill>
            <a:ln w="7363" cap="rnd">
              <a:solidFill>
                <a:srgbClr val="72CC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4" name="pt7834"/>
            <p:cNvSpPr/>
            <p:nvPr/>
          </p:nvSpPr>
          <p:spPr>
            <a:xfrm>
              <a:off x="6377651" y="2214476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5" name="pt7835"/>
            <p:cNvSpPr/>
            <p:nvPr/>
          </p:nvSpPr>
          <p:spPr>
            <a:xfrm>
              <a:off x="5802276" y="208573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6" name="pt7836"/>
            <p:cNvSpPr/>
            <p:nvPr/>
          </p:nvSpPr>
          <p:spPr>
            <a:xfrm>
              <a:off x="6063025" y="2388328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7" name="pt7837"/>
            <p:cNvSpPr/>
            <p:nvPr/>
          </p:nvSpPr>
          <p:spPr>
            <a:xfrm>
              <a:off x="6978841" y="1694858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8" name="pt7838"/>
            <p:cNvSpPr/>
            <p:nvPr/>
          </p:nvSpPr>
          <p:spPr>
            <a:xfrm>
              <a:off x="5589230" y="2090325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9" name="pt7839"/>
            <p:cNvSpPr/>
            <p:nvPr/>
          </p:nvSpPr>
          <p:spPr>
            <a:xfrm>
              <a:off x="5685113" y="2329736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0" name="pt7840"/>
            <p:cNvSpPr/>
            <p:nvPr/>
          </p:nvSpPr>
          <p:spPr>
            <a:xfrm>
              <a:off x="5706110" y="2492077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1" name="pt7841"/>
            <p:cNvSpPr/>
            <p:nvPr/>
          </p:nvSpPr>
          <p:spPr>
            <a:xfrm>
              <a:off x="5854716" y="2048107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2" name="pt7842"/>
            <p:cNvSpPr/>
            <p:nvPr/>
          </p:nvSpPr>
          <p:spPr>
            <a:xfrm>
              <a:off x="6368215" y="239952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3" name="pt7843"/>
            <p:cNvSpPr/>
            <p:nvPr/>
          </p:nvSpPr>
          <p:spPr>
            <a:xfrm>
              <a:off x="6113685" y="2292801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4" name="pt7844"/>
            <p:cNvSpPr/>
            <p:nvPr/>
          </p:nvSpPr>
          <p:spPr>
            <a:xfrm>
              <a:off x="6689877" y="2086468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5" name="pt7845"/>
            <p:cNvSpPr/>
            <p:nvPr/>
          </p:nvSpPr>
          <p:spPr>
            <a:xfrm>
              <a:off x="6606301" y="2217664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6" name="pt7846"/>
            <p:cNvSpPr/>
            <p:nvPr/>
          </p:nvSpPr>
          <p:spPr>
            <a:xfrm>
              <a:off x="5403185" y="2417003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7" name="pt7847"/>
            <p:cNvSpPr/>
            <p:nvPr/>
          </p:nvSpPr>
          <p:spPr>
            <a:xfrm>
              <a:off x="5634172" y="2517749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8" name="pt7848"/>
            <p:cNvSpPr/>
            <p:nvPr/>
          </p:nvSpPr>
          <p:spPr>
            <a:xfrm>
              <a:off x="5943759" y="193734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9" name="pt7849"/>
            <p:cNvSpPr/>
            <p:nvPr/>
          </p:nvSpPr>
          <p:spPr>
            <a:xfrm>
              <a:off x="5454809" y="2590039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0" name="pt7850"/>
            <p:cNvSpPr/>
            <p:nvPr/>
          </p:nvSpPr>
          <p:spPr>
            <a:xfrm>
              <a:off x="6229217" y="2281349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1" name="pt7851"/>
            <p:cNvSpPr/>
            <p:nvPr/>
          </p:nvSpPr>
          <p:spPr>
            <a:xfrm>
              <a:off x="5548456" y="2549560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2" name="pt7852"/>
            <p:cNvSpPr/>
            <p:nvPr/>
          </p:nvSpPr>
          <p:spPr>
            <a:xfrm>
              <a:off x="5445779" y="2617422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3" name="pt7853"/>
            <p:cNvSpPr/>
            <p:nvPr/>
          </p:nvSpPr>
          <p:spPr>
            <a:xfrm>
              <a:off x="5618661" y="2522916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4" name="pt7854"/>
            <p:cNvSpPr/>
            <p:nvPr/>
          </p:nvSpPr>
          <p:spPr>
            <a:xfrm>
              <a:off x="5989507" y="2487047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5" name="pt7855"/>
            <p:cNvSpPr/>
            <p:nvPr/>
          </p:nvSpPr>
          <p:spPr>
            <a:xfrm>
              <a:off x="5620351" y="2411343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6" name="pt7856"/>
            <p:cNvSpPr/>
            <p:nvPr/>
          </p:nvSpPr>
          <p:spPr>
            <a:xfrm>
              <a:off x="5938012" y="2123345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7" name="pt7857"/>
            <p:cNvSpPr/>
            <p:nvPr/>
          </p:nvSpPr>
          <p:spPr>
            <a:xfrm>
              <a:off x="6406149" y="2098140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8" name="pt7858"/>
            <p:cNvSpPr/>
            <p:nvPr/>
          </p:nvSpPr>
          <p:spPr>
            <a:xfrm>
              <a:off x="6043043" y="2388445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9" name="pt7859"/>
            <p:cNvSpPr/>
            <p:nvPr/>
          </p:nvSpPr>
          <p:spPr>
            <a:xfrm>
              <a:off x="6451758" y="2052467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0" name="pt7860"/>
            <p:cNvSpPr/>
            <p:nvPr/>
          </p:nvSpPr>
          <p:spPr>
            <a:xfrm>
              <a:off x="6166726" y="229910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1" name="pt7861"/>
            <p:cNvSpPr/>
            <p:nvPr/>
          </p:nvSpPr>
          <p:spPr>
            <a:xfrm>
              <a:off x="6634732" y="2090141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2" name="pt7862"/>
            <p:cNvSpPr/>
            <p:nvPr/>
          </p:nvSpPr>
          <p:spPr>
            <a:xfrm>
              <a:off x="6278914" y="2077652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3" name="pt7863"/>
            <p:cNvSpPr/>
            <p:nvPr/>
          </p:nvSpPr>
          <p:spPr>
            <a:xfrm>
              <a:off x="6080260" y="235960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4" name="pt7864"/>
            <p:cNvSpPr/>
            <p:nvPr/>
          </p:nvSpPr>
          <p:spPr>
            <a:xfrm>
              <a:off x="5953210" y="210552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5" name="pt7865"/>
            <p:cNvSpPr/>
            <p:nvPr/>
          </p:nvSpPr>
          <p:spPr>
            <a:xfrm>
              <a:off x="5780430" y="212840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6" name="pt7866"/>
            <p:cNvSpPr/>
            <p:nvPr/>
          </p:nvSpPr>
          <p:spPr>
            <a:xfrm>
              <a:off x="5697046" y="2422884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7" name="pt7867"/>
            <p:cNvSpPr/>
            <p:nvPr/>
          </p:nvSpPr>
          <p:spPr>
            <a:xfrm>
              <a:off x="6544556" y="220752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8" name="pt7868"/>
            <p:cNvSpPr/>
            <p:nvPr/>
          </p:nvSpPr>
          <p:spPr>
            <a:xfrm>
              <a:off x="5599751" y="2380462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9" name="pt7869"/>
            <p:cNvSpPr/>
            <p:nvPr/>
          </p:nvSpPr>
          <p:spPr>
            <a:xfrm>
              <a:off x="6368033" y="241493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0" name="pt7870"/>
            <p:cNvSpPr/>
            <p:nvPr/>
          </p:nvSpPr>
          <p:spPr>
            <a:xfrm>
              <a:off x="6121307" y="2328955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1" name="pt7871"/>
            <p:cNvSpPr/>
            <p:nvPr/>
          </p:nvSpPr>
          <p:spPr>
            <a:xfrm>
              <a:off x="6661222" y="2057483"/>
              <a:ext cx="16849" cy="16849"/>
            </a:xfrm>
            <a:prstGeom prst="ellipse">
              <a:avLst/>
            </a:prstGeom>
            <a:solidFill>
              <a:srgbClr val="3AAE7D">
                <a:alpha val="45098"/>
              </a:srgbClr>
            </a:solidFill>
            <a:ln w="7363" cap="rnd">
              <a:solidFill>
                <a:srgbClr val="3AAE7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2" name="pt7872"/>
            <p:cNvSpPr/>
            <p:nvPr/>
          </p:nvSpPr>
          <p:spPr>
            <a:xfrm>
              <a:off x="5831138" y="238668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3" name="pt7873"/>
            <p:cNvSpPr/>
            <p:nvPr/>
          </p:nvSpPr>
          <p:spPr>
            <a:xfrm>
              <a:off x="5922843" y="2030462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4" name="pt7874"/>
            <p:cNvSpPr/>
            <p:nvPr/>
          </p:nvSpPr>
          <p:spPr>
            <a:xfrm>
              <a:off x="7108544" y="1665729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5" name="pt7875"/>
            <p:cNvSpPr/>
            <p:nvPr/>
          </p:nvSpPr>
          <p:spPr>
            <a:xfrm>
              <a:off x="6536359" y="229841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6" name="pt7876"/>
            <p:cNvSpPr/>
            <p:nvPr/>
          </p:nvSpPr>
          <p:spPr>
            <a:xfrm>
              <a:off x="7103406" y="1546723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7" name="pt7877"/>
            <p:cNvSpPr/>
            <p:nvPr/>
          </p:nvSpPr>
          <p:spPr>
            <a:xfrm>
              <a:off x="6786638" y="1799422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8" name="pt7878"/>
            <p:cNvSpPr/>
            <p:nvPr/>
          </p:nvSpPr>
          <p:spPr>
            <a:xfrm>
              <a:off x="5958980" y="2325750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9" name="pt7879"/>
            <p:cNvSpPr/>
            <p:nvPr/>
          </p:nvSpPr>
          <p:spPr>
            <a:xfrm>
              <a:off x="6009722" y="2461349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0" name="pt7880"/>
            <p:cNvSpPr/>
            <p:nvPr/>
          </p:nvSpPr>
          <p:spPr>
            <a:xfrm>
              <a:off x="6850474" y="2017709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1" name="pt7881"/>
            <p:cNvSpPr/>
            <p:nvPr/>
          </p:nvSpPr>
          <p:spPr>
            <a:xfrm>
              <a:off x="6945436" y="184638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2" name="pt7882"/>
            <p:cNvSpPr/>
            <p:nvPr/>
          </p:nvSpPr>
          <p:spPr>
            <a:xfrm>
              <a:off x="6628880" y="215600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3" name="pt7883"/>
            <p:cNvSpPr/>
            <p:nvPr/>
          </p:nvSpPr>
          <p:spPr>
            <a:xfrm>
              <a:off x="6481388" y="213138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4" name="pt7884"/>
            <p:cNvSpPr/>
            <p:nvPr/>
          </p:nvSpPr>
          <p:spPr>
            <a:xfrm>
              <a:off x="6175212" y="230806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5" name="pt7885"/>
            <p:cNvSpPr/>
            <p:nvPr/>
          </p:nvSpPr>
          <p:spPr>
            <a:xfrm>
              <a:off x="5607314" y="2391178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6" name="pt7886"/>
            <p:cNvSpPr/>
            <p:nvPr/>
          </p:nvSpPr>
          <p:spPr>
            <a:xfrm>
              <a:off x="6142015" y="235242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7" name="pt7887"/>
            <p:cNvSpPr/>
            <p:nvPr/>
          </p:nvSpPr>
          <p:spPr>
            <a:xfrm>
              <a:off x="5545412" y="2540427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8" name="pt7888"/>
            <p:cNvSpPr/>
            <p:nvPr/>
          </p:nvSpPr>
          <p:spPr>
            <a:xfrm>
              <a:off x="7057119" y="1567587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9" name="pt7889"/>
            <p:cNvSpPr/>
            <p:nvPr/>
          </p:nvSpPr>
          <p:spPr>
            <a:xfrm>
              <a:off x="5907234" y="2068102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0" name="pt7890"/>
            <p:cNvSpPr/>
            <p:nvPr/>
          </p:nvSpPr>
          <p:spPr>
            <a:xfrm>
              <a:off x="6514330" y="218227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1" name="pt7891"/>
            <p:cNvSpPr/>
            <p:nvPr/>
          </p:nvSpPr>
          <p:spPr>
            <a:xfrm>
              <a:off x="6448766" y="2061844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2" name="pt7892"/>
            <p:cNvSpPr/>
            <p:nvPr/>
          </p:nvSpPr>
          <p:spPr>
            <a:xfrm>
              <a:off x="6270905" y="2407410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3" name="pt7893"/>
            <p:cNvSpPr/>
            <p:nvPr/>
          </p:nvSpPr>
          <p:spPr>
            <a:xfrm>
              <a:off x="6471851" y="2021208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4" name="pt7894"/>
            <p:cNvSpPr/>
            <p:nvPr/>
          </p:nvSpPr>
          <p:spPr>
            <a:xfrm>
              <a:off x="5488308" y="2405285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5" name="pt7895"/>
            <p:cNvSpPr/>
            <p:nvPr/>
          </p:nvSpPr>
          <p:spPr>
            <a:xfrm>
              <a:off x="6847394" y="1846494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6" name="pt7896"/>
            <p:cNvSpPr/>
            <p:nvPr/>
          </p:nvSpPr>
          <p:spPr>
            <a:xfrm>
              <a:off x="6076601" y="2379602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7" name="pt7897"/>
            <p:cNvSpPr/>
            <p:nvPr/>
          </p:nvSpPr>
          <p:spPr>
            <a:xfrm>
              <a:off x="6853020" y="1842948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8" name="pt7898"/>
            <p:cNvSpPr/>
            <p:nvPr/>
          </p:nvSpPr>
          <p:spPr>
            <a:xfrm>
              <a:off x="6885709" y="1863140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9" name="pt7899"/>
            <p:cNvSpPr/>
            <p:nvPr/>
          </p:nvSpPr>
          <p:spPr>
            <a:xfrm>
              <a:off x="6332700" y="2198028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0" name="pt7900"/>
            <p:cNvSpPr/>
            <p:nvPr/>
          </p:nvSpPr>
          <p:spPr>
            <a:xfrm>
              <a:off x="5670198" y="2422622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1" name="pt7901"/>
            <p:cNvSpPr/>
            <p:nvPr/>
          </p:nvSpPr>
          <p:spPr>
            <a:xfrm>
              <a:off x="6219001" y="2304867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2" name="pt7902"/>
            <p:cNvSpPr/>
            <p:nvPr/>
          </p:nvSpPr>
          <p:spPr>
            <a:xfrm>
              <a:off x="6608173" y="207419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3" name="pt7903"/>
            <p:cNvSpPr/>
            <p:nvPr/>
          </p:nvSpPr>
          <p:spPr>
            <a:xfrm>
              <a:off x="6321849" y="228735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4" name="pt7904"/>
            <p:cNvSpPr/>
            <p:nvPr/>
          </p:nvSpPr>
          <p:spPr>
            <a:xfrm>
              <a:off x="5989827" y="2482709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5" name="pt7905"/>
            <p:cNvSpPr/>
            <p:nvPr/>
          </p:nvSpPr>
          <p:spPr>
            <a:xfrm>
              <a:off x="6636133" y="221745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6" name="pt7906"/>
            <p:cNvSpPr/>
            <p:nvPr/>
          </p:nvSpPr>
          <p:spPr>
            <a:xfrm>
              <a:off x="5705735" y="2433254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7" name="pt7907"/>
            <p:cNvSpPr/>
            <p:nvPr/>
          </p:nvSpPr>
          <p:spPr>
            <a:xfrm>
              <a:off x="6370043" y="234963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8" name="pt7908"/>
            <p:cNvSpPr/>
            <p:nvPr/>
          </p:nvSpPr>
          <p:spPr>
            <a:xfrm>
              <a:off x="5805440" y="2185335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9" name="pt7909"/>
            <p:cNvSpPr/>
            <p:nvPr/>
          </p:nvSpPr>
          <p:spPr>
            <a:xfrm>
              <a:off x="7257512" y="2181645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0" name="pt7910"/>
            <p:cNvSpPr/>
            <p:nvPr/>
          </p:nvSpPr>
          <p:spPr>
            <a:xfrm>
              <a:off x="5921556" y="2183931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1" name="pt7911"/>
            <p:cNvSpPr/>
            <p:nvPr/>
          </p:nvSpPr>
          <p:spPr>
            <a:xfrm>
              <a:off x="5953084" y="2213268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2" name="pt7912"/>
            <p:cNvSpPr/>
            <p:nvPr/>
          </p:nvSpPr>
          <p:spPr>
            <a:xfrm>
              <a:off x="6486252" y="2344621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3" name="pt7913"/>
            <p:cNvSpPr/>
            <p:nvPr/>
          </p:nvSpPr>
          <p:spPr>
            <a:xfrm>
              <a:off x="6192174" y="2051110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4" name="pt7914"/>
            <p:cNvSpPr/>
            <p:nvPr/>
          </p:nvSpPr>
          <p:spPr>
            <a:xfrm>
              <a:off x="6235431" y="226498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5" name="pt7915"/>
            <p:cNvSpPr/>
            <p:nvPr/>
          </p:nvSpPr>
          <p:spPr>
            <a:xfrm>
              <a:off x="5677540" y="2494120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6" name="pt7916"/>
            <p:cNvSpPr/>
            <p:nvPr/>
          </p:nvSpPr>
          <p:spPr>
            <a:xfrm>
              <a:off x="6874978" y="1978143"/>
              <a:ext cx="16849" cy="16849"/>
            </a:xfrm>
            <a:prstGeom prst="ellipse">
              <a:avLst/>
            </a:prstGeom>
            <a:solidFill>
              <a:srgbClr val="97D64B">
                <a:alpha val="45098"/>
              </a:srgbClr>
            </a:solidFill>
            <a:ln w="7363" cap="rnd">
              <a:solidFill>
                <a:srgbClr val="97D64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7" name="pt7917"/>
            <p:cNvSpPr/>
            <p:nvPr/>
          </p:nvSpPr>
          <p:spPr>
            <a:xfrm>
              <a:off x="6197930" y="2319838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8" name="pt7918"/>
            <p:cNvSpPr/>
            <p:nvPr/>
          </p:nvSpPr>
          <p:spPr>
            <a:xfrm>
              <a:off x="6169766" y="2097674"/>
              <a:ext cx="16849" cy="16849"/>
            </a:xfrm>
            <a:prstGeom prst="ellipse">
              <a:avLst/>
            </a:prstGeom>
            <a:solidFill>
              <a:srgbClr val="299987">
                <a:alpha val="45098"/>
              </a:srgbClr>
            </a:solidFill>
            <a:ln w="7363" cap="rnd">
              <a:solidFill>
                <a:srgbClr val="2999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9" name="pt7919"/>
            <p:cNvSpPr/>
            <p:nvPr/>
          </p:nvSpPr>
          <p:spPr>
            <a:xfrm>
              <a:off x="7166958" y="1786940"/>
              <a:ext cx="16849" cy="16849"/>
            </a:xfrm>
            <a:prstGeom prst="ellipse">
              <a:avLst/>
            </a:prstGeom>
            <a:solidFill>
              <a:srgbClr val="97D64B">
                <a:alpha val="45098"/>
              </a:srgbClr>
            </a:solidFill>
            <a:ln w="7363" cap="rnd">
              <a:solidFill>
                <a:srgbClr val="97D64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0" name="pt7920"/>
            <p:cNvSpPr/>
            <p:nvPr/>
          </p:nvSpPr>
          <p:spPr>
            <a:xfrm>
              <a:off x="5839659" y="2356368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1" name="pt7921"/>
            <p:cNvSpPr/>
            <p:nvPr/>
          </p:nvSpPr>
          <p:spPr>
            <a:xfrm>
              <a:off x="5159134" y="2701791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2" name="pt7922"/>
            <p:cNvSpPr/>
            <p:nvPr/>
          </p:nvSpPr>
          <p:spPr>
            <a:xfrm>
              <a:off x="6298119" y="2050744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3" name="pt7923"/>
            <p:cNvSpPr/>
            <p:nvPr/>
          </p:nvSpPr>
          <p:spPr>
            <a:xfrm>
              <a:off x="6695227" y="204664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4" name="pt7924"/>
            <p:cNvSpPr/>
            <p:nvPr/>
          </p:nvSpPr>
          <p:spPr>
            <a:xfrm>
              <a:off x="6448626" y="218227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5" name="pt7925"/>
            <p:cNvSpPr/>
            <p:nvPr/>
          </p:nvSpPr>
          <p:spPr>
            <a:xfrm>
              <a:off x="6540486" y="2061358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6" name="pt7926"/>
            <p:cNvSpPr/>
            <p:nvPr/>
          </p:nvSpPr>
          <p:spPr>
            <a:xfrm>
              <a:off x="6547075" y="2089565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7" name="pt7927"/>
            <p:cNvSpPr/>
            <p:nvPr/>
          </p:nvSpPr>
          <p:spPr>
            <a:xfrm>
              <a:off x="5919320" y="2085480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8" name="pt7928"/>
            <p:cNvSpPr/>
            <p:nvPr/>
          </p:nvSpPr>
          <p:spPr>
            <a:xfrm>
              <a:off x="5786411" y="2266360"/>
              <a:ext cx="16849" cy="16849"/>
            </a:xfrm>
            <a:prstGeom prst="ellipse">
              <a:avLst/>
            </a:prstGeom>
            <a:solidFill>
              <a:srgbClr val="78CF53">
                <a:alpha val="45098"/>
              </a:srgbClr>
            </a:solidFill>
            <a:ln w="7363" cap="rnd">
              <a:solidFill>
                <a:srgbClr val="78CF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9" name="pt7929"/>
            <p:cNvSpPr/>
            <p:nvPr/>
          </p:nvSpPr>
          <p:spPr>
            <a:xfrm>
              <a:off x="6075777" y="2357110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0" name="pt7930"/>
            <p:cNvSpPr/>
            <p:nvPr/>
          </p:nvSpPr>
          <p:spPr>
            <a:xfrm>
              <a:off x="7124904" y="1327916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1" name="pt7931"/>
            <p:cNvSpPr/>
            <p:nvPr/>
          </p:nvSpPr>
          <p:spPr>
            <a:xfrm>
              <a:off x="6962911" y="169977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2" name="pt7932"/>
            <p:cNvSpPr/>
            <p:nvPr/>
          </p:nvSpPr>
          <p:spPr>
            <a:xfrm>
              <a:off x="4911699" y="2763277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3" name="pt7933"/>
            <p:cNvSpPr/>
            <p:nvPr/>
          </p:nvSpPr>
          <p:spPr>
            <a:xfrm>
              <a:off x="6370751" y="2392359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4" name="pt7934"/>
            <p:cNvSpPr/>
            <p:nvPr/>
          </p:nvSpPr>
          <p:spPr>
            <a:xfrm>
              <a:off x="6256453" y="245113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5" name="pt7935"/>
            <p:cNvSpPr/>
            <p:nvPr/>
          </p:nvSpPr>
          <p:spPr>
            <a:xfrm>
              <a:off x="6814815" y="1749246"/>
              <a:ext cx="16849" cy="16849"/>
            </a:xfrm>
            <a:prstGeom prst="ellipse">
              <a:avLst/>
            </a:prstGeom>
            <a:solidFill>
              <a:srgbClr val="77CF54">
                <a:alpha val="45098"/>
              </a:srgbClr>
            </a:solidFill>
            <a:ln w="7363" cap="rnd">
              <a:solidFill>
                <a:srgbClr val="77CF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6" name="pt7936"/>
            <p:cNvSpPr/>
            <p:nvPr/>
          </p:nvSpPr>
          <p:spPr>
            <a:xfrm>
              <a:off x="6072044" y="2384276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7" name="pt7937"/>
            <p:cNvSpPr/>
            <p:nvPr/>
          </p:nvSpPr>
          <p:spPr>
            <a:xfrm>
              <a:off x="6709962" y="2089509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8" name="pt7938"/>
            <p:cNvSpPr/>
            <p:nvPr/>
          </p:nvSpPr>
          <p:spPr>
            <a:xfrm>
              <a:off x="6235335" y="2339375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9" name="pt7939"/>
            <p:cNvSpPr/>
            <p:nvPr/>
          </p:nvSpPr>
          <p:spPr>
            <a:xfrm>
              <a:off x="6399341" y="2202688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0" name="pt7940"/>
            <p:cNvSpPr/>
            <p:nvPr/>
          </p:nvSpPr>
          <p:spPr>
            <a:xfrm>
              <a:off x="6234448" y="2261836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1" name="pt7941"/>
            <p:cNvSpPr/>
            <p:nvPr/>
          </p:nvSpPr>
          <p:spPr>
            <a:xfrm>
              <a:off x="6292243" y="227594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2" name="pt7942"/>
            <p:cNvSpPr/>
            <p:nvPr/>
          </p:nvSpPr>
          <p:spPr>
            <a:xfrm>
              <a:off x="6878050" y="203496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3" name="pt7943"/>
            <p:cNvSpPr/>
            <p:nvPr/>
          </p:nvSpPr>
          <p:spPr>
            <a:xfrm>
              <a:off x="6567058" y="2088421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4" name="pt7944"/>
            <p:cNvSpPr/>
            <p:nvPr/>
          </p:nvSpPr>
          <p:spPr>
            <a:xfrm>
              <a:off x="6095670" y="2264488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5" name="pt7945"/>
            <p:cNvSpPr/>
            <p:nvPr/>
          </p:nvSpPr>
          <p:spPr>
            <a:xfrm>
              <a:off x="5992883" y="258100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6" name="pt7946"/>
            <p:cNvSpPr/>
            <p:nvPr/>
          </p:nvSpPr>
          <p:spPr>
            <a:xfrm>
              <a:off x="6128062" y="2304359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7" name="pt7947"/>
            <p:cNvSpPr/>
            <p:nvPr/>
          </p:nvSpPr>
          <p:spPr>
            <a:xfrm>
              <a:off x="6354077" y="2186235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8" name="pt7948"/>
            <p:cNvSpPr/>
            <p:nvPr/>
          </p:nvSpPr>
          <p:spPr>
            <a:xfrm>
              <a:off x="6374315" y="2187310"/>
              <a:ext cx="16849" cy="16849"/>
            </a:xfrm>
            <a:prstGeom prst="ellipse">
              <a:avLst/>
            </a:prstGeom>
            <a:solidFill>
              <a:srgbClr val="64C265">
                <a:alpha val="45098"/>
              </a:srgbClr>
            </a:solidFill>
            <a:ln w="7363" cap="rnd">
              <a:solidFill>
                <a:srgbClr val="64C2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9" name="pt7949"/>
            <p:cNvSpPr/>
            <p:nvPr/>
          </p:nvSpPr>
          <p:spPr>
            <a:xfrm>
              <a:off x="5799418" y="1851292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0" name="pt7950"/>
            <p:cNvSpPr/>
            <p:nvPr/>
          </p:nvSpPr>
          <p:spPr>
            <a:xfrm>
              <a:off x="6176960" y="2005574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1" name="pt7951"/>
            <p:cNvSpPr/>
            <p:nvPr/>
          </p:nvSpPr>
          <p:spPr>
            <a:xfrm>
              <a:off x="6056509" y="238022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2" name="pt7952"/>
            <p:cNvSpPr/>
            <p:nvPr/>
          </p:nvSpPr>
          <p:spPr>
            <a:xfrm>
              <a:off x="5786372" y="2066779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3" name="pt7953"/>
            <p:cNvSpPr/>
            <p:nvPr/>
          </p:nvSpPr>
          <p:spPr>
            <a:xfrm>
              <a:off x="6384772" y="2179964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4" name="pt7954"/>
            <p:cNvSpPr/>
            <p:nvPr/>
          </p:nvSpPr>
          <p:spPr>
            <a:xfrm>
              <a:off x="6778455" y="1893439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5" name="pt7955"/>
            <p:cNvSpPr/>
            <p:nvPr/>
          </p:nvSpPr>
          <p:spPr>
            <a:xfrm>
              <a:off x="6201392" y="215554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6" name="pt7956"/>
            <p:cNvSpPr/>
            <p:nvPr/>
          </p:nvSpPr>
          <p:spPr>
            <a:xfrm>
              <a:off x="5984884" y="2472431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7" name="pt7957"/>
            <p:cNvSpPr/>
            <p:nvPr/>
          </p:nvSpPr>
          <p:spPr>
            <a:xfrm>
              <a:off x="5280744" y="2241630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8" name="pt7958"/>
            <p:cNvSpPr/>
            <p:nvPr/>
          </p:nvSpPr>
          <p:spPr>
            <a:xfrm>
              <a:off x="6992156" y="1660240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9" name="pt7959"/>
            <p:cNvSpPr/>
            <p:nvPr/>
          </p:nvSpPr>
          <p:spPr>
            <a:xfrm>
              <a:off x="7180212" y="1728020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0" name="pt7960"/>
            <p:cNvSpPr/>
            <p:nvPr/>
          </p:nvSpPr>
          <p:spPr>
            <a:xfrm>
              <a:off x="7101105" y="1547297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1" name="pt7961"/>
            <p:cNvSpPr/>
            <p:nvPr/>
          </p:nvSpPr>
          <p:spPr>
            <a:xfrm>
              <a:off x="5791289" y="202677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2" name="pt7962"/>
            <p:cNvSpPr/>
            <p:nvPr/>
          </p:nvSpPr>
          <p:spPr>
            <a:xfrm>
              <a:off x="6930648" y="1881742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3" name="pt7963"/>
            <p:cNvSpPr/>
            <p:nvPr/>
          </p:nvSpPr>
          <p:spPr>
            <a:xfrm>
              <a:off x="5865855" y="2039544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4" name="pt7964"/>
            <p:cNvSpPr/>
            <p:nvPr/>
          </p:nvSpPr>
          <p:spPr>
            <a:xfrm>
              <a:off x="6206974" y="2304335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5" name="pt7965"/>
            <p:cNvSpPr/>
            <p:nvPr/>
          </p:nvSpPr>
          <p:spPr>
            <a:xfrm>
              <a:off x="6513858" y="2285648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6" name="pt7966"/>
            <p:cNvSpPr/>
            <p:nvPr/>
          </p:nvSpPr>
          <p:spPr>
            <a:xfrm>
              <a:off x="5570901" y="2543572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7" name="pt7967"/>
            <p:cNvSpPr/>
            <p:nvPr/>
          </p:nvSpPr>
          <p:spPr>
            <a:xfrm>
              <a:off x="5813238" y="2171540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8" name="pt7968"/>
            <p:cNvSpPr/>
            <p:nvPr/>
          </p:nvSpPr>
          <p:spPr>
            <a:xfrm>
              <a:off x="6434330" y="1800447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9" name="pt7969"/>
            <p:cNvSpPr/>
            <p:nvPr/>
          </p:nvSpPr>
          <p:spPr>
            <a:xfrm>
              <a:off x="6335529" y="2287777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0" name="pt7970"/>
            <p:cNvSpPr/>
            <p:nvPr/>
          </p:nvSpPr>
          <p:spPr>
            <a:xfrm>
              <a:off x="6621963" y="2174975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1" name="pt7971"/>
            <p:cNvSpPr/>
            <p:nvPr/>
          </p:nvSpPr>
          <p:spPr>
            <a:xfrm>
              <a:off x="5129059" y="2317461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2" name="pt7972"/>
            <p:cNvSpPr/>
            <p:nvPr/>
          </p:nvSpPr>
          <p:spPr>
            <a:xfrm>
              <a:off x="6450425" y="1859763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3" name="pt7973"/>
            <p:cNvSpPr/>
            <p:nvPr/>
          </p:nvSpPr>
          <p:spPr>
            <a:xfrm>
              <a:off x="5572883" y="2624346"/>
              <a:ext cx="16849" cy="16849"/>
            </a:xfrm>
            <a:prstGeom prst="ellipse">
              <a:avLst/>
            </a:prstGeom>
            <a:solidFill>
              <a:srgbClr val="6FC95C">
                <a:alpha val="45098"/>
              </a:srgbClr>
            </a:solidFill>
            <a:ln w="7363" cap="rnd">
              <a:solidFill>
                <a:srgbClr val="6FC95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4" name="pt7974"/>
            <p:cNvSpPr/>
            <p:nvPr/>
          </p:nvSpPr>
          <p:spPr>
            <a:xfrm>
              <a:off x="6094107" y="2256891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5" name="pt7975"/>
            <p:cNvSpPr/>
            <p:nvPr/>
          </p:nvSpPr>
          <p:spPr>
            <a:xfrm>
              <a:off x="6177824" y="2034908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6" name="pt7976"/>
            <p:cNvSpPr/>
            <p:nvPr/>
          </p:nvSpPr>
          <p:spPr>
            <a:xfrm>
              <a:off x="6356697" y="2267660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7" name="pt7977"/>
            <p:cNvSpPr/>
            <p:nvPr/>
          </p:nvSpPr>
          <p:spPr>
            <a:xfrm>
              <a:off x="6756947" y="2019800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8" name="pt7978"/>
            <p:cNvSpPr/>
            <p:nvPr/>
          </p:nvSpPr>
          <p:spPr>
            <a:xfrm>
              <a:off x="6731703" y="191295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9" name="pt7979"/>
            <p:cNvSpPr/>
            <p:nvPr/>
          </p:nvSpPr>
          <p:spPr>
            <a:xfrm>
              <a:off x="6019882" y="2319927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0" name="pt7980"/>
            <p:cNvSpPr/>
            <p:nvPr/>
          </p:nvSpPr>
          <p:spPr>
            <a:xfrm>
              <a:off x="6230972" y="2264338"/>
              <a:ext cx="16849" cy="16849"/>
            </a:xfrm>
            <a:prstGeom prst="ellipse">
              <a:avLst/>
            </a:prstGeom>
            <a:solidFill>
              <a:srgbClr val="57BB6E">
                <a:alpha val="45098"/>
              </a:srgbClr>
            </a:solidFill>
            <a:ln w="7363" cap="rnd">
              <a:solidFill>
                <a:srgbClr val="57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1" name="pt7981"/>
            <p:cNvSpPr/>
            <p:nvPr/>
          </p:nvSpPr>
          <p:spPr>
            <a:xfrm>
              <a:off x="6032982" y="2225108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2" name="pt7982"/>
            <p:cNvSpPr/>
            <p:nvPr/>
          </p:nvSpPr>
          <p:spPr>
            <a:xfrm>
              <a:off x="6351661" y="2230140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3" name="pt7983"/>
            <p:cNvSpPr/>
            <p:nvPr/>
          </p:nvSpPr>
          <p:spPr>
            <a:xfrm>
              <a:off x="6608601" y="234884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4" name="pt7984"/>
            <p:cNvSpPr/>
            <p:nvPr/>
          </p:nvSpPr>
          <p:spPr>
            <a:xfrm>
              <a:off x="6593951" y="2049810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5" name="pt7985"/>
            <p:cNvSpPr/>
            <p:nvPr/>
          </p:nvSpPr>
          <p:spPr>
            <a:xfrm>
              <a:off x="6762818" y="1993085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6" name="pt7986"/>
            <p:cNvSpPr/>
            <p:nvPr/>
          </p:nvSpPr>
          <p:spPr>
            <a:xfrm>
              <a:off x="5630367" y="2464904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7" name="pt7987"/>
            <p:cNvSpPr/>
            <p:nvPr/>
          </p:nvSpPr>
          <p:spPr>
            <a:xfrm>
              <a:off x="6426810" y="1993397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8" name="pt7988"/>
            <p:cNvSpPr/>
            <p:nvPr/>
          </p:nvSpPr>
          <p:spPr>
            <a:xfrm>
              <a:off x="5917580" y="2099452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9" name="pt7989"/>
            <p:cNvSpPr/>
            <p:nvPr/>
          </p:nvSpPr>
          <p:spPr>
            <a:xfrm>
              <a:off x="5269117" y="2065205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0" name="pt7990"/>
            <p:cNvSpPr/>
            <p:nvPr/>
          </p:nvSpPr>
          <p:spPr>
            <a:xfrm>
              <a:off x="7167277" y="1743062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1" name="pt7991"/>
            <p:cNvSpPr/>
            <p:nvPr/>
          </p:nvSpPr>
          <p:spPr>
            <a:xfrm>
              <a:off x="6185573" y="218348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2" name="pt7992"/>
            <p:cNvSpPr/>
            <p:nvPr/>
          </p:nvSpPr>
          <p:spPr>
            <a:xfrm>
              <a:off x="5573509" y="2473682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3" name="pt7993"/>
            <p:cNvSpPr/>
            <p:nvPr/>
          </p:nvSpPr>
          <p:spPr>
            <a:xfrm>
              <a:off x="5686371" y="235332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4" name="pt7994"/>
            <p:cNvSpPr/>
            <p:nvPr/>
          </p:nvSpPr>
          <p:spPr>
            <a:xfrm>
              <a:off x="6629751" y="2054590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5" name="pt7995"/>
            <p:cNvSpPr/>
            <p:nvPr/>
          </p:nvSpPr>
          <p:spPr>
            <a:xfrm>
              <a:off x="5991651" y="239237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6" name="pt7996"/>
            <p:cNvSpPr/>
            <p:nvPr/>
          </p:nvSpPr>
          <p:spPr>
            <a:xfrm>
              <a:off x="6561167" y="2074906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7" name="pt7997"/>
            <p:cNvSpPr/>
            <p:nvPr/>
          </p:nvSpPr>
          <p:spPr>
            <a:xfrm>
              <a:off x="6142928" y="2270525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8" name="pt7998"/>
            <p:cNvSpPr/>
            <p:nvPr/>
          </p:nvSpPr>
          <p:spPr>
            <a:xfrm>
              <a:off x="5614382" y="2519794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9" name="pt7999"/>
            <p:cNvSpPr/>
            <p:nvPr/>
          </p:nvSpPr>
          <p:spPr>
            <a:xfrm>
              <a:off x="6936302" y="182754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0" name="pt8000"/>
            <p:cNvSpPr/>
            <p:nvPr/>
          </p:nvSpPr>
          <p:spPr>
            <a:xfrm>
              <a:off x="5868970" y="189300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1" name="pt8001"/>
            <p:cNvSpPr/>
            <p:nvPr/>
          </p:nvSpPr>
          <p:spPr>
            <a:xfrm>
              <a:off x="6624733" y="2089444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2" name="pt8002"/>
            <p:cNvSpPr/>
            <p:nvPr/>
          </p:nvSpPr>
          <p:spPr>
            <a:xfrm>
              <a:off x="6072556" y="2243025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3" name="pt8003"/>
            <p:cNvSpPr/>
            <p:nvPr/>
          </p:nvSpPr>
          <p:spPr>
            <a:xfrm>
              <a:off x="5751505" y="2012536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4" name="pt8004"/>
            <p:cNvSpPr/>
            <p:nvPr/>
          </p:nvSpPr>
          <p:spPr>
            <a:xfrm>
              <a:off x="5800018" y="221339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5" name="pt8005"/>
            <p:cNvSpPr/>
            <p:nvPr/>
          </p:nvSpPr>
          <p:spPr>
            <a:xfrm>
              <a:off x="6473653" y="2136127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6" name="pt8006"/>
            <p:cNvSpPr/>
            <p:nvPr/>
          </p:nvSpPr>
          <p:spPr>
            <a:xfrm>
              <a:off x="6221380" y="2263997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7" name="pt8007"/>
            <p:cNvSpPr/>
            <p:nvPr/>
          </p:nvSpPr>
          <p:spPr>
            <a:xfrm>
              <a:off x="6330949" y="222679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8" name="pt8008"/>
            <p:cNvSpPr/>
            <p:nvPr/>
          </p:nvSpPr>
          <p:spPr>
            <a:xfrm>
              <a:off x="5983608" y="2501648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9" name="pt8009"/>
            <p:cNvSpPr/>
            <p:nvPr/>
          </p:nvSpPr>
          <p:spPr>
            <a:xfrm>
              <a:off x="6118022" y="2040683"/>
              <a:ext cx="16849" cy="16849"/>
            </a:xfrm>
            <a:prstGeom prst="ellipse">
              <a:avLst/>
            </a:prstGeom>
            <a:solidFill>
              <a:srgbClr val="6FC95D">
                <a:alpha val="45098"/>
              </a:srgbClr>
            </a:solidFill>
            <a:ln w="7363" cap="rnd">
              <a:solidFill>
                <a:srgbClr val="6F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0" name="pt8010"/>
            <p:cNvSpPr/>
            <p:nvPr/>
          </p:nvSpPr>
          <p:spPr>
            <a:xfrm>
              <a:off x="6412152" y="2202307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1" name="pt8011"/>
            <p:cNvSpPr/>
            <p:nvPr/>
          </p:nvSpPr>
          <p:spPr>
            <a:xfrm>
              <a:off x="5480012" y="2532619"/>
              <a:ext cx="16849" cy="16849"/>
            </a:xfrm>
            <a:prstGeom prst="ellipse">
              <a:avLst/>
            </a:prstGeom>
            <a:solidFill>
              <a:srgbClr val="2DAA81">
                <a:alpha val="45098"/>
              </a:srgbClr>
            </a:solidFill>
            <a:ln w="7363" cap="rnd">
              <a:solidFill>
                <a:srgbClr val="2DAA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2" name="pt8012"/>
            <p:cNvSpPr/>
            <p:nvPr/>
          </p:nvSpPr>
          <p:spPr>
            <a:xfrm>
              <a:off x="5374839" y="2339720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3" name="pt8013"/>
            <p:cNvSpPr/>
            <p:nvPr/>
          </p:nvSpPr>
          <p:spPr>
            <a:xfrm>
              <a:off x="6538723" y="2159017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4" name="pt8014"/>
            <p:cNvSpPr/>
            <p:nvPr/>
          </p:nvSpPr>
          <p:spPr>
            <a:xfrm>
              <a:off x="6011827" y="2322896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5" name="pt8015"/>
            <p:cNvSpPr/>
            <p:nvPr/>
          </p:nvSpPr>
          <p:spPr>
            <a:xfrm>
              <a:off x="5633761" y="2562877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6" name="pt8016"/>
            <p:cNvSpPr/>
            <p:nvPr/>
          </p:nvSpPr>
          <p:spPr>
            <a:xfrm>
              <a:off x="7024546" y="1712362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7" name="pt8017"/>
            <p:cNvSpPr/>
            <p:nvPr/>
          </p:nvSpPr>
          <p:spPr>
            <a:xfrm>
              <a:off x="6156530" y="232525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8" name="pt8018"/>
            <p:cNvSpPr/>
            <p:nvPr/>
          </p:nvSpPr>
          <p:spPr>
            <a:xfrm>
              <a:off x="5871782" y="2027890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9" name="pt8019"/>
            <p:cNvSpPr/>
            <p:nvPr/>
          </p:nvSpPr>
          <p:spPr>
            <a:xfrm>
              <a:off x="6202890" y="213351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0" name="pt8020"/>
            <p:cNvSpPr/>
            <p:nvPr/>
          </p:nvSpPr>
          <p:spPr>
            <a:xfrm>
              <a:off x="6508504" y="2228698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1" name="pt8021"/>
            <p:cNvSpPr/>
            <p:nvPr/>
          </p:nvSpPr>
          <p:spPr>
            <a:xfrm>
              <a:off x="6599970" y="2198339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2" name="pt8022"/>
            <p:cNvSpPr/>
            <p:nvPr/>
          </p:nvSpPr>
          <p:spPr>
            <a:xfrm>
              <a:off x="6095297" y="2166155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3" name="pt8023"/>
            <p:cNvSpPr/>
            <p:nvPr/>
          </p:nvSpPr>
          <p:spPr>
            <a:xfrm>
              <a:off x="6174398" y="2314379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4" name="pt8024"/>
            <p:cNvSpPr/>
            <p:nvPr/>
          </p:nvSpPr>
          <p:spPr>
            <a:xfrm>
              <a:off x="5646347" y="2377656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5" name="pt8025"/>
            <p:cNvSpPr/>
            <p:nvPr/>
          </p:nvSpPr>
          <p:spPr>
            <a:xfrm>
              <a:off x="5485732" y="2502068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6" name="pt8026"/>
            <p:cNvSpPr/>
            <p:nvPr/>
          </p:nvSpPr>
          <p:spPr>
            <a:xfrm>
              <a:off x="5585068" y="1880729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7" name="pt8027"/>
            <p:cNvSpPr/>
            <p:nvPr/>
          </p:nvSpPr>
          <p:spPr>
            <a:xfrm>
              <a:off x="6726438" y="1896557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8" name="pt8028"/>
            <p:cNvSpPr/>
            <p:nvPr/>
          </p:nvSpPr>
          <p:spPr>
            <a:xfrm>
              <a:off x="6617377" y="2151552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9" name="pt8029"/>
            <p:cNvSpPr/>
            <p:nvPr/>
          </p:nvSpPr>
          <p:spPr>
            <a:xfrm>
              <a:off x="6638640" y="2090798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0" name="pt8030"/>
            <p:cNvSpPr/>
            <p:nvPr/>
          </p:nvSpPr>
          <p:spPr>
            <a:xfrm>
              <a:off x="5740437" y="2067495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1" name="pt8031"/>
            <p:cNvSpPr/>
            <p:nvPr/>
          </p:nvSpPr>
          <p:spPr>
            <a:xfrm>
              <a:off x="6884862" y="1953354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2" name="pt8032"/>
            <p:cNvSpPr/>
            <p:nvPr/>
          </p:nvSpPr>
          <p:spPr>
            <a:xfrm>
              <a:off x="6076143" y="242343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3" name="pt8033"/>
            <p:cNvSpPr/>
            <p:nvPr/>
          </p:nvSpPr>
          <p:spPr>
            <a:xfrm>
              <a:off x="5101791" y="2593119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4" name="pt8034"/>
            <p:cNvSpPr/>
            <p:nvPr/>
          </p:nvSpPr>
          <p:spPr>
            <a:xfrm>
              <a:off x="6117964" y="2312002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5" name="pt8035"/>
            <p:cNvSpPr/>
            <p:nvPr/>
          </p:nvSpPr>
          <p:spPr>
            <a:xfrm>
              <a:off x="6828103" y="1793771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6" name="pt8036"/>
            <p:cNvSpPr/>
            <p:nvPr/>
          </p:nvSpPr>
          <p:spPr>
            <a:xfrm>
              <a:off x="5878489" y="207692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7" name="pt8037"/>
            <p:cNvSpPr/>
            <p:nvPr/>
          </p:nvSpPr>
          <p:spPr>
            <a:xfrm>
              <a:off x="6481818" y="2036368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8" name="pt8038"/>
            <p:cNvSpPr/>
            <p:nvPr/>
          </p:nvSpPr>
          <p:spPr>
            <a:xfrm>
              <a:off x="6237736" y="2290814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9" name="pt8039"/>
            <p:cNvSpPr/>
            <p:nvPr/>
          </p:nvSpPr>
          <p:spPr>
            <a:xfrm>
              <a:off x="6099253" y="2254047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0" name="pt8040"/>
            <p:cNvSpPr/>
            <p:nvPr/>
          </p:nvSpPr>
          <p:spPr>
            <a:xfrm>
              <a:off x="5972997" y="2305907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1" name="pt8041"/>
            <p:cNvSpPr/>
            <p:nvPr/>
          </p:nvSpPr>
          <p:spPr>
            <a:xfrm>
              <a:off x="5785455" y="2230961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2" name="pt8042"/>
            <p:cNvSpPr/>
            <p:nvPr/>
          </p:nvSpPr>
          <p:spPr>
            <a:xfrm>
              <a:off x="6545357" y="231441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3" name="pt8043"/>
            <p:cNvSpPr/>
            <p:nvPr/>
          </p:nvSpPr>
          <p:spPr>
            <a:xfrm>
              <a:off x="6123537" y="236739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4" name="pt8044"/>
            <p:cNvSpPr/>
            <p:nvPr/>
          </p:nvSpPr>
          <p:spPr>
            <a:xfrm>
              <a:off x="6212811" y="2264049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5" name="pt8045"/>
            <p:cNvSpPr/>
            <p:nvPr/>
          </p:nvSpPr>
          <p:spPr>
            <a:xfrm>
              <a:off x="5849277" y="2467777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6" name="pt8046"/>
            <p:cNvSpPr/>
            <p:nvPr/>
          </p:nvSpPr>
          <p:spPr>
            <a:xfrm>
              <a:off x="6025365" y="2272841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7" name="pt8047"/>
            <p:cNvSpPr/>
            <p:nvPr/>
          </p:nvSpPr>
          <p:spPr>
            <a:xfrm>
              <a:off x="6348339" y="2226419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8" name="pt8048"/>
            <p:cNvSpPr/>
            <p:nvPr/>
          </p:nvSpPr>
          <p:spPr>
            <a:xfrm>
              <a:off x="6319075" y="2235706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9" name="pt8049"/>
            <p:cNvSpPr/>
            <p:nvPr/>
          </p:nvSpPr>
          <p:spPr>
            <a:xfrm>
              <a:off x="5796797" y="2026526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0" name="pt8050"/>
            <p:cNvSpPr/>
            <p:nvPr/>
          </p:nvSpPr>
          <p:spPr>
            <a:xfrm>
              <a:off x="6347023" y="2283225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1" name="pt8051"/>
            <p:cNvSpPr/>
            <p:nvPr/>
          </p:nvSpPr>
          <p:spPr>
            <a:xfrm>
              <a:off x="5325795" y="1599444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2" name="pt8052"/>
            <p:cNvSpPr/>
            <p:nvPr/>
          </p:nvSpPr>
          <p:spPr>
            <a:xfrm>
              <a:off x="5808476" y="2219350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3" name="pt8053"/>
            <p:cNvSpPr/>
            <p:nvPr/>
          </p:nvSpPr>
          <p:spPr>
            <a:xfrm>
              <a:off x="5941005" y="2120482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4" name="pt8054"/>
            <p:cNvSpPr/>
            <p:nvPr/>
          </p:nvSpPr>
          <p:spPr>
            <a:xfrm>
              <a:off x="6203282" y="218371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5" name="pt8055"/>
            <p:cNvSpPr/>
            <p:nvPr/>
          </p:nvSpPr>
          <p:spPr>
            <a:xfrm>
              <a:off x="5468467" y="2612926"/>
              <a:ext cx="16849" cy="16849"/>
            </a:xfrm>
            <a:prstGeom prst="ellipse">
              <a:avLst/>
            </a:prstGeom>
            <a:solidFill>
              <a:srgbClr val="33AC80">
                <a:alpha val="45098"/>
              </a:srgbClr>
            </a:solidFill>
            <a:ln w="7363" cap="rnd">
              <a:solidFill>
                <a:srgbClr val="33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6" name="pt8056"/>
            <p:cNvSpPr/>
            <p:nvPr/>
          </p:nvSpPr>
          <p:spPr>
            <a:xfrm>
              <a:off x="6576194" y="222313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7" name="pt8057"/>
            <p:cNvSpPr/>
            <p:nvPr/>
          </p:nvSpPr>
          <p:spPr>
            <a:xfrm>
              <a:off x="6678968" y="2118586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8" name="pt8058"/>
            <p:cNvSpPr/>
            <p:nvPr/>
          </p:nvSpPr>
          <p:spPr>
            <a:xfrm>
              <a:off x="6185048" y="2229248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9" name="pt8059"/>
            <p:cNvSpPr/>
            <p:nvPr/>
          </p:nvSpPr>
          <p:spPr>
            <a:xfrm>
              <a:off x="6670259" y="1955799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0" name="pt8060"/>
            <p:cNvSpPr/>
            <p:nvPr/>
          </p:nvSpPr>
          <p:spPr>
            <a:xfrm>
              <a:off x="5755457" y="2227006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1" name="pt8061"/>
            <p:cNvSpPr/>
            <p:nvPr/>
          </p:nvSpPr>
          <p:spPr>
            <a:xfrm>
              <a:off x="6390751" y="2236800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2" name="pt8062"/>
            <p:cNvSpPr/>
            <p:nvPr/>
          </p:nvSpPr>
          <p:spPr>
            <a:xfrm>
              <a:off x="6419391" y="2256082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3" name="pt8063"/>
            <p:cNvSpPr/>
            <p:nvPr/>
          </p:nvSpPr>
          <p:spPr>
            <a:xfrm>
              <a:off x="5607128" y="2317966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4" name="pt8064"/>
            <p:cNvSpPr/>
            <p:nvPr/>
          </p:nvSpPr>
          <p:spPr>
            <a:xfrm>
              <a:off x="6421012" y="2324198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5" name="pt8065"/>
            <p:cNvSpPr/>
            <p:nvPr/>
          </p:nvSpPr>
          <p:spPr>
            <a:xfrm>
              <a:off x="6073154" y="234383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6" name="pt8066"/>
            <p:cNvSpPr/>
            <p:nvPr/>
          </p:nvSpPr>
          <p:spPr>
            <a:xfrm>
              <a:off x="6388367" y="2278817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7" name="pt8067"/>
            <p:cNvSpPr/>
            <p:nvPr/>
          </p:nvSpPr>
          <p:spPr>
            <a:xfrm>
              <a:off x="6970294" y="1997722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8" name="pt8068"/>
            <p:cNvSpPr/>
            <p:nvPr/>
          </p:nvSpPr>
          <p:spPr>
            <a:xfrm>
              <a:off x="5934355" y="2082043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9" name="pt8069"/>
            <p:cNvSpPr/>
            <p:nvPr/>
          </p:nvSpPr>
          <p:spPr>
            <a:xfrm>
              <a:off x="5998728" y="2615467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0" name="pt8070"/>
            <p:cNvSpPr/>
            <p:nvPr/>
          </p:nvSpPr>
          <p:spPr>
            <a:xfrm>
              <a:off x="5527808" y="2564441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1" name="pt8071"/>
            <p:cNvSpPr/>
            <p:nvPr/>
          </p:nvSpPr>
          <p:spPr>
            <a:xfrm>
              <a:off x="6476889" y="214297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2" name="pt8072"/>
            <p:cNvSpPr/>
            <p:nvPr/>
          </p:nvSpPr>
          <p:spPr>
            <a:xfrm>
              <a:off x="6222490" y="227159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3" name="pt8073"/>
            <p:cNvSpPr/>
            <p:nvPr/>
          </p:nvSpPr>
          <p:spPr>
            <a:xfrm>
              <a:off x="5553482" y="2491054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4" name="pt8074"/>
            <p:cNvSpPr/>
            <p:nvPr/>
          </p:nvSpPr>
          <p:spPr>
            <a:xfrm>
              <a:off x="6537439" y="2134831"/>
              <a:ext cx="16849" cy="16849"/>
            </a:xfrm>
            <a:prstGeom prst="ellipse">
              <a:avLst/>
            </a:prstGeom>
            <a:solidFill>
              <a:srgbClr val="59BC6D">
                <a:alpha val="45098"/>
              </a:srgbClr>
            </a:solidFill>
            <a:ln w="7363" cap="rnd">
              <a:solidFill>
                <a:srgbClr val="59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5" name="pt8075"/>
            <p:cNvSpPr/>
            <p:nvPr/>
          </p:nvSpPr>
          <p:spPr>
            <a:xfrm>
              <a:off x="6250716" y="231860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6" name="pt8076"/>
            <p:cNvSpPr/>
            <p:nvPr/>
          </p:nvSpPr>
          <p:spPr>
            <a:xfrm>
              <a:off x="6021209" y="207782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7" name="pt8077"/>
            <p:cNvSpPr/>
            <p:nvPr/>
          </p:nvSpPr>
          <p:spPr>
            <a:xfrm>
              <a:off x="5395092" y="2438354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8" name="pt8078"/>
            <p:cNvSpPr/>
            <p:nvPr/>
          </p:nvSpPr>
          <p:spPr>
            <a:xfrm>
              <a:off x="5371104" y="2495390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9" name="pt8079"/>
            <p:cNvSpPr/>
            <p:nvPr/>
          </p:nvSpPr>
          <p:spPr>
            <a:xfrm>
              <a:off x="6548632" y="2088721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0" name="pt8080"/>
            <p:cNvSpPr/>
            <p:nvPr/>
          </p:nvSpPr>
          <p:spPr>
            <a:xfrm>
              <a:off x="6087033" y="242240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1" name="pt8081"/>
            <p:cNvSpPr/>
            <p:nvPr/>
          </p:nvSpPr>
          <p:spPr>
            <a:xfrm>
              <a:off x="6505671" y="2152888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2" name="pt8082"/>
            <p:cNvSpPr/>
            <p:nvPr/>
          </p:nvSpPr>
          <p:spPr>
            <a:xfrm>
              <a:off x="6434682" y="1955735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3" name="pt8083"/>
            <p:cNvSpPr/>
            <p:nvPr/>
          </p:nvSpPr>
          <p:spPr>
            <a:xfrm>
              <a:off x="6820989" y="1868257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4" name="pt8084"/>
            <p:cNvSpPr/>
            <p:nvPr/>
          </p:nvSpPr>
          <p:spPr>
            <a:xfrm>
              <a:off x="6726657" y="1834007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5" name="pt8085"/>
            <p:cNvSpPr/>
            <p:nvPr/>
          </p:nvSpPr>
          <p:spPr>
            <a:xfrm>
              <a:off x="6191064" y="2241149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6" name="pt8086"/>
            <p:cNvSpPr/>
            <p:nvPr/>
          </p:nvSpPr>
          <p:spPr>
            <a:xfrm>
              <a:off x="6552711" y="212212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7" name="pt8087"/>
            <p:cNvSpPr/>
            <p:nvPr/>
          </p:nvSpPr>
          <p:spPr>
            <a:xfrm>
              <a:off x="6143483" y="2333912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8" name="pt8088"/>
            <p:cNvSpPr/>
            <p:nvPr/>
          </p:nvSpPr>
          <p:spPr>
            <a:xfrm>
              <a:off x="5902102" y="2036424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9" name="pt8089"/>
            <p:cNvSpPr/>
            <p:nvPr/>
          </p:nvSpPr>
          <p:spPr>
            <a:xfrm>
              <a:off x="6829158" y="198779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0" name="pt8090"/>
            <p:cNvSpPr/>
            <p:nvPr/>
          </p:nvSpPr>
          <p:spPr>
            <a:xfrm>
              <a:off x="6928976" y="1916702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1" name="pt8091"/>
            <p:cNvSpPr/>
            <p:nvPr/>
          </p:nvSpPr>
          <p:spPr>
            <a:xfrm>
              <a:off x="6602844" y="2185272"/>
              <a:ext cx="16849" cy="16849"/>
            </a:xfrm>
            <a:prstGeom prst="ellipse">
              <a:avLst/>
            </a:prstGeom>
            <a:solidFill>
              <a:srgbClr val="64C265">
                <a:alpha val="45098"/>
              </a:srgbClr>
            </a:solidFill>
            <a:ln w="7363" cap="rnd">
              <a:solidFill>
                <a:srgbClr val="64C2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2" name="pt8092"/>
            <p:cNvSpPr/>
            <p:nvPr/>
          </p:nvSpPr>
          <p:spPr>
            <a:xfrm>
              <a:off x="5692662" y="2245039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3" name="pt8093"/>
            <p:cNvSpPr/>
            <p:nvPr/>
          </p:nvSpPr>
          <p:spPr>
            <a:xfrm>
              <a:off x="6261037" y="2273536"/>
              <a:ext cx="16849" cy="16849"/>
            </a:xfrm>
            <a:prstGeom prst="ellipse">
              <a:avLst/>
            </a:prstGeom>
            <a:solidFill>
              <a:srgbClr val="AEDA45">
                <a:alpha val="45098"/>
              </a:srgbClr>
            </a:solidFill>
            <a:ln w="7363" cap="rnd">
              <a:solidFill>
                <a:srgbClr val="AEDA4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4" name="pt8094"/>
            <p:cNvSpPr/>
            <p:nvPr/>
          </p:nvSpPr>
          <p:spPr>
            <a:xfrm>
              <a:off x="6040125" y="2279795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5" name="pt8095"/>
            <p:cNvSpPr/>
            <p:nvPr/>
          </p:nvSpPr>
          <p:spPr>
            <a:xfrm>
              <a:off x="6677778" y="1925362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6" name="pt8096"/>
            <p:cNvSpPr/>
            <p:nvPr/>
          </p:nvSpPr>
          <p:spPr>
            <a:xfrm>
              <a:off x="6517774" y="2109386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7" name="pt8097"/>
            <p:cNvSpPr/>
            <p:nvPr/>
          </p:nvSpPr>
          <p:spPr>
            <a:xfrm>
              <a:off x="5833125" y="2421174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8" name="pt8098"/>
            <p:cNvSpPr/>
            <p:nvPr/>
          </p:nvSpPr>
          <p:spPr>
            <a:xfrm>
              <a:off x="5623408" y="2435239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9" name="pt8099"/>
            <p:cNvSpPr/>
            <p:nvPr/>
          </p:nvSpPr>
          <p:spPr>
            <a:xfrm>
              <a:off x="6488773" y="2168598"/>
              <a:ext cx="16849" cy="16849"/>
            </a:xfrm>
            <a:prstGeom prst="ellipse">
              <a:avLst/>
            </a:prstGeom>
            <a:solidFill>
              <a:srgbClr val="68C562">
                <a:alpha val="45098"/>
              </a:srgbClr>
            </a:solidFill>
            <a:ln w="7363" cap="rnd">
              <a:solidFill>
                <a:srgbClr val="68C56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0" name="pt8100"/>
            <p:cNvSpPr/>
            <p:nvPr/>
          </p:nvSpPr>
          <p:spPr>
            <a:xfrm>
              <a:off x="5700063" y="2462950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1" name="pt8101"/>
            <p:cNvSpPr/>
            <p:nvPr/>
          </p:nvSpPr>
          <p:spPr>
            <a:xfrm>
              <a:off x="6303024" y="1981711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2" name="pt8102"/>
            <p:cNvSpPr/>
            <p:nvPr/>
          </p:nvSpPr>
          <p:spPr>
            <a:xfrm>
              <a:off x="6607793" y="2164431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3" name="pt8103"/>
            <p:cNvSpPr/>
            <p:nvPr/>
          </p:nvSpPr>
          <p:spPr>
            <a:xfrm>
              <a:off x="5968444" y="2213857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4" name="pt8104"/>
            <p:cNvSpPr/>
            <p:nvPr/>
          </p:nvSpPr>
          <p:spPr>
            <a:xfrm>
              <a:off x="6479534" y="2007368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5" name="pt8105"/>
            <p:cNvSpPr/>
            <p:nvPr/>
          </p:nvSpPr>
          <p:spPr>
            <a:xfrm>
              <a:off x="6061481" y="2336331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6" name="pt8106"/>
            <p:cNvSpPr/>
            <p:nvPr/>
          </p:nvSpPr>
          <p:spPr>
            <a:xfrm>
              <a:off x="5736243" y="2074635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7" name="pt8107"/>
            <p:cNvSpPr/>
            <p:nvPr/>
          </p:nvSpPr>
          <p:spPr>
            <a:xfrm>
              <a:off x="6813104" y="176145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8" name="pt8108"/>
            <p:cNvSpPr/>
            <p:nvPr/>
          </p:nvSpPr>
          <p:spPr>
            <a:xfrm>
              <a:off x="7113870" y="1250587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9" name="pt8109"/>
            <p:cNvSpPr/>
            <p:nvPr/>
          </p:nvSpPr>
          <p:spPr>
            <a:xfrm>
              <a:off x="6825416" y="1850524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0" name="pt8110"/>
            <p:cNvSpPr/>
            <p:nvPr/>
          </p:nvSpPr>
          <p:spPr>
            <a:xfrm>
              <a:off x="6962769" y="1978293"/>
              <a:ext cx="16849" cy="16849"/>
            </a:xfrm>
            <a:prstGeom prst="ellipse">
              <a:avLst/>
            </a:prstGeom>
            <a:solidFill>
              <a:srgbClr val="64C265">
                <a:alpha val="45098"/>
              </a:srgbClr>
            </a:solidFill>
            <a:ln w="7363" cap="rnd">
              <a:solidFill>
                <a:srgbClr val="64C2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1" name="pt8111"/>
            <p:cNvSpPr/>
            <p:nvPr/>
          </p:nvSpPr>
          <p:spPr>
            <a:xfrm>
              <a:off x="6510157" y="2081114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2" name="pt8112"/>
            <p:cNvSpPr/>
            <p:nvPr/>
          </p:nvSpPr>
          <p:spPr>
            <a:xfrm>
              <a:off x="6615940" y="2143917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3" name="pt8113"/>
            <p:cNvSpPr/>
            <p:nvPr/>
          </p:nvSpPr>
          <p:spPr>
            <a:xfrm>
              <a:off x="5164617" y="2180393"/>
              <a:ext cx="16849" cy="16849"/>
            </a:xfrm>
            <a:prstGeom prst="ellipse">
              <a:avLst/>
            </a:prstGeom>
            <a:solidFill>
              <a:srgbClr val="C5DE3E">
                <a:alpha val="45098"/>
              </a:srgbClr>
            </a:solidFill>
            <a:ln w="7363" cap="rnd">
              <a:solidFill>
                <a:srgbClr val="C5DE3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4" name="pt8114"/>
            <p:cNvSpPr/>
            <p:nvPr/>
          </p:nvSpPr>
          <p:spPr>
            <a:xfrm>
              <a:off x="5493365" y="245479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5" name="pt8115"/>
            <p:cNvSpPr/>
            <p:nvPr/>
          </p:nvSpPr>
          <p:spPr>
            <a:xfrm>
              <a:off x="6934220" y="1862389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6" name="pt8116"/>
            <p:cNvSpPr/>
            <p:nvPr/>
          </p:nvSpPr>
          <p:spPr>
            <a:xfrm>
              <a:off x="6946937" y="1856919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7" name="pt8117"/>
            <p:cNvSpPr/>
            <p:nvPr/>
          </p:nvSpPr>
          <p:spPr>
            <a:xfrm>
              <a:off x="5676405" y="2360379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8" name="pt8118"/>
            <p:cNvSpPr/>
            <p:nvPr/>
          </p:nvSpPr>
          <p:spPr>
            <a:xfrm>
              <a:off x="7005950" y="181874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9" name="pt8119"/>
            <p:cNvSpPr/>
            <p:nvPr/>
          </p:nvSpPr>
          <p:spPr>
            <a:xfrm>
              <a:off x="5492791" y="2242275"/>
              <a:ext cx="16849" cy="16849"/>
            </a:xfrm>
            <a:prstGeom prst="ellipse">
              <a:avLst/>
            </a:prstGeom>
            <a:solidFill>
              <a:srgbClr val="A5D848">
                <a:alpha val="45098"/>
              </a:srgbClr>
            </a:solidFill>
            <a:ln w="7363" cap="rnd">
              <a:solidFill>
                <a:srgbClr val="A5D84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0" name="pt8120"/>
            <p:cNvSpPr/>
            <p:nvPr/>
          </p:nvSpPr>
          <p:spPr>
            <a:xfrm>
              <a:off x="5748132" y="210266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1" name="pt8121"/>
            <p:cNvSpPr/>
            <p:nvPr/>
          </p:nvSpPr>
          <p:spPr>
            <a:xfrm>
              <a:off x="6428458" y="1931438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2" name="pt8122"/>
            <p:cNvSpPr/>
            <p:nvPr/>
          </p:nvSpPr>
          <p:spPr>
            <a:xfrm>
              <a:off x="7011145" y="1666986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3" name="pt8123"/>
            <p:cNvSpPr/>
            <p:nvPr/>
          </p:nvSpPr>
          <p:spPr>
            <a:xfrm>
              <a:off x="5544055" y="2200930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4" name="pt8124"/>
            <p:cNvSpPr/>
            <p:nvPr/>
          </p:nvSpPr>
          <p:spPr>
            <a:xfrm>
              <a:off x="6229098" y="2291559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5" name="pt8125"/>
            <p:cNvSpPr/>
            <p:nvPr/>
          </p:nvSpPr>
          <p:spPr>
            <a:xfrm>
              <a:off x="6827140" y="198442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6" name="pt8126"/>
            <p:cNvSpPr/>
            <p:nvPr/>
          </p:nvSpPr>
          <p:spPr>
            <a:xfrm>
              <a:off x="6377095" y="2317478"/>
              <a:ext cx="16849" cy="16849"/>
            </a:xfrm>
            <a:prstGeom prst="ellipse">
              <a:avLst/>
            </a:prstGeom>
            <a:solidFill>
              <a:srgbClr val="2AAA82">
                <a:alpha val="45098"/>
              </a:srgbClr>
            </a:solidFill>
            <a:ln w="7363" cap="rnd">
              <a:solidFill>
                <a:srgbClr val="2A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7" name="pt8127"/>
            <p:cNvSpPr/>
            <p:nvPr/>
          </p:nvSpPr>
          <p:spPr>
            <a:xfrm>
              <a:off x="6440988" y="2018207"/>
              <a:ext cx="16849" cy="16849"/>
            </a:xfrm>
            <a:prstGeom prst="ellipse">
              <a:avLst/>
            </a:prstGeom>
            <a:solidFill>
              <a:srgbClr val="2B7B8D">
                <a:alpha val="45098"/>
              </a:srgbClr>
            </a:solidFill>
            <a:ln w="7363" cap="rnd">
              <a:solidFill>
                <a:srgbClr val="2B7B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8" name="pt8128"/>
            <p:cNvSpPr/>
            <p:nvPr/>
          </p:nvSpPr>
          <p:spPr>
            <a:xfrm>
              <a:off x="5604866" y="2642561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9" name="pt8129"/>
            <p:cNvSpPr/>
            <p:nvPr/>
          </p:nvSpPr>
          <p:spPr>
            <a:xfrm>
              <a:off x="5181610" y="225360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0" name="pt8130"/>
            <p:cNvSpPr/>
            <p:nvPr/>
          </p:nvSpPr>
          <p:spPr>
            <a:xfrm>
              <a:off x="6890134" y="1896936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1" name="pt8131"/>
            <p:cNvSpPr/>
            <p:nvPr/>
          </p:nvSpPr>
          <p:spPr>
            <a:xfrm>
              <a:off x="5872066" y="2153601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2" name="pt8132"/>
            <p:cNvSpPr/>
            <p:nvPr/>
          </p:nvSpPr>
          <p:spPr>
            <a:xfrm>
              <a:off x="5111530" y="2633307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3" name="pt8133"/>
            <p:cNvSpPr/>
            <p:nvPr/>
          </p:nvSpPr>
          <p:spPr>
            <a:xfrm>
              <a:off x="5452995" y="2334010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4" name="pt8134"/>
            <p:cNvSpPr/>
            <p:nvPr/>
          </p:nvSpPr>
          <p:spPr>
            <a:xfrm>
              <a:off x="6032776" y="204011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5" name="pt8135"/>
            <p:cNvSpPr/>
            <p:nvPr/>
          </p:nvSpPr>
          <p:spPr>
            <a:xfrm>
              <a:off x="6608551" y="226256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6" name="pt8136"/>
            <p:cNvSpPr/>
            <p:nvPr/>
          </p:nvSpPr>
          <p:spPr>
            <a:xfrm>
              <a:off x="6719799" y="2061250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7" name="pt8137"/>
            <p:cNvSpPr/>
            <p:nvPr/>
          </p:nvSpPr>
          <p:spPr>
            <a:xfrm>
              <a:off x="5345717" y="1853145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8" name="pt8138"/>
            <p:cNvSpPr/>
            <p:nvPr/>
          </p:nvSpPr>
          <p:spPr>
            <a:xfrm>
              <a:off x="6559886" y="2151363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9" name="pt8139"/>
            <p:cNvSpPr/>
            <p:nvPr/>
          </p:nvSpPr>
          <p:spPr>
            <a:xfrm>
              <a:off x="6210510" y="2251338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0" name="pt8140"/>
            <p:cNvSpPr/>
            <p:nvPr/>
          </p:nvSpPr>
          <p:spPr>
            <a:xfrm>
              <a:off x="6691547" y="209925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1" name="pt8141"/>
            <p:cNvSpPr/>
            <p:nvPr/>
          </p:nvSpPr>
          <p:spPr>
            <a:xfrm>
              <a:off x="5035562" y="2558691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2" name="pt8142"/>
            <p:cNvSpPr/>
            <p:nvPr/>
          </p:nvSpPr>
          <p:spPr>
            <a:xfrm>
              <a:off x="6325367" y="2191747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3" name="pt8143"/>
            <p:cNvSpPr/>
            <p:nvPr/>
          </p:nvSpPr>
          <p:spPr>
            <a:xfrm>
              <a:off x="6192553" y="2070775"/>
              <a:ext cx="16849" cy="16849"/>
            </a:xfrm>
            <a:prstGeom prst="ellipse">
              <a:avLst/>
            </a:prstGeom>
            <a:solidFill>
              <a:srgbClr val="AEDA45">
                <a:alpha val="45098"/>
              </a:srgbClr>
            </a:solidFill>
            <a:ln w="7363" cap="rnd">
              <a:solidFill>
                <a:srgbClr val="AEDA4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4" name="pt8144"/>
            <p:cNvSpPr/>
            <p:nvPr/>
          </p:nvSpPr>
          <p:spPr>
            <a:xfrm>
              <a:off x="6674683" y="2059042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5" name="pt8145"/>
            <p:cNvSpPr/>
            <p:nvPr/>
          </p:nvSpPr>
          <p:spPr>
            <a:xfrm>
              <a:off x="5995158" y="2644503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6" name="pt8146"/>
            <p:cNvSpPr/>
            <p:nvPr/>
          </p:nvSpPr>
          <p:spPr>
            <a:xfrm>
              <a:off x="5556907" y="2418668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7" name="pt8147"/>
            <p:cNvSpPr/>
            <p:nvPr/>
          </p:nvSpPr>
          <p:spPr>
            <a:xfrm>
              <a:off x="6399036" y="2125730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8" name="pt8148"/>
            <p:cNvSpPr/>
            <p:nvPr/>
          </p:nvSpPr>
          <p:spPr>
            <a:xfrm>
              <a:off x="6642914" y="2150176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9" name="pt8149"/>
            <p:cNvSpPr/>
            <p:nvPr/>
          </p:nvSpPr>
          <p:spPr>
            <a:xfrm>
              <a:off x="6700767" y="2079779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0" name="pt8150"/>
            <p:cNvSpPr/>
            <p:nvPr/>
          </p:nvSpPr>
          <p:spPr>
            <a:xfrm>
              <a:off x="6066643" y="2393874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1" name="pt8151"/>
            <p:cNvSpPr/>
            <p:nvPr/>
          </p:nvSpPr>
          <p:spPr>
            <a:xfrm>
              <a:off x="5897156" y="2224554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2" name="pt8152"/>
            <p:cNvSpPr/>
            <p:nvPr/>
          </p:nvSpPr>
          <p:spPr>
            <a:xfrm>
              <a:off x="5906643" y="2123685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3" name="pt8153"/>
            <p:cNvSpPr/>
            <p:nvPr/>
          </p:nvSpPr>
          <p:spPr>
            <a:xfrm>
              <a:off x="6972282" y="1595642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4" name="pt8154"/>
            <p:cNvSpPr/>
            <p:nvPr/>
          </p:nvSpPr>
          <p:spPr>
            <a:xfrm>
              <a:off x="6415333" y="225638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5" name="pt8155"/>
            <p:cNvSpPr/>
            <p:nvPr/>
          </p:nvSpPr>
          <p:spPr>
            <a:xfrm>
              <a:off x="6266095" y="2448200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6" name="pt8156"/>
            <p:cNvSpPr/>
            <p:nvPr/>
          </p:nvSpPr>
          <p:spPr>
            <a:xfrm>
              <a:off x="5859607" y="195787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7" name="pt8157"/>
            <p:cNvSpPr/>
            <p:nvPr/>
          </p:nvSpPr>
          <p:spPr>
            <a:xfrm>
              <a:off x="6266878" y="2492521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8" name="pt8158"/>
            <p:cNvSpPr/>
            <p:nvPr/>
          </p:nvSpPr>
          <p:spPr>
            <a:xfrm>
              <a:off x="6729125" y="184048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9" name="pt8159"/>
            <p:cNvSpPr/>
            <p:nvPr/>
          </p:nvSpPr>
          <p:spPr>
            <a:xfrm>
              <a:off x="6849273" y="1944064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0" name="pt8160"/>
            <p:cNvSpPr/>
            <p:nvPr/>
          </p:nvSpPr>
          <p:spPr>
            <a:xfrm>
              <a:off x="6330070" y="2152924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1" name="pt8161"/>
            <p:cNvSpPr/>
            <p:nvPr/>
          </p:nvSpPr>
          <p:spPr>
            <a:xfrm>
              <a:off x="7140840" y="1607046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2" name="pt8162"/>
            <p:cNvSpPr/>
            <p:nvPr/>
          </p:nvSpPr>
          <p:spPr>
            <a:xfrm>
              <a:off x="6151796" y="2315315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3" name="pt8163"/>
            <p:cNvSpPr/>
            <p:nvPr/>
          </p:nvSpPr>
          <p:spPr>
            <a:xfrm>
              <a:off x="6451591" y="2014917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4" name="pt8164"/>
            <p:cNvSpPr/>
            <p:nvPr/>
          </p:nvSpPr>
          <p:spPr>
            <a:xfrm>
              <a:off x="5981287" y="2424168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5" name="pt8165"/>
            <p:cNvSpPr/>
            <p:nvPr/>
          </p:nvSpPr>
          <p:spPr>
            <a:xfrm>
              <a:off x="5197157" y="2111254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6" name="pt8166"/>
            <p:cNvSpPr/>
            <p:nvPr/>
          </p:nvSpPr>
          <p:spPr>
            <a:xfrm>
              <a:off x="6033483" y="200990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7" name="pt8167"/>
            <p:cNvSpPr/>
            <p:nvPr/>
          </p:nvSpPr>
          <p:spPr>
            <a:xfrm>
              <a:off x="5537778" y="2175376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8" name="pt8168"/>
            <p:cNvSpPr/>
            <p:nvPr/>
          </p:nvSpPr>
          <p:spPr>
            <a:xfrm>
              <a:off x="5927752" y="165606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9" name="pt8169"/>
            <p:cNvSpPr/>
            <p:nvPr/>
          </p:nvSpPr>
          <p:spPr>
            <a:xfrm>
              <a:off x="5588851" y="2012336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0" name="pt8170"/>
            <p:cNvSpPr/>
            <p:nvPr/>
          </p:nvSpPr>
          <p:spPr>
            <a:xfrm>
              <a:off x="6597687" y="214984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1" name="pt8171"/>
            <p:cNvSpPr/>
            <p:nvPr/>
          </p:nvSpPr>
          <p:spPr>
            <a:xfrm>
              <a:off x="6700471" y="212237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2" name="pt8172"/>
            <p:cNvSpPr/>
            <p:nvPr/>
          </p:nvSpPr>
          <p:spPr>
            <a:xfrm>
              <a:off x="6509116" y="229146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3" name="pt8173"/>
            <p:cNvSpPr/>
            <p:nvPr/>
          </p:nvSpPr>
          <p:spPr>
            <a:xfrm>
              <a:off x="5852230" y="2082783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4" name="pt8174"/>
            <p:cNvSpPr/>
            <p:nvPr/>
          </p:nvSpPr>
          <p:spPr>
            <a:xfrm>
              <a:off x="6344828" y="2188225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5" name="pt8175"/>
            <p:cNvSpPr/>
            <p:nvPr/>
          </p:nvSpPr>
          <p:spPr>
            <a:xfrm>
              <a:off x="6453413" y="2212258"/>
              <a:ext cx="16849" cy="16849"/>
            </a:xfrm>
            <a:prstGeom prst="ellipse">
              <a:avLst/>
            </a:prstGeom>
            <a:solidFill>
              <a:srgbClr val="BBDC41">
                <a:alpha val="45098"/>
              </a:srgbClr>
            </a:solidFill>
            <a:ln w="7363" cap="rnd">
              <a:solidFill>
                <a:srgbClr val="BBDC4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6" name="pt8176"/>
            <p:cNvSpPr/>
            <p:nvPr/>
          </p:nvSpPr>
          <p:spPr>
            <a:xfrm>
              <a:off x="5351555" y="219584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7" name="pt8177"/>
            <p:cNvSpPr/>
            <p:nvPr/>
          </p:nvSpPr>
          <p:spPr>
            <a:xfrm>
              <a:off x="5847206" y="2352020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8" name="pt8178"/>
            <p:cNvSpPr/>
            <p:nvPr/>
          </p:nvSpPr>
          <p:spPr>
            <a:xfrm>
              <a:off x="6757336" y="216157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9" name="pt8179"/>
            <p:cNvSpPr/>
            <p:nvPr/>
          </p:nvSpPr>
          <p:spPr>
            <a:xfrm>
              <a:off x="6363765" y="2262718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0" name="pt8180"/>
            <p:cNvSpPr/>
            <p:nvPr/>
          </p:nvSpPr>
          <p:spPr>
            <a:xfrm>
              <a:off x="5971541" y="2539411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1" name="pt8181"/>
            <p:cNvSpPr/>
            <p:nvPr/>
          </p:nvSpPr>
          <p:spPr>
            <a:xfrm>
              <a:off x="5869252" y="2023543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2" name="pt8182"/>
            <p:cNvSpPr/>
            <p:nvPr/>
          </p:nvSpPr>
          <p:spPr>
            <a:xfrm>
              <a:off x="6302272" y="211008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3" name="pt8183"/>
            <p:cNvSpPr/>
            <p:nvPr/>
          </p:nvSpPr>
          <p:spPr>
            <a:xfrm>
              <a:off x="6686015" y="2108064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4" name="pt8184"/>
            <p:cNvSpPr/>
            <p:nvPr/>
          </p:nvSpPr>
          <p:spPr>
            <a:xfrm>
              <a:off x="6988443" y="1728090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5" name="pt8185"/>
            <p:cNvSpPr/>
            <p:nvPr/>
          </p:nvSpPr>
          <p:spPr>
            <a:xfrm>
              <a:off x="6448397" y="2019001"/>
              <a:ext cx="16849" cy="16849"/>
            </a:xfrm>
            <a:prstGeom prst="ellipse">
              <a:avLst/>
            </a:prstGeom>
            <a:solidFill>
              <a:srgbClr val="5EBF6A">
                <a:alpha val="45098"/>
              </a:srgbClr>
            </a:solidFill>
            <a:ln w="7363" cap="rnd">
              <a:solidFill>
                <a:srgbClr val="5EBF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6" name="pt8186"/>
            <p:cNvSpPr/>
            <p:nvPr/>
          </p:nvSpPr>
          <p:spPr>
            <a:xfrm>
              <a:off x="6304473" y="2173999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7" name="pt8187"/>
            <p:cNvSpPr/>
            <p:nvPr/>
          </p:nvSpPr>
          <p:spPr>
            <a:xfrm>
              <a:off x="6271262" y="2310604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8" name="pt8188"/>
            <p:cNvSpPr/>
            <p:nvPr/>
          </p:nvSpPr>
          <p:spPr>
            <a:xfrm>
              <a:off x="6799330" y="1840270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9" name="pt8189"/>
            <p:cNvSpPr/>
            <p:nvPr/>
          </p:nvSpPr>
          <p:spPr>
            <a:xfrm>
              <a:off x="5580671" y="1919468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0" name="pt8190"/>
            <p:cNvSpPr/>
            <p:nvPr/>
          </p:nvSpPr>
          <p:spPr>
            <a:xfrm>
              <a:off x="5388451" y="251416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1" name="pt8191"/>
            <p:cNvSpPr/>
            <p:nvPr/>
          </p:nvSpPr>
          <p:spPr>
            <a:xfrm>
              <a:off x="6022951" y="2231274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2" name="pt8192"/>
            <p:cNvSpPr/>
            <p:nvPr/>
          </p:nvSpPr>
          <p:spPr>
            <a:xfrm>
              <a:off x="6538778" y="230308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3" name="pt8193"/>
            <p:cNvSpPr/>
            <p:nvPr/>
          </p:nvSpPr>
          <p:spPr>
            <a:xfrm>
              <a:off x="6019529" y="2117806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4" name="pt8194"/>
            <p:cNvSpPr/>
            <p:nvPr/>
          </p:nvSpPr>
          <p:spPr>
            <a:xfrm>
              <a:off x="6106941" y="2239335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5" name="pt8195"/>
            <p:cNvSpPr/>
            <p:nvPr/>
          </p:nvSpPr>
          <p:spPr>
            <a:xfrm>
              <a:off x="6952110" y="173379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6" name="pt8196"/>
            <p:cNvSpPr/>
            <p:nvPr/>
          </p:nvSpPr>
          <p:spPr>
            <a:xfrm>
              <a:off x="6181239" y="2288770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7" name="pt8197"/>
            <p:cNvSpPr/>
            <p:nvPr/>
          </p:nvSpPr>
          <p:spPr>
            <a:xfrm>
              <a:off x="6510566" y="2381832"/>
              <a:ext cx="16849" cy="16849"/>
            </a:xfrm>
            <a:prstGeom prst="ellipse">
              <a:avLst/>
            </a:prstGeom>
            <a:solidFill>
              <a:srgbClr val="DCE236">
                <a:alpha val="45098"/>
              </a:srgbClr>
            </a:solidFill>
            <a:ln w="7363" cap="rnd">
              <a:solidFill>
                <a:srgbClr val="DCE23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8" name="pt8198"/>
            <p:cNvSpPr/>
            <p:nvPr/>
          </p:nvSpPr>
          <p:spPr>
            <a:xfrm>
              <a:off x="6626682" y="2208880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9" name="pt8199"/>
            <p:cNvSpPr/>
            <p:nvPr/>
          </p:nvSpPr>
          <p:spPr>
            <a:xfrm>
              <a:off x="5665507" y="2405128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0" name="pt8200"/>
            <p:cNvSpPr/>
            <p:nvPr/>
          </p:nvSpPr>
          <p:spPr>
            <a:xfrm>
              <a:off x="6471934" y="2198753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1" name="pt8201"/>
            <p:cNvSpPr/>
            <p:nvPr/>
          </p:nvSpPr>
          <p:spPr>
            <a:xfrm>
              <a:off x="6618568" y="2096294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2" name="pt8202"/>
            <p:cNvSpPr/>
            <p:nvPr/>
          </p:nvSpPr>
          <p:spPr>
            <a:xfrm>
              <a:off x="5917282" y="2124492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3" name="pt8203"/>
            <p:cNvSpPr/>
            <p:nvPr/>
          </p:nvSpPr>
          <p:spPr>
            <a:xfrm>
              <a:off x="5875743" y="2124801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4" name="pt8204"/>
            <p:cNvSpPr/>
            <p:nvPr/>
          </p:nvSpPr>
          <p:spPr>
            <a:xfrm>
              <a:off x="6127012" y="2210866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5" name="pt8205"/>
            <p:cNvSpPr/>
            <p:nvPr/>
          </p:nvSpPr>
          <p:spPr>
            <a:xfrm>
              <a:off x="5995221" y="2596183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6" name="pt8206"/>
            <p:cNvSpPr/>
            <p:nvPr/>
          </p:nvSpPr>
          <p:spPr>
            <a:xfrm>
              <a:off x="6221495" y="2381303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7" name="pt8207"/>
            <p:cNvSpPr/>
            <p:nvPr/>
          </p:nvSpPr>
          <p:spPr>
            <a:xfrm>
              <a:off x="5870980" y="1825618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8" name="pt8208"/>
            <p:cNvSpPr/>
            <p:nvPr/>
          </p:nvSpPr>
          <p:spPr>
            <a:xfrm>
              <a:off x="6128616" y="226657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9" name="pt8209"/>
            <p:cNvSpPr/>
            <p:nvPr/>
          </p:nvSpPr>
          <p:spPr>
            <a:xfrm>
              <a:off x="6578424" y="229998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0" name="pt8210"/>
            <p:cNvSpPr/>
            <p:nvPr/>
          </p:nvSpPr>
          <p:spPr>
            <a:xfrm>
              <a:off x="6787124" y="1702200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1" name="pt8211"/>
            <p:cNvSpPr/>
            <p:nvPr/>
          </p:nvSpPr>
          <p:spPr>
            <a:xfrm>
              <a:off x="6258839" y="2484259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2" name="pt8212"/>
            <p:cNvSpPr/>
            <p:nvPr/>
          </p:nvSpPr>
          <p:spPr>
            <a:xfrm>
              <a:off x="6867373" y="186019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3" name="pt8213"/>
            <p:cNvSpPr/>
            <p:nvPr/>
          </p:nvSpPr>
          <p:spPr>
            <a:xfrm>
              <a:off x="6407452" y="221854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4" name="pt8214"/>
            <p:cNvSpPr/>
            <p:nvPr/>
          </p:nvSpPr>
          <p:spPr>
            <a:xfrm>
              <a:off x="6346026" y="2207069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5" name="pt8215"/>
            <p:cNvSpPr/>
            <p:nvPr/>
          </p:nvSpPr>
          <p:spPr>
            <a:xfrm>
              <a:off x="6214872" y="225960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6" name="pt8216"/>
            <p:cNvSpPr/>
            <p:nvPr/>
          </p:nvSpPr>
          <p:spPr>
            <a:xfrm>
              <a:off x="6463995" y="2056926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7" name="pt8217"/>
            <p:cNvSpPr/>
            <p:nvPr/>
          </p:nvSpPr>
          <p:spPr>
            <a:xfrm>
              <a:off x="5364654" y="2329920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8" name="pt8218"/>
            <p:cNvSpPr/>
            <p:nvPr/>
          </p:nvSpPr>
          <p:spPr>
            <a:xfrm>
              <a:off x="5501746" y="2362927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9" name="pt8219"/>
            <p:cNvSpPr/>
            <p:nvPr/>
          </p:nvSpPr>
          <p:spPr>
            <a:xfrm>
              <a:off x="6205213" y="226416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0" name="pt8220"/>
            <p:cNvSpPr/>
            <p:nvPr/>
          </p:nvSpPr>
          <p:spPr>
            <a:xfrm>
              <a:off x="6087921" y="2184010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1" name="pt8221"/>
            <p:cNvSpPr/>
            <p:nvPr/>
          </p:nvSpPr>
          <p:spPr>
            <a:xfrm>
              <a:off x="6356508" y="226645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2" name="pt8222"/>
            <p:cNvSpPr/>
            <p:nvPr/>
          </p:nvSpPr>
          <p:spPr>
            <a:xfrm>
              <a:off x="6574274" y="2135136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3" name="pt8223"/>
            <p:cNvSpPr/>
            <p:nvPr/>
          </p:nvSpPr>
          <p:spPr>
            <a:xfrm>
              <a:off x="5895184" y="203823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4" name="pt8224"/>
            <p:cNvSpPr/>
            <p:nvPr/>
          </p:nvSpPr>
          <p:spPr>
            <a:xfrm>
              <a:off x="5387284" y="239489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5" name="pt8225"/>
            <p:cNvSpPr/>
            <p:nvPr/>
          </p:nvSpPr>
          <p:spPr>
            <a:xfrm>
              <a:off x="6499073" y="2096399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6" name="pt8226"/>
            <p:cNvSpPr/>
            <p:nvPr/>
          </p:nvSpPr>
          <p:spPr>
            <a:xfrm>
              <a:off x="6239171" y="2296250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7" name="pt8227"/>
            <p:cNvSpPr/>
            <p:nvPr/>
          </p:nvSpPr>
          <p:spPr>
            <a:xfrm>
              <a:off x="6580484" y="2163658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8" name="pt8228"/>
            <p:cNvSpPr/>
            <p:nvPr/>
          </p:nvSpPr>
          <p:spPr>
            <a:xfrm>
              <a:off x="6504770" y="2041134"/>
              <a:ext cx="16849" cy="16849"/>
            </a:xfrm>
            <a:prstGeom prst="ellipse">
              <a:avLst/>
            </a:prstGeom>
            <a:solidFill>
              <a:srgbClr val="64C265">
                <a:alpha val="45098"/>
              </a:srgbClr>
            </a:solidFill>
            <a:ln w="7363" cap="rnd">
              <a:solidFill>
                <a:srgbClr val="64C2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9" name="pt8229"/>
            <p:cNvSpPr/>
            <p:nvPr/>
          </p:nvSpPr>
          <p:spPr>
            <a:xfrm>
              <a:off x="6157836" y="2235153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0" name="pt8230"/>
            <p:cNvSpPr/>
            <p:nvPr/>
          </p:nvSpPr>
          <p:spPr>
            <a:xfrm>
              <a:off x="6176369" y="2302126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1" name="pt8231"/>
            <p:cNvSpPr/>
            <p:nvPr/>
          </p:nvSpPr>
          <p:spPr>
            <a:xfrm>
              <a:off x="6132920" y="2384716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2" name="pt8232"/>
            <p:cNvSpPr/>
            <p:nvPr/>
          </p:nvSpPr>
          <p:spPr>
            <a:xfrm>
              <a:off x="5023199" y="2866921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3" name="pt8233"/>
            <p:cNvSpPr/>
            <p:nvPr/>
          </p:nvSpPr>
          <p:spPr>
            <a:xfrm>
              <a:off x="6312020" y="226373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4" name="pt8234"/>
            <p:cNvSpPr/>
            <p:nvPr/>
          </p:nvSpPr>
          <p:spPr>
            <a:xfrm>
              <a:off x="5691240" y="2412155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5" name="pt8235"/>
            <p:cNvSpPr/>
            <p:nvPr/>
          </p:nvSpPr>
          <p:spPr>
            <a:xfrm>
              <a:off x="6400879" y="2183685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6" name="pt8236"/>
            <p:cNvSpPr/>
            <p:nvPr/>
          </p:nvSpPr>
          <p:spPr>
            <a:xfrm>
              <a:off x="7199809" y="1653816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7" name="pt8237"/>
            <p:cNvSpPr/>
            <p:nvPr/>
          </p:nvSpPr>
          <p:spPr>
            <a:xfrm>
              <a:off x="5946107" y="2080583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8" name="pt8238"/>
            <p:cNvSpPr/>
            <p:nvPr/>
          </p:nvSpPr>
          <p:spPr>
            <a:xfrm>
              <a:off x="6228080" y="225923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9" name="pt8239"/>
            <p:cNvSpPr/>
            <p:nvPr/>
          </p:nvSpPr>
          <p:spPr>
            <a:xfrm>
              <a:off x="7202137" y="167251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0" name="pt8240"/>
            <p:cNvSpPr/>
            <p:nvPr/>
          </p:nvSpPr>
          <p:spPr>
            <a:xfrm>
              <a:off x="6114333" y="2125321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1" name="pt8241"/>
            <p:cNvSpPr/>
            <p:nvPr/>
          </p:nvSpPr>
          <p:spPr>
            <a:xfrm>
              <a:off x="5035586" y="2586231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2" name="pt8242"/>
            <p:cNvSpPr/>
            <p:nvPr/>
          </p:nvSpPr>
          <p:spPr>
            <a:xfrm>
              <a:off x="6124081" y="2314696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3" name="pt8243"/>
            <p:cNvSpPr/>
            <p:nvPr/>
          </p:nvSpPr>
          <p:spPr>
            <a:xfrm>
              <a:off x="6465943" y="213224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4" name="pt8244"/>
            <p:cNvSpPr/>
            <p:nvPr/>
          </p:nvSpPr>
          <p:spPr>
            <a:xfrm>
              <a:off x="5663913" y="2457489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5" name="pt8245"/>
            <p:cNvSpPr/>
            <p:nvPr/>
          </p:nvSpPr>
          <p:spPr>
            <a:xfrm>
              <a:off x="6488885" y="2184595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6" name="pt8246"/>
            <p:cNvSpPr/>
            <p:nvPr/>
          </p:nvSpPr>
          <p:spPr>
            <a:xfrm>
              <a:off x="5170479" y="2468172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7" name="pt8247"/>
            <p:cNvSpPr/>
            <p:nvPr/>
          </p:nvSpPr>
          <p:spPr>
            <a:xfrm>
              <a:off x="6628746" y="2146682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8" name="pt8248"/>
            <p:cNvSpPr/>
            <p:nvPr/>
          </p:nvSpPr>
          <p:spPr>
            <a:xfrm>
              <a:off x="6299344" y="1973037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9" name="pt8249"/>
            <p:cNvSpPr/>
            <p:nvPr/>
          </p:nvSpPr>
          <p:spPr>
            <a:xfrm>
              <a:off x="5593268" y="2444072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0" name="pt8250"/>
            <p:cNvSpPr/>
            <p:nvPr/>
          </p:nvSpPr>
          <p:spPr>
            <a:xfrm>
              <a:off x="6066426" y="2368557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1" name="pt8251"/>
            <p:cNvSpPr/>
            <p:nvPr/>
          </p:nvSpPr>
          <p:spPr>
            <a:xfrm>
              <a:off x="5643913" y="2324715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2" name="pt8252"/>
            <p:cNvSpPr/>
            <p:nvPr/>
          </p:nvSpPr>
          <p:spPr>
            <a:xfrm>
              <a:off x="5964340" y="2300778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3" name="pt8253"/>
            <p:cNvSpPr/>
            <p:nvPr/>
          </p:nvSpPr>
          <p:spPr>
            <a:xfrm>
              <a:off x="6157133" y="234357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4" name="pt8254"/>
            <p:cNvSpPr/>
            <p:nvPr/>
          </p:nvSpPr>
          <p:spPr>
            <a:xfrm>
              <a:off x="6237790" y="231612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5" name="pt8255"/>
            <p:cNvSpPr/>
            <p:nvPr/>
          </p:nvSpPr>
          <p:spPr>
            <a:xfrm>
              <a:off x="6278936" y="207826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6" name="pt8256"/>
            <p:cNvSpPr/>
            <p:nvPr/>
          </p:nvSpPr>
          <p:spPr>
            <a:xfrm>
              <a:off x="6268286" y="2407440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7" name="pt8257"/>
            <p:cNvSpPr/>
            <p:nvPr/>
          </p:nvSpPr>
          <p:spPr>
            <a:xfrm>
              <a:off x="6858550" y="1963632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8" name="pt8258"/>
            <p:cNvSpPr/>
            <p:nvPr/>
          </p:nvSpPr>
          <p:spPr>
            <a:xfrm>
              <a:off x="5845272" y="2217397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9" name="pt8259"/>
            <p:cNvSpPr/>
            <p:nvPr/>
          </p:nvSpPr>
          <p:spPr>
            <a:xfrm>
              <a:off x="6634213" y="219165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0" name="pt8260"/>
            <p:cNvSpPr/>
            <p:nvPr/>
          </p:nvSpPr>
          <p:spPr>
            <a:xfrm>
              <a:off x="5934876" y="1964963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1" name="pt8261"/>
            <p:cNvSpPr/>
            <p:nvPr/>
          </p:nvSpPr>
          <p:spPr>
            <a:xfrm>
              <a:off x="5894405" y="2170204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2" name="pt8262"/>
            <p:cNvSpPr/>
            <p:nvPr/>
          </p:nvSpPr>
          <p:spPr>
            <a:xfrm>
              <a:off x="6987396" y="162867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3" name="pt8263"/>
            <p:cNvSpPr/>
            <p:nvPr/>
          </p:nvSpPr>
          <p:spPr>
            <a:xfrm>
              <a:off x="6282276" y="2174139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4" name="pt8264"/>
            <p:cNvSpPr/>
            <p:nvPr/>
          </p:nvSpPr>
          <p:spPr>
            <a:xfrm>
              <a:off x="6381055" y="2282270"/>
              <a:ext cx="16849" cy="16849"/>
            </a:xfrm>
            <a:prstGeom prst="ellipse">
              <a:avLst/>
            </a:prstGeom>
            <a:solidFill>
              <a:srgbClr val="68C563">
                <a:alpha val="45098"/>
              </a:srgbClr>
            </a:solidFill>
            <a:ln w="7363" cap="rnd">
              <a:solidFill>
                <a:srgbClr val="68C5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5" name="pt8265"/>
            <p:cNvSpPr/>
            <p:nvPr/>
          </p:nvSpPr>
          <p:spPr>
            <a:xfrm>
              <a:off x="5848639" y="2449707"/>
              <a:ext cx="16849" cy="16849"/>
            </a:xfrm>
            <a:prstGeom prst="ellipse">
              <a:avLst/>
            </a:prstGeom>
            <a:solidFill>
              <a:srgbClr val="66C364">
                <a:alpha val="45098"/>
              </a:srgbClr>
            </a:solidFill>
            <a:ln w="7363" cap="rnd">
              <a:solidFill>
                <a:srgbClr val="66C36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6" name="pt8266"/>
            <p:cNvSpPr/>
            <p:nvPr/>
          </p:nvSpPr>
          <p:spPr>
            <a:xfrm>
              <a:off x="6954604" y="1913901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7" name="pt8267"/>
            <p:cNvSpPr/>
            <p:nvPr/>
          </p:nvSpPr>
          <p:spPr>
            <a:xfrm>
              <a:off x="6133623" y="2188734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8" name="pt8268"/>
            <p:cNvSpPr/>
            <p:nvPr/>
          </p:nvSpPr>
          <p:spPr>
            <a:xfrm>
              <a:off x="6910147" y="187602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9" name="pt8269"/>
            <p:cNvSpPr/>
            <p:nvPr/>
          </p:nvSpPr>
          <p:spPr>
            <a:xfrm>
              <a:off x="5790427" y="2041007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0" name="pt8270"/>
            <p:cNvSpPr/>
            <p:nvPr/>
          </p:nvSpPr>
          <p:spPr>
            <a:xfrm>
              <a:off x="5911294" y="2092317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1" name="pt8271"/>
            <p:cNvSpPr/>
            <p:nvPr/>
          </p:nvSpPr>
          <p:spPr>
            <a:xfrm>
              <a:off x="7102972" y="160485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2" name="pt8272"/>
            <p:cNvSpPr/>
            <p:nvPr/>
          </p:nvSpPr>
          <p:spPr>
            <a:xfrm>
              <a:off x="6153015" y="2210222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3" name="pt8273"/>
            <p:cNvSpPr/>
            <p:nvPr/>
          </p:nvSpPr>
          <p:spPr>
            <a:xfrm>
              <a:off x="7008788" y="1646110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4" name="pt8274"/>
            <p:cNvSpPr/>
            <p:nvPr/>
          </p:nvSpPr>
          <p:spPr>
            <a:xfrm>
              <a:off x="6845978" y="1940868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5" name="pt8275"/>
            <p:cNvSpPr/>
            <p:nvPr/>
          </p:nvSpPr>
          <p:spPr>
            <a:xfrm>
              <a:off x="6126966" y="2336265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6" name="pt8276"/>
            <p:cNvSpPr/>
            <p:nvPr/>
          </p:nvSpPr>
          <p:spPr>
            <a:xfrm>
              <a:off x="6658035" y="210464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7" name="pt8277"/>
            <p:cNvSpPr/>
            <p:nvPr/>
          </p:nvSpPr>
          <p:spPr>
            <a:xfrm>
              <a:off x="6754726" y="2046805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8" name="pt8278"/>
            <p:cNvSpPr/>
            <p:nvPr/>
          </p:nvSpPr>
          <p:spPr>
            <a:xfrm>
              <a:off x="5875442" y="2140740"/>
              <a:ext cx="16849" cy="16849"/>
            </a:xfrm>
            <a:prstGeom prst="ellipse">
              <a:avLst/>
            </a:prstGeom>
            <a:solidFill>
              <a:srgbClr val="62C167">
                <a:alpha val="45098"/>
              </a:srgbClr>
            </a:solidFill>
            <a:ln w="7363" cap="rnd">
              <a:solidFill>
                <a:srgbClr val="62C16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9" name="pt8279"/>
            <p:cNvSpPr/>
            <p:nvPr/>
          </p:nvSpPr>
          <p:spPr>
            <a:xfrm>
              <a:off x="6078679" y="2358017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0" name="pt8280"/>
            <p:cNvSpPr/>
            <p:nvPr/>
          </p:nvSpPr>
          <p:spPr>
            <a:xfrm>
              <a:off x="5464491" y="2422124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1" name="pt8281"/>
            <p:cNvSpPr/>
            <p:nvPr/>
          </p:nvSpPr>
          <p:spPr>
            <a:xfrm>
              <a:off x="5700607" y="249263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2" name="pt8282"/>
            <p:cNvSpPr/>
            <p:nvPr/>
          </p:nvSpPr>
          <p:spPr>
            <a:xfrm>
              <a:off x="6060125" y="235710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3" name="pt8283"/>
            <p:cNvSpPr/>
            <p:nvPr/>
          </p:nvSpPr>
          <p:spPr>
            <a:xfrm>
              <a:off x="6162756" y="2282640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4" name="pt8284"/>
            <p:cNvSpPr/>
            <p:nvPr/>
          </p:nvSpPr>
          <p:spPr>
            <a:xfrm>
              <a:off x="5572624" y="2267420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5" name="pt8285"/>
            <p:cNvSpPr/>
            <p:nvPr/>
          </p:nvSpPr>
          <p:spPr>
            <a:xfrm>
              <a:off x="6308915" y="2205562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6" name="pt8286"/>
            <p:cNvSpPr/>
            <p:nvPr/>
          </p:nvSpPr>
          <p:spPr>
            <a:xfrm>
              <a:off x="6405758" y="218017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7" name="pt8287"/>
            <p:cNvSpPr/>
            <p:nvPr/>
          </p:nvSpPr>
          <p:spPr>
            <a:xfrm>
              <a:off x="6394717" y="2177121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8" name="pt8288"/>
            <p:cNvSpPr/>
            <p:nvPr/>
          </p:nvSpPr>
          <p:spPr>
            <a:xfrm>
              <a:off x="6353788" y="2072352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9" name="pt8289"/>
            <p:cNvSpPr/>
            <p:nvPr/>
          </p:nvSpPr>
          <p:spPr>
            <a:xfrm>
              <a:off x="7164603" y="1523832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0" name="pt8290"/>
            <p:cNvSpPr/>
            <p:nvPr/>
          </p:nvSpPr>
          <p:spPr>
            <a:xfrm>
              <a:off x="5810483" y="2085694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1" name="pt8291"/>
            <p:cNvSpPr/>
            <p:nvPr/>
          </p:nvSpPr>
          <p:spPr>
            <a:xfrm>
              <a:off x="5474556" y="2547572"/>
              <a:ext cx="16849" cy="16849"/>
            </a:xfrm>
            <a:prstGeom prst="ellipse">
              <a:avLst/>
            </a:prstGeom>
            <a:solidFill>
              <a:srgbClr val="6AC661">
                <a:alpha val="45098"/>
              </a:srgbClr>
            </a:solidFill>
            <a:ln w="7363" cap="rnd">
              <a:solidFill>
                <a:srgbClr val="6AC66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2" name="pt8292"/>
            <p:cNvSpPr/>
            <p:nvPr/>
          </p:nvSpPr>
          <p:spPr>
            <a:xfrm>
              <a:off x="5518407" y="2517749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3" name="pt8293"/>
            <p:cNvSpPr/>
            <p:nvPr/>
          </p:nvSpPr>
          <p:spPr>
            <a:xfrm>
              <a:off x="5870937" y="2054682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4" name="pt8294"/>
            <p:cNvSpPr/>
            <p:nvPr/>
          </p:nvSpPr>
          <p:spPr>
            <a:xfrm>
              <a:off x="6767224" y="203273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5" name="pt8295"/>
            <p:cNvSpPr/>
            <p:nvPr/>
          </p:nvSpPr>
          <p:spPr>
            <a:xfrm>
              <a:off x="6186699" y="2219906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6" name="pt8296"/>
            <p:cNvSpPr/>
            <p:nvPr/>
          </p:nvSpPr>
          <p:spPr>
            <a:xfrm>
              <a:off x="5725903" y="2464363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7" name="pt8297"/>
            <p:cNvSpPr/>
            <p:nvPr/>
          </p:nvSpPr>
          <p:spPr>
            <a:xfrm>
              <a:off x="6201835" y="2208700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8" name="pt8298"/>
            <p:cNvSpPr/>
            <p:nvPr/>
          </p:nvSpPr>
          <p:spPr>
            <a:xfrm>
              <a:off x="6253639" y="233966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9" name="pt8299"/>
            <p:cNvSpPr/>
            <p:nvPr/>
          </p:nvSpPr>
          <p:spPr>
            <a:xfrm>
              <a:off x="6246843" y="2356851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0" name="pt8300"/>
            <p:cNvSpPr/>
            <p:nvPr/>
          </p:nvSpPr>
          <p:spPr>
            <a:xfrm>
              <a:off x="6084578" y="238499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1" name="pt8301"/>
            <p:cNvSpPr/>
            <p:nvPr/>
          </p:nvSpPr>
          <p:spPr>
            <a:xfrm>
              <a:off x="5786242" y="208192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2" name="pt8302"/>
            <p:cNvSpPr/>
            <p:nvPr/>
          </p:nvSpPr>
          <p:spPr>
            <a:xfrm>
              <a:off x="5808204" y="2169918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3" name="pt8303"/>
            <p:cNvSpPr/>
            <p:nvPr/>
          </p:nvSpPr>
          <p:spPr>
            <a:xfrm>
              <a:off x="6532426" y="2263658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4" name="pt8304"/>
            <p:cNvSpPr/>
            <p:nvPr/>
          </p:nvSpPr>
          <p:spPr>
            <a:xfrm>
              <a:off x="6935099" y="1857138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5" name="pt8305"/>
            <p:cNvSpPr/>
            <p:nvPr/>
          </p:nvSpPr>
          <p:spPr>
            <a:xfrm>
              <a:off x="6500963" y="2126517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6" name="pt8306"/>
            <p:cNvSpPr/>
            <p:nvPr/>
          </p:nvSpPr>
          <p:spPr>
            <a:xfrm>
              <a:off x="6434430" y="1852599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7" name="pt8307"/>
            <p:cNvSpPr/>
            <p:nvPr/>
          </p:nvSpPr>
          <p:spPr>
            <a:xfrm>
              <a:off x="6870586" y="1947969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8" name="pt8308"/>
            <p:cNvSpPr/>
            <p:nvPr/>
          </p:nvSpPr>
          <p:spPr>
            <a:xfrm>
              <a:off x="5427848" y="2444484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9" name="pt8309"/>
            <p:cNvSpPr/>
            <p:nvPr/>
          </p:nvSpPr>
          <p:spPr>
            <a:xfrm>
              <a:off x="6301578" y="2000949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0" name="pt8310"/>
            <p:cNvSpPr/>
            <p:nvPr/>
          </p:nvSpPr>
          <p:spPr>
            <a:xfrm>
              <a:off x="5834156" y="2513958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1" name="pt8311"/>
            <p:cNvSpPr/>
            <p:nvPr/>
          </p:nvSpPr>
          <p:spPr>
            <a:xfrm>
              <a:off x="6316475" y="2221040"/>
              <a:ext cx="16849" cy="16849"/>
            </a:xfrm>
            <a:prstGeom prst="ellipse">
              <a:avLst/>
            </a:prstGeom>
            <a:solidFill>
              <a:srgbClr val="2AAA82">
                <a:alpha val="45098"/>
              </a:srgbClr>
            </a:solidFill>
            <a:ln w="7363" cap="rnd">
              <a:solidFill>
                <a:srgbClr val="2A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2" name="pt8312"/>
            <p:cNvSpPr/>
            <p:nvPr/>
          </p:nvSpPr>
          <p:spPr>
            <a:xfrm>
              <a:off x="6141924" y="2315748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3" name="pt8313"/>
            <p:cNvSpPr/>
            <p:nvPr/>
          </p:nvSpPr>
          <p:spPr>
            <a:xfrm>
              <a:off x="5000392" y="2780398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4" name="pt8314"/>
            <p:cNvSpPr/>
            <p:nvPr/>
          </p:nvSpPr>
          <p:spPr>
            <a:xfrm>
              <a:off x="6556036" y="2225225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5" name="pt8315"/>
            <p:cNvSpPr/>
            <p:nvPr/>
          </p:nvSpPr>
          <p:spPr>
            <a:xfrm>
              <a:off x="6047067" y="2375748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6" name="pt8316"/>
            <p:cNvSpPr/>
            <p:nvPr/>
          </p:nvSpPr>
          <p:spPr>
            <a:xfrm>
              <a:off x="6338669" y="228854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7" name="pt8317"/>
            <p:cNvSpPr/>
            <p:nvPr/>
          </p:nvSpPr>
          <p:spPr>
            <a:xfrm>
              <a:off x="6615013" y="2316881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8" name="pt8318"/>
            <p:cNvSpPr/>
            <p:nvPr/>
          </p:nvSpPr>
          <p:spPr>
            <a:xfrm>
              <a:off x="6288296" y="2155850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9" name="pt8319"/>
            <p:cNvSpPr/>
            <p:nvPr/>
          </p:nvSpPr>
          <p:spPr>
            <a:xfrm>
              <a:off x="6515226" y="2250692"/>
              <a:ext cx="16849" cy="16849"/>
            </a:xfrm>
            <a:prstGeom prst="ellipse">
              <a:avLst/>
            </a:prstGeom>
            <a:solidFill>
              <a:srgbClr val="81D250">
                <a:alpha val="45098"/>
              </a:srgbClr>
            </a:solidFill>
            <a:ln w="7363" cap="rnd">
              <a:solidFill>
                <a:srgbClr val="81D25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0" name="pt8320"/>
            <p:cNvSpPr/>
            <p:nvPr/>
          </p:nvSpPr>
          <p:spPr>
            <a:xfrm>
              <a:off x="6778013" y="1961903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1" name="pt8321"/>
            <p:cNvSpPr/>
            <p:nvPr/>
          </p:nvSpPr>
          <p:spPr>
            <a:xfrm>
              <a:off x="6282685" y="2129334"/>
              <a:ext cx="16849" cy="16849"/>
            </a:xfrm>
            <a:prstGeom prst="ellipse">
              <a:avLst/>
            </a:prstGeom>
            <a:solidFill>
              <a:srgbClr val="62C167">
                <a:alpha val="45098"/>
              </a:srgbClr>
            </a:solidFill>
            <a:ln w="7363" cap="rnd">
              <a:solidFill>
                <a:srgbClr val="62C16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2" name="pt8322"/>
            <p:cNvSpPr/>
            <p:nvPr/>
          </p:nvSpPr>
          <p:spPr>
            <a:xfrm>
              <a:off x="6177966" y="2252303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3" name="pt8323"/>
            <p:cNvSpPr/>
            <p:nvPr/>
          </p:nvSpPr>
          <p:spPr>
            <a:xfrm>
              <a:off x="6045948" y="2405976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4" name="pt8324"/>
            <p:cNvSpPr/>
            <p:nvPr/>
          </p:nvSpPr>
          <p:spPr>
            <a:xfrm>
              <a:off x="6637075" y="226739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5" name="pt8325"/>
            <p:cNvSpPr/>
            <p:nvPr/>
          </p:nvSpPr>
          <p:spPr>
            <a:xfrm>
              <a:off x="6874789" y="2048070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6" name="pt8326"/>
            <p:cNvSpPr/>
            <p:nvPr/>
          </p:nvSpPr>
          <p:spPr>
            <a:xfrm>
              <a:off x="6297439" y="2037329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7" name="pt8327"/>
            <p:cNvSpPr/>
            <p:nvPr/>
          </p:nvSpPr>
          <p:spPr>
            <a:xfrm>
              <a:off x="5662077" y="2331121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8" name="pt8328"/>
            <p:cNvSpPr/>
            <p:nvPr/>
          </p:nvSpPr>
          <p:spPr>
            <a:xfrm>
              <a:off x="4910402" y="299070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9" name="pt8329"/>
            <p:cNvSpPr/>
            <p:nvPr/>
          </p:nvSpPr>
          <p:spPr>
            <a:xfrm>
              <a:off x="6557546" y="2082531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0" name="pt8330"/>
            <p:cNvSpPr/>
            <p:nvPr/>
          </p:nvSpPr>
          <p:spPr>
            <a:xfrm>
              <a:off x="5721765" y="2287023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1" name="pt8331"/>
            <p:cNvSpPr/>
            <p:nvPr/>
          </p:nvSpPr>
          <p:spPr>
            <a:xfrm>
              <a:off x="6694040" y="207103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2" name="pt8332"/>
            <p:cNvSpPr/>
            <p:nvPr/>
          </p:nvSpPr>
          <p:spPr>
            <a:xfrm>
              <a:off x="5473495" y="2595009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3" name="pt8333"/>
            <p:cNvSpPr/>
            <p:nvPr/>
          </p:nvSpPr>
          <p:spPr>
            <a:xfrm>
              <a:off x="6383119" y="2333735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4" name="pt8334"/>
            <p:cNvSpPr/>
            <p:nvPr/>
          </p:nvSpPr>
          <p:spPr>
            <a:xfrm>
              <a:off x="5773584" y="2089663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5" name="pt8335"/>
            <p:cNvSpPr/>
            <p:nvPr/>
          </p:nvSpPr>
          <p:spPr>
            <a:xfrm>
              <a:off x="6402241" y="2050096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6" name="pt8336"/>
            <p:cNvSpPr/>
            <p:nvPr/>
          </p:nvSpPr>
          <p:spPr>
            <a:xfrm>
              <a:off x="7385403" y="1643662"/>
              <a:ext cx="16849" cy="16849"/>
            </a:xfrm>
            <a:prstGeom prst="ellipse">
              <a:avLst/>
            </a:prstGeom>
            <a:solidFill>
              <a:srgbClr val="6EC85E">
                <a:alpha val="45098"/>
              </a:srgbClr>
            </a:solidFill>
            <a:ln w="7363" cap="rnd">
              <a:solidFill>
                <a:srgbClr val="6EC85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7" name="pt8337"/>
            <p:cNvSpPr/>
            <p:nvPr/>
          </p:nvSpPr>
          <p:spPr>
            <a:xfrm>
              <a:off x="6594052" y="225384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8" name="pt8338"/>
            <p:cNvSpPr/>
            <p:nvPr/>
          </p:nvSpPr>
          <p:spPr>
            <a:xfrm>
              <a:off x="5143425" y="2553180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9" name="pt8339"/>
            <p:cNvSpPr/>
            <p:nvPr/>
          </p:nvSpPr>
          <p:spPr>
            <a:xfrm>
              <a:off x="5574921" y="2502169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0" name="pt8340"/>
            <p:cNvSpPr/>
            <p:nvPr/>
          </p:nvSpPr>
          <p:spPr>
            <a:xfrm>
              <a:off x="5989266" y="2437302"/>
              <a:ext cx="16849" cy="16849"/>
            </a:xfrm>
            <a:prstGeom prst="ellipse">
              <a:avLst/>
            </a:prstGeom>
            <a:solidFill>
              <a:srgbClr val="5EBE6A">
                <a:alpha val="45098"/>
              </a:srgbClr>
            </a:solidFill>
            <a:ln w="7363" cap="rnd">
              <a:solidFill>
                <a:srgbClr val="5EBE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1" name="pt8341"/>
            <p:cNvSpPr/>
            <p:nvPr/>
          </p:nvSpPr>
          <p:spPr>
            <a:xfrm>
              <a:off x="6403415" y="2143814"/>
              <a:ext cx="16849" cy="16849"/>
            </a:xfrm>
            <a:prstGeom prst="ellipse">
              <a:avLst/>
            </a:prstGeom>
            <a:solidFill>
              <a:srgbClr val="9CD74A">
                <a:alpha val="45098"/>
              </a:srgbClr>
            </a:solidFill>
            <a:ln w="7363" cap="rnd">
              <a:solidFill>
                <a:srgbClr val="9CD7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2" name="pt8342"/>
            <p:cNvSpPr/>
            <p:nvPr/>
          </p:nvSpPr>
          <p:spPr>
            <a:xfrm>
              <a:off x="5616329" y="2425561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3" name="pt8343"/>
            <p:cNvSpPr/>
            <p:nvPr/>
          </p:nvSpPr>
          <p:spPr>
            <a:xfrm>
              <a:off x="5812225" y="222812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4" name="pt8344"/>
            <p:cNvSpPr/>
            <p:nvPr/>
          </p:nvSpPr>
          <p:spPr>
            <a:xfrm>
              <a:off x="6979302" y="1906933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5" name="pt8345"/>
            <p:cNvSpPr/>
            <p:nvPr/>
          </p:nvSpPr>
          <p:spPr>
            <a:xfrm>
              <a:off x="6682004" y="2189633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6" name="pt8346"/>
            <p:cNvSpPr/>
            <p:nvPr/>
          </p:nvSpPr>
          <p:spPr>
            <a:xfrm>
              <a:off x="5955284" y="2309260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7" name="pt8347"/>
            <p:cNvSpPr/>
            <p:nvPr/>
          </p:nvSpPr>
          <p:spPr>
            <a:xfrm>
              <a:off x="6446641" y="2035729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8" name="pt8348"/>
            <p:cNvSpPr/>
            <p:nvPr/>
          </p:nvSpPr>
          <p:spPr>
            <a:xfrm>
              <a:off x="6284148" y="225025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9" name="pt8349"/>
            <p:cNvSpPr/>
            <p:nvPr/>
          </p:nvSpPr>
          <p:spPr>
            <a:xfrm>
              <a:off x="7136458" y="1523286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0" name="pt8350"/>
            <p:cNvSpPr/>
            <p:nvPr/>
          </p:nvSpPr>
          <p:spPr>
            <a:xfrm>
              <a:off x="6347824" y="2240407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1" name="pt8351"/>
            <p:cNvSpPr/>
            <p:nvPr/>
          </p:nvSpPr>
          <p:spPr>
            <a:xfrm>
              <a:off x="5830566" y="2461291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2" name="pt8352"/>
            <p:cNvSpPr/>
            <p:nvPr/>
          </p:nvSpPr>
          <p:spPr>
            <a:xfrm>
              <a:off x="6584942" y="225601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3" name="pt8353"/>
            <p:cNvSpPr/>
            <p:nvPr/>
          </p:nvSpPr>
          <p:spPr>
            <a:xfrm>
              <a:off x="5958682" y="228279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4" name="pt8354"/>
            <p:cNvSpPr/>
            <p:nvPr/>
          </p:nvSpPr>
          <p:spPr>
            <a:xfrm>
              <a:off x="6991137" y="1690306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5" name="pt8355"/>
            <p:cNvSpPr/>
            <p:nvPr/>
          </p:nvSpPr>
          <p:spPr>
            <a:xfrm>
              <a:off x="5582880" y="2142722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6" name="pt8356"/>
            <p:cNvSpPr/>
            <p:nvPr/>
          </p:nvSpPr>
          <p:spPr>
            <a:xfrm>
              <a:off x="5921675" y="1991574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7" name="pt8357"/>
            <p:cNvSpPr/>
            <p:nvPr/>
          </p:nvSpPr>
          <p:spPr>
            <a:xfrm>
              <a:off x="5927366" y="175049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8" name="pt8358"/>
            <p:cNvSpPr/>
            <p:nvPr/>
          </p:nvSpPr>
          <p:spPr>
            <a:xfrm>
              <a:off x="6798357" y="1813373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9" name="pt8359"/>
            <p:cNvSpPr/>
            <p:nvPr/>
          </p:nvSpPr>
          <p:spPr>
            <a:xfrm>
              <a:off x="6338192" y="2230923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0" name="pt8360"/>
            <p:cNvSpPr/>
            <p:nvPr/>
          </p:nvSpPr>
          <p:spPr>
            <a:xfrm>
              <a:off x="5153190" y="2665247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1" name="pt8361"/>
            <p:cNvSpPr/>
            <p:nvPr/>
          </p:nvSpPr>
          <p:spPr>
            <a:xfrm>
              <a:off x="5557706" y="2549580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2" name="pt8362"/>
            <p:cNvSpPr/>
            <p:nvPr/>
          </p:nvSpPr>
          <p:spPr>
            <a:xfrm>
              <a:off x="6349601" y="2169128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3" name="pt8363"/>
            <p:cNvSpPr/>
            <p:nvPr/>
          </p:nvSpPr>
          <p:spPr>
            <a:xfrm>
              <a:off x="6231488" y="229970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4" name="pt8364"/>
            <p:cNvSpPr/>
            <p:nvPr/>
          </p:nvSpPr>
          <p:spPr>
            <a:xfrm>
              <a:off x="6212625" y="2288745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5" name="pt8365"/>
            <p:cNvSpPr/>
            <p:nvPr/>
          </p:nvSpPr>
          <p:spPr>
            <a:xfrm>
              <a:off x="6388132" y="2221840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6" name="pt8366"/>
            <p:cNvSpPr/>
            <p:nvPr/>
          </p:nvSpPr>
          <p:spPr>
            <a:xfrm>
              <a:off x="6119626" y="2115933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7" name="pt8367"/>
            <p:cNvSpPr/>
            <p:nvPr/>
          </p:nvSpPr>
          <p:spPr>
            <a:xfrm>
              <a:off x="6248930" y="233182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8" name="pt8368"/>
            <p:cNvSpPr/>
            <p:nvPr/>
          </p:nvSpPr>
          <p:spPr>
            <a:xfrm>
              <a:off x="6599911" y="2100898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9" name="pt8369"/>
            <p:cNvSpPr/>
            <p:nvPr/>
          </p:nvSpPr>
          <p:spPr>
            <a:xfrm>
              <a:off x="5716844" y="2464755"/>
              <a:ext cx="16849" cy="16849"/>
            </a:xfrm>
            <a:prstGeom prst="ellipse">
              <a:avLst/>
            </a:prstGeom>
            <a:solidFill>
              <a:srgbClr val="3AAE7D">
                <a:alpha val="45098"/>
              </a:srgbClr>
            </a:solidFill>
            <a:ln w="7363" cap="rnd">
              <a:solidFill>
                <a:srgbClr val="3AAE7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0" name="pt8370"/>
            <p:cNvSpPr/>
            <p:nvPr/>
          </p:nvSpPr>
          <p:spPr>
            <a:xfrm>
              <a:off x="6176557" y="224745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1" name="pt8371"/>
            <p:cNvSpPr/>
            <p:nvPr/>
          </p:nvSpPr>
          <p:spPr>
            <a:xfrm>
              <a:off x="6680735" y="2122718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2" name="pt8372"/>
            <p:cNvSpPr/>
            <p:nvPr/>
          </p:nvSpPr>
          <p:spPr>
            <a:xfrm>
              <a:off x="6204669" y="233414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3" name="pt8373"/>
            <p:cNvSpPr/>
            <p:nvPr/>
          </p:nvSpPr>
          <p:spPr>
            <a:xfrm>
              <a:off x="5401100" y="2528574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4" name="pt8374"/>
            <p:cNvSpPr/>
            <p:nvPr/>
          </p:nvSpPr>
          <p:spPr>
            <a:xfrm>
              <a:off x="5335932" y="198177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5" name="pt8375"/>
            <p:cNvSpPr/>
            <p:nvPr/>
          </p:nvSpPr>
          <p:spPr>
            <a:xfrm>
              <a:off x="6581787" y="232291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6" name="pt8376"/>
            <p:cNvSpPr/>
            <p:nvPr/>
          </p:nvSpPr>
          <p:spPr>
            <a:xfrm>
              <a:off x="6412277" y="218586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7" name="pt8377"/>
            <p:cNvSpPr/>
            <p:nvPr/>
          </p:nvSpPr>
          <p:spPr>
            <a:xfrm>
              <a:off x="6742064" y="201674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8" name="pt8378"/>
            <p:cNvSpPr/>
            <p:nvPr/>
          </p:nvSpPr>
          <p:spPr>
            <a:xfrm>
              <a:off x="5866693" y="2071395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9" name="pt8379"/>
            <p:cNvSpPr/>
            <p:nvPr/>
          </p:nvSpPr>
          <p:spPr>
            <a:xfrm>
              <a:off x="5419203" y="2251404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0" name="pt8380"/>
            <p:cNvSpPr/>
            <p:nvPr/>
          </p:nvSpPr>
          <p:spPr>
            <a:xfrm>
              <a:off x="6500972" y="2274228"/>
              <a:ext cx="16849" cy="16849"/>
            </a:xfrm>
            <a:prstGeom prst="ellipse">
              <a:avLst/>
            </a:prstGeom>
            <a:solidFill>
              <a:srgbClr val="A5D848">
                <a:alpha val="45098"/>
              </a:srgbClr>
            </a:solidFill>
            <a:ln w="7363" cap="rnd">
              <a:solidFill>
                <a:srgbClr val="A5D84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1" name="pt8381"/>
            <p:cNvSpPr/>
            <p:nvPr/>
          </p:nvSpPr>
          <p:spPr>
            <a:xfrm>
              <a:off x="6096957" y="2110695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2" name="pt8382"/>
            <p:cNvSpPr/>
            <p:nvPr/>
          </p:nvSpPr>
          <p:spPr>
            <a:xfrm>
              <a:off x="6699867" y="210474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3" name="pt8383"/>
            <p:cNvSpPr/>
            <p:nvPr/>
          </p:nvSpPr>
          <p:spPr>
            <a:xfrm>
              <a:off x="6712571" y="2007152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4" name="pt8384"/>
            <p:cNvSpPr/>
            <p:nvPr/>
          </p:nvSpPr>
          <p:spPr>
            <a:xfrm>
              <a:off x="6869822" y="189446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5" name="pt8385"/>
            <p:cNvSpPr/>
            <p:nvPr/>
          </p:nvSpPr>
          <p:spPr>
            <a:xfrm>
              <a:off x="6351705" y="2148191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6" name="pt8386"/>
            <p:cNvSpPr/>
            <p:nvPr/>
          </p:nvSpPr>
          <p:spPr>
            <a:xfrm>
              <a:off x="5823223" y="248468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7" name="pt8387"/>
            <p:cNvSpPr/>
            <p:nvPr/>
          </p:nvSpPr>
          <p:spPr>
            <a:xfrm>
              <a:off x="6962176" y="1848591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8" name="pt8388"/>
            <p:cNvSpPr/>
            <p:nvPr/>
          </p:nvSpPr>
          <p:spPr>
            <a:xfrm>
              <a:off x="6708166" y="2133945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9" name="pt8389"/>
            <p:cNvSpPr/>
            <p:nvPr/>
          </p:nvSpPr>
          <p:spPr>
            <a:xfrm>
              <a:off x="6374390" y="2299274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0" name="pt8390"/>
            <p:cNvSpPr/>
            <p:nvPr/>
          </p:nvSpPr>
          <p:spPr>
            <a:xfrm>
              <a:off x="5901364" y="195432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1" name="pt8391"/>
            <p:cNvSpPr/>
            <p:nvPr/>
          </p:nvSpPr>
          <p:spPr>
            <a:xfrm>
              <a:off x="6974751" y="177110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2" name="pt8392"/>
            <p:cNvSpPr/>
            <p:nvPr/>
          </p:nvSpPr>
          <p:spPr>
            <a:xfrm>
              <a:off x="5388885" y="2365713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3" name="pt8393"/>
            <p:cNvSpPr/>
            <p:nvPr/>
          </p:nvSpPr>
          <p:spPr>
            <a:xfrm>
              <a:off x="6492173" y="2083215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4" name="pt8394"/>
            <p:cNvSpPr/>
            <p:nvPr/>
          </p:nvSpPr>
          <p:spPr>
            <a:xfrm>
              <a:off x="6676491" y="2053916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5" name="pt8395"/>
            <p:cNvSpPr/>
            <p:nvPr/>
          </p:nvSpPr>
          <p:spPr>
            <a:xfrm>
              <a:off x="6450972" y="199470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6" name="pt8396"/>
            <p:cNvSpPr/>
            <p:nvPr/>
          </p:nvSpPr>
          <p:spPr>
            <a:xfrm>
              <a:off x="6326552" y="2243215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7" name="pt8397"/>
            <p:cNvSpPr/>
            <p:nvPr/>
          </p:nvSpPr>
          <p:spPr>
            <a:xfrm>
              <a:off x="6432242" y="1919933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8" name="pt8398"/>
            <p:cNvSpPr/>
            <p:nvPr/>
          </p:nvSpPr>
          <p:spPr>
            <a:xfrm>
              <a:off x="6185167" y="2319457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9" name="pt8399"/>
            <p:cNvSpPr/>
            <p:nvPr/>
          </p:nvSpPr>
          <p:spPr>
            <a:xfrm>
              <a:off x="6876655" y="1910829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0" name="pt8400"/>
            <p:cNvSpPr/>
            <p:nvPr/>
          </p:nvSpPr>
          <p:spPr>
            <a:xfrm>
              <a:off x="6220889" y="2311627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1" name="pt8401"/>
            <p:cNvSpPr/>
            <p:nvPr/>
          </p:nvSpPr>
          <p:spPr>
            <a:xfrm>
              <a:off x="6686510" y="2077711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2" name="pt8402"/>
            <p:cNvSpPr/>
            <p:nvPr/>
          </p:nvSpPr>
          <p:spPr>
            <a:xfrm>
              <a:off x="6814362" y="1724257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3" name="pt8403"/>
            <p:cNvSpPr/>
            <p:nvPr/>
          </p:nvSpPr>
          <p:spPr>
            <a:xfrm>
              <a:off x="6741315" y="1965694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4" name="pt8404"/>
            <p:cNvSpPr/>
            <p:nvPr/>
          </p:nvSpPr>
          <p:spPr>
            <a:xfrm>
              <a:off x="6713820" y="199918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5" name="pt8405"/>
            <p:cNvSpPr/>
            <p:nvPr/>
          </p:nvSpPr>
          <p:spPr>
            <a:xfrm>
              <a:off x="6077459" y="2398406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6" name="pt8406"/>
            <p:cNvSpPr/>
            <p:nvPr/>
          </p:nvSpPr>
          <p:spPr>
            <a:xfrm>
              <a:off x="5980018" y="2511090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7" name="pt8407"/>
            <p:cNvSpPr/>
            <p:nvPr/>
          </p:nvSpPr>
          <p:spPr>
            <a:xfrm>
              <a:off x="5593660" y="249748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8" name="pt8408"/>
            <p:cNvSpPr/>
            <p:nvPr/>
          </p:nvSpPr>
          <p:spPr>
            <a:xfrm>
              <a:off x="6461379" y="2055543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9" name="pt8409"/>
            <p:cNvSpPr/>
            <p:nvPr/>
          </p:nvSpPr>
          <p:spPr>
            <a:xfrm>
              <a:off x="6311484" y="2427431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0" name="pt8410"/>
            <p:cNvSpPr/>
            <p:nvPr/>
          </p:nvSpPr>
          <p:spPr>
            <a:xfrm>
              <a:off x="6885208" y="1856081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1" name="pt8411"/>
            <p:cNvSpPr/>
            <p:nvPr/>
          </p:nvSpPr>
          <p:spPr>
            <a:xfrm>
              <a:off x="6110698" y="2220232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2" name="pt8412"/>
            <p:cNvSpPr/>
            <p:nvPr/>
          </p:nvSpPr>
          <p:spPr>
            <a:xfrm>
              <a:off x="6612719" y="2176940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3" name="pt8413"/>
            <p:cNvSpPr/>
            <p:nvPr/>
          </p:nvSpPr>
          <p:spPr>
            <a:xfrm>
              <a:off x="5421911" y="2398447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4" name="pt8414"/>
            <p:cNvSpPr/>
            <p:nvPr/>
          </p:nvSpPr>
          <p:spPr>
            <a:xfrm>
              <a:off x="6471134" y="2086242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5" name="pt8415"/>
            <p:cNvSpPr/>
            <p:nvPr/>
          </p:nvSpPr>
          <p:spPr>
            <a:xfrm>
              <a:off x="6562422" y="230660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6" name="pt8416"/>
            <p:cNvSpPr/>
            <p:nvPr/>
          </p:nvSpPr>
          <p:spPr>
            <a:xfrm>
              <a:off x="5632141" y="228292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7" name="pt8417"/>
            <p:cNvSpPr/>
            <p:nvPr/>
          </p:nvSpPr>
          <p:spPr>
            <a:xfrm>
              <a:off x="6893346" y="2104082"/>
              <a:ext cx="16849" cy="16849"/>
            </a:xfrm>
            <a:prstGeom prst="ellipse">
              <a:avLst/>
            </a:prstGeom>
            <a:solidFill>
              <a:srgbClr val="77CF54">
                <a:alpha val="45098"/>
              </a:srgbClr>
            </a:solidFill>
            <a:ln w="7363" cap="rnd">
              <a:solidFill>
                <a:srgbClr val="77CF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8" name="pt8418"/>
            <p:cNvSpPr/>
            <p:nvPr/>
          </p:nvSpPr>
          <p:spPr>
            <a:xfrm>
              <a:off x="6386163" y="2256007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9" name="pt8419"/>
            <p:cNvSpPr/>
            <p:nvPr/>
          </p:nvSpPr>
          <p:spPr>
            <a:xfrm>
              <a:off x="6502172" y="2086555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0" name="pt8420"/>
            <p:cNvSpPr/>
            <p:nvPr/>
          </p:nvSpPr>
          <p:spPr>
            <a:xfrm>
              <a:off x="6271211" y="2335584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1" name="pt8421"/>
            <p:cNvSpPr/>
            <p:nvPr/>
          </p:nvSpPr>
          <p:spPr>
            <a:xfrm>
              <a:off x="6852469" y="1934184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2" name="pt8422"/>
            <p:cNvSpPr/>
            <p:nvPr/>
          </p:nvSpPr>
          <p:spPr>
            <a:xfrm>
              <a:off x="6447759" y="220257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3" name="pt8423"/>
            <p:cNvSpPr/>
            <p:nvPr/>
          </p:nvSpPr>
          <p:spPr>
            <a:xfrm>
              <a:off x="6279478" y="2075338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4" name="pt8424"/>
            <p:cNvSpPr/>
            <p:nvPr/>
          </p:nvSpPr>
          <p:spPr>
            <a:xfrm>
              <a:off x="6274188" y="211848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5" name="pt8425"/>
            <p:cNvSpPr/>
            <p:nvPr/>
          </p:nvSpPr>
          <p:spPr>
            <a:xfrm>
              <a:off x="6083542" y="2422474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6" name="pt8426"/>
            <p:cNvSpPr/>
            <p:nvPr/>
          </p:nvSpPr>
          <p:spPr>
            <a:xfrm>
              <a:off x="6243528" y="2383639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7" name="pt8427"/>
            <p:cNvSpPr/>
            <p:nvPr/>
          </p:nvSpPr>
          <p:spPr>
            <a:xfrm>
              <a:off x="6259293" y="2458647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8" name="pt8428"/>
            <p:cNvSpPr/>
            <p:nvPr/>
          </p:nvSpPr>
          <p:spPr>
            <a:xfrm>
              <a:off x="5383203" y="2555718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9" name="pt8429"/>
            <p:cNvSpPr/>
            <p:nvPr/>
          </p:nvSpPr>
          <p:spPr>
            <a:xfrm>
              <a:off x="5944935" y="2043319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0" name="pt8430"/>
            <p:cNvSpPr/>
            <p:nvPr/>
          </p:nvSpPr>
          <p:spPr>
            <a:xfrm>
              <a:off x="6499323" y="2086246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1" name="pt8431"/>
            <p:cNvSpPr/>
            <p:nvPr/>
          </p:nvSpPr>
          <p:spPr>
            <a:xfrm>
              <a:off x="6388571" y="2139525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2" name="pt8432"/>
            <p:cNvSpPr/>
            <p:nvPr/>
          </p:nvSpPr>
          <p:spPr>
            <a:xfrm>
              <a:off x="6211358" y="2354372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3" name="pt8433"/>
            <p:cNvSpPr/>
            <p:nvPr/>
          </p:nvSpPr>
          <p:spPr>
            <a:xfrm>
              <a:off x="7182316" y="178245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4" name="pt8434"/>
            <p:cNvSpPr/>
            <p:nvPr/>
          </p:nvSpPr>
          <p:spPr>
            <a:xfrm>
              <a:off x="6394147" y="2086860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5" name="pt8435"/>
            <p:cNvSpPr/>
            <p:nvPr/>
          </p:nvSpPr>
          <p:spPr>
            <a:xfrm>
              <a:off x="5754795" y="2134331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6" name="pt8436"/>
            <p:cNvSpPr/>
            <p:nvPr/>
          </p:nvSpPr>
          <p:spPr>
            <a:xfrm>
              <a:off x="6535029" y="2202442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7" name="pt8437"/>
            <p:cNvSpPr/>
            <p:nvPr/>
          </p:nvSpPr>
          <p:spPr>
            <a:xfrm>
              <a:off x="7021281" y="1776589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8" name="pt8438"/>
            <p:cNvSpPr/>
            <p:nvPr/>
          </p:nvSpPr>
          <p:spPr>
            <a:xfrm>
              <a:off x="5604086" y="2460091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9" name="pt8439"/>
            <p:cNvSpPr/>
            <p:nvPr/>
          </p:nvSpPr>
          <p:spPr>
            <a:xfrm>
              <a:off x="6671241" y="204834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0" name="pt8440"/>
            <p:cNvSpPr/>
            <p:nvPr/>
          </p:nvSpPr>
          <p:spPr>
            <a:xfrm>
              <a:off x="6468363" y="2064200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1" name="pt8441"/>
            <p:cNvSpPr/>
            <p:nvPr/>
          </p:nvSpPr>
          <p:spPr>
            <a:xfrm>
              <a:off x="5819299" y="235995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2" name="pt8442"/>
            <p:cNvSpPr/>
            <p:nvPr/>
          </p:nvSpPr>
          <p:spPr>
            <a:xfrm>
              <a:off x="6759376" y="1941270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3" name="pt8443"/>
            <p:cNvSpPr/>
            <p:nvPr/>
          </p:nvSpPr>
          <p:spPr>
            <a:xfrm>
              <a:off x="5698112" y="2402216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4" name="pt8444"/>
            <p:cNvSpPr/>
            <p:nvPr/>
          </p:nvSpPr>
          <p:spPr>
            <a:xfrm>
              <a:off x="5683117" y="2436815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5" name="pt8445"/>
            <p:cNvSpPr/>
            <p:nvPr/>
          </p:nvSpPr>
          <p:spPr>
            <a:xfrm>
              <a:off x="6178362" y="2135940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6" name="pt8446"/>
            <p:cNvSpPr/>
            <p:nvPr/>
          </p:nvSpPr>
          <p:spPr>
            <a:xfrm>
              <a:off x="6147400" y="2353769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7" name="pt8447"/>
            <p:cNvSpPr/>
            <p:nvPr/>
          </p:nvSpPr>
          <p:spPr>
            <a:xfrm>
              <a:off x="6048527" y="2365824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8" name="pt8448"/>
            <p:cNvSpPr/>
            <p:nvPr/>
          </p:nvSpPr>
          <p:spPr>
            <a:xfrm>
              <a:off x="5602547" y="2636617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9" name="pt8449"/>
            <p:cNvSpPr/>
            <p:nvPr/>
          </p:nvSpPr>
          <p:spPr>
            <a:xfrm>
              <a:off x="6178143" y="2299114"/>
              <a:ext cx="16849" cy="16849"/>
            </a:xfrm>
            <a:prstGeom prst="ellipse">
              <a:avLst/>
            </a:prstGeom>
            <a:solidFill>
              <a:srgbClr val="26A983">
                <a:alpha val="45098"/>
              </a:srgbClr>
            </a:solidFill>
            <a:ln w="7363" cap="rnd">
              <a:solidFill>
                <a:srgbClr val="26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0" name="pt8450"/>
            <p:cNvSpPr/>
            <p:nvPr/>
          </p:nvSpPr>
          <p:spPr>
            <a:xfrm>
              <a:off x="5594534" y="2557033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1" name="pt8451"/>
            <p:cNvSpPr/>
            <p:nvPr/>
          </p:nvSpPr>
          <p:spPr>
            <a:xfrm>
              <a:off x="6897341" y="2022370"/>
              <a:ext cx="16849" cy="16849"/>
            </a:xfrm>
            <a:prstGeom prst="ellipse">
              <a:avLst/>
            </a:prstGeom>
            <a:solidFill>
              <a:srgbClr val="A1D749">
                <a:alpha val="45098"/>
              </a:srgbClr>
            </a:solidFill>
            <a:ln w="7363" cap="rnd">
              <a:solidFill>
                <a:srgbClr val="A1D74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2" name="pt8452"/>
            <p:cNvSpPr/>
            <p:nvPr/>
          </p:nvSpPr>
          <p:spPr>
            <a:xfrm>
              <a:off x="6432422" y="1734514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3" name="pt8453"/>
            <p:cNvSpPr/>
            <p:nvPr/>
          </p:nvSpPr>
          <p:spPr>
            <a:xfrm>
              <a:off x="6261537" y="2471257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4" name="pt8454"/>
            <p:cNvSpPr/>
            <p:nvPr/>
          </p:nvSpPr>
          <p:spPr>
            <a:xfrm>
              <a:off x="7409789" y="138542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5" name="pt8455"/>
            <p:cNvSpPr/>
            <p:nvPr/>
          </p:nvSpPr>
          <p:spPr>
            <a:xfrm>
              <a:off x="6583912" y="236454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6" name="pt8456"/>
            <p:cNvSpPr/>
            <p:nvPr/>
          </p:nvSpPr>
          <p:spPr>
            <a:xfrm>
              <a:off x="6467388" y="2069372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7" name="pt8457"/>
            <p:cNvSpPr/>
            <p:nvPr/>
          </p:nvSpPr>
          <p:spPr>
            <a:xfrm>
              <a:off x="5961935" y="2253820"/>
              <a:ext cx="16849" cy="16849"/>
            </a:xfrm>
            <a:prstGeom prst="ellipse">
              <a:avLst/>
            </a:prstGeom>
            <a:solidFill>
              <a:srgbClr val="62C167">
                <a:alpha val="45098"/>
              </a:srgbClr>
            </a:solidFill>
            <a:ln w="7363" cap="rnd">
              <a:solidFill>
                <a:srgbClr val="62C16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8" name="pt8458"/>
            <p:cNvSpPr/>
            <p:nvPr/>
          </p:nvSpPr>
          <p:spPr>
            <a:xfrm>
              <a:off x="6491423" y="2056711"/>
              <a:ext cx="16849" cy="16849"/>
            </a:xfrm>
            <a:prstGeom prst="ellipse">
              <a:avLst/>
            </a:prstGeom>
            <a:solidFill>
              <a:srgbClr val="28A983">
                <a:alpha val="45098"/>
              </a:srgbClr>
            </a:solidFill>
            <a:ln w="7363" cap="rnd">
              <a:solidFill>
                <a:srgbClr val="28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9" name="pt8459"/>
            <p:cNvSpPr/>
            <p:nvPr/>
          </p:nvSpPr>
          <p:spPr>
            <a:xfrm>
              <a:off x="6303302" y="199865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0" name="pt8460"/>
            <p:cNvSpPr/>
            <p:nvPr/>
          </p:nvSpPr>
          <p:spPr>
            <a:xfrm>
              <a:off x="5639083" y="2473245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1" name="pt8461"/>
            <p:cNvSpPr/>
            <p:nvPr/>
          </p:nvSpPr>
          <p:spPr>
            <a:xfrm>
              <a:off x="6488990" y="2130538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2" name="pt8462"/>
            <p:cNvSpPr/>
            <p:nvPr/>
          </p:nvSpPr>
          <p:spPr>
            <a:xfrm>
              <a:off x="6275971" y="2142825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3" name="pt8463"/>
            <p:cNvSpPr/>
            <p:nvPr/>
          </p:nvSpPr>
          <p:spPr>
            <a:xfrm>
              <a:off x="5920482" y="2123009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4" name="pt8464"/>
            <p:cNvSpPr/>
            <p:nvPr/>
          </p:nvSpPr>
          <p:spPr>
            <a:xfrm>
              <a:off x="6538132" y="225781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5" name="pt8465"/>
            <p:cNvSpPr/>
            <p:nvPr/>
          </p:nvSpPr>
          <p:spPr>
            <a:xfrm>
              <a:off x="6705656" y="2012109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6" name="pt8466"/>
            <p:cNvSpPr/>
            <p:nvPr/>
          </p:nvSpPr>
          <p:spPr>
            <a:xfrm>
              <a:off x="5447140" y="2627855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7" name="pt8467"/>
            <p:cNvSpPr/>
            <p:nvPr/>
          </p:nvSpPr>
          <p:spPr>
            <a:xfrm>
              <a:off x="6651378" y="2041960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8" name="pt8468"/>
            <p:cNvSpPr/>
            <p:nvPr/>
          </p:nvSpPr>
          <p:spPr>
            <a:xfrm>
              <a:off x="6272711" y="241223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9" name="pt8469"/>
            <p:cNvSpPr/>
            <p:nvPr/>
          </p:nvSpPr>
          <p:spPr>
            <a:xfrm>
              <a:off x="6022518" y="2216662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0" name="pt8470"/>
            <p:cNvSpPr/>
            <p:nvPr/>
          </p:nvSpPr>
          <p:spPr>
            <a:xfrm>
              <a:off x="7141052" y="1278431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1" name="pt8471"/>
            <p:cNvSpPr/>
            <p:nvPr/>
          </p:nvSpPr>
          <p:spPr>
            <a:xfrm>
              <a:off x="6786319" y="1782293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2" name="pt8472"/>
            <p:cNvSpPr/>
            <p:nvPr/>
          </p:nvSpPr>
          <p:spPr>
            <a:xfrm>
              <a:off x="6168129" y="2322870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3" name="pt8473"/>
            <p:cNvSpPr/>
            <p:nvPr/>
          </p:nvSpPr>
          <p:spPr>
            <a:xfrm>
              <a:off x="5446015" y="2620258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4" name="pt8474"/>
            <p:cNvSpPr/>
            <p:nvPr/>
          </p:nvSpPr>
          <p:spPr>
            <a:xfrm>
              <a:off x="6212070" y="2289765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5" name="pt8475"/>
            <p:cNvSpPr/>
            <p:nvPr/>
          </p:nvSpPr>
          <p:spPr>
            <a:xfrm>
              <a:off x="6347214" y="2241436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6" name="pt8476"/>
            <p:cNvSpPr/>
            <p:nvPr/>
          </p:nvSpPr>
          <p:spPr>
            <a:xfrm>
              <a:off x="6040190" y="2404508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7" name="pt8477"/>
            <p:cNvSpPr/>
            <p:nvPr/>
          </p:nvSpPr>
          <p:spPr>
            <a:xfrm>
              <a:off x="6421186" y="2306691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8" name="pt8478"/>
            <p:cNvSpPr/>
            <p:nvPr/>
          </p:nvSpPr>
          <p:spPr>
            <a:xfrm>
              <a:off x="5652244" y="2392682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9" name="pt8479"/>
            <p:cNvSpPr/>
            <p:nvPr/>
          </p:nvSpPr>
          <p:spPr>
            <a:xfrm>
              <a:off x="5958870" y="2341362"/>
              <a:ext cx="16849" cy="16849"/>
            </a:xfrm>
            <a:prstGeom prst="ellipse">
              <a:avLst/>
            </a:prstGeom>
            <a:solidFill>
              <a:srgbClr val="59BC6D">
                <a:alpha val="45098"/>
              </a:srgbClr>
            </a:solidFill>
            <a:ln w="7363" cap="rnd">
              <a:solidFill>
                <a:srgbClr val="59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0" name="pt8480"/>
            <p:cNvSpPr/>
            <p:nvPr/>
          </p:nvSpPr>
          <p:spPr>
            <a:xfrm>
              <a:off x="5778128" y="2071902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1" name="pt8481"/>
            <p:cNvSpPr/>
            <p:nvPr/>
          </p:nvSpPr>
          <p:spPr>
            <a:xfrm>
              <a:off x="7183914" y="1682558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2" name="pt8482"/>
            <p:cNvSpPr/>
            <p:nvPr/>
          </p:nvSpPr>
          <p:spPr>
            <a:xfrm>
              <a:off x="5488535" y="2486272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3" name="pt8483"/>
            <p:cNvSpPr/>
            <p:nvPr/>
          </p:nvSpPr>
          <p:spPr>
            <a:xfrm>
              <a:off x="6729472" y="1865647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4" name="pt8484"/>
            <p:cNvSpPr/>
            <p:nvPr/>
          </p:nvSpPr>
          <p:spPr>
            <a:xfrm>
              <a:off x="6363480" y="231337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5" name="pt8485"/>
            <p:cNvSpPr/>
            <p:nvPr/>
          </p:nvSpPr>
          <p:spPr>
            <a:xfrm>
              <a:off x="5960075" y="2296933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6" name="pt8486"/>
            <p:cNvSpPr/>
            <p:nvPr/>
          </p:nvSpPr>
          <p:spPr>
            <a:xfrm>
              <a:off x="4885877" y="279250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7" name="pt8487"/>
            <p:cNvSpPr/>
            <p:nvPr/>
          </p:nvSpPr>
          <p:spPr>
            <a:xfrm>
              <a:off x="6795394" y="1683941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8" name="pt8488"/>
            <p:cNvSpPr/>
            <p:nvPr/>
          </p:nvSpPr>
          <p:spPr>
            <a:xfrm>
              <a:off x="6047189" y="2308735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9" name="pt8489"/>
            <p:cNvSpPr/>
            <p:nvPr/>
          </p:nvSpPr>
          <p:spPr>
            <a:xfrm>
              <a:off x="5850328" y="2279104"/>
              <a:ext cx="16849" cy="16849"/>
            </a:xfrm>
            <a:prstGeom prst="ellipse">
              <a:avLst/>
            </a:prstGeom>
            <a:solidFill>
              <a:srgbClr val="AEDA45">
                <a:alpha val="45098"/>
              </a:srgbClr>
            </a:solidFill>
            <a:ln w="7363" cap="rnd">
              <a:solidFill>
                <a:srgbClr val="AEDA4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0" name="pt8490"/>
            <p:cNvSpPr/>
            <p:nvPr/>
          </p:nvSpPr>
          <p:spPr>
            <a:xfrm>
              <a:off x="6213063" y="2270504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1" name="pt8491"/>
            <p:cNvSpPr/>
            <p:nvPr/>
          </p:nvSpPr>
          <p:spPr>
            <a:xfrm>
              <a:off x="6056509" y="2293059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2" name="pt8492"/>
            <p:cNvSpPr/>
            <p:nvPr/>
          </p:nvSpPr>
          <p:spPr>
            <a:xfrm>
              <a:off x="6679889" y="212492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3" name="pt8493"/>
            <p:cNvSpPr/>
            <p:nvPr/>
          </p:nvSpPr>
          <p:spPr>
            <a:xfrm>
              <a:off x="6165222" y="2105876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4" name="pt8494"/>
            <p:cNvSpPr/>
            <p:nvPr/>
          </p:nvSpPr>
          <p:spPr>
            <a:xfrm>
              <a:off x="5567797" y="2488497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5" name="pt8495"/>
            <p:cNvSpPr/>
            <p:nvPr/>
          </p:nvSpPr>
          <p:spPr>
            <a:xfrm>
              <a:off x="5622210" y="2430460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6" name="pt8496"/>
            <p:cNvSpPr/>
            <p:nvPr/>
          </p:nvSpPr>
          <p:spPr>
            <a:xfrm>
              <a:off x="6577330" y="2144723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7" name="pt8497"/>
            <p:cNvSpPr/>
            <p:nvPr/>
          </p:nvSpPr>
          <p:spPr>
            <a:xfrm>
              <a:off x="6857436" y="2035974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8" name="pt8498"/>
            <p:cNvSpPr/>
            <p:nvPr/>
          </p:nvSpPr>
          <p:spPr>
            <a:xfrm>
              <a:off x="6151414" y="228938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9" name="pt8499"/>
            <p:cNvSpPr/>
            <p:nvPr/>
          </p:nvSpPr>
          <p:spPr>
            <a:xfrm>
              <a:off x="6092667" y="2164609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0" name="pt8500"/>
            <p:cNvSpPr/>
            <p:nvPr/>
          </p:nvSpPr>
          <p:spPr>
            <a:xfrm>
              <a:off x="6338067" y="2137104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1" name="pt8501"/>
            <p:cNvSpPr/>
            <p:nvPr/>
          </p:nvSpPr>
          <p:spPr>
            <a:xfrm>
              <a:off x="6186745" y="2262798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2" name="pt8502"/>
            <p:cNvSpPr/>
            <p:nvPr/>
          </p:nvSpPr>
          <p:spPr>
            <a:xfrm>
              <a:off x="6173083" y="227131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3" name="pt8503"/>
            <p:cNvSpPr/>
            <p:nvPr/>
          </p:nvSpPr>
          <p:spPr>
            <a:xfrm>
              <a:off x="5657274" y="2462432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4" name="pt8504"/>
            <p:cNvSpPr/>
            <p:nvPr/>
          </p:nvSpPr>
          <p:spPr>
            <a:xfrm>
              <a:off x="6217647" y="2341881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5" name="pt8505"/>
            <p:cNvSpPr/>
            <p:nvPr/>
          </p:nvSpPr>
          <p:spPr>
            <a:xfrm>
              <a:off x="5457260" y="214654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6" name="pt8506"/>
            <p:cNvSpPr/>
            <p:nvPr/>
          </p:nvSpPr>
          <p:spPr>
            <a:xfrm>
              <a:off x="5789061" y="2185307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7" name="pt8507"/>
            <p:cNvSpPr/>
            <p:nvPr/>
          </p:nvSpPr>
          <p:spPr>
            <a:xfrm>
              <a:off x="6391754" y="227692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8" name="pt8508"/>
            <p:cNvSpPr/>
            <p:nvPr/>
          </p:nvSpPr>
          <p:spPr>
            <a:xfrm>
              <a:off x="6712113" y="2155308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9" name="pt8509"/>
            <p:cNvSpPr/>
            <p:nvPr/>
          </p:nvSpPr>
          <p:spPr>
            <a:xfrm>
              <a:off x="5959197" y="2152714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0" name="pt8510"/>
            <p:cNvSpPr/>
            <p:nvPr/>
          </p:nvSpPr>
          <p:spPr>
            <a:xfrm>
              <a:off x="6499381" y="2102350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1" name="pt8511"/>
            <p:cNvSpPr/>
            <p:nvPr/>
          </p:nvSpPr>
          <p:spPr>
            <a:xfrm>
              <a:off x="5646765" y="2216624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2" name="pt8512"/>
            <p:cNvSpPr/>
            <p:nvPr/>
          </p:nvSpPr>
          <p:spPr>
            <a:xfrm>
              <a:off x="5992852" y="2646101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3" name="pt8513"/>
            <p:cNvSpPr/>
            <p:nvPr/>
          </p:nvSpPr>
          <p:spPr>
            <a:xfrm>
              <a:off x="6717557" y="2162944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4" name="pt8514"/>
            <p:cNvSpPr/>
            <p:nvPr/>
          </p:nvSpPr>
          <p:spPr>
            <a:xfrm>
              <a:off x="6358519" y="2223439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5" name="pt8515"/>
            <p:cNvSpPr/>
            <p:nvPr/>
          </p:nvSpPr>
          <p:spPr>
            <a:xfrm>
              <a:off x="5644780" y="2406796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6" name="pt8516"/>
            <p:cNvSpPr/>
            <p:nvPr/>
          </p:nvSpPr>
          <p:spPr>
            <a:xfrm>
              <a:off x="5940379" y="2065261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7" name="pt8517"/>
            <p:cNvSpPr/>
            <p:nvPr/>
          </p:nvSpPr>
          <p:spPr>
            <a:xfrm>
              <a:off x="6098902" y="2071311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8" name="pt8518"/>
            <p:cNvSpPr/>
            <p:nvPr/>
          </p:nvSpPr>
          <p:spPr>
            <a:xfrm>
              <a:off x="6444724" y="1992486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9" name="pt8519"/>
            <p:cNvSpPr/>
            <p:nvPr/>
          </p:nvSpPr>
          <p:spPr>
            <a:xfrm>
              <a:off x="7064771" y="164362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0" name="pt8520"/>
            <p:cNvSpPr/>
            <p:nvPr/>
          </p:nvSpPr>
          <p:spPr>
            <a:xfrm>
              <a:off x="5531289" y="2341846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1" name="pt8521"/>
            <p:cNvSpPr/>
            <p:nvPr/>
          </p:nvSpPr>
          <p:spPr>
            <a:xfrm>
              <a:off x="5568488" y="239913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2" name="pt8522"/>
            <p:cNvSpPr/>
            <p:nvPr/>
          </p:nvSpPr>
          <p:spPr>
            <a:xfrm>
              <a:off x="6487835" y="2154299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3" name="pt8523"/>
            <p:cNvSpPr/>
            <p:nvPr/>
          </p:nvSpPr>
          <p:spPr>
            <a:xfrm>
              <a:off x="6803839" y="1868971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4" name="pt8524"/>
            <p:cNvSpPr/>
            <p:nvPr/>
          </p:nvSpPr>
          <p:spPr>
            <a:xfrm>
              <a:off x="6738693" y="1943994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5" name="pt8525"/>
            <p:cNvSpPr/>
            <p:nvPr/>
          </p:nvSpPr>
          <p:spPr>
            <a:xfrm>
              <a:off x="7543978" y="1904484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6" name="pt8526"/>
            <p:cNvSpPr/>
            <p:nvPr/>
          </p:nvSpPr>
          <p:spPr>
            <a:xfrm>
              <a:off x="5465506" y="2519686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7" name="pt8527"/>
            <p:cNvSpPr/>
            <p:nvPr/>
          </p:nvSpPr>
          <p:spPr>
            <a:xfrm>
              <a:off x="6786177" y="203523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8" name="pt8528"/>
            <p:cNvSpPr/>
            <p:nvPr/>
          </p:nvSpPr>
          <p:spPr>
            <a:xfrm>
              <a:off x="7203472" y="1662368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9" name="pt8529"/>
            <p:cNvSpPr/>
            <p:nvPr/>
          </p:nvSpPr>
          <p:spPr>
            <a:xfrm>
              <a:off x="5896635" y="2142572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0" name="pt8530"/>
            <p:cNvSpPr/>
            <p:nvPr/>
          </p:nvSpPr>
          <p:spPr>
            <a:xfrm>
              <a:off x="6411711" y="214044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1" name="pt8531"/>
            <p:cNvSpPr/>
            <p:nvPr/>
          </p:nvSpPr>
          <p:spPr>
            <a:xfrm>
              <a:off x="6892833" y="1949666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2" name="pt8532"/>
            <p:cNvSpPr/>
            <p:nvPr/>
          </p:nvSpPr>
          <p:spPr>
            <a:xfrm>
              <a:off x="6828891" y="1769741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3" name="pt8533"/>
            <p:cNvSpPr/>
            <p:nvPr/>
          </p:nvSpPr>
          <p:spPr>
            <a:xfrm>
              <a:off x="6244068" y="229562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4" name="pt8534"/>
            <p:cNvSpPr/>
            <p:nvPr/>
          </p:nvSpPr>
          <p:spPr>
            <a:xfrm>
              <a:off x="5706600" y="2247025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5" name="pt8535"/>
            <p:cNvSpPr/>
            <p:nvPr/>
          </p:nvSpPr>
          <p:spPr>
            <a:xfrm>
              <a:off x="6264044" y="245631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6" name="pt8536"/>
            <p:cNvSpPr/>
            <p:nvPr/>
          </p:nvSpPr>
          <p:spPr>
            <a:xfrm>
              <a:off x="5796361" y="2102186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7" name="pt8537"/>
            <p:cNvSpPr/>
            <p:nvPr/>
          </p:nvSpPr>
          <p:spPr>
            <a:xfrm>
              <a:off x="6437944" y="1987635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8" name="pt8538"/>
            <p:cNvSpPr/>
            <p:nvPr/>
          </p:nvSpPr>
          <p:spPr>
            <a:xfrm>
              <a:off x="5977065" y="223250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9" name="pt8539"/>
            <p:cNvSpPr/>
            <p:nvPr/>
          </p:nvSpPr>
          <p:spPr>
            <a:xfrm>
              <a:off x="6276329" y="2208890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0" name="pt8540"/>
            <p:cNvSpPr/>
            <p:nvPr/>
          </p:nvSpPr>
          <p:spPr>
            <a:xfrm>
              <a:off x="6648209" y="2043253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1" name="pt8541"/>
            <p:cNvSpPr/>
            <p:nvPr/>
          </p:nvSpPr>
          <p:spPr>
            <a:xfrm>
              <a:off x="5900722" y="2281546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2" name="pt8542"/>
            <p:cNvSpPr/>
            <p:nvPr/>
          </p:nvSpPr>
          <p:spPr>
            <a:xfrm>
              <a:off x="6446287" y="1920385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3" name="pt8543"/>
            <p:cNvSpPr/>
            <p:nvPr/>
          </p:nvSpPr>
          <p:spPr>
            <a:xfrm>
              <a:off x="5085372" y="2687839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4" name="pt8544"/>
            <p:cNvSpPr/>
            <p:nvPr/>
          </p:nvSpPr>
          <p:spPr>
            <a:xfrm>
              <a:off x="6313258" y="2245341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5" name="pt8545"/>
            <p:cNvSpPr/>
            <p:nvPr/>
          </p:nvSpPr>
          <p:spPr>
            <a:xfrm>
              <a:off x="6386462" y="2129348"/>
              <a:ext cx="16849" cy="16849"/>
            </a:xfrm>
            <a:prstGeom prst="ellipse">
              <a:avLst/>
            </a:prstGeom>
            <a:solidFill>
              <a:srgbClr val="299987">
                <a:alpha val="45098"/>
              </a:srgbClr>
            </a:solidFill>
            <a:ln w="7363" cap="rnd">
              <a:solidFill>
                <a:srgbClr val="2999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6" name="pt8546"/>
            <p:cNvSpPr/>
            <p:nvPr/>
          </p:nvSpPr>
          <p:spPr>
            <a:xfrm>
              <a:off x="6844920" y="1779722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7" name="pt8547"/>
            <p:cNvSpPr/>
            <p:nvPr/>
          </p:nvSpPr>
          <p:spPr>
            <a:xfrm>
              <a:off x="5329175" y="1972088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8" name="pt8548"/>
            <p:cNvSpPr/>
            <p:nvPr/>
          </p:nvSpPr>
          <p:spPr>
            <a:xfrm>
              <a:off x="6190540" y="2281483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9" name="pt8549"/>
            <p:cNvSpPr/>
            <p:nvPr/>
          </p:nvSpPr>
          <p:spPr>
            <a:xfrm>
              <a:off x="6547941" y="217172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0" name="pt8550"/>
            <p:cNvSpPr/>
            <p:nvPr/>
          </p:nvSpPr>
          <p:spPr>
            <a:xfrm>
              <a:off x="5986174" y="2486701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1" name="pt8551"/>
            <p:cNvSpPr/>
            <p:nvPr/>
          </p:nvSpPr>
          <p:spPr>
            <a:xfrm>
              <a:off x="6085615" y="237601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2" name="pt8552"/>
            <p:cNvSpPr/>
            <p:nvPr/>
          </p:nvSpPr>
          <p:spPr>
            <a:xfrm>
              <a:off x="6108393" y="2369022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3" name="pt8553"/>
            <p:cNvSpPr/>
            <p:nvPr/>
          </p:nvSpPr>
          <p:spPr>
            <a:xfrm>
              <a:off x="6745308" y="224546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4" name="pt8554"/>
            <p:cNvSpPr/>
            <p:nvPr/>
          </p:nvSpPr>
          <p:spPr>
            <a:xfrm>
              <a:off x="6137807" y="2340350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5" name="pt8555"/>
            <p:cNvSpPr/>
            <p:nvPr/>
          </p:nvSpPr>
          <p:spPr>
            <a:xfrm>
              <a:off x="5725523" y="2474994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6" name="pt8556"/>
            <p:cNvSpPr/>
            <p:nvPr/>
          </p:nvSpPr>
          <p:spPr>
            <a:xfrm>
              <a:off x="6294661" y="210867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7" name="pt8557"/>
            <p:cNvSpPr/>
            <p:nvPr/>
          </p:nvSpPr>
          <p:spPr>
            <a:xfrm>
              <a:off x="6323293" y="2205525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8" name="pt8558"/>
            <p:cNvSpPr/>
            <p:nvPr/>
          </p:nvSpPr>
          <p:spPr>
            <a:xfrm>
              <a:off x="5736744" y="2144691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9" name="pt8559"/>
            <p:cNvSpPr/>
            <p:nvPr/>
          </p:nvSpPr>
          <p:spPr>
            <a:xfrm>
              <a:off x="6184675" y="2240454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0" name="pt8560"/>
            <p:cNvSpPr/>
            <p:nvPr/>
          </p:nvSpPr>
          <p:spPr>
            <a:xfrm>
              <a:off x="5993468" y="250484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1" name="pt8561"/>
            <p:cNvSpPr/>
            <p:nvPr/>
          </p:nvSpPr>
          <p:spPr>
            <a:xfrm>
              <a:off x="5567483" y="244637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2" name="pt8562"/>
            <p:cNvSpPr/>
            <p:nvPr/>
          </p:nvSpPr>
          <p:spPr>
            <a:xfrm>
              <a:off x="6524907" y="2277774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3" name="pt8563"/>
            <p:cNvSpPr/>
            <p:nvPr/>
          </p:nvSpPr>
          <p:spPr>
            <a:xfrm>
              <a:off x="5710363" y="240726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4" name="pt8564"/>
            <p:cNvSpPr/>
            <p:nvPr/>
          </p:nvSpPr>
          <p:spPr>
            <a:xfrm>
              <a:off x="5515035" y="2445956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5" name="pt8565"/>
            <p:cNvSpPr/>
            <p:nvPr/>
          </p:nvSpPr>
          <p:spPr>
            <a:xfrm>
              <a:off x="5653108" y="2435421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6" name="pt8566"/>
            <p:cNvSpPr/>
            <p:nvPr/>
          </p:nvSpPr>
          <p:spPr>
            <a:xfrm>
              <a:off x="6068464" y="236070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7" name="pt8567"/>
            <p:cNvSpPr/>
            <p:nvPr/>
          </p:nvSpPr>
          <p:spPr>
            <a:xfrm>
              <a:off x="5819593" y="2547741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8" name="pt8568"/>
            <p:cNvSpPr/>
            <p:nvPr/>
          </p:nvSpPr>
          <p:spPr>
            <a:xfrm>
              <a:off x="6554589" y="2211914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9" name="pt8569"/>
            <p:cNvSpPr/>
            <p:nvPr/>
          </p:nvSpPr>
          <p:spPr>
            <a:xfrm>
              <a:off x="6290862" y="2046321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0" name="pt8570"/>
            <p:cNvSpPr/>
            <p:nvPr/>
          </p:nvSpPr>
          <p:spPr>
            <a:xfrm>
              <a:off x="7444741" y="1264823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1" name="pt8571"/>
            <p:cNvSpPr/>
            <p:nvPr/>
          </p:nvSpPr>
          <p:spPr>
            <a:xfrm>
              <a:off x="6382612" y="2319669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2" name="pt8572"/>
            <p:cNvSpPr/>
            <p:nvPr/>
          </p:nvSpPr>
          <p:spPr>
            <a:xfrm>
              <a:off x="6709235" y="2097962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3" name="pt8573"/>
            <p:cNvSpPr/>
            <p:nvPr/>
          </p:nvSpPr>
          <p:spPr>
            <a:xfrm>
              <a:off x="5690863" y="2461409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4" name="pt8574"/>
            <p:cNvSpPr/>
            <p:nvPr/>
          </p:nvSpPr>
          <p:spPr>
            <a:xfrm>
              <a:off x="6208765" y="2334932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5" name="pt8575"/>
            <p:cNvSpPr/>
            <p:nvPr/>
          </p:nvSpPr>
          <p:spPr>
            <a:xfrm>
              <a:off x="6471609" y="212498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6" name="pt8576"/>
            <p:cNvSpPr/>
            <p:nvPr/>
          </p:nvSpPr>
          <p:spPr>
            <a:xfrm>
              <a:off x="6534283" y="2185490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7" name="pt8577"/>
            <p:cNvSpPr/>
            <p:nvPr/>
          </p:nvSpPr>
          <p:spPr>
            <a:xfrm>
              <a:off x="6410919" y="2128965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8" name="pt8578"/>
            <p:cNvSpPr/>
            <p:nvPr/>
          </p:nvSpPr>
          <p:spPr>
            <a:xfrm>
              <a:off x="5543650" y="1827413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9" name="pt8579"/>
            <p:cNvSpPr/>
            <p:nvPr/>
          </p:nvSpPr>
          <p:spPr>
            <a:xfrm>
              <a:off x="5911547" y="2191286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0" name="pt8580"/>
            <p:cNvSpPr/>
            <p:nvPr/>
          </p:nvSpPr>
          <p:spPr>
            <a:xfrm>
              <a:off x="5832163" y="2450108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1" name="pt8581"/>
            <p:cNvSpPr/>
            <p:nvPr/>
          </p:nvSpPr>
          <p:spPr>
            <a:xfrm>
              <a:off x="6360963" y="2229364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2" name="pt8582"/>
            <p:cNvSpPr/>
            <p:nvPr/>
          </p:nvSpPr>
          <p:spPr>
            <a:xfrm>
              <a:off x="7185121" y="1639483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3" name="pt8583"/>
            <p:cNvSpPr/>
            <p:nvPr/>
          </p:nvSpPr>
          <p:spPr>
            <a:xfrm>
              <a:off x="6024222" y="2210867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4" name="pt8584"/>
            <p:cNvSpPr/>
            <p:nvPr/>
          </p:nvSpPr>
          <p:spPr>
            <a:xfrm>
              <a:off x="6669891" y="2024044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5" name="pt8585"/>
            <p:cNvSpPr/>
            <p:nvPr/>
          </p:nvSpPr>
          <p:spPr>
            <a:xfrm>
              <a:off x="6700767" y="2171788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6" name="pt8586"/>
            <p:cNvSpPr/>
            <p:nvPr/>
          </p:nvSpPr>
          <p:spPr>
            <a:xfrm>
              <a:off x="6327430" y="226364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7" name="pt8587"/>
            <p:cNvSpPr/>
            <p:nvPr/>
          </p:nvSpPr>
          <p:spPr>
            <a:xfrm>
              <a:off x="6783728" y="1864367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8" name="pt8588"/>
            <p:cNvSpPr/>
            <p:nvPr/>
          </p:nvSpPr>
          <p:spPr>
            <a:xfrm>
              <a:off x="5863619" y="2117909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9" name="pt8589"/>
            <p:cNvSpPr/>
            <p:nvPr/>
          </p:nvSpPr>
          <p:spPr>
            <a:xfrm>
              <a:off x="6293632" y="2126418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0" name="pt8590"/>
            <p:cNvSpPr/>
            <p:nvPr/>
          </p:nvSpPr>
          <p:spPr>
            <a:xfrm>
              <a:off x="6212003" y="2256506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1" name="pt8591"/>
            <p:cNvSpPr/>
            <p:nvPr/>
          </p:nvSpPr>
          <p:spPr>
            <a:xfrm>
              <a:off x="6077337" y="2402509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2" name="pt8592"/>
            <p:cNvSpPr/>
            <p:nvPr/>
          </p:nvSpPr>
          <p:spPr>
            <a:xfrm>
              <a:off x="7050552" y="1725416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3" name="pt8593"/>
            <p:cNvSpPr/>
            <p:nvPr/>
          </p:nvSpPr>
          <p:spPr>
            <a:xfrm>
              <a:off x="5806343" y="2042725"/>
              <a:ext cx="16849" cy="16849"/>
            </a:xfrm>
            <a:prstGeom prst="ellipse">
              <a:avLst/>
            </a:prstGeom>
            <a:solidFill>
              <a:srgbClr val="3AAE7D">
                <a:alpha val="45098"/>
              </a:srgbClr>
            </a:solidFill>
            <a:ln w="7363" cap="rnd">
              <a:solidFill>
                <a:srgbClr val="3AAE7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4" name="pt8594"/>
            <p:cNvSpPr/>
            <p:nvPr/>
          </p:nvSpPr>
          <p:spPr>
            <a:xfrm>
              <a:off x="6575184" y="2142959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5" name="pt8595"/>
            <p:cNvSpPr/>
            <p:nvPr/>
          </p:nvSpPr>
          <p:spPr>
            <a:xfrm>
              <a:off x="6778034" y="1924880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6" name="pt8596"/>
            <p:cNvSpPr/>
            <p:nvPr/>
          </p:nvSpPr>
          <p:spPr>
            <a:xfrm>
              <a:off x="6523921" y="2258931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7" name="pt8597"/>
            <p:cNvSpPr/>
            <p:nvPr/>
          </p:nvSpPr>
          <p:spPr>
            <a:xfrm>
              <a:off x="5522315" y="2562916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8" name="pt8598"/>
            <p:cNvSpPr/>
            <p:nvPr/>
          </p:nvSpPr>
          <p:spPr>
            <a:xfrm>
              <a:off x="6821950" y="1669786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9" name="pt8599"/>
            <p:cNvSpPr/>
            <p:nvPr/>
          </p:nvSpPr>
          <p:spPr>
            <a:xfrm>
              <a:off x="6765457" y="2012523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0" name="pt8600"/>
            <p:cNvSpPr/>
            <p:nvPr/>
          </p:nvSpPr>
          <p:spPr>
            <a:xfrm>
              <a:off x="6170839" y="2277908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1" name="pt8601"/>
            <p:cNvSpPr/>
            <p:nvPr/>
          </p:nvSpPr>
          <p:spPr>
            <a:xfrm>
              <a:off x="6602391" y="2217573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2" name="pt8602"/>
            <p:cNvSpPr/>
            <p:nvPr/>
          </p:nvSpPr>
          <p:spPr>
            <a:xfrm>
              <a:off x="6979341" y="1866958"/>
              <a:ext cx="16849" cy="16849"/>
            </a:xfrm>
            <a:prstGeom prst="ellipse">
              <a:avLst/>
            </a:prstGeom>
            <a:solidFill>
              <a:srgbClr val="30AB80">
                <a:alpha val="45098"/>
              </a:srgbClr>
            </a:solidFill>
            <a:ln w="7363" cap="rnd">
              <a:solidFill>
                <a:srgbClr val="30AB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3" name="pt8603"/>
            <p:cNvSpPr/>
            <p:nvPr/>
          </p:nvSpPr>
          <p:spPr>
            <a:xfrm>
              <a:off x="5716667" y="2513117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4" name="pt8604"/>
            <p:cNvSpPr/>
            <p:nvPr/>
          </p:nvSpPr>
          <p:spPr>
            <a:xfrm>
              <a:off x="6715266" y="1967893"/>
              <a:ext cx="16849" cy="16849"/>
            </a:xfrm>
            <a:prstGeom prst="ellipse">
              <a:avLst/>
            </a:prstGeom>
            <a:solidFill>
              <a:srgbClr val="336E8D">
                <a:alpha val="45098"/>
              </a:srgbClr>
            </a:solidFill>
            <a:ln w="7363" cap="rnd">
              <a:solidFill>
                <a:srgbClr val="336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5" name="pt8605"/>
            <p:cNvSpPr/>
            <p:nvPr/>
          </p:nvSpPr>
          <p:spPr>
            <a:xfrm>
              <a:off x="6650024" y="209557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6" name="pt8606"/>
            <p:cNvSpPr/>
            <p:nvPr/>
          </p:nvSpPr>
          <p:spPr>
            <a:xfrm>
              <a:off x="6849554" y="1920636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7" name="pt8607"/>
            <p:cNvSpPr/>
            <p:nvPr/>
          </p:nvSpPr>
          <p:spPr>
            <a:xfrm>
              <a:off x="6076273" y="2400147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8" name="pt8608"/>
            <p:cNvSpPr/>
            <p:nvPr/>
          </p:nvSpPr>
          <p:spPr>
            <a:xfrm>
              <a:off x="6315912" y="2227760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9" name="pt8609"/>
            <p:cNvSpPr/>
            <p:nvPr/>
          </p:nvSpPr>
          <p:spPr>
            <a:xfrm>
              <a:off x="6056830" y="242930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0" name="pt8610"/>
            <p:cNvSpPr/>
            <p:nvPr/>
          </p:nvSpPr>
          <p:spPr>
            <a:xfrm>
              <a:off x="6418912" y="2252534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1" name="pt8611"/>
            <p:cNvSpPr/>
            <p:nvPr/>
          </p:nvSpPr>
          <p:spPr>
            <a:xfrm>
              <a:off x="6490082" y="2084834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2" name="pt8612"/>
            <p:cNvSpPr/>
            <p:nvPr/>
          </p:nvSpPr>
          <p:spPr>
            <a:xfrm>
              <a:off x="6346466" y="2045531"/>
              <a:ext cx="16849" cy="16849"/>
            </a:xfrm>
            <a:prstGeom prst="ellipse">
              <a:avLst/>
            </a:prstGeom>
            <a:solidFill>
              <a:srgbClr val="A1D749">
                <a:alpha val="45098"/>
              </a:srgbClr>
            </a:solidFill>
            <a:ln w="7363" cap="rnd">
              <a:solidFill>
                <a:srgbClr val="A1D74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3" name="pt8613"/>
            <p:cNvSpPr/>
            <p:nvPr/>
          </p:nvSpPr>
          <p:spPr>
            <a:xfrm>
              <a:off x="6762431" y="196952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4" name="pt8614"/>
            <p:cNvSpPr/>
            <p:nvPr/>
          </p:nvSpPr>
          <p:spPr>
            <a:xfrm>
              <a:off x="5729367" y="2440542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5" name="pt8615"/>
            <p:cNvSpPr/>
            <p:nvPr/>
          </p:nvSpPr>
          <p:spPr>
            <a:xfrm>
              <a:off x="5899321" y="2142203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6" name="pt8616"/>
            <p:cNvSpPr/>
            <p:nvPr/>
          </p:nvSpPr>
          <p:spPr>
            <a:xfrm>
              <a:off x="6465193" y="2048675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7" name="pt8617"/>
            <p:cNvSpPr/>
            <p:nvPr/>
          </p:nvSpPr>
          <p:spPr>
            <a:xfrm>
              <a:off x="6128943" y="240990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8" name="pt8618"/>
            <p:cNvSpPr/>
            <p:nvPr/>
          </p:nvSpPr>
          <p:spPr>
            <a:xfrm>
              <a:off x="6300925" y="2090248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9" name="pt8619"/>
            <p:cNvSpPr/>
            <p:nvPr/>
          </p:nvSpPr>
          <p:spPr>
            <a:xfrm>
              <a:off x="6151520" y="229059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0" name="pt8620"/>
            <p:cNvSpPr/>
            <p:nvPr/>
          </p:nvSpPr>
          <p:spPr>
            <a:xfrm>
              <a:off x="6603972" y="2016862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1" name="pt8621"/>
            <p:cNvSpPr/>
            <p:nvPr/>
          </p:nvSpPr>
          <p:spPr>
            <a:xfrm>
              <a:off x="6377163" y="2219781"/>
              <a:ext cx="16849" cy="16849"/>
            </a:xfrm>
            <a:prstGeom prst="ellipse">
              <a:avLst/>
            </a:prstGeom>
            <a:solidFill>
              <a:srgbClr val="71CB5A">
                <a:alpha val="45098"/>
              </a:srgbClr>
            </a:solidFill>
            <a:ln w="7363" cap="rnd">
              <a:solidFill>
                <a:srgbClr val="71CB5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2" name="pt8622"/>
            <p:cNvSpPr/>
            <p:nvPr/>
          </p:nvSpPr>
          <p:spPr>
            <a:xfrm>
              <a:off x="6005835" y="233545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3" name="pt8623"/>
            <p:cNvSpPr/>
            <p:nvPr/>
          </p:nvSpPr>
          <p:spPr>
            <a:xfrm>
              <a:off x="5496495" y="2522418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4" name="pt8624"/>
            <p:cNvSpPr/>
            <p:nvPr/>
          </p:nvSpPr>
          <p:spPr>
            <a:xfrm>
              <a:off x="5830528" y="237735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5" name="pt8625"/>
            <p:cNvSpPr/>
            <p:nvPr/>
          </p:nvSpPr>
          <p:spPr>
            <a:xfrm>
              <a:off x="7301106" y="1914286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6" name="pt8626"/>
            <p:cNvSpPr/>
            <p:nvPr/>
          </p:nvSpPr>
          <p:spPr>
            <a:xfrm>
              <a:off x="6259796" y="2271866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7" name="pt8627"/>
            <p:cNvSpPr/>
            <p:nvPr/>
          </p:nvSpPr>
          <p:spPr>
            <a:xfrm>
              <a:off x="6547816" y="2087874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8" name="pt8628"/>
            <p:cNvSpPr/>
            <p:nvPr/>
          </p:nvSpPr>
          <p:spPr>
            <a:xfrm>
              <a:off x="6210319" y="2259078"/>
              <a:ext cx="16849" cy="16849"/>
            </a:xfrm>
            <a:prstGeom prst="ellipse">
              <a:avLst/>
            </a:prstGeom>
            <a:solidFill>
              <a:srgbClr val="45B279">
                <a:alpha val="45098"/>
              </a:srgbClr>
            </a:solidFill>
            <a:ln w="7363" cap="rnd">
              <a:solidFill>
                <a:srgbClr val="45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9" name="pt8629"/>
            <p:cNvSpPr/>
            <p:nvPr/>
          </p:nvSpPr>
          <p:spPr>
            <a:xfrm>
              <a:off x="6134436" y="2293223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0" name="pt8630"/>
            <p:cNvSpPr/>
            <p:nvPr/>
          </p:nvSpPr>
          <p:spPr>
            <a:xfrm>
              <a:off x="6172355" y="2238901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1" name="pt8631"/>
            <p:cNvSpPr/>
            <p:nvPr/>
          </p:nvSpPr>
          <p:spPr>
            <a:xfrm>
              <a:off x="6525296" y="2216848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2" name="pt8632"/>
            <p:cNvSpPr/>
            <p:nvPr/>
          </p:nvSpPr>
          <p:spPr>
            <a:xfrm>
              <a:off x="6965957" y="1859528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3" name="pt8633"/>
            <p:cNvSpPr/>
            <p:nvPr/>
          </p:nvSpPr>
          <p:spPr>
            <a:xfrm>
              <a:off x="6764421" y="2097676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4" name="pt8634"/>
            <p:cNvSpPr/>
            <p:nvPr/>
          </p:nvSpPr>
          <p:spPr>
            <a:xfrm>
              <a:off x="6358714" y="2155407"/>
              <a:ext cx="16849" cy="16849"/>
            </a:xfrm>
            <a:prstGeom prst="ellipse">
              <a:avLst/>
            </a:prstGeom>
            <a:solidFill>
              <a:srgbClr val="28A983">
                <a:alpha val="45098"/>
              </a:srgbClr>
            </a:solidFill>
            <a:ln w="7363" cap="rnd">
              <a:solidFill>
                <a:srgbClr val="28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5" name="pt8635"/>
            <p:cNvSpPr/>
            <p:nvPr/>
          </p:nvSpPr>
          <p:spPr>
            <a:xfrm>
              <a:off x="5947937" y="2111196"/>
              <a:ext cx="16849" cy="16849"/>
            </a:xfrm>
            <a:prstGeom prst="ellipse">
              <a:avLst/>
            </a:prstGeom>
            <a:solidFill>
              <a:srgbClr val="44B279">
                <a:alpha val="45098"/>
              </a:srgbClr>
            </a:solidFill>
            <a:ln w="7363" cap="rnd">
              <a:solidFill>
                <a:srgbClr val="44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6" name="pt8636"/>
            <p:cNvSpPr/>
            <p:nvPr/>
          </p:nvSpPr>
          <p:spPr>
            <a:xfrm>
              <a:off x="6406469" y="228947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7" name="pt8637"/>
            <p:cNvSpPr/>
            <p:nvPr/>
          </p:nvSpPr>
          <p:spPr>
            <a:xfrm>
              <a:off x="7052284" y="1900596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8" name="pt8638"/>
            <p:cNvSpPr/>
            <p:nvPr/>
          </p:nvSpPr>
          <p:spPr>
            <a:xfrm>
              <a:off x="6343299" y="2223898"/>
              <a:ext cx="16849" cy="16849"/>
            </a:xfrm>
            <a:prstGeom prst="ellipse">
              <a:avLst/>
            </a:prstGeom>
            <a:solidFill>
              <a:srgbClr val="44B279">
                <a:alpha val="45098"/>
              </a:srgbClr>
            </a:solidFill>
            <a:ln w="7363" cap="rnd">
              <a:solidFill>
                <a:srgbClr val="44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9" name="pt8639"/>
            <p:cNvSpPr/>
            <p:nvPr/>
          </p:nvSpPr>
          <p:spPr>
            <a:xfrm>
              <a:off x="6048143" y="2407447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0" name="pt8640"/>
            <p:cNvSpPr/>
            <p:nvPr/>
          </p:nvSpPr>
          <p:spPr>
            <a:xfrm>
              <a:off x="6362387" y="2320904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1" name="pt8641"/>
            <p:cNvSpPr/>
            <p:nvPr/>
          </p:nvSpPr>
          <p:spPr>
            <a:xfrm>
              <a:off x="6845974" y="1860461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2" name="pt8642"/>
            <p:cNvSpPr/>
            <p:nvPr/>
          </p:nvSpPr>
          <p:spPr>
            <a:xfrm>
              <a:off x="6390495" y="2138213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3" name="pt8643"/>
            <p:cNvSpPr/>
            <p:nvPr/>
          </p:nvSpPr>
          <p:spPr>
            <a:xfrm>
              <a:off x="6709755" y="1956278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4" name="pt8644"/>
            <p:cNvSpPr/>
            <p:nvPr/>
          </p:nvSpPr>
          <p:spPr>
            <a:xfrm>
              <a:off x="6511593" y="232400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5" name="pt8645"/>
            <p:cNvSpPr/>
            <p:nvPr/>
          </p:nvSpPr>
          <p:spPr>
            <a:xfrm>
              <a:off x="6907292" y="1765551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6" name="pt8646"/>
            <p:cNvSpPr/>
            <p:nvPr/>
          </p:nvSpPr>
          <p:spPr>
            <a:xfrm>
              <a:off x="5890812" y="2200199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7" name="pt8647"/>
            <p:cNvSpPr/>
            <p:nvPr/>
          </p:nvSpPr>
          <p:spPr>
            <a:xfrm>
              <a:off x="5124603" y="2699481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8" name="pt8648"/>
            <p:cNvSpPr/>
            <p:nvPr/>
          </p:nvSpPr>
          <p:spPr>
            <a:xfrm>
              <a:off x="6964439" y="1779541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9" name="pt8649"/>
            <p:cNvSpPr/>
            <p:nvPr/>
          </p:nvSpPr>
          <p:spPr>
            <a:xfrm>
              <a:off x="5616683" y="2369194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0" name="pt8650"/>
            <p:cNvSpPr/>
            <p:nvPr/>
          </p:nvSpPr>
          <p:spPr>
            <a:xfrm>
              <a:off x="5909290" y="201522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1" name="pt8651"/>
            <p:cNvSpPr/>
            <p:nvPr/>
          </p:nvSpPr>
          <p:spPr>
            <a:xfrm>
              <a:off x="7012712" y="1670088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2" name="pt8652"/>
            <p:cNvSpPr/>
            <p:nvPr/>
          </p:nvSpPr>
          <p:spPr>
            <a:xfrm>
              <a:off x="6075851" y="2299713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3" name="pt8653"/>
            <p:cNvSpPr/>
            <p:nvPr/>
          </p:nvSpPr>
          <p:spPr>
            <a:xfrm>
              <a:off x="6683560" y="2139843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4" name="pt8654"/>
            <p:cNvSpPr/>
            <p:nvPr/>
          </p:nvSpPr>
          <p:spPr>
            <a:xfrm>
              <a:off x="5826277" y="253536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5" name="pt8655"/>
            <p:cNvSpPr/>
            <p:nvPr/>
          </p:nvSpPr>
          <p:spPr>
            <a:xfrm>
              <a:off x="6422815" y="2324022"/>
              <a:ext cx="16849" cy="16849"/>
            </a:xfrm>
            <a:prstGeom prst="ellipse">
              <a:avLst/>
            </a:prstGeom>
            <a:solidFill>
              <a:srgbClr val="A5D847">
                <a:alpha val="45098"/>
              </a:srgbClr>
            </a:solidFill>
            <a:ln w="7363" cap="rnd">
              <a:solidFill>
                <a:srgbClr val="A5D84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6" name="pt8656"/>
            <p:cNvSpPr/>
            <p:nvPr/>
          </p:nvSpPr>
          <p:spPr>
            <a:xfrm>
              <a:off x="6483492" y="2172498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7" name="pt8657"/>
            <p:cNvSpPr/>
            <p:nvPr/>
          </p:nvSpPr>
          <p:spPr>
            <a:xfrm>
              <a:off x="6022685" y="2257345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8" name="pt8658"/>
            <p:cNvSpPr/>
            <p:nvPr/>
          </p:nvSpPr>
          <p:spPr>
            <a:xfrm>
              <a:off x="5688236" y="2496800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9" name="pt8659"/>
            <p:cNvSpPr/>
            <p:nvPr/>
          </p:nvSpPr>
          <p:spPr>
            <a:xfrm>
              <a:off x="6383556" y="2279024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0" name="pt8660"/>
            <p:cNvSpPr/>
            <p:nvPr/>
          </p:nvSpPr>
          <p:spPr>
            <a:xfrm>
              <a:off x="6348264" y="2188576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1" name="pt8661"/>
            <p:cNvSpPr/>
            <p:nvPr/>
          </p:nvSpPr>
          <p:spPr>
            <a:xfrm>
              <a:off x="5461677" y="2510508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2" name="pt8662"/>
            <p:cNvSpPr/>
            <p:nvPr/>
          </p:nvSpPr>
          <p:spPr>
            <a:xfrm>
              <a:off x="6407149" y="2195626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3" name="pt8663"/>
            <p:cNvSpPr/>
            <p:nvPr/>
          </p:nvSpPr>
          <p:spPr>
            <a:xfrm>
              <a:off x="5954205" y="2306643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4" name="pt8664"/>
            <p:cNvSpPr/>
            <p:nvPr/>
          </p:nvSpPr>
          <p:spPr>
            <a:xfrm>
              <a:off x="6754856" y="2118613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5" name="pt8665"/>
            <p:cNvSpPr/>
            <p:nvPr/>
          </p:nvSpPr>
          <p:spPr>
            <a:xfrm>
              <a:off x="6901860" y="1787152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6" name="pt8666"/>
            <p:cNvSpPr/>
            <p:nvPr/>
          </p:nvSpPr>
          <p:spPr>
            <a:xfrm>
              <a:off x="5879932" y="2246543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7" name="pt8667"/>
            <p:cNvSpPr/>
            <p:nvPr/>
          </p:nvSpPr>
          <p:spPr>
            <a:xfrm>
              <a:off x="6317258" y="225441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8" name="pt8668"/>
            <p:cNvSpPr/>
            <p:nvPr/>
          </p:nvSpPr>
          <p:spPr>
            <a:xfrm>
              <a:off x="6441298" y="1797780"/>
              <a:ext cx="16849" cy="16849"/>
            </a:xfrm>
            <a:prstGeom prst="ellipse">
              <a:avLst/>
            </a:prstGeom>
            <a:solidFill>
              <a:srgbClr val="24A485">
                <a:alpha val="45098"/>
              </a:srgbClr>
            </a:solidFill>
            <a:ln w="7363" cap="rnd">
              <a:solidFill>
                <a:srgbClr val="24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9" name="pt8669"/>
            <p:cNvSpPr/>
            <p:nvPr/>
          </p:nvSpPr>
          <p:spPr>
            <a:xfrm>
              <a:off x="6269589" y="2468004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0" name="pt8670"/>
            <p:cNvSpPr/>
            <p:nvPr/>
          </p:nvSpPr>
          <p:spPr>
            <a:xfrm>
              <a:off x="6743062" y="194390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1" name="pt8671"/>
            <p:cNvSpPr/>
            <p:nvPr/>
          </p:nvSpPr>
          <p:spPr>
            <a:xfrm>
              <a:off x="5545863" y="2344375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2" name="pt8672"/>
            <p:cNvSpPr/>
            <p:nvPr/>
          </p:nvSpPr>
          <p:spPr>
            <a:xfrm>
              <a:off x="6164702" y="2287148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3" name="pt8673"/>
            <p:cNvSpPr/>
            <p:nvPr/>
          </p:nvSpPr>
          <p:spPr>
            <a:xfrm>
              <a:off x="6384944" y="2217257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4" name="pt8674"/>
            <p:cNvSpPr/>
            <p:nvPr/>
          </p:nvSpPr>
          <p:spPr>
            <a:xfrm>
              <a:off x="6707384" y="1988646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5" name="pt8675"/>
            <p:cNvSpPr/>
            <p:nvPr/>
          </p:nvSpPr>
          <p:spPr>
            <a:xfrm>
              <a:off x="5742536" y="209058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6" name="pt8676"/>
            <p:cNvSpPr/>
            <p:nvPr/>
          </p:nvSpPr>
          <p:spPr>
            <a:xfrm>
              <a:off x="6721508" y="1973306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7" name="pt8677"/>
            <p:cNvSpPr/>
            <p:nvPr/>
          </p:nvSpPr>
          <p:spPr>
            <a:xfrm>
              <a:off x="5813286" y="2166564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8" name="pt8678"/>
            <p:cNvSpPr/>
            <p:nvPr/>
          </p:nvSpPr>
          <p:spPr>
            <a:xfrm>
              <a:off x="6200421" y="2103353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9" name="pt8679"/>
            <p:cNvSpPr/>
            <p:nvPr/>
          </p:nvSpPr>
          <p:spPr>
            <a:xfrm>
              <a:off x="6462844" y="2123113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0" name="pt8680"/>
            <p:cNvSpPr/>
            <p:nvPr/>
          </p:nvSpPr>
          <p:spPr>
            <a:xfrm>
              <a:off x="6851654" y="1916646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1" name="pt8681"/>
            <p:cNvSpPr/>
            <p:nvPr/>
          </p:nvSpPr>
          <p:spPr>
            <a:xfrm>
              <a:off x="5674773" y="2369913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2" name="pt8682"/>
            <p:cNvSpPr/>
            <p:nvPr/>
          </p:nvSpPr>
          <p:spPr>
            <a:xfrm>
              <a:off x="5714924" y="2458996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3" name="pt8683"/>
            <p:cNvSpPr/>
            <p:nvPr/>
          </p:nvSpPr>
          <p:spPr>
            <a:xfrm>
              <a:off x="4964585" y="2456570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4" name="pt8684"/>
            <p:cNvSpPr/>
            <p:nvPr/>
          </p:nvSpPr>
          <p:spPr>
            <a:xfrm>
              <a:off x="6997087" y="1638157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5" name="pt8685"/>
            <p:cNvSpPr/>
            <p:nvPr/>
          </p:nvSpPr>
          <p:spPr>
            <a:xfrm>
              <a:off x="6914127" y="1947594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6" name="pt8686"/>
            <p:cNvSpPr/>
            <p:nvPr/>
          </p:nvSpPr>
          <p:spPr>
            <a:xfrm>
              <a:off x="6203545" y="2159907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7" name="pt8687"/>
            <p:cNvSpPr/>
            <p:nvPr/>
          </p:nvSpPr>
          <p:spPr>
            <a:xfrm>
              <a:off x="5821274" y="2572525"/>
              <a:ext cx="16849" cy="16849"/>
            </a:xfrm>
            <a:prstGeom prst="ellipse">
              <a:avLst/>
            </a:prstGeom>
            <a:solidFill>
              <a:srgbClr val="78CF53">
                <a:alpha val="45098"/>
              </a:srgbClr>
            </a:solidFill>
            <a:ln w="7363" cap="rnd">
              <a:solidFill>
                <a:srgbClr val="78CF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8" name="pt8688"/>
            <p:cNvSpPr/>
            <p:nvPr/>
          </p:nvSpPr>
          <p:spPr>
            <a:xfrm>
              <a:off x="6187715" y="2247532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9" name="pt8689"/>
            <p:cNvSpPr/>
            <p:nvPr/>
          </p:nvSpPr>
          <p:spPr>
            <a:xfrm>
              <a:off x="6688392" y="221327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0" name="pt8690"/>
            <p:cNvSpPr/>
            <p:nvPr/>
          </p:nvSpPr>
          <p:spPr>
            <a:xfrm>
              <a:off x="6036945" y="2395488"/>
              <a:ext cx="16849" cy="16849"/>
            </a:xfrm>
            <a:prstGeom prst="ellipse">
              <a:avLst/>
            </a:prstGeom>
            <a:solidFill>
              <a:srgbClr val="26A983">
                <a:alpha val="45098"/>
              </a:srgbClr>
            </a:solidFill>
            <a:ln w="7363" cap="rnd">
              <a:solidFill>
                <a:srgbClr val="26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1" name="pt8691"/>
            <p:cNvSpPr/>
            <p:nvPr/>
          </p:nvSpPr>
          <p:spPr>
            <a:xfrm>
              <a:off x="6316402" y="2208240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2" name="pt8692"/>
            <p:cNvSpPr/>
            <p:nvPr/>
          </p:nvSpPr>
          <p:spPr>
            <a:xfrm>
              <a:off x="6134143" y="2347170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3" name="pt8693"/>
            <p:cNvSpPr/>
            <p:nvPr/>
          </p:nvSpPr>
          <p:spPr>
            <a:xfrm>
              <a:off x="6415149" y="2263315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4" name="pt8694"/>
            <p:cNvSpPr/>
            <p:nvPr/>
          </p:nvSpPr>
          <p:spPr>
            <a:xfrm>
              <a:off x="6000967" y="229789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5" name="pt8695"/>
            <p:cNvSpPr/>
            <p:nvPr/>
          </p:nvSpPr>
          <p:spPr>
            <a:xfrm>
              <a:off x="6663387" y="2094166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6" name="pt8696"/>
            <p:cNvSpPr/>
            <p:nvPr/>
          </p:nvSpPr>
          <p:spPr>
            <a:xfrm>
              <a:off x="6304671" y="225079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7" name="pt8697"/>
            <p:cNvSpPr/>
            <p:nvPr/>
          </p:nvSpPr>
          <p:spPr>
            <a:xfrm>
              <a:off x="6244601" y="2279651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8" name="pt8698"/>
            <p:cNvSpPr/>
            <p:nvPr/>
          </p:nvSpPr>
          <p:spPr>
            <a:xfrm>
              <a:off x="6889846" y="1858103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9" name="pt8699"/>
            <p:cNvSpPr/>
            <p:nvPr/>
          </p:nvSpPr>
          <p:spPr>
            <a:xfrm>
              <a:off x="7178283" y="1498072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0" name="pt8700"/>
            <p:cNvSpPr/>
            <p:nvPr/>
          </p:nvSpPr>
          <p:spPr>
            <a:xfrm>
              <a:off x="6002336" y="231048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1" name="pt8701"/>
            <p:cNvSpPr/>
            <p:nvPr/>
          </p:nvSpPr>
          <p:spPr>
            <a:xfrm>
              <a:off x="5864260" y="211645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2" name="pt8702"/>
            <p:cNvSpPr/>
            <p:nvPr/>
          </p:nvSpPr>
          <p:spPr>
            <a:xfrm>
              <a:off x="6711278" y="2065259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3" name="pt8703"/>
            <p:cNvSpPr/>
            <p:nvPr/>
          </p:nvSpPr>
          <p:spPr>
            <a:xfrm>
              <a:off x="6532336" y="236691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4" name="pt8704"/>
            <p:cNvSpPr/>
            <p:nvPr/>
          </p:nvSpPr>
          <p:spPr>
            <a:xfrm>
              <a:off x="5653829" y="2377666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5" name="pt8705"/>
            <p:cNvSpPr/>
            <p:nvPr/>
          </p:nvSpPr>
          <p:spPr>
            <a:xfrm>
              <a:off x="6215222" y="2326019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6" name="pt8706"/>
            <p:cNvSpPr/>
            <p:nvPr/>
          </p:nvSpPr>
          <p:spPr>
            <a:xfrm>
              <a:off x="6461369" y="2120398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7" name="pt8707"/>
            <p:cNvSpPr/>
            <p:nvPr/>
          </p:nvSpPr>
          <p:spPr>
            <a:xfrm>
              <a:off x="5207780" y="2502447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8" name="pt8708"/>
            <p:cNvSpPr/>
            <p:nvPr/>
          </p:nvSpPr>
          <p:spPr>
            <a:xfrm>
              <a:off x="5717957" y="2384807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9" name="pt8709"/>
            <p:cNvSpPr/>
            <p:nvPr/>
          </p:nvSpPr>
          <p:spPr>
            <a:xfrm>
              <a:off x="5734410" y="2107351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0" name="pt8710"/>
            <p:cNvSpPr/>
            <p:nvPr/>
          </p:nvSpPr>
          <p:spPr>
            <a:xfrm>
              <a:off x="6661934" y="204909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1" name="pt8711"/>
            <p:cNvSpPr/>
            <p:nvPr/>
          </p:nvSpPr>
          <p:spPr>
            <a:xfrm>
              <a:off x="5535731" y="2213759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2" name="pt8712"/>
            <p:cNvSpPr/>
            <p:nvPr/>
          </p:nvSpPr>
          <p:spPr>
            <a:xfrm>
              <a:off x="6671241" y="206250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3" name="pt8713"/>
            <p:cNvSpPr/>
            <p:nvPr/>
          </p:nvSpPr>
          <p:spPr>
            <a:xfrm>
              <a:off x="6188545" y="2250148"/>
              <a:ext cx="16849" cy="16849"/>
            </a:xfrm>
            <a:prstGeom prst="ellipse">
              <a:avLst/>
            </a:prstGeom>
            <a:solidFill>
              <a:srgbClr val="4FB773">
                <a:alpha val="45098"/>
              </a:srgbClr>
            </a:solidFill>
            <a:ln w="7363" cap="rnd">
              <a:solidFill>
                <a:srgbClr val="4FB7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4" name="pt8714"/>
            <p:cNvSpPr/>
            <p:nvPr/>
          </p:nvSpPr>
          <p:spPr>
            <a:xfrm>
              <a:off x="6875460" y="197594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5" name="pt8715"/>
            <p:cNvSpPr/>
            <p:nvPr/>
          </p:nvSpPr>
          <p:spPr>
            <a:xfrm>
              <a:off x="5712128" y="2484882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6" name="pt8716"/>
            <p:cNvSpPr/>
            <p:nvPr/>
          </p:nvSpPr>
          <p:spPr>
            <a:xfrm>
              <a:off x="5794075" y="1975198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7" name="pt8717"/>
            <p:cNvSpPr/>
            <p:nvPr/>
          </p:nvSpPr>
          <p:spPr>
            <a:xfrm>
              <a:off x="6801338" y="1783795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8" name="pt8718"/>
            <p:cNvSpPr/>
            <p:nvPr/>
          </p:nvSpPr>
          <p:spPr>
            <a:xfrm>
              <a:off x="5579995" y="1973314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9" name="pt8719"/>
            <p:cNvSpPr/>
            <p:nvPr/>
          </p:nvSpPr>
          <p:spPr>
            <a:xfrm>
              <a:off x="6238834" y="228555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0" name="pt8720"/>
            <p:cNvSpPr/>
            <p:nvPr/>
          </p:nvSpPr>
          <p:spPr>
            <a:xfrm>
              <a:off x="5014962" y="2655613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1" name="pt8721"/>
            <p:cNvSpPr/>
            <p:nvPr/>
          </p:nvSpPr>
          <p:spPr>
            <a:xfrm>
              <a:off x="6557478" y="2099215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2" name="pt8722"/>
            <p:cNvSpPr/>
            <p:nvPr/>
          </p:nvSpPr>
          <p:spPr>
            <a:xfrm>
              <a:off x="6279254" y="2100498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3" name="pt8723"/>
            <p:cNvSpPr/>
            <p:nvPr/>
          </p:nvSpPr>
          <p:spPr>
            <a:xfrm>
              <a:off x="6799283" y="1834137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4" name="pt8724"/>
            <p:cNvSpPr/>
            <p:nvPr/>
          </p:nvSpPr>
          <p:spPr>
            <a:xfrm>
              <a:off x="5870063" y="1985347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5" name="pt8725"/>
            <p:cNvSpPr/>
            <p:nvPr/>
          </p:nvSpPr>
          <p:spPr>
            <a:xfrm>
              <a:off x="6592209" y="1988332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6" name="pt8726"/>
            <p:cNvSpPr/>
            <p:nvPr/>
          </p:nvSpPr>
          <p:spPr>
            <a:xfrm>
              <a:off x="6004909" y="2603521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7" name="pt8727"/>
            <p:cNvSpPr/>
            <p:nvPr/>
          </p:nvSpPr>
          <p:spPr>
            <a:xfrm>
              <a:off x="6121411" y="2337154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8" name="pt8728"/>
            <p:cNvSpPr/>
            <p:nvPr/>
          </p:nvSpPr>
          <p:spPr>
            <a:xfrm>
              <a:off x="7172759" y="1509419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9" name="pt8729"/>
            <p:cNvSpPr/>
            <p:nvPr/>
          </p:nvSpPr>
          <p:spPr>
            <a:xfrm>
              <a:off x="5684851" y="2432367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0" name="pt8730"/>
            <p:cNvSpPr/>
            <p:nvPr/>
          </p:nvSpPr>
          <p:spPr>
            <a:xfrm>
              <a:off x="6492699" y="2188310"/>
              <a:ext cx="16849" cy="16849"/>
            </a:xfrm>
            <a:prstGeom prst="ellipse">
              <a:avLst/>
            </a:prstGeom>
            <a:solidFill>
              <a:srgbClr val="6FC95D">
                <a:alpha val="45098"/>
              </a:srgbClr>
            </a:solidFill>
            <a:ln w="7363" cap="rnd">
              <a:solidFill>
                <a:srgbClr val="6F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1" name="pt8731"/>
            <p:cNvSpPr/>
            <p:nvPr/>
          </p:nvSpPr>
          <p:spPr>
            <a:xfrm>
              <a:off x="6018686" y="203327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2" name="pt8732"/>
            <p:cNvSpPr/>
            <p:nvPr/>
          </p:nvSpPr>
          <p:spPr>
            <a:xfrm>
              <a:off x="6962349" y="1804686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3" name="pt8733"/>
            <p:cNvSpPr/>
            <p:nvPr/>
          </p:nvSpPr>
          <p:spPr>
            <a:xfrm>
              <a:off x="5905664" y="2233899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4" name="pt8734"/>
            <p:cNvSpPr/>
            <p:nvPr/>
          </p:nvSpPr>
          <p:spPr>
            <a:xfrm>
              <a:off x="6882638" y="205505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5" name="pt8735"/>
            <p:cNvSpPr/>
            <p:nvPr/>
          </p:nvSpPr>
          <p:spPr>
            <a:xfrm>
              <a:off x="5401355" y="2259152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6" name="pt8736"/>
            <p:cNvSpPr/>
            <p:nvPr/>
          </p:nvSpPr>
          <p:spPr>
            <a:xfrm>
              <a:off x="6133236" y="2343216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7" name="pt8737"/>
            <p:cNvSpPr/>
            <p:nvPr/>
          </p:nvSpPr>
          <p:spPr>
            <a:xfrm>
              <a:off x="6826511" y="180272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8" name="pt8738"/>
            <p:cNvSpPr/>
            <p:nvPr/>
          </p:nvSpPr>
          <p:spPr>
            <a:xfrm>
              <a:off x="6038453" y="216698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9" name="pt8739"/>
            <p:cNvSpPr/>
            <p:nvPr/>
          </p:nvSpPr>
          <p:spPr>
            <a:xfrm>
              <a:off x="5894617" y="2192227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0" name="pt8740"/>
            <p:cNvSpPr/>
            <p:nvPr/>
          </p:nvSpPr>
          <p:spPr>
            <a:xfrm>
              <a:off x="6302155" y="1995972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1" name="pt8741"/>
            <p:cNvSpPr/>
            <p:nvPr/>
          </p:nvSpPr>
          <p:spPr>
            <a:xfrm>
              <a:off x="6873687" y="184650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2" name="pt8742"/>
            <p:cNvSpPr/>
            <p:nvPr/>
          </p:nvSpPr>
          <p:spPr>
            <a:xfrm>
              <a:off x="6131965" y="2133750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3" name="pt8743"/>
            <p:cNvSpPr/>
            <p:nvPr/>
          </p:nvSpPr>
          <p:spPr>
            <a:xfrm>
              <a:off x="5766957" y="1928068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4" name="pt8744"/>
            <p:cNvSpPr/>
            <p:nvPr/>
          </p:nvSpPr>
          <p:spPr>
            <a:xfrm>
              <a:off x="5572215" y="2543493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5" name="pt8745"/>
            <p:cNvSpPr/>
            <p:nvPr/>
          </p:nvSpPr>
          <p:spPr>
            <a:xfrm>
              <a:off x="5521966" y="2091141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6" name="pt8746"/>
            <p:cNvSpPr/>
            <p:nvPr/>
          </p:nvSpPr>
          <p:spPr>
            <a:xfrm>
              <a:off x="7038448" y="1780499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7" name="pt8747"/>
            <p:cNvSpPr/>
            <p:nvPr/>
          </p:nvSpPr>
          <p:spPr>
            <a:xfrm>
              <a:off x="6575963" y="219789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8" name="pt8748"/>
            <p:cNvSpPr/>
            <p:nvPr/>
          </p:nvSpPr>
          <p:spPr>
            <a:xfrm>
              <a:off x="6730239" y="206857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9" name="pt8749"/>
            <p:cNvSpPr/>
            <p:nvPr/>
          </p:nvSpPr>
          <p:spPr>
            <a:xfrm>
              <a:off x="5709473" y="2252460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0" name="pt8750"/>
            <p:cNvSpPr/>
            <p:nvPr/>
          </p:nvSpPr>
          <p:spPr>
            <a:xfrm>
              <a:off x="6098802" y="2294742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1" name="pt8751"/>
            <p:cNvSpPr/>
            <p:nvPr/>
          </p:nvSpPr>
          <p:spPr>
            <a:xfrm>
              <a:off x="5714250" y="2561340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2" name="pt8752"/>
            <p:cNvSpPr/>
            <p:nvPr/>
          </p:nvSpPr>
          <p:spPr>
            <a:xfrm>
              <a:off x="5938013" y="2161712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3" name="pt8753"/>
            <p:cNvSpPr/>
            <p:nvPr/>
          </p:nvSpPr>
          <p:spPr>
            <a:xfrm>
              <a:off x="6152828" y="2323876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4" name="pt8754"/>
            <p:cNvSpPr/>
            <p:nvPr/>
          </p:nvSpPr>
          <p:spPr>
            <a:xfrm>
              <a:off x="6481698" y="2205545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5" name="pt8755"/>
            <p:cNvSpPr/>
            <p:nvPr/>
          </p:nvSpPr>
          <p:spPr>
            <a:xfrm>
              <a:off x="6127974" y="2268490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6" name="pt8756"/>
            <p:cNvSpPr/>
            <p:nvPr/>
          </p:nvSpPr>
          <p:spPr>
            <a:xfrm>
              <a:off x="6259320" y="2444631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7" name="pt8757"/>
            <p:cNvSpPr/>
            <p:nvPr/>
          </p:nvSpPr>
          <p:spPr>
            <a:xfrm>
              <a:off x="6211138" y="216024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8" name="pt8758"/>
            <p:cNvSpPr/>
            <p:nvPr/>
          </p:nvSpPr>
          <p:spPr>
            <a:xfrm>
              <a:off x="6598218" y="2171248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9" name="pt8759"/>
            <p:cNvSpPr/>
            <p:nvPr/>
          </p:nvSpPr>
          <p:spPr>
            <a:xfrm>
              <a:off x="6708594" y="1967339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0" name="pt8760"/>
            <p:cNvSpPr/>
            <p:nvPr/>
          </p:nvSpPr>
          <p:spPr>
            <a:xfrm>
              <a:off x="6552311" y="2113297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1" name="pt8761"/>
            <p:cNvSpPr/>
            <p:nvPr/>
          </p:nvSpPr>
          <p:spPr>
            <a:xfrm>
              <a:off x="7094563" y="142643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2" name="pt8762"/>
            <p:cNvSpPr/>
            <p:nvPr/>
          </p:nvSpPr>
          <p:spPr>
            <a:xfrm>
              <a:off x="6193729" y="1980687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3" name="pt8763"/>
            <p:cNvSpPr/>
            <p:nvPr/>
          </p:nvSpPr>
          <p:spPr>
            <a:xfrm>
              <a:off x="6699468" y="2037494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4" name="pt8764"/>
            <p:cNvSpPr/>
            <p:nvPr/>
          </p:nvSpPr>
          <p:spPr>
            <a:xfrm>
              <a:off x="5655301" y="2401288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5" name="pt8765"/>
            <p:cNvSpPr/>
            <p:nvPr/>
          </p:nvSpPr>
          <p:spPr>
            <a:xfrm>
              <a:off x="6075696" y="2419740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6" name="pt8766"/>
            <p:cNvSpPr/>
            <p:nvPr/>
          </p:nvSpPr>
          <p:spPr>
            <a:xfrm>
              <a:off x="6689158" y="2126888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7" name="pt8767"/>
            <p:cNvSpPr/>
            <p:nvPr/>
          </p:nvSpPr>
          <p:spPr>
            <a:xfrm>
              <a:off x="6787907" y="2105690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8" name="pt8768"/>
            <p:cNvSpPr/>
            <p:nvPr/>
          </p:nvSpPr>
          <p:spPr>
            <a:xfrm>
              <a:off x="6234789" y="229749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9" name="pt8769"/>
            <p:cNvSpPr/>
            <p:nvPr/>
          </p:nvSpPr>
          <p:spPr>
            <a:xfrm>
              <a:off x="5766008" y="2097079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0" name="pt8770"/>
            <p:cNvSpPr/>
            <p:nvPr/>
          </p:nvSpPr>
          <p:spPr>
            <a:xfrm>
              <a:off x="5803961" y="2043755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1" name="pt8771"/>
            <p:cNvSpPr/>
            <p:nvPr/>
          </p:nvSpPr>
          <p:spPr>
            <a:xfrm>
              <a:off x="6169102" y="2318309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2" name="pt8772"/>
            <p:cNvSpPr/>
            <p:nvPr/>
          </p:nvSpPr>
          <p:spPr>
            <a:xfrm>
              <a:off x="6509636" y="2241222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3" name="pt8773"/>
            <p:cNvSpPr/>
            <p:nvPr/>
          </p:nvSpPr>
          <p:spPr>
            <a:xfrm>
              <a:off x="5473548" y="2402062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4" name="pt8774"/>
            <p:cNvSpPr/>
            <p:nvPr/>
          </p:nvSpPr>
          <p:spPr>
            <a:xfrm>
              <a:off x="6831454" y="1860944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5" name="pt8775"/>
            <p:cNvSpPr/>
            <p:nvPr/>
          </p:nvSpPr>
          <p:spPr>
            <a:xfrm>
              <a:off x="6143485" y="241073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6" name="pt8776"/>
            <p:cNvSpPr/>
            <p:nvPr/>
          </p:nvSpPr>
          <p:spPr>
            <a:xfrm>
              <a:off x="6082007" y="248106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7" name="pt8777"/>
            <p:cNvSpPr/>
            <p:nvPr/>
          </p:nvSpPr>
          <p:spPr>
            <a:xfrm>
              <a:off x="6547491" y="214705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8" name="pt8778"/>
            <p:cNvSpPr/>
            <p:nvPr/>
          </p:nvSpPr>
          <p:spPr>
            <a:xfrm>
              <a:off x="6623625" y="2099570"/>
              <a:ext cx="16849" cy="16849"/>
            </a:xfrm>
            <a:prstGeom prst="ellipse">
              <a:avLst/>
            </a:prstGeom>
            <a:solidFill>
              <a:srgbClr val="7BD151">
                <a:alpha val="45098"/>
              </a:srgbClr>
            </a:solidFill>
            <a:ln w="7363" cap="rnd">
              <a:solidFill>
                <a:srgbClr val="7BD15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9" name="pt8779"/>
            <p:cNvSpPr/>
            <p:nvPr/>
          </p:nvSpPr>
          <p:spPr>
            <a:xfrm>
              <a:off x="6805976" y="170486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0" name="pt8780"/>
            <p:cNvSpPr/>
            <p:nvPr/>
          </p:nvSpPr>
          <p:spPr>
            <a:xfrm>
              <a:off x="6272573" y="238149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1" name="pt8781"/>
            <p:cNvSpPr/>
            <p:nvPr/>
          </p:nvSpPr>
          <p:spPr>
            <a:xfrm>
              <a:off x="5941516" y="197415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2" name="pt8782"/>
            <p:cNvSpPr/>
            <p:nvPr/>
          </p:nvSpPr>
          <p:spPr>
            <a:xfrm>
              <a:off x="6573889" y="234518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3" name="pt8783"/>
            <p:cNvSpPr/>
            <p:nvPr/>
          </p:nvSpPr>
          <p:spPr>
            <a:xfrm>
              <a:off x="6536746" y="2218333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4" name="pt8784"/>
            <p:cNvSpPr/>
            <p:nvPr/>
          </p:nvSpPr>
          <p:spPr>
            <a:xfrm>
              <a:off x="5848766" y="2506457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5" name="pt8785"/>
            <p:cNvSpPr/>
            <p:nvPr/>
          </p:nvSpPr>
          <p:spPr>
            <a:xfrm>
              <a:off x="5962236" y="2374749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6" name="pt8786"/>
            <p:cNvSpPr/>
            <p:nvPr/>
          </p:nvSpPr>
          <p:spPr>
            <a:xfrm>
              <a:off x="5913602" y="2071215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7" name="pt8787"/>
            <p:cNvSpPr/>
            <p:nvPr/>
          </p:nvSpPr>
          <p:spPr>
            <a:xfrm>
              <a:off x="6778611" y="1829668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8" name="pt8788"/>
            <p:cNvSpPr/>
            <p:nvPr/>
          </p:nvSpPr>
          <p:spPr>
            <a:xfrm>
              <a:off x="6449660" y="2118150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9" name="pt8789"/>
            <p:cNvSpPr/>
            <p:nvPr/>
          </p:nvSpPr>
          <p:spPr>
            <a:xfrm>
              <a:off x="6434251" y="1741908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0" name="pt8790"/>
            <p:cNvSpPr/>
            <p:nvPr/>
          </p:nvSpPr>
          <p:spPr>
            <a:xfrm>
              <a:off x="6679498" y="2019046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1" name="pt8791"/>
            <p:cNvSpPr/>
            <p:nvPr/>
          </p:nvSpPr>
          <p:spPr>
            <a:xfrm>
              <a:off x="5687470" y="233877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2" name="pt8792"/>
            <p:cNvSpPr/>
            <p:nvPr/>
          </p:nvSpPr>
          <p:spPr>
            <a:xfrm>
              <a:off x="6418562" y="2268166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3" name="pt8793"/>
            <p:cNvSpPr/>
            <p:nvPr/>
          </p:nvSpPr>
          <p:spPr>
            <a:xfrm>
              <a:off x="5761377" y="1841249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4" name="pt8794"/>
            <p:cNvSpPr/>
            <p:nvPr/>
          </p:nvSpPr>
          <p:spPr>
            <a:xfrm>
              <a:off x="5963791" y="2368515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5" name="pt8795"/>
            <p:cNvSpPr/>
            <p:nvPr/>
          </p:nvSpPr>
          <p:spPr>
            <a:xfrm>
              <a:off x="6836750" y="1927470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6" name="pt8796"/>
            <p:cNvSpPr/>
            <p:nvPr/>
          </p:nvSpPr>
          <p:spPr>
            <a:xfrm>
              <a:off x="6197147" y="220590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7" name="pt8797"/>
            <p:cNvSpPr/>
            <p:nvPr/>
          </p:nvSpPr>
          <p:spPr>
            <a:xfrm>
              <a:off x="5748147" y="2076970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8" name="pt8798"/>
            <p:cNvSpPr/>
            <p:nvPr/>
          </p:nvSpPr>
          <p:spPr>
            <a:xfrm>
              <a:off x="6380630" y="2276365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9" name="pt8799"/>
            <p:cNvSpPr/>
            <p:nvPr/>
          </p:nvSpPr>
          <p:spPr>
            <a:xfrm>
              <a:off x="5559234" y="220002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0" name="pt8800"/>
            <p:cNvSpPr/>
            <p:nvPr/>
          </p:nvSpPr>
          <p:spPr>
            <a:xfrm>
              <a:off x="5306416" y="2179412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1" name="pt8801"/>
            <p:cNvSpPr/>
            <p:nvPr/>
          </p:nvSpPr>
          <p:spPr>
            <a:xfrm>
              <a:off x="5876922" y="2121729"/>
              <a:ext cx="16849" cy="16849"/>
            </a:xfrm>
            <a:prstGeom prst="ellipse">
              <a:avLst/>
            </a:prstGeom>
            <a:solidFill>
              <a:srgbClr val="44B279">
                <a:alpha val="45098"/>
              </a:srgbClr>
            </a:solidFill>
            <a:ln w="7363" cap="rnd">
              <a:solidFill>
                <a:srgbClr val="44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2" name="pt8802"/>
            <p:cNvSpPr/>
            <p:nvPr/>
          </p:nvSpPr>
          <p:spPr>
            <a:xfrm>
              <a:off x="6817964" y="1749738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3" name="pt8803"/>
            <p:cNvSpPr/>
            <p:nvPr/>
          </p:nvSpPr>
          <p:spPr>
            <a:xfrm>
              <a:off x="5381554" y="2528125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4" name="pt8804"/>
            <p:cNvSpPr/>
            <p:nvPr/>
          </p:nvSpPr>
          <p:spPr>
            <a:xfrm>
              <a:off x="5988416" y="2372882"/>
              <a:ext cx="16849" cy="16849"/>
            </a:xfrm>
            <a:prstGeom prst="ellipse">
              <a:avLst/>
            </a:prstGeom>
            <a:solidFill>
              <a:srgbClr val="A5D848">
                <a:alpha val="45098"/>
              </a:srgbClr>
            </a:solidFill>
            <a:ln w="7363" cap="rnd">
              <a:solidFill>
                <a:srgbClr val="A5D84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5" name="pt8805"/>
            <p:cNvSpPr/>
            <p:nvPr/>
          </p:nvSpPr>
          <p:spPr>
            <a:xfrm>
              <a:off x="5769355" y="1784619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6" name="pt8806"/>
            <p:cNvSpPr/>
            <p:nvPr/>
          </p:nvSpPr>
          <p:spPr>
            <a:xfrm>
              <a:off x="5900419" y="2188514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7" name="pt8807"/>
            <p:cNvSpPr/>
            <p:nvPr/>
          </p:nvSpPr>
          <p:spPr>
            <a:xfrm>
              <a:off x="6127987" y="2332110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8" name="pt8808"/>
            <p:cNvSpPr/>
            <p:nvPr/>
          </p:nvSpPr>
          <p:spPr>
            <a:xfrm>
              <a:off x="6497699" y="2085178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9" name="pt8809"/>
            <p:cNvSpPr/>
            <p:nvPr/>
          </p:nvSpPr>
          <p:spPr>
            <a:xfrm>
              <a:off x="6380289" y="2296222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0" name="pt8810"/>
            <p:cNvSpPr/>
            <p:nvPr/>
          </p:nvSpPr>
          <p:spPr>
            <a:xfrm>
              <a:off x="6695768" y="1993548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1" name="pt8811"/>
            <p:cNvSpPr/>
            <p:nvPr/>
          </p:nvSpPr>
          <p:spPr>
            <a:xfrm>
              <a:off x="5538001" y="2162188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2" name="pt8812"/>
            <p:cNvSpPr/>
            <p:nvPr/>
          </p:nvSpPr>
          <p:spPr>
            <a:xfrm>
              <a:off x="6463433" y="2036954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3" name="pt8813"/>
            <p:cNvSpPr/>
            <p:nvPr/>
          </p:nvSpPr>
          <p:spPr>
            <a:xfrm>
              <a:off x="6582065" y="228103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4" name="pt8814"/>
            <p:cNvSpPr/>
            <p:nvPr/>
          </p:nvSpPr>
          <p:spPr>
            <a:xfrm>
              <a:off x="6268267" y="2422391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5" name="pt8815"/>
            <p:cNvSpPr/>
            <p:nvPr/>
          </p:nvSpPr>
          <p:spPr>
            <a:xfrm>
              <a:off x="6128689" y="2302666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6" name="pt8816"/>
            <p:cNvSpPr/>
            <p:nvPr/>
          </p:nvSpPr>
          <p:spPr>
            <a:xfrm>
              <a:off x="6011608" y="2378769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7" name="pt8817"/>
            <p:cNvSpPr/>
            <p:nvPr/>
          </p:nvSpPr>
          <p:spPr>
            <a:xfrm>
              <a:off x="6447229" y="211415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8" name="pt8818"/>
            <p:cNvSpPr/>
            <p:nvPr/>
          </p:nvSpPr>
          <p:spPr>
            <a:xfrm>
              <a:off x="6964111" y="1849779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9" name="pt8819"/>
            <p:cNvSpPr/>
            <p:nvPr/>
          </p:nvSpPr>
          <p:spPr>
            <a:xfrm>
              <a:off x="5585948" y="1833621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0" name="pt8820"/>
            <p:cNvSpPr/>
            <p:nvPr/>
          </p:nvSpPr>
          <p:spPr>
            <a:xfrm>
              <a:off x="6064505" y="2390618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1" name="pt8821"/>
            <p:cNvSpPr/>
            <p:nvPr/>
          </p:nvSpPr>
          <p:spPr>
            <a:xfrm>
              <a:off x="6070776" y="2416906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2" name="pt8822"/>
            <p:cNvSpPr/>
            <p:nvPr/>
          </p:nvSpPr>
          <p:spPr>
            <a:xfrm>
              <a:off x="6721072" y="200599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3" name="pt8823"/>
            <p:cNvSpPr/>
            <p:nvPr/>
          </p:nvSpPr>
          <p:spPr>
            <a:xfrm>
              <a:off x="5942776" y="179965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4" name="pt8824"/>
            <p:cNvSpPr/>
            <p:nvPr/>
          </p:nvSpPr>
          <p:spPr>
            <a:xfrm>
              <a:off x="6728517" y="1916420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5" name="pt8825"/>
            <p:cNvSpPr/>
            <p:nvPr/>
          </p:nvSpPr>
          <p:spPr>
            <a:xfrm>
              <a:off x="6138055" y="2229115"/>
              <a:ext cx="16849" cy="16849"/>
            </a:xfrm>
            <a:prstGeom prst="ellipse">
              <a:avLst/>
            </a:prstGeom>
            <a:solidFill>
              <a:srgbClr val="24A485">
                <a:alpha val="45098"/>
              </a:srgbClr>
            </a:solidFill>
            <a:ln w="7363" cap="rnd">
              <a:solidFill>
                <a:srgbClr val="24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6" name="pt8826"/>
            <p:cNvSpPr/>
            <p:nvPr/>
          </p:nvSpPr>
          <p:spPr>
            <a:xfrm>
              <a:off x="6478426" y="213948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7" name="pt8827"/>
            <p:cNvSpPr/>
            <p:nvPr/>
          </p:nvSpPr>
          <p:spPr>
            <a:xfrm>
              <a:off x="6525641" y="2175653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8" name="pt8828"/>
            <p:cNvSpPr/>
            <p:nvPr/>
          </p:nvSpPr>
          <p:spPr>
            <a:xfrm>
              <a:off x="6522381" y="2128971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9" name="pt8829"/>
            <p:cNvSpPr/>
            <p:nvPr/>
          </p:nvSpPr>
          <p:spPr>
            <a:xfrm>
              <a:off x="6827260" y="1942445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0" name="pt8830"/>
            <p:cNvSpPr/>
            <p:nvPr/>
          </p:nvSpPr>
          <p:spPr>
            <a:xfrm>
              <a:off x="6415440" y="238984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1" name="pt8831"/>
            <p:cNvSpPr/>
            <p:nvPr/>
          </p:nvSpPr>
          <p:spPr>
            <a:xfrm>
              <a:off x="6689489" y="2162941"/>
              <a:ext cx="16849" cy="16849"/>
            </a:xfrm>
            <a:prstGeom prst="ellipse">
              <a:avLst/>
            </a:prstGeom>
            <a:solidFill>
              <a:srgbClr val="89D34E">
                <a:alpha val="45098"/>
              </a:srgbClr>
            </a:solidFill>
            <a:ln w="7363" cap="rnd">
              <a:solidFill>
                <a:srgbClr val="89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2" name="pt8832"/>
            <p:cNvSpPr/>
            <p:nvPr/>
          </p:nvSpPr>
          <p:spPr>
            <a:xfrm>
              <a:off x="6841505" y="1817172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3" name="pt8833"/>
            <p:cNvSpPr/>
            <p:nvPr/>
          </p:nvSpPr>
          <p:spPr>
            <a:xfrm>
              <a:off x="6441985" y="1856125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4" name="pt8834"/>
            <p:cNvSpPr/>
            <p:nvPr/>
          </p:nvSpPr>
          <p:spPr>
            <a:xfrm>
              <a:off x="6585410" y="2122551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5" name="pt8835"/>
            <p:cNvSpPr/>
            <p:nvPr/>
          </p:nvSpPr>
          <p:spPr>
            <a:xfrm>
              <a:off x="5857350" y="2081561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6" name="pt8836"/>
            <p:cNvSpPr/>
            <p:nvPr/>
          </p:nvSpPr>
          <p:spPr>
            <a:xfrm>
              <a:off x="6126604" y="2313100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7" name="pt8837"/>
            <p:cNvSpPr/>
            <p:nvPr/>
          </p:nvSpPr>
          <p:spPr>
            <a:xfrm>
              <a:off x="6378394" y="2292765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8" name="pt8838"/>
            <p:cNvSpPr/>
            <p:nvPr/>
          </p:nvSpPr>
          <p:spPr>
            <a:xfrm>
              <a:off x="6511960" y="2134358"/>
              <a:ext cx="16849" cy="16849"/>
            </a:xfrm>
            <a:prstGeom prst="ellipse">
              <a:avLst/>
            </a:prstGeom>
            <a:solidFill>
              <a:srgbClr val="63C266">
                <a:alpha val="45098"/>
              </a:srgbClr>
            </a:solidFill>
            <a:ln w="7363" cap="rnd">
              <a:solidFill>
                <a:srgbClr val="63C26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9" name="pt8839"/>
            <p:cNvSpPr/>
            <p:nvPr/>
          </p:nvSpPr>
          <p:spPr>
            <a:xfrm>
              <a:off x="5585044" y="1840078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0" name="pt8840"/>
            <p:cNvSpPr/>
            <p:nvPr/>
          </p:nvSpPr>
          <p:spPr>
            <a:xfrm>
              <a:off x="5539553" y="1945504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1" name="pt8841"/>
            <p:cNvSpPr/>
            <p:nvPr/>
          </p:nvSpPr>
          <p:spPr>
            <a:xfrm>
              <a:off x="6780909" y="1948293"/>
              <a:ext cx="16849" cy="16849"/>
            </a:xfrm>
            <a:prstGeom prst="ellipse">
              <a:avLst/>
            </a:prstGeom>
            <a:solidFill>
              <a:srgbClr val="6EC85D">
                <a:alpha val="45098"/>
              </a:srgbClr>
            </a:solidFill>
            <a:ln w="7363" cap="rnd">
              <a:solidFill>
                <a:srgbClr val="6EC8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2" name="pt8842"/>
            <p:cNvSpPr/>
            <p:nvPr/>
          </p:nvSpPr>
          <p:spPr>
            <a:xfrm>
              <a:off x="6015672" y="2434961"/>
              <a:ext cx="16849" cy="16849"/>
            </a:xfrm>
            <a:prstGeom prst="ellipse">
              <a:avLst/>
            </a:prstGeom>
            <a:solidFill>
              <a:srgbClr val="2DAB81">
                <a:alpha val="45098"/>
              </a:srgbClr>
            </a:solidFill>
            <a:ln w="7363" cap="rnd">
              <a:solidFill>
                <a:srgbClr val="2D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3" name="pt8843"/>
            <p:cNvSpPr/>
            <p:nvPr/>
          </p:nvSpPr>
          <p:spPr>
            <a:xfrm>
              <a:off x="6151909" y="2359314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4" name="pt8844"/>
            <p:cNvSpPr/>
            <p:nvPr/>
          </p:nvSpPr>
          <p:spPr>
            <a:xfrm>
              <a:off x="6440897" y="199871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5" name="pt8845"/>
            <p:cNvSpPr/>
            <p:nvPr/>
          </p:nvSpPr>
          <p:spPr>
            <a:xfrm>
              <a:off x="6089155" y="2177333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6" name="pt8846"/>
            <p:cNvSpPr/>
            <p:nvPr/>
          </p:nvSpPr>
          <p:spPr>
            <a:xfrm>
              <a:off x="6000245" y="2634895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7" name="pt8847"/>
            <p:cNvSpPr/>
            <p:nvPr/>
          </p:nvSpPr>
          <p:spPr>
            <a:xfrm>
              <a:off x="6457319" y="2019015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8" name="pt8848"/>
            <p:cNvSpPr/>
            <p:nvPr/>
          </p:nvSpPr>
          <p:spPr>
            <a:xfrm>
              <a:off x="6431528" y="1824394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9" name="pt8849"/>
            <p:cNvSpPr/>
            <p:nvPr/>
          </p:nvSpPr>
          <p:spPr>
            <a:xfrm>
              <a:off x="6384675" y="2216273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0" name="pt8850"/>
            <p:cNvSpPr/>
            <p:nvPr/>
          </p:nvSpPr>
          <p:spPr>
            <a:xfrm>
              <a:off x="5320311" y="2107855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1" name="pt8851"/>
            <p:cNvSpPr/>
            <p:nvPr/>
          </p:nvSpPr>
          <p:spPr>
            <a:xfrm>
              <a:off x="6752426" y="2066207"/>
              <a:ext cx="16849" cy="16849"/>
            </a:xfrm>
            <a:prstGeom prst="ellipse">
              <a:avLst/>
            </a:prstGeom>
            <a:solidFill>
              <a:srgbClr val="2DAB81">
                <a:alpha val="45098"/>
              </a:srgbClr>
            </a:solidFill>
            <a:ln w="7363" cap="rnd">
              <a:solidFill>
                <a:srgbClr val="2D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2" name="pt8852"/>
            <p:cNvSpPr/>
            <p:nvPr/>
          </p:nvSpPr>
          <p:spPr>
            <a:xfrm>
              <a:off x="6564760" y="2258089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3" name="pt8853"/>
            <p:cNvSpPr/>
            <p:nvPr/>
          </p:nvSpPr>
          <p:spPr>
            <a:xfrm>
              <a:off x="6064229" y="2350149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4" name="pt8854"/>
            <p:cNvSpPr/>
            <p:nvPr/>
          </p:nvSpPr>
          <p:spPr>
            <a:xfrm>
              <a:off x="6081143" y="2349324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5" name="pt8855"/>
            <p:cNvSpPr/>
            <p:nvPr/>
          </p:nvSpPr>
          <p:spPr>
            <a:xfrm>
              <a:off x="5909938" y="2135714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6" name="pt8856"/>
            <p:cNvSpPr/>
            <p:nvPr/>
          </p:nvSpPr>
          <p:spPr>
            <a:xfrm>
              <a:off x="6662919" y="2008496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7" name="pt8857"/>
            <p:cNvSpPr/>
            <p:nvPr/>
          </p:nvSpPr>
          <p:spPr>
            <a:xfrm>
              <a:off x="6142930" y="239827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8" name="pt8858"/>
            <p:cNvSpPr/>
            <p:nvPr/>
          </p:nvSpPr>
          <p:spPr>
            <a:xfrm>
              <a:off x="6739385" y="1910856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9" name="pt8859"/>
            <p:cNvSpPr/>
            <p:nvPr/>
          </p:nvSpPr>
          <p:spPr>
            <a:xfrm>
              <a:off x="5793397" y="2128810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0" name="pt8860"/>
            <p:cNvSpPr/>
            <p:nvPr/>
          </p:nvSpPr>
          <p:spPr>
            <a:xfrm>
              <a:off x="5719230" y="2569145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1" name="pt8861"/>
            <p:cNvSpPr/>
            <p:nvPr/>
          </p:nvSpPr>
          <p:spPr>
            <a:xfrm>
              <a:off x="6585776" y="234381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2" name="pt8862"/>
            <p:cNvSpPr/>
            <p:nvPr/>
          </p:nvSpPr>
          <p:spPr>
            <a:xfrm>
              <a:off x="6865396" y="1853066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3" name="pt8863"/>
            <p:cNvSpPr/>
            <p:nvPr/>
          </p:nvSpPr>
          <p:spPr>
            <a:xfrm>
              <a:off x="6752150" y="2083144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4" name="pt8864"/>
            <p:cNvSpPr/>
            <p:nvPr/>
          </p:nvSpPr>
          <p:spPr>
            <a:xfrm>
              <a:off x="6391267" y="2156627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5" name="pt8865"/>
            <p:cNvSpPr/>
            <p:nvPr/>
          </p:nvSpPr>
          <p:spPr>
            <a:xfrm>
              <a:off x="5873151" y="2156969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6" name="pt8866"/>
            <p:cNvSpPr/>
            <p:nvPr/>
          </p:nvSpPr>
          <p:spPr>
            <a:xfrm>
              <a:off x="6565285" y="2068316"/>
              <a:ext cx="16849" cy="16849"/>
            </a:xfrm>
            <a:prstGeom prst="ellipse">
              <a:avLst/>
            </a:prstGeom>
            <a:solidFill>
              <a:srgbClr val="25A485">
                <a:alpha val="45098"/>
              </a:srgbClr>
            </a:solidFill>
            <a:ln w="7363" cap="rnd">
              <a:solidFill>
                <a:srgbClr val="25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7" name="pt8867"/>
            <p:cNvSpPr/>
            <p:nvPr/>
          </p:nvSpPr>
          <p:spPr>
            <a:xfrm>
              <a:off x="6986919" y="166130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8" name="pt8868"/>
            <p:cNvSpPr/>
            <p:nvPr/>
          </p:nvSpPr>
          <p:spPr>
            <a:xfrm>
              <a:off x="6154059" y="2303057"/>
              <a:ext cx="16849" cy="16849"/>
            </a:xfrm>
            <a:prstGeom prst="ellipse">
              <a:avLst/>
            </a:prstGeom>
            <a:solidFill>
              <a:srgbClr val="4FB773">
                <a:alpha val="45098"/>
              </a:srgbClr>
            </a:solidFill>
            <a:ln w="7363" cap="rnd">
              <a:solidFill>
                <a:srgbClr val="4FB7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9" name="pt8869"/>
            <p:cNvSpPr/>
            <p:nvPr/>
          </p:nvSpPr>
          <p:spPr>
            <a:xfrm>
              <a:off x="6802401" y="176611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0" name="pt8870"/>
            <p:cNvSpPr/>
            <p:nvPr/>
          </p:nvSpPr>
          <p:spPr>
            <a:xfrm>
              <a:off x="6570829" y="2168697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1" name="pt8871"/>
            <p:cNvSpPr/>
            <p:nvPr/>
          </p:nvSpPr>
          <p:spPr>
            <a:xfrm>
              <a:off x="6106909" y="231037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2" name="pt8872"/>
            <p:cNvSpPr/>
            <p:nvPr/>
          </p:nvSpPr>
          <p:spPr>
            <a:xfrm>
              <a:off x="6520716" y="2134227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3" name="pt8873"/>
            <p:cNvSpPr/>
            <p:nvPr/>
          </p:nvSpPr>
          <p:spPr>
            <a:xfrm>
              <a:off x="6416612" y="230255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4" name="pt8874"/>
            <p:cNvSpPr/>
            <p:nvPr/>
          </p:nvSpPr>
          <p:spPr>
            <a:xfrm>
              <a:off x="6088700" y="232418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5" name="pt8875"/>
            <p:cNvSpPr/>
            <p:nvPr/>
          </p:nvSpPr>
          <p:spPr>
            <a:xfrm>
              <a:off x="6105649" y="238405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6" name="pt8876"/>
            <p:cNvSpPr/>
            <p:nvPr/>
          </p:nvSpPr>
          <p:spPr>
            <a:xfrm>
              <a:off x="6307878" y="222880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7" name="pt8877"/>
            <p:cNvSpPr/>
            <p:nvPr/>
          </p:nvSpPr>
          <p:spPr>
            <a:xfrm>
              <a:off x="6420833" y="2086530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8" name="pt8878"/>
            <p:cNvSpPr/>
            <p:nvPr/>
          </p:nvSpPr>
          <p:spPr>
            <a:xfrm>
              <a:off x="6491205" y="2264374"/>
              <a:ext cx="16849" cy="16849"/>
            </a:xfrm>
            <a:prstGeom prst="ellipse">
              <a:avLst/>
            </a:prstGeom>
            <a:solidFill>
              <a:srgbClr val="C0DD40">
                <a:alpha val="45098"/>
              </a:srgbClr>
            </a:solidFill>
            <a:ln w="7363" cap="rnd">
              <a:solidFill>
                <a:srgbClr val="C0DD4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9" name="pt8879"/>
            <p:cNvSpPr/>
            <p:nvPr/>
          </p:nvSpPr>
          <p:spPr>
            <a:xfrm>
              <a:off x="6332730" y="2241429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0" name="pt8880"/>
            <p:cNvSpPr/>
            <p:nvPr/>
          </p:nvSpPr>
          <p:spPr>
            <a:xfrm>
              <a:off x="6041666" y="215165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1" name="pt8881"/>
            <p:cNvSpPr/>
            <p:nvPr/>
          </p:nvSpPr>
          <p:spPr>
            <a:xfrm>
              <a:off x="6251243" y="229351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2" name="pt8882"/>
            <p:cNvSpPr/>
            <p:nvPr/>
          </p:nvSpPr>
          <p:spPr>
            <a:xfrm>
              <a:off x="6112139" y="2160952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3" name="pt8883"/>
            <p:cNvSpPr/>
            <p:nvPr/>
          </p:nvSpPr>
          <p:spPr>
            <a:xfrm>
              <a:off x="6541928" y="2076209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4" name="pt8884"/>
            <p:cNvSpPr/>
            <p:nvPr/>
          </p:nvSpPr>
          <p:spPr>
            <a:xfrm>
              <a:off x="7255822" y="1952674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5" name="pt8885"/>
            <p:cNvSpPr/>
            <p:nvPr/>
          </p:nvSpPr>
          <p:spPr>
            <a:xfrm>
              <a:off x="6625895" y="228808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6" name="pt8886"/>
            <p:cNvSpPr/>
            <p:nvPr/>
          </p:nvSpPr>
          <p:spPr>
            <a:xfrm>
              <a:off x="5898276" y="2208128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7" name="pt8887"/>
            <p:cNvSpPr/>
            <p:nvPr/>
          </p:nvSpPr>
          <p:spPr>
            <a:xfrm>
              <a:off x="6520203" y="237903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8" name="pt8888"/>
            <p:cNvSpPr/>
            <p:nvPr/>
          </p:nvSpPr>
          <p:spPr>
            <a:xfrm>
              <a:off x="5747999" y="2229124"/>
              <a:ext cx="16849" cy="16849"/>
            </a:xfrm>
            <a:prstGeom prst="ellipse">
              <a:avLst/>
            </a:prstGeom>
            <a:solidFill>
              <a:srgbClr val="6AC661">
                <a:alpha val="45098"/>
              </a:srgbClr>
            </a:solidFill>
            <a:ln w="7363" cap="rnd">
              <a:solidFill>
                <a:srgbClr val="6AC66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9" name="pt8889"/>
            <p:cNvSpPr/>
            <p:nvPr/>
          </p:nvSpPr>
          <p:spPr>
            <a:xfrm>
              <a:off x="6324334" y="2188390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0" name="pt8890"/>
            <p:cNvSpPr/>
            <p:nvPr/>
          </p:nvSpPr>
          <p:spPr>
            <a:xfrm>
              <a:off x="6881608" y="1902237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1" name="pt8891"/>
            <p:cNvSpPr/>
            <p:nvPr/>
          </p:nvSpPr>
          <p:spPr>
            <a:xfrm>
              <a:off x="5707739" y="2410353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2" name="pt8892"/>
            <p:cNvSpPr/>
            <p:nvPr/>
          </p:nvSpPr>
          <p:spPr>
            <a:xfrm>
              <a:off x="6760774" y="206210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3" name="pt8893"/>
            <p:cNvSpPr/>
            <p:nvPr/>
          </p:nvSpPr>
          <p:spPr>
            <a:xfrm>
              <a:off x="6208700" y="2244724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4" name="pt8894"/>
            <p:cNvSpPr/>
            <p:nvPr/>
          </p:nvSpPr>
          <p:spPr>
            <a:xfrm>
              <a:off x="5797792" y="2288442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5" name="pt8895"/>
            <p:cNvSpPr/>
            <p:nvPr/>
          </p:nvSpPr>
          <p:spPr>
            <a:xfrm>
              <a:off x="6110846" y="2219782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6" name="pt8896"/>
            <p:cNvSpPr/>
            <p:nvPr/>
          </p:nvSpPr>
          <p:spPr>
            <a:xfrm>
              <a:off x="5786344" y="203262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7" name="pt8897"/>
            <p:cNvSpPr/>
            <p:nvPr/>
          </p:nvSpPr>
          <p:spPr>
            <a:xfrm>
              <a:off x="6561969" y="2244972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8" name="pt8898"/>
            <p:cNvSpPr/>
            <p:nvPr/>
          </p:nvSpPr>
          <p:spPr>
            <a:xfrm>
              <a:off x="6516623" y="2227044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9" name="pt8899"/>
            <p:cNvSpPr/>
            <p:nvPr/>
          </p:nvSpPr>
          <p:spPr>
            <a:xfrm>
              <a:off x="6050097" y="2409248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0" name="pt8900"/>
            <p:cNvSpPr/>
            <p:nvPr/>
          </p:nvSpPr>
          <p:spPr>
            <a:xfrm>
              <a:off x="6265987" y="2464316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1" name="pt8901"/>
            <p:cNvSpPr/>
            <p:nvPr/>
          </p:nvSpPr>
          <p:spPr>
            <a:xfrm>
              <a:off x="5723392" y="2437759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2" name="pt8902"/>
            <p:cNvSpPr/>
            <p:nvPr/>
          </p:nvSpPr>
          <p:spPr>
            <a:xfrm>
              <a:off x="6653587" y="2019924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3" name="pt8903"/>
            <p:cNvSpPr/>
            <p:nvPr/>
          </p:nvSpPr>
          <p:spPr>
            <a:xfrm>
              <a:off x="5741397" y="2169140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4" name="pt8904"/>
            <p:cNvSpPr/>
            <p:nvPr/>
          </p:nvSpPr>
          <p:spPr>
            <a:xfrm>
              <a:off x="5889998" y="2136824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5" name="pt8905"/>
            <p:cNvSpPr/>
            <p:nvPr/>
          </p:nvSpPr>
          <p:spPr>
            <a:xfrm>
              <a:off x="5451232" y="2341832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6" name="pt8906"/>
            <p:cNvSpPr/>
            <p:nvPr/>
          </p:nvSpPr>
          <p:spPr>
            <a:xfrm>
              <a:off x="6330995" y="226194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7" name="pt8907"/>
            <p:cNvSpPr/>
            <p:nvPr/>
          </p:nvSpPr>
          <p:spPr>
            <a:xfrm>
              <a:off x="5968102" y="2355320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8" name="pt8908"/>
            <p:cNvSpPr/>
            <p:nvPr/>
          </p:nvSpPr>
          <p:spPr>
            <a:xfrm>
              <a:off x="5152945" y="224107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9" name="pt8909"/>
            <p:cNvSpPr/>
            <p:nvPr/>
          </p:nvSpPr>
          <p:spPr>
            <a:xfrm>
              <a:off x="6024275" y="193351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0" name="pt8910"/>
            <p:cNvSpPr/>
            <p:nvPr/>
          </p:nvSpPr>
          <p:spPr>
            <a:xfrm>
              <a:off x="6295000" y="2092407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1" name="pt8911"/>
            <p:cNvSpPr/>
            <p:nvPr/>
          </p:nvSpPr>
          <p:spPr>
            <a:xfrm>
              <a:off x="5012655" y="2770879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2" name="pt8912"/>
            <p:cNvSpPr/>
            <p:nvPr/>
          </p:nvSpPr>
          <p:spPr>
            <a:xfrm>
              <a:off x="6294598" y="2072044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3" name="pt8913"/>
            <p:cNvSpPr/>
            <p:nvPr/>
          </p:nvSpPr>
          <p:spPr>
            <a:xfrm>
              <a:off x="6704234" y="2185251"/>
              <a:ext cx="16849" cy="16849"/>
            </a:xfrm>
            <a:prstGeom prst="ellipse">
              <a:avLst/>
            </a:prstGeom>
            <a:solidFill>
              <a:srgbClr val="A1D749">
                <a:alpha val="45098"/>
              </a:srgbClr>
            </a:solidFill>
            <a:ln w="7363" cap="rnd">
              <a:solidFill>
                <a:srgbClr val="A1D74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4" name="pt8914"/>
            <p:cNvSpPr/>
            <p:nvPr/>
          </p:nvSpPr>
          <p:spPr>
            <a:xfrm>
              <a:off x="6757004" y="2079743"/>
              <a:ext cx="16849" cy="16849"/>
            </a:xfrm>
            <a:prstGeom prst="ellipse">
              <a:avLst/>
            </a:prstGeom>
            <a:solidFill>
              <a:srgbClr val="49B476">
                <a:alpha val="45098"/>
              </a:srgbClr>
            </a:solidFill>
            <a:ln w="7363" cap="rnd">
              <a:solidFill>
                <a:srgbClr val="49B4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5" name="pt8915"/>
            <p:cNvSpPr/>
            <p:nvPr/>
          </p:nvSpPr>
          <p:spPr>
            <a:xfrm>
              <a:off x="5769292" y="2180093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6" name="pt8916"/>
            <p:cNvSpPr/>
            <p:nvPr/>
          </p:nvSpPr>
          <p:spPr>
            <a:xfrm>
              <a:off x="6489203" y="2098355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7" name="pt8917"/>
            <p:cNvSpPr/>
            <p:nvPr/>
          </p:nvSpPr>
          <p:spPr>
            <a:xfrm>
              <a:off x="6184026" y="2210168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8" name="pt8918"/>
            <p:cNvSpPr/>
            <p:nvPr/>
          </p:nvSpPr>
          <p:spPr>
            <a:xfrm>
              <a:off x="6605436" y="2111171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9" name="pt8919"/>
            <p:cNvSpPr/>
            <p:nvPr/>
          </p:nvSpPr>
          <p:spPr>
            <a:xfrm>
              <a:off x="6652467" y="2125813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0" name="pt8920"/>
            <p:cNvSpPr/>
            <p:nvPr/>
          </p:nvSpPr>
          <p:spPr>
            <a:xfrm>
              <a:off x="6464007" y="2051739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1" name="pt8921"/>
            <p:cNvSpPr/>
            <p:nvPr/>
          </p:nvSpPr>
          <p:spPr>
            <a:xfrm>
              <a:off x="5607093" y="2350736"/>
              <a:ext cx="16849" cy="16849"/>
            </a:xfrm>
            <a:prstGeom prst="ellipse">
              <a:avLst/>
            </a:prstGeom>
            <a:solidFill>
              <a:srgbClr val="CCDF3C">
                <a:alpha val="45098"/>
              </a:srgbClr>
            </a:solidFill>
            <a:ln w="7363" cap="rnd">
              <a:solidFill>
                <a:srgbClr val="CCDF3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2" name="pt8922"/>
            <p:cNvSpPr/>
            <p:nvPr/>
          </p:nvSpPr>
          <p:spPr>
            <a:xfrm>
              <a:off x="6446845" y="2114823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3" name="pt8923"/>
            <p:cNvSpPr/>
            <p:nvPr/>
          </p:nvSpPr>
          <p:spPr>
            <a:xfrm>
              <a:off x="6410291" y="2271835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4" name="pt8924"/>
            <p:cNvSpPr/>
            <p:nvPr/>
          </p:nvSpPr>
          <p:spPr>
            <a:xfrm>
              <a:off x="6317232" y="2092169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5" name="pt8925"/>
            <p:cNvSpPr/>
            <p:nvPr/>
          </p:nvSpPr>
          <p:spPr>
            <a:xfrm>
              <a:off x="6483968" y="2129809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6" name="pt8926"/>
            <p:cNvSpPr/>
            <p:nvPr/>
          </p:nvSpPr>
          <p:spPr>
            <a:xfrm>
              <a:off x="6373243" y="2391213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7" name="pt8927"/>
            <p:cNvSpPr/>
            <p:nvPr/>
          </p:nvSpPr>
          <p:spPr>
            <a:xfrm>
              <a:off x="6630582" y="227650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8" name="pt8928"/>
            <p:cNvSpPr/>
            <p:nvPr/>
          </p:nvSpPr>
          <p:spPr>
            <a:xfrm>
              <a:off x="6150121" y="2182785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9" name="pt8929"/>
            <p:cNvSpPr/>
            <p:nvPr/>
          </p:nvSpPr>
          <p:spPr>
            <a:xfrm>
              <a:off x="6001502" y="232753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0" name="pt8930"/>
            <p:cNvSpPr/>
            <p:nvPr/>
          </p:nvSpPr>
          <p:spPr>
            <a:xfrm>
              <a:off x="6759032" y="201564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1" name="pt8931"/>
            <p:cNvSpPr/>
            <p:nvPr/>
          </p:nvSpPr>
          <p:spPr>
            <a:xfrm>
              <a:off x="6573818" y="2110803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2" name="pt8932"/>
            <p:cNvSpPr/>
            <p:nvPr/>
          </p:nvSpPr>
          <p:spPr>
            <a:xfrm>
              <a:off x="6660513" y="216915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3" name="pt8933"/>
            <p:cNvSpPr/>
            <p:nvPr/>
          </p:nvSpPr>
          <p:spPr>
            <a:xfrm>
              <a:off x="6800306" y="1777772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4" name="pt8934"/>
            <p:cNvSpPr/>
            <p:nvPr/>
          </p:nvSpPr>
          <p:spPr>
            <a:xfrm>
              <a:off x="6132205" y="242414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5" name="pt8935"/>
            <p:cNvSpPr/>
            <p:nvPr/>
          </p:nvSpPr>
          <p:spPr>
            <a:xfrm>
              <a:off x="6260170" y="2470891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6" name="pt8936"/>
            <p:cNvSpPr/>
            <p:nvPr/>
          </p:nvSpPr>
          <p:spPr>
            <a:xfrm>
              <a:off x="6319922" y="2242509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7" name="pt8937"/>
            <p:cNvSpPr/>
            <p:nvPr/>
          </p:nvSpPr>
          <p:spPr>
            <a:xfrm>
              <a:off x="5216958" y="2122617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8" name="pt8938"/>
            <p:cNvSpPr/>
            <p:nvPr/>
          </p:nvSpPr>
          <p:spPr>
            <a:xfrm>
              <a:off x="5305650" y="213742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9" name="pt8939"/>
            <p:cNvSpPr/>
            <p:nvPr/>
          </p:nvSpPr>
          <p:spPr>
            <a:xfrm>
              <a:off x="6318688" y="2207792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0" name="pt8940"/>
            <p:cNvSpPr/>
            <p:nvPr/>
          </p:nvSpPr>
          <p:spPr>
            <a:xfrm>
              <a:off x="6465478" y="2055373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1" name="pt8941"/>
            <p:cNvSpPr/>
            <p:nvPr/>
          </p:nvSpPr>
          <p:spPr>
            <a:xfrm>
              <a:off x="5589670" y="1948135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2" name="pt8942"/>
            <p:cNvSpPr/>
            <p:nvPr/>
          </p:nvSpPr>
          <p:spPr>
            <a:xfrm>
              <a:off x="6255795" y="2434819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3" name="pt8943"/>
            <p:cNvSpPr/>
            <p:nvPr/>
          </p:nvSpPr>
          <p:spPr>
            <a:xfrm>
              <a:off x="6285485" y="2190787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4" name="pt8944"/>
            <p:cNvSpPr/>
            <p:nvPr/>
          </p:nvSpPr>
          <p:spPr>
            <a:xfrm>
              <a:off x="7033165" y="162477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5" name="pt8945"/>
            <p:cNvSpPr/>
            <p:nvPr/>
          </p:nvSpPr>
          <p:spPr>
            <a:xfrm>
              <a:off x="5726894" y="244267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6" name="pt8946"/>
            <p:cNvSpPr/>
            <p:nvPr/>
          </p:nvSpPr>
          <p:spPr>
            <a:xfrm>
              <a:off x="5960390" y="2295199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7" name="pt8947"/>
            <p:cNvSpPr/>
            <p:nvPr/>
          </p:nvSpPr>
          <p:spPr>
            <a:xfrm>
              <a:off x="6733517" y="2157873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8" name="pt8948"/>
            <p:cNvSpPr/>
            <p:nvPr/>
          </p:nvSpPr>
          <p:spPr>
            <a:xfrm>
              <a:off x="6182699" y="2101059"/>
              <a:ext cx="16849" cy="16849"/>
            </a:xfrm>
            <a:prstGeom prst="ellipse">
              <a:avLst/>
            </a:prstGeom>
            <a:solidFill>
              <a:srgbClr val="336E8D">
                <a:alpha val="45098"/>
              </a:srgbClr>
            </a:solidFill>
            <a:ln w="7363" cap="rnd">
              <a:solidFill>
                <a:srgbClr val="336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9" name="pt8949"/>
            <p:cNvSpPr/>
            <p:nvPr/>
          </p:nvSpPr>
          <p:spPr>
            <a:xfrm>
              <a:off x="5485260" y="2569208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0" name="pt8950"/>
            <p:cNvSpPr/>
            <p:nvPr/>
          </p:nvSpPr>
          <p:spPr>
            <a:xfrm>
              <a:off x="6435905" y="206589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1" name="pt8951"/>
            <p:cNvSpPr/>
            <p:nvPr/>
          </p:nvSpPr>
          <p:spPr>
            <a:xfrm>
              <a:off x="6194350" y="2078412"/>
              <a:ext cx="16849" cy="16849"/>
            </a:xfrm>
            <a:prstGeom prst="ellipse">
              <a:avLst/>
            </a:prstGeom>
            <a:solidFill>
              <a:srgbClr val="A5D848">
                <a:alpha val="45098"/>
              </a:srgbClr>
            </a:solidFill>
            <a:ln w="7363" cap="rnd">
              <a:solidFill>
                <a:srgbClr val="A5D84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2" name="pt8952"/>
            <p:cNvSpPr/>
            <p:nvPr/>
          </p:nvSpPr>
          <p:spPr>
            <a:xfrm>
              <a:off x="6370260" y="2259626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3" name="pt8953"/>
            <p:cNvSpPr/>
            <p:nvPr/>
          </p:nvSpPr>
          <p:spPr>
            <a:xfrm>
              <a:off x="6437530" y="1812954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4" name="pt8954"/>
            <p:cNvSpPr/>
            <p:nvPr/>
          </p:nvSpPr>
          <p:spPr>
            <a:xfrm>
              <a:off x="5654227" y="2282153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5" name="pt8955"/>
            <p:cNvSpPr/>
            <p:nvPr/>
          </p:nvSpPr>
          <p:spPr>
            <a:xfrm>
              <a:off x="6674576" y="226856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6" name="pt8956"/>
            <p:cNvSpPr/>
            <p:nvPr/>
          </p:nvSpPr>
          <p:spPr>
            <a:xfrm>
              <a:off x="5947371" y="2127148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7" name="pt8957"/>
            <p:cNvSpPr/>
            <p:nvPr/>
          </p:nvSpPr>
          <p:spPr>
            <a:xfrm>
              <a:off x="6644518" y="2120251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8" name="pt8958"/>
            <p:cNvSpPr/>
            <p:nvPr/>
          </p:nvSpPr>
          <p:spPr>
            <a:xfrm>
              <a:off x="6865693" y="199197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9" name="pt8959"/>
            <p:cNvSpPr/>
            <p:nvPr/>
          </p:nvSpPr>
          <p:spPr>
            <a:xfrm>
              <a:off x="6940379" y="178768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0" name="pt8960"/>
            <p:cNvSpPr/>
            <p:nvPr/>
          </p:nvSpPr>
          <p:spPr>
            <a:xfrm>
              <a:off x="5946995" y="2024902"/>
              <a:ext cx="16849" cy="16849"/>
            </a:xfrm>
            <a:prstGeom prst="ellipse">
              <a:avLst/>
            </a:prstGeom>
            <a:solidFill>
              <a:srgbClr val="76CE56">
                <a:alpha val="45098"/>
              </a:srgbClr>
            </a:solidFill>
            <a:ln w="7363" cap="rnd">
              <a:solidFill>
                <a:srgbClr val="76CE5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1" name="pt8961"/>
            <p:cNvSpPr/>
            <p:nvPr/>
          </p:nvSpPr>
          <p:spPr>
            <a:xfrm>
              <a:off x="6373627" y="2376537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2" name="pt8962"/>
            <p:cNvSpPr/>
            <p:nvPr/>
          </p:nvSpPr>
          <p:spPr>
            <a:xfrm>
              <a:off x="6000460" y="2577518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3" name="pt8963"/>
            <p:cNvSpPr/>
            <p:nvPr/>
          </p:nvSpPr>
          <p:spPr>
            <a:xfrm>
              <a:off x="6057508" y="2364080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4" name="pt8964"/>
            <p:cNvSpPr/>
            <p:nvPr/>
          </p:nvSpPr>
          <p:spPr>
            <a:xfrm>
              <a:off x="6170626" y="2314674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5" name="pt8965"/>
            <p:cNvSpPr/>
            <p:nvPr/>
          </p:nvSpPr>
          <p:spPr>
            <a:xfrm>
              <a:off x="5886634" y="2265637"/>
              <a:ext cx="16849" cy="16849"/>
            </a:xfrm>
            <a:prstGeom prst="ellipse">
              <a:avLst/>
            </a:prstGeom>
            <a:solidFill>
              <a:srgbClr val="78CF53">
                <a:alpha val="45098"/>
              </a:srgbClr>
            </a:solidFill>
            <a:ln w="7363" cap="rnd">
              <a:solidFill>
                <a:srgbClr val="78CF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6" name="pt8966"/>
            <p:cNvSpPr/>
            <p:nvPr/>
          </p:nvSpPr>
          <p:spPr>
            <a:xfrm>
              <a:off x="6648127" y="2056557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7" name="pt8967"/>
            <p:cNvSpPr/>
            <p:nvPr/>
          </p:nvSpPr>
          <p:spPr>
            <a:xfrm>
              <a:off x="6070578" y="2327283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8" name="pt8968"/>
            <p:cNvSpPr/>
            <p:nvPr/>
          </p:nvSpPr>
          <p:spPr>
            <a:xfrm>
              <a:off x="6220746" y="2432225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9" name="pt8969"/>
            <p:cNvSpPr/>
            <p:nvPr/>
          </p:nvSpPr>
          <p:spPr>
            <a:xfrm>
              <a:off x="6733399" y="1880327"/>
              <a:ext cx="16849" cy="16849"/>
            </a:xfrm>
            <a:prstGeom prst="ellipse">
              <a:avLst/>
            </a:prstGeom>
            <a:solidFill>
              <a:srgbClr val="2B7B8D">
                <a:alpha val="45098"/>
              </a:srgbClr>
            </a:solidFill>
            <a:ln w="7363" cap="rnd">
              <a:solidFill>
                <a:srgbClr val="2B7B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0" name="pt8970"/>
            <p:cNvSpPr/>
            <p:nvPr/>
          </p:nvSpPr>
          <p:spPr>
            <a:xfrm>
              <a:off x="6013750" y="2408398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1" name="pt8971"/>
            <p:cNvSpPr/>
            <p:nvPr/>
          </p:nvSpPr>
          <p:spPr>
            <a:xfrm>
              <a:off x="5949601" y="2134486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2" name="pt8972"/>
            <p:cNvSpPr/>
            <p:nvPr/>
          </p:nvSpPr>
          <p:spPr>
            <a:xfrm>
              <a:off x="6440915" y="188645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3" name="pt8973"/>
            <p:cNvSpPr/>
            <p:nvPr/>
          </p:nvSpPr>
          <p:spPr>
            <a:xfrm>
              <a:off x="6243184" y="2363814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4" name="pt8974"/>
            <p:cNvSpPr/>
            <p:nvPr/>
          </p:nvSpPr>
          <p:spPr>
            <a:xfrm>
              <a:off x="6305781" y="230991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5" name="pt8975"/>
            <p:cNvSpPr/>
            <p:nvPr/>
          </p:nvSpPr>
          <p:spPr>
            <a:xfrm>
              <a:off x="7253603" y="2046209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6" name="pt8976"/>
            <p:cNvSpPr/>
            <p:nvPr/>
          </p:nvSpPr>
          <p:spPr>
            <a:xfrm>
              <a:off x="6537204" y="2162038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7" name="pt8977"/>
            <p:cNvSpPr/>
            <p:nvPr/>
          </p:nvSpPr>
          <p:spPr>
            <a:xfrm>
              <a:off x="7237845" y="1941741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8" name="pt8978"/>
            <p:cNvSpPr/>
            <p:nvPr/>
          </p:nvSpPr>
          <p:spPr>
            <a:xfrm>
              <a:off x="6660661" y="2103258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9" name="pt8979"/>
            <p:cNvSpPr/>
            <p:nvPr/>
          </p:nvSpPr>
          <p:spPr>
            <a:xfrm>
              <a:off x="5635592" y="2402209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0" name="pt8980"/>
            <p:cNvSpPr/>
            <p:nvPr/>
          </p:nvSpPr>
          <p:spPr>
            <a:xfrm>
              <a:off x="6730021" y="1996554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1" name="pt8981"/>
            <p:cNvSpPr/>
            <p:nvPr/>
          </p:nvSpPr>
          <p:spPr>
            <a:xfrm>
              <a:off x="6231043" y="2260874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2" name="pt8982"/>
            <p:cNvSpPr/>
            <p:nvPr/>
          </p:nvSpPr>
          <p:spPr>
            <a:xfrm>
              <a:off x="5960722" y="2315412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3" name="pt8983"/>
            <p:cNvSpPr/>
            <p:nvPr/>
          </p:nvSpPr>
          <p:spPr>
            <a:xfrm>
              <a:off x="7173876" y="170558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4" name="pt8984"/>
            <p:cNvSpPr/>
            <p:nvPr/>
          </p:nvSpPr>
          <p:spPr>
            <a:xfrm>
              <a:off x="5269874" y="2251929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5" name="pt8985"/>
            <p:cNvSpPr/>
            <p:nvPr/>
          </p:nvSpPr>
          <p:spPr>
            <a:xfrm>
              <a:off x="6214810" y="2343680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6" name="pt8986"/>
            <p:cNvSpPr/>
            <p:nvPr/>
          </p:nvSpPr>
          <p:spPr>
            <a:xfrm>
              <a:off x="6336797" y="2141819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7" name="pt8987"/>
            <p:cNvSpPr/>
            <p:nvPr/>
          </p:nvSpPr>
          <p:spPr>
            <a:xfrm>
              <a:off x="6164337" y="213446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8" name="pt8988"/>
            <p:cNvSpPr/>
            <p:nvPr/>
          </p:nvSpPr>
          <p:spPr>
            <a:xfrm>
              <a:off x="5539280" y="2156218"/>
              <a:ext cx="16849" cy="16849"/>
            </a:xfrm>
            <a:prstGeom prst="ellipse">
              <a:avLst/>
            </a:prstGeom>
            <a:solidFill>
              <a:srgbClr val="5EBE6A">
                <a:alpha val="45098"/>
              </a:srgbClr>
            </a:solidFill>
            <a:ln w="7363" cap="rnd">
              <a:solidFill>
                <a:srgbClr val="5EBE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9" name="pt8989"/>
            <p:cNvSpPr/>
            <p:nvPr/>
          </p:nvSpPr>
          <p:spPr>
            <a:xfrm>
              <a:off x="6598810" y="2149910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0" name="pt8990"/>
            <p:cNvSpPr/>
            <p:nvPr/>
          </p:nvSpPr>
          <p:spPr>
            <a:xfrm>
              <a:off x="5925783" y="1791342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1" name="pt8991"/>
            <p:cNvSpPr/>
            <p:nvPr/>
          </p:nvSpPr>
          <p:spPr>
            <a:xfrm>
              <a:off x="5950098" y="2324638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2" name="pt8992"/>
            <p:cNvSpPr/>
            <p:nvPr/>
          </p:nvSpPr>
          <p:spPr>
            <a:xfrm>
              <a:off x="5990300" y="225238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3" name="pt8993"/>
            <p:cNvSpPr/>
            <p:nvPr/>
          </p:nvSpPr>
          <p:spPr>
            <a:xfrm>
              <a:off x="6367539" y="228262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4" name="pt8994"/>
            <p:cNvSpPr/>
            <p:nvPr/>
          </p:nvSpPr>
          <p:spPr>
            <a:xfrm>
              <a:off x="6036159" y="2344140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5" name="pt8995"/>
            <p:cNvSpPr/>
            <p:nvPr/>
          </p:nvSpPr>
          <p:spPr>
            <a:xfrm>
              <a:off x="6600069" y="2106148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6" name="pt8996"/>
            <p:cNvSpPr/>
            <p:nvPr/>
          </p:nvSpPr>
          <p:spPr>
            <a:xfrm>
              <a:off x="5929394" y="2006868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7" name="pt8997"/>
            <p:cNvSpPr/>
            <p:nvPr/>
          </p:nvSpPr>
          <p:spPr>
            <a:xfrm>
              <a:off x="6936387" y="2017585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8" name="pt8998"/>
            <p:cNvSpPr/>
            <p:nvPr/>
          </p:nvSpPr>
          <p:spPr>
            <a:xfrm>
              <a:off x="6573119" y="2185253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9" name="pt8999"/>
            <p:cNvSpPr/>
            <p:nvPr/>
          </p:nvSpPr>
          <p:spPr>
            <a:xfrm>
              <a:off x="6070416" y="239316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0" name="pt9000"/>
            <p:cNvSpPr/>
            <p:nvPr/>
          </p:nvSpPr>
          <p:spPr>
            <a:xfrm>
              <a:off x="5720303" y="227181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1" name="pt9001"/>
            <p:cNvSpPr/>
            <p:nvPr/>
          </p:nvSpPr>
          <p:spPr>
            <a:xfrm>
              <a:off x="6878356" y="1901635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2" name="pt9002"/>
            <p:cNvSpPr/>
            <p:nvPr/>
          </p:nvSpPr>
          <p:spPr>
            <a:xfrm>
              <a:off x="6022010" y="200784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3" name="pt9003"/>
            <p:cNvSpPr/>
            <p:nvPr/>
          </p:nvSpPr>
          <p:spPr>
            <a:xfrm>
              <a:off x="6681616" y="1852040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4" name="pt9004"/>
            <p:cNvSpPr/>
            <p:nvPr/>
          </p:nvSpPr>
          <p:spPr>
            <a:xfrm>
              <a:off x="6517354" y="2297956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5" name="pt9005"/>
            <p:cNvSpPr/>
            <p:nvPr/>
          </p:nvSpPr>
          <p:spPr>
            <a:xfrm>
              <a:off x="5719083" y="235989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6" name="pt9006"/>
            <p:cNvSpPr/>
            <p:nvPr/>
          </p:nvSpPr>
          <p:spPr>
            <a:xfrm>
              <a:off x="6560358" y="224370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7" name="pt9007"/>
            <p:cNvSpPr/>
            <p:nvPr/>
          </p:nvSpPr>
          <p:spPr>
            <a:xfrm>
              <a:off x="5610840" y="250579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8" name="pt9008"/>
            <p:cNvSpPr/>
            <p:nvPr/>
          </p:nvSpPr>
          <p:spPr>
            <a:xfrm>
              <a:off x="5726526" y="2239434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9" name="pt9009"/>
            <p:cNvSpPr/>
            <p:nvPr/>
          </p:nvSpPr>
          <p:spPr>
            <a:xfrm>
              <a:off x="6152928" y="239118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0" name="pt9010"/>
            <p:cNvSpPr/>
            <p:nvPr/>
          </p:nvSpPr>
          <p:spPr>
            <a:xfrm>
              <a:off x="6677893" y="2173786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1" name="pt9011"/>
            <p:cNvSpPr/>
            <p:nvPr/>
          </p:nvSpPr>
          <p:spPr>
            <a:xfrm>
              <a:off x="6586768" y="223004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2" name="pt9012"/>
            <p:cNvSpPr/>
            <p:nvPr/>
          </p:nvSpPr>
          <p:spPr>
            <a:xfrm>
              <a:off x="6158812" y="231094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3" name="pt9013"/>
            <p:cNvSpPr/>
            <p:nvPr/>
          </p:nvSpPr>
          <p:spPr>
            <a:xfrm>
              <a:off x="5790427" y="2143323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4" name="pt9014"/>
            <p:cNvSpPr/>
            <p:nvPr/>
          </p:nvSpPr>
          <p:spPr>
            <a:xfrm>
              <a:off x="5917882" y="2093514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5" name="pt9015"/>
            <p:cNvSpPr/>
            <p:nvPr/>
          </p:nvSpPr>
          <p:spPr>
            <a:xfrm>
              <a:off x="6150327" y="2304806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6" name="pt9016"/>
            <p:cNvSpPr/>
            <p:nvPr/>
          </p:nvSpPr>
          <p:spPr>
            <a:xfrm>
              <a:off x="6191380" y="2238454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7" name="pt9017"/>
            <p:cNvSpPr/>
            <p:nvPr/>
          </p:nvSpPr>
          <p:spPr>
            <a:xfrm>
              <a:off x="6677476" y="2110329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8" name="pt9018"/>
            <p:cNvSpPr/>
            <p:nvPr/>
          </p:nvSpPr>
          <p:spPr>
            <a:xfrm>
              <a:off x="5695788" y="2476569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9" name="pt9019"/>
            <p:cNvSpPr/>
            <p:nvPr/>
          </p:nvSpPr>
          <p:spPr>
            <a:xfrm>
              <a:off x="6428911" y="1883857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0" name="pt9020"/>
            <p:cNvSpPr/>
            <p:nvPr/>
          </p:nvSpPr>
          <p:spPr>
            <a:xfrm>
              <a:off x="6159101" y="2290214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1" name="pt9021"/>
            <p:cNvSpPr/>
            <p:nvPr/>
          </p:nvSpPr>
          <p:spPr>
            <a:xfrm>
              <a:off x="6617672" y="209666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2" name="pt9022"/>
            <p:cNvSpPr/>
            <p:nvPr/>
          </p:nvSpPr>
          <p:spPr>
            <a:xfrm>
              <a:off x="7026555" y="171718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3" name="pt9023"/>
            <p:cNvSpPr/>
            <p:nvPr/>
          </p:nvSpPr>
          <p:spPr>
            <a:xfrm>
              <a:off x="5944342" y="1802366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4" name="pt9024"/>
            <p:cNvSpPr/>
            <p:nvPr/>
          </p:nvSpPr>
          <p:spPr>
            <a:xfrm>
              <a:off x="6751770" y="1938667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5" name="pt9025"/>
            <p:cNvSpPr/>
            <p:nvPr/>
          </p:nvSpPr>
          <p:spPr>
            <a:xfrm>
              <a:off x="6042549" y="2320077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6" name="pt9026"/>
            <p:cNvSpPr/>
            <p:nvPr/>
          </p:nvSpPr>
          <p:spPr>
            <a:xfrm>
              <a:off x="6837036" y="1949888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7" name="pt9027"/>
            <p:cNvSpPr/>
            <p:nvPr/>
          </p:nvSpPr>
          <p:spPr>
            <a:xfrm>
              <a:off x="6340349" y="1955559"/>
              <a:ext cx="16849" cy="16849"/>
            </a:xfrm>
            <a:prstGeom prst="ellipse">
              <a:avLst/>
            </a:prstGeom>
            <a:solidFill>
              <a:srgbClr val="A5D848">
                <a:alpha val="45098"/>
              </a:srgbClr>
            </a:solidFill>
            <a:ln w="7363" cap="rnd">
              <a:solidFill>
                <a:srgbClr val="A5D84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8" name="pt9028"/>
            <p:cNvSpPr/>
            <p:nvPr/>
          </p:nvSpPr>
          <p:spPr>
            <a:xfrm>
              <a:off x="5623116" y="2562663"/>
              <a:ext cx="16849" cy="16849"/>
            </a:xfrm>
            <a:prstGeom prst="ellipse">
              <a:avLst/>
            </a:prstGeom>
            <a:solidFill>
              <a:srgbClr val="66C364">
                <a:alpha val="45098"/>
              </a:srgbClr>
            </a:solidFill>
            <a:ln w="7363" cap="rnd">
              <a:solidFill>
                <a:srgbClr val="66C36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9" name="pt9029"/>
            <p:cNvSpPr/>
            <p:nvPr/>
          </p:nvSpPr>
          <p:spPr>
            <a:xfrm>
              <a:off x="6231257" y="2218185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0" name="pt9030"/>
            <p:cNvSpPr/>
            <p:nvPr/>
          </p:nvSpPr>
          <p:spPr>
            <a:xfrm>
              <a:off x="5650200" y="2245894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1" name="pt9031"/>
            <p:cNvSpPr/>
            <p:nvPr/>
          </p:nvSpPr>
          <p:spPr>
            <a:xfrm>
              <a:off x="6726664" y="2047461"/>
              <a:ext cx="16849" cy="16849"/>
            </a:xfrm>
            <a:prstGeom prst="ellipse">
              <a:avLst/>
            </a:prstGeom>
            <a:solidFill>
              <a:srgbClr val="6EC85D">
                <a:alpha val="45098"/>
              </a:srgbClr>
            </a:solidFill>
            <a:ln w="7363" cap="rnd">
              <a:solidFill>
                <a:srgbClr val="6EC8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2" name="pt9032"/>
            <p:cNvSpPr/>
            <p:nvPr/>
          </p:nvSpPr>
          <p:spPr>
            <a:xfrm>
              <a:off x="6416158" y="2217084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3" name="pt9033"/>
            <p:cNvSpPr/>
            <p:nvPr/>
          </p:nvSpPr>
          <p:spPr>
            <a:xfrm>
              <a:off x="5771703" y="2155225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4" name="pt9034"/>
            <p:cNvSpPr/>
            <p:nvPr/>
          </p:nvSpPr>
          <p:spPr>
            <a:xfrm>
              <a:off x="6460307" y="2136271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5" name="pt9035"/>
            <p:cNvSpPr/>
            <p:nvPr/>
          </p:nvSpPr>
          <p:spPr>
            <a:xfrm>
              <a:off x="6150168" y="2280917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6" name="pt9036"/>
            <p:cNvSpPr/>
            <p:nvPr/>
          </p:nvSpPr>
          <p:spPr>
            <a:xfrm>
              <a:off x="6654366" y="209499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7" name="pt9037"/>
            <p:cNvSpPr/>
            <p:nvPr/>
          </p:nvSpPr>
          <p:spPr>
            <a:xfrm>
              <a:off x="6535235" y="2125191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8" name="pt9038"/>
            <p:cNvSpPr/>
            <p:nvPr/>
          </p:nvSpPr>
          <p:spPr>
            <a:xfrm>
              <a:off x="6179394" y="2297004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9" name="pt9039"/>
            <p:cNvSpPr/>
            <p:nvPr/>
          </p:nvSpPr>
          <p:spPr>
            <a:xfrm>
              <a:off x="7004293" y="1910936"/>
              <a:ext cx="16849" cy="16849"/>
            </a:xfrm>
            <a:prstGeom prst="ellipse">
              <a:avLst/>
            </a:prstGeom>
            <a:solidFill>
              <a:srgbClr val="BBDC41">
                <a:alpha val="45098"/>
              </a:srgbClr>
            </a:solidFill>
            <a:ln w="7363" cap="rnd">
              <a:solidFill>
                <a:srgbClr val="BBDC4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0" name="pt9040"/>
            <p:cNvSpPr/>
            <p:nvPr/>
          </p:nvSpPr>
          <p:spPr>
            <a:xfrm>
              <a:off x="6224755" y="2286993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1" name="pt9041"/>
            <p:cNvSpPr/>
            <p:nvPr/>
          </p:nvSpPr>
          <p:spPr>
            <a:xfrm>
              <a:off x="6520813" y="2202708"/>
              <a:ext cx="16849" cy="16849"/>
            </a:xfrm>
            <a:prstGeom prst="ellipse">
              <a:avLst/>
            </a:prstGeom>
            <a:solidFill>
              <a:srgbClr val="5EBE6A">
                <a:alpha val="45098"/>
              </a:srgbClr>
            </a:solidFill>
            <a:ln w="7363" cap="rnd">
              <a:solidFill>
                <a:srgbClr val="5EBE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2" name="pt9042"/>
            <p:cNvSpPr/>
            <p:nvPr/>
          </p:nvSpPr>
          <p:spPr>
            <a:xfrm>
              <a:off x="6168070" y="2343787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3" name="pt9043"/>
            <p:cNvSpPr/>
            <p:nvPr/>
          </p:nvSpPr>
          <p:spPr>
            <a:xfrm>
              <a:off x="5808875" y="2166408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4" name="pt9044"/>
            <p:cNvSpPr/>
            <p:nvPr/>
          </p:nvSpPr>
          <p:spPr>
            <a:xfrm>
              <a:off x="6508427" y="2148747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5" name="pt9045"/>
            <p:cNvSpPr/>
            <p:nvPr/>
          </p:nvSpPr>
          <p:spPr>
            <a:xfrm>
              <a:off x="5774106" y="2018746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6" name="pt9046"/>
            <p:cNvSpPr/>
            <p:nvPr/>
          </p:nvSpPr>
          <p:spPr>
            <a:xfrm>
              <a:off x="6199702" y="2153850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7" name="pt9047"/>
            <p:cNvSpPr/>
            <p:nvPr/>
          </p:nvSpPr>
          <p:spPr>
            <a:xfrm>
              <a:off x="6883625" y="1942989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8" name="pt9048"/>
            <p:cNvSpPr/>
            <p:nvPr/>
          </p:nvSpPr>
          <p:spPr>
            <a:xfrm>
              <a:off x="5832949" y="2391938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9" name="pt9049"/>
            <p:cNvSpPr/>
            <p:nvPr/>
          </p:nvSpPr>
          <p:spPr>
            <a:xfrm>
              <a:off x="6280228" y="2075459"/>
              <a:ext cx="16849" cy="16849"/>
            </a:xfrm>
            <a:prstGeom prst="ellipse">
              <a:avLst/>
            </a:prstGeom>
            <a:solidFill>
              <a:srgbClr val="24A485">
                <a:alpha val="45098"/>
              </a:srgbClr>
            </a:solidFill>
            <a:ln w="7363" cap="rnd">
              <a:solidFill>
                <a:srgbClr val="24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0" name="pt9050"/>
            <p:cNvSpPr/>
            <p:nvPr/>
          </p:nvSpPr>
          <p:spPr>
            <a:xfrm>
              <a:off x="6404599" y="2125697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1" name="pt9051"/>
            <p:cNvSpPr/>
            <p:nvPr/>
          </p:nvSpPr>
          <p:spPr>
            <a:xfrm>
              <a:off x="6269663" y="2453829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2" name="pt9052"/>
            <p:cNvSpPr/>
            <p:nvPr/>
          </p:nvSpPr>
          <p:spPr>
            <a:xfrm>
              <a:off x="6006301" y="2652022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3" name="pt9053"/>
            <p:cNvSpPr/>
            <p:nvPr/>
          </p:nvSpPr>
          <p:spPr>
            <a:xfrm>
              <a:off x="6387450" y="234035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4" name="pt9054"/>
            <p:cNvSpPr/>
            <p:nvPr/>
          </p:nvSpPr>
          <p:spPr>
            <a:xfrm>
              <a:off x="4880247" y="3049754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5" name="pt9055"/>
            <p:cNvSpPr/>
            <p:nvPr/>
          </p:nvSpPr>
          <p:spPr>
            <a:xfrm>
              <a:off x="6271504" y="2601735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6" name="pt9056"/>
            <p:cNvSpPr/>
            <p:nvPr/>
          </p:nvSpPr>
          <p:spPr>
            <a:xfrm>
              <a:off x="6042223" y="2187367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7" name="pt9057"/>
            <p:cNvSpPr/>
            <p:nvPr/>
          </p:nvSpPr>
          <p:spPr>
            <a:xfrm>
              <a:off x="6152664" y="2329432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8" name="pt9058"/>
            <p:cNvSpPr/>
            <p:nvPr/>
          </p:nvSpPr>
          <p:spPr>
            <a:xfrm>
              <a:off x="6401948" y="2089484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9" name="pt9059"/>
            <p:cNvSpPr/>
            <p:nvPr/>
          </p:nvSpPr>
          <p:spPr>
            <a:xfrm>
              <a:off x="5550975" y="2422875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0" name="pt9060"/>
            <p:cNvSpPr/>
            <p:nvPr/>
          </p:nvSpPr>
          <p:spPr>
            <a:xfrm>
              <a:off x="6117146" y="2313680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1" name="pt9061"/>
            <p:cNvSpPr/>
            <p:nvPr/>
          </p:nvSpPr>
          <p:spPr>
            <a:xfrm>
              <a:off x="6482371" y="221081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2" name="pt9062"/>
            <p:cNvSpPr/>
            <p:nvPr/>
          </p:nvSpPr>
          <p:spPr>
            <a:xfrm>
              <a:off x="6004019" y="2577130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3" name="pt9063"/>
            <p:cNvSpPr/>
            <p:nvPr/>
          </p:nvSpPr>
          <p:spPr>
            <a:xfrm>
              <a:off x="5356716" y="2551079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4" name="pt9064"/>
            <p:cNvSpPr/>
            <p:nvPr/>
          </p:nvSpPr>
          <p:spPr>
            <a:xfrm>
              <a:off x="6692999" y="2090843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5" name="pt9065"/>
            <p:cNvSpPr/>
            <p:nvPr/>
          </p:nvSpPr>
          <p:spPr>
            <a:xfrm>
              <a:off x="6203012" y="213837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6" name="pt9066"/>
            <p:cNvSpPr/>
            <p:nvPr/>
          </p:nvSpPr>
          <p:spPr>
            <a:xfrm>
              <a:off x="5741960" y="2219749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7" name="pt9067"/>
            <p:cNvSpPr/>
            <p:nvPr/>
          </p:nvSpPr>
          <p:spPr>
            <a:xfrm>
              <a:off x="6277259" y="210058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8" name="pt9068"/>
            <p:cNvSpPr/>
            <p:nvPr/>
          </p:nvSpPr>
          <p:spPr>
            <a:xfrm>
              <a:off x="6333110" y="2101456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9" name="pt9069"/>
            <p:cNvSpPr/>
            <p:nvPr/>
          </p:nvSpPr>
          <p:spPr>
            <a:xfrm>
              <a:off x="6570702" y="2067309"/>
              <a:ext cx="16849" cy="16849"/>
            </a:xfrm>
            <a:prstGeom prst="ellipse">
              <a:avLst/>
            </a:prstGeom>
            <a:solidFill>
              <a:srgbClr val="DCE236">
                <a:alpha val="45098"/>
              </a:srgbClr>
            </a:solidFill>
            <a:ln w="7363" cap="rnd">
              <a:solidFill>
                <a:srgbClr val="DCE23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0" name="pt9070"/>
            <p:cNvSpPr/>
            <p:nvPr/>
          </p:nvSpPr>
          <p:spPr>
            <a:xfrm>
              <a:off x="5833940" y="224991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1" name="pt9071"/>
            <p:cNvSpPr/>
            <p:nvPr/>
          </p:nvSpPr>
          <p:spPr>
            <a:xfrm>
              <a:off x="5493432" y="237465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2" name="pt9072"/>
            <p:cNvSpPr/>
            <p:nvPr/>
          </p:nvSpPr>
          <p:spPr>
            <a:xfrm>
              <a:off x="6339679" y="2261807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3" name="pt9073"/>
            <p:cNvSpPr/>
            <p:nvPr/>
          </p:nvSpPr>
          <p:spPr>
            <a:xfrm>
              <a:off x="5459847" y="2559681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4" name="pt9074"/>
            <p:cNvSpPr/>
            <p:nvPr/>
          </p:nvSpPr>
          <p:spPr>
            <a:xfrm>
              <a:off x="5509921" y="234631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5" name="pt9075"/>
            <p:cNvSpPr/>
            <p:nvPr/>
          </p:nvSpPr>
          <p:spPr>
            <a:xfrm>
              <a:off x="6243580" y="2326556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6" name="pt9076"/>
            <p:cNvSpPr/>
            <p:nvPr/>
          </p:nvSpPr>
          <p:spPr>
            <a:xfrm>
              <a:off x="7084648" y="1580673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7" name="pt9077"/>
            <p:cNvSpPr/>
            <p:nvPr/>
          </p:nvSpPr>
          <p:spPr>
            <a:xfrm>
              <a:off x="6214709" y="2290938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8" name="pt9078"/>
            <p:cNvSpPr/>
            <p:nvPr/>
          </p:nvSpPr>
          <p:spPr>
            <a:xfrm>
              <a:off x="6439235" y="206012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9" name="pt9079"/>
            <p:cNvSpPr/>
            <p:nvPr/>
          </p:nvSpPr>
          <p:spPr>
            <a:xfrm>
              <a:off x="6467387" y="2031921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0" name="pt9080"/>
            <p:cNvSpPr/>
            <p:nvPr/>
          </p:nvSpPr>
          <p:spPr>
            <a:xfrm>
              <a:off x="5445138" y="234415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1" name="pt9081"/>
            <p:cNvSpPr/>
            <p:nvPr/>
          </p:nvSpPr>
          <p:spPr>
            <a:xfrm>
              <a:off x="6332842" y="2185471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2" name="pt9082"/>
            <p:cNvSpPr/>
            <p:nvPr/>
          </p:nvSpPr>
          <p:spPr>
            <a:xfrm>
              <a:off x="6561942" y="229656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3" name="pt9083"/>
            <p:cNvSpPr/>
            <p:nvPr/>
          </p:nvSpPr>
          <p:spPr>
            <a:xfrm>
              <a:off x="5632332" y="2507353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4" name="pt9084"/>
            <p:cNvSpPr/>
            <p:nvPr/>
          </p:nvSpPr>
          <p:spPr>
            <a:xfrm>
              <a:off x="5721865" y="238287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5" name="pt9085"/>
            <p:cNvSpPr/>
            <p:nvPr/>
          </p:nvSpPr>
          <p:spPr>
            <a:xfrm>
              <a:off x="6275208" y="2152355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6" name="pt9086"/>
            <p:cNvSpPr/>
            <p:nvPr/>
          </p:nvSpPr>
          <p:spPr>
            <a:xfrm>
              <a:off x="6644872" y="2029849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7" name="pt9087"/>
            <p:cNvSpPr/>
            <p:nvPr/>
          </p:nvSpPr>
          <p:spPr>
            <a:xfrm>
              <a:off x="5780383" y="2087348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8" name="pt9088"/>
            <p:cNvSpPr/>
            <p:nvPr/>
          </p:nvSpPr>
          <p:spPr>
            <a:xfrm>
              <a:off x="6884416" y="1928709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9" name="pt9089"/>
            <p:cNvSpPr/>
            <p:nvPr/>
          </p:nvSpPr>
          <p:spPr>
            <a:xfrm>
              <a:off x="6854811" y="1924161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0" name="pt9090"/>
            <p:cNvSpPr/>
            <p:nvPr/>
          </p:nvSpPr>
          <p:spPr>
            <a:xfrm>
              <a:off x="6323076" y="2237341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1" name="pt9091"/>
            <p:cNvSpPr/>
            <p:nvPr/>
          </p:nvSpPr>
          <p:spPr>
            <a:xfrm>
              <a:off x="6512985" y="2219292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2" name="pt9092"/>
            <p:cNvSpPr/>
            <p:nvPr/>
          </p:nvSpPr>
          <p:spPr>
            <a:xfrm>
              <a:off x="6224943" y="227165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3" name="pt9093"/>
            <p:cNvSpPr/>
            <p:nvPr/>
          </p:nvSpPr>
          <p:spPr>
            <a:xfrm>
              <a:off x="6004695" y="2588138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4" name="pt9094"/>
            <p:cNvSpPr/>
            <p:nvPr/>
          </p:nvSpPr>
          <p:spPr>
            <a:xfrm>
              <a:off x="5657691" y="2493885"/>
              <a:ext cx="16849" cy="16849"/>
            </a:xfrm>
            <a:prstGeom prst="ellipse">
              <a:avLst/>
            </a:prstGeom>
            <a:solidFill>
              <a:srgbClr val="6FC95D">
                <a:alpha val="45098"/>
              </a:srgbClr>
            </a:solidFill>
            <a:ln w="7363" cap="rnd">
              <a:solidFill>
                <a:srgbClr val="6F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5" name="pt9095"/>
            <p:cNvSpPr/>
            <p:nvPr/>
          </p:nvSpPr>
          <p:spPr>
            <a:xfrm>
              <a:off x="6381200" y="2249272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6" name="pt9096"/>
            <p:cNvSpPr/>
            <p:nvPr/>
          </p:nvSpPr>
          <p:spPr>
            <a:xfrm>
              <a:off x="5106449" y="2621074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7" name="pt9097"/>
            <p:cNvSpPr/>
            <p:nvPr/>
          </p:nvSpPr>
          <p:spPr>
            <a:xfrm>
              <a:off x="6822016" y="1936565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8" name="pt9098"/>
            <p:cNvSpPr/>
            <p:nvPr/>
          </p:nvSpPr>
          <p:spPr>
            <a:xfrm>
              <a:off x="6399238" y="222755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9" name="pt9099"/>
            <p:cNvSpPr/>
            <p:nvPr/>
          </p:nvSpPr>
          <p:spPr>
            <a:xfrm>
              <a:off x="6002290" y="2611601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0" name="pt9100"/>
            <p:cNvSpPr/>
            <p:nvPr/>
          </p:nvSpPr>
          <p:spPr>
            <a:xfrm>
              <a:off x="6041117" y="2383161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1" name="pt9101"/>
            <p:cNvSpPr/>
            <p:nvPr/>
          </p:nvSpPr>
          <p:spPr>
            <a:xfrm>
              <a:off x="5535549" y="2196411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2" name="pt9102"/>
            <p:cNvSpPr/>
            <p:nvPr/>
          </p:nvSpPr>
          <p:spPr>
            <a:xfrm>
              <a:off x="6365793" y="2125994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3" name="pt9103"/>
            <p:cNvSpPr/>
            <p:nvPr/>
          </p:nvSpPr>
          <p:spPr>
            <a:xfrm>
              <a:off x="6726086" y="2033882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4" name="pt9104"/>
            <p:cNvSpPr/>
            <p:nvPr/>
          </p:nvSpPr>
          <p:spPr>
            <a:xfrm>
              <a:off x="5882586" y="2226277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5" name="pt9105"/>
            <p:cNvSpPr/>
            <p:nvPr/>
          </p:nvSpPr>
          <p:spPr>
            <a:xfrm>
              <a:off x="6785782" y="1813040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6" name="pt9106"/>
            <p:cNvSpPr/>
            <p:nvPr/>
          </p:nvSpPr>
          <p:spPr>
            <a:xfrm>
              <a:off x="5849774" y="234816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7" name="pt9107"/>
            <p:cNvSpPr/>
            <p:nvPr/>
          </p:nvSpPr>
          <p:spPr>
            <a:xfrm>
              <a:off x="5284875" y="229436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8" name="pt9108"/>
            <p:cNvSpPr/>
            <p:nvPr/>
          </p:nvSpPr>
          <p:spPr>
            <a:xfrm>
              <a:off x="5912802" y="2065445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9" name="pt9109"/>
            <p:cNvSpPr/>
            <p:nvPr/>
          </p:nvSpPr>
          <p:spPr>
            <a:xfrm>
              <a:off x="5730987" y="2288021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0" name="pt9110"/>
            <p:cNvSpPr/>
            <p:nvPr/>
          </p:nvSpPr>
          <p:spPr>
            <a:xfrm>
              <a:off x="6900379" y="2014373"/>
              <a:ext cx="16849" cy="16849"/>
            </a:xfrm>
            <a:prstGeom prst="ellipse">
              <a:avLst/>
            </a:prstGeom>
            <a:solidFill>
              <a:srgbClr val="6EC85E">
                <a:alpha val="45098"/>
              </a:srgbClr>
            </a:solidFill>
            <a:ln w="7363" cap="rnd">
              <a:solidFill>
                <a:srgbClr val="6EC85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1" name="pt9111"/>
            <p:cNvSpPr/>
            <p:nvPr/>
          </p:nvSpPr>
          <p:spPr>
            <a:xfrm>
              <a:off x="5627774" y="2475785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2" name="pt9112"/>
            <p:cNvSpPr/>
            <p:nvPr/>
          </p:nvSpPr>
          <p:spPr>
            <a:xfrm>
              <a:off x="5391804" y="2533419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3" name="pt9113"/>
            <p:cNvSpPr/>
            <p:nvPr/>
          </p:nvSpPr>
          <p:spPr>
            <a:xfrm>
              <a:off x="5652098" y="2412702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4" name="pt9114"/>
            <p:cNvSpPr/>
            <p:nvPr/>
          </p:nvSpPr>
          <p:spPr>
            <a:xfrm>
              <a:off x="5812229" y="2251319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5" name="pt9115"/>
            <p:cNvSpPr/>
            <p:nvPr/>
          </p:nvSpPr>
          <p:spPr>
            <a:xfrm>
              <a:off x="6286318" y="2221397"/>
              <a:ext cx="16849" cy="16849"/>
            </a:xfrm>
            <a:prstGeom prst="ellipse">
              <a:avLst/>
            </a:prstGeom>
            <a:solidFill>
              <a:srgbClr val="5BBD6C">
                <a:alpha val="45098"/>
              </a:srgbClr>
            </a:solidFill>
            <a:ln w="7363" cap="rnd">
              <a:solidFill>
                <a:srgbClr val="5B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6" name="pt9116"/>
            <p:cNvSpPr/>
            <p:nvPr/>
          </p:nvSpPr>
          <p:spPr>
            <a:xfrm>
              <a:off x="5901564" y="2028880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7" name="pt9117"/>
            <p:cNvSpPr/>
            <p:nvPr/>
          </p:nvSpPr>
          <p:spPr>
            <a:xfrm>
              <a:off x="5591120" y="2393258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8" name="pt9118"/>
            <p:cNvSpPr/>
            <p:nvPr/>
          </p:nvSpPr>
          <p:spPr>
            <a:xfrm>
              <a:off x="5912100" y="201308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9" name="pt9119"/>
            <p:cNvSpPr/>
            <p:nvPr/>
          </p:nvSpPr>
          <p:spPr>
            <a:xfrm>
              <a:off x="6138898" y="2239958"/>
              <a:ext cx="16849" cy="16849"/>
            </a:xfrm>
            <a:prstGeom prst="ellipse">
              <a:avLst/>
            </a:prstGeom>
            <a:solidFill>
              <a:srgbClr val="C5DE3E">
                <a:alpha val="45098"/>
              </a:srgbClr>
            </a:solidFill>
            <a:ln w="7363" cap="rnd">
              <a:solidFill>
                <a:srgbClr val="C5DE3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0" name="pt9120"/>
            <p:cNvSpPr/>
            <p:nvPr/>
          </p:nvSpPr>
          <p:spPr>
            <a:xfrm>
              <a:off x="5775026" y="2059799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1" name="pt9121"/>
            <p:cNvSpPr/>
            <p:nvPr/>
          </p:nvSpPr>
          <p:spPr>
            <a:xfrm>
              <a:off x="5912783" y="2190776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2" name="pt9122"/>
            <p:cNvSpPr/>
            <p:nvPr/>
          </p:nvSpPr>
          <p:spPr>
            <a:xfrm>
              <a:off x="6199035" y="2245311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3" name="pt9123"/>
            <p:cNvSpPr/>
            <p:nvPr/>
          </p:nvSpPr>
          <p:spPr>
            <a:xfrm>
              <a:off x="5723146" y="2494257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4" name="pt9124"/>
            <p:cNvSpPr/>
            <p:nvPr/>
          </p:nvSpPr>
          <p:spPr>
            <a:xfrm>
              <a:off x="5537944" y="2209298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5" name="pt9125"/>
            <p:cNvSpPr/>
            <p:nvPr/>
          </p:nvSpPr>
          <p:spPr>
            <a:xfrm>
              <a:off x="6079020" y="241219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6" name="pt9126"/>
            <p:cNvSpPr/>
            <p:nvPr/>
          </p:nvSpPr>
          <p:spPr>
            <a:xfrm>
              <a:off x="6557376" y="2131759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7" name="pt9127"/>
            <p:cNvSpPr/>
            <p:nvPr/>
          </p:nvSpPr>
          <p:spPr>
            <a:xfrm>
              <a:off x="5578578" y="2438377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8" name="pt9128"/>
            <p:cNvSpPr/>
            <p:nvPr/>
          </p:nvSpPr>
          <p:spPr>
            <a:xfrm>
              <a:off x="7256282" y="1793723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9" name="pt9129"/>
            <p:cNvSpPr/>
            <p:nvPr/>
          </p:nvSpPr>
          <p:spPr>
            <a:xfrm>
              <a:off x="5550547" y="2307218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0" name="pt9130"/>
            <p:cNvSpPr/>
            <p:nvPr/>
          </p:nvSpPr>
          <p:spPr>
            <a:xfrm>
              <a:off x="6472863" y="2115489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1" name="pt9131"/>
            <p:cNvSpPr/>
            <p:nvPr/>
          </p:nvSpPr>
          <p:spPr>
            <a:xfrm>
              <a:off x="6421145" y="2163832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2" name="pt9132"/>
            <p:cNvSpPr/>
            <p:nvPr/>
          </p:nvSpPr>
          <p:spPr>
            <a:xfrm>
              <a:off x="6626134" y="2027812"/>
              <a:ext cx="16849" cy="16849"/>
            </a:xfrm>
            <a:prstGeom prst="ellipse">
              <a:avLst/>
            </a:prstGeom>
            <a:solidFill>
              <a:srgbClr val="2C898B">
                <a:alpha val="45098"/>
              </a:srgbClr>
            </a:solidFill>
            <a:ln w="7363" cap="rnd">
              <a:solidFill>
                <a:srgbClr val="2C89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3" name="pt9133"/>
            <p:cNvSpPr/>
            <p:nvPr/>
          </p:nvSpPr>
          <p:spPr>
            <a:xfrm>
              <a:off x="6243926" y="2358524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4" name="pt9134"/>
            <p:cNvSpPr/>
            <p:nvPr/>
          </p:nvSpPr>
          <p:spPr>
            <a:xfrm>
              <a:off x="6352658" y="2198690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5" name="pt9135"/>
            <p:cNvSpPr/>
            <p:nvPr/>
          </p:nvSpPr>
          <p:spPr>
            <a:xfrm>
              <a:off x="6136960" y="2311900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6" name="pt9136"/>
            <p:cNvSpPr/>
            <p:nvPr/>
          </p:nvSpPr>
          <p:spPr>
            <a:xfrm>
              <a:off x="6038979" y="219907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7" name="pt9137"/>
            <p:cNvSpPr/>
            <p:nvPr/>
          </p:nvSpPr>
          <p:spPr>
            <a:xfrm>
              <a:off x="7230289" y="2078708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8" name="pt9138"/>
            <p:cNvSpPr/>
            <p:nvPr/>
          </p:nvSpPr>
          <p:spPr>
            <a:xfrm>
              <a:off x="6394027" y="2198066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9" name="pt9139"/>
            <p:cNvSpPr/>
            <p:nvPr/>
          </p:nvSpPr>
          <p:spPr>
            <a:xfrm>
              <a:off x="6180776" y="236794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0" name="pt9140"/>
            <p:cNvSpPr/>
            <p:nvPr/>
          </p:nvSpPr>
          <p:spPr>
            <a:xfrm>
              <a:off x="6160218" y="2264709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1" name="pt9141"/>
            <p:cNvSpPr/>
            <p:nvPr/>
          </p:nvSpPr>
          <p:spPr>
            <a:xfrm>
              <a:off x="6257543" y="2293453"/>
              <a:ext cx="16849" cy="16849"/>
            </a:xfrm>
            <a:prstGeom prst="ellipse">
              <a:avLst/>
            </a:prstGeom>
            <a:solidFill>
              <a:srgbClr val="9CD74A">
                <a:alpha val="45098"/>
              </a:srgbClr>
            </a:solidFill>
            <a:ln w="7363" cap="rnd">
              <a:solidFill>
                <a:srgbClr val="9CD7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2" name="pt9142"/>
            <p:cNvSpPr/>
            <p:nvPr/>
          </p:nvSpPr>
          <p:spPr>
            <a:xfrm>
              <a:off x="6101214" y="2310809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3" name="pt9143"/>
            <p:cNvSpPr/>
            <p:nvPr/>
          </p:nvSpPr>
          <p:spPr>
            <a:xfrm>
              <a:off x="6319913" y="2300080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4" name="pt9144"/>
            <p:cNvSpPr/>
            <p:nvPr/>
          </p:nvSpPr>
          <p:spPr>
            <a:xfrm>
              <a:off x="6170531" y="203390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5" name="pt9145"/>
            <p:cNvSpPr/>
            <p:nvPr/>
          </p:nvSpPr>
          <p:spPr>
            <a:xfrm>
              <a:off x="5678784" y="252357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6" name="pt9146"/>
            <p:cNvSpPr/>
            <p:nvPr/>
          </p:nvSpPr>
          <p:spPr>
            <a:xfrm>
              <a:off x="5945207" y="2027237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7" name="pt9147"/>
            <p:cNvSpPr/>
            <p:nvPr/>
          </p:nvSpPr>
          <p:spPr>
            <a:xfrm>
              <a:off x="6937487" y="1782100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8" name="pt9148"/>
            <p:cNvSpPr/>
            <p:nvPr/>
          </p:nvSpPr>
          <p:spPr>
            <a:xfrm>
              <a:off x="5647537" y="2430082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9" name="pt9149"/>
            <p:cNvSpPr/>
            <p:nvPr/>
          </p:nvSpPr>
          <p:spPr>
            <a:xfrm>
              <a:off x="6545049" y="2087322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0" name="pt9150"/>
            <p:cNvSpPr/>
            <p:nvPr/>
          </p:nvSpPr>
          <p:spPr>
            <a:xfrm>
              <a:off x="6561537" y="2036863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1" name="pt9151"/>
            <p:cNvSpPr/>
            <p:nvPr/>
          </p:nvSpPr>
          <p:spPr>
            <a:xfrm>
              <a:off x="6474503" y="2229067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2" name="pt9152"/>
            <p:cNvSpPr/>
            <p:nvPr/>
          </p:nvSpPr>
          <p:spPr>
            <a:xfrm>
              <a:off x="6078069" y="2272664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3" name="pt9153"/>
            <p:cNvSpPr/>
            <p:nvPr/>
          </p:nvSpPr>
          <p:spPr>
            <a:xfrm>
              <a:off x="6207685" y="231062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4" name="pt9154"/>
            <p:cNvSpPr/>
            <p:nvPr/>
          </p:nvSpPr>
          <p:spPr>
            <a:xfrm>
              <a:off x="6194720" y="2025015"/>
              <a:ext cx="16849" cy="16849"/>
            </a:xfrm>
            <a:prstGeom prst="ellipse">
              <a:avLst/>
            </a:prstGeom>
            <a:solidFill>
              <a:srgbClr val="76CE56">
                <a:alpha val="45098"/>
              </a:srgbClr>
            </a:solidFill>
            <a:ln w="7363" cap="rnd">
              <a:solidFill>
                <a:srgbClr val="76CE5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5" name="pt9155"/>
            <p:cNvSpPr/>
            <p:nvPr/>
          </p:nvSpPr>
          <p:spPr>
            <a:xfrm>
              <a:off x="6173282" y="2288282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6" name="pt9156"/>
            <p:cNvSpPr/>
            <p:nvPr/>
          </p:nvSpPr>
          <p:spPr>
            <a:xfrm>
              <a:off x="6500684" y="229105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7" name="pt9157"/>
            <p:cNvSpPr/>
            <p:nvPr/>
          </p:nvSpPr>
          <p:spPr>
            <a:xfrm>
              <a:off x="6762672" y="212268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8" name="pt9158"/>
            <p:cNvSpPr/>
            <p:nvPr/>
          </p:nvSpPr>
          <p:spPr>
            <a:xfrm>
              <a:off x="6689522" y="211325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9" name="pt9159"/>
            <p:cNvSpPr/>
            <p:nvPr/>
          </p:nvSpPr>
          <p:spPr>
            <a:xfrm>
              <a:off x="5611401" y="2414424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0" name="pt9160"/>
            <p:cNvSpPr/>
            <p:nvPr/>
          </p:nvSpPr>
          <p:spPr>
            <a:xfrm>
              <a:off x="6760595" y="195283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1" name="pt9161"/>
            <p:cNvSpPr/>
            <p:nvPr/>
          </p:nvSpPr>
          <p:spPr>
            <a:xfrm>
              <a:off x="6207970" y="232433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2" name="pt9162"/>
            <p:cNvSpPr/>
            <p:nvPr/>
          </p:nvSpPr>
          <p:spPr>
            <a:xfrm>
              <a:off x="5469049" y="2472582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3" name="pt9163"/>
            <p:cNvSpPr/>
            <p:nvPr/>
          </p:nvSpPr>
          <p:spPr>
            <a:xfrm>
              <a:off x="6218367" y="2254585"/>
              <a:ext cx="16849" cy="16849"/>
            </a:xfrm>
            <a:prstGeom prst="ellipse">
              <a:avLst/>
            </a:prstGeom>
            <a:solidFill>
              <a:srgbClr val="32AC80">
                <a:alpha val="45098"/>
              </a:srgbClr>
            </a:solidFill>
            <a:ln w="7363" cap="rnd">
              <a:solidFill>
                <a:srgbClr val="32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4" name="pt9164"/>
            <p:cNvSpPr/>
            <p:nvPr/>
          </p:nvSpPr>
          <p:spPr>
            <a:xfrm>
              <a:off x="7336446" y="1767187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5" name="pt9165"/>
            <p:cNvSpPr/>
            <p:nvPr/>
          </p:nvSpPr>
          <p:spPr>
            <a:xfrm>
              <a:off x="6408548" y="225677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6" name="pt9166"/>
            <p:cNvSpPr/>
            <p:nvPr/>
          </p:nvSpPr>
          <p:spPr>
            <a:xfrm>
              <a:off x="5984309" y="2552419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7" name="pt9167"/>
            <p:cNvSpPr/>
            <p:nvPr/>
          </p:nvSpPr>
          <p:spPr>
            <a:xfrm>
              <a:off x="6654736" y="2065979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8" name="pt9168"/>
            <p:cNvSpPr/>
            <p:nvPr/>
          </p:nvSpPr>
          <p:spPr>
            <a:xfrm>
              <a:off x="5947191" y="2017484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9" name="pt9169"/>
            <p:cNvSpPr/>
            <p:nvPr/>
          </p:nvSpPr>
          <p:spPr>
            <a:xfrm>
              <a:off x="6084910" y="2442619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0" name="pt9170"/>
            <p:cNvSpPr/>
            <p:nvPr/>
          </p:nvSpPr>
          <p:spPr>
            <a:xfrm>
              <a:off x="5692349" y="244660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1" name="pt9171"/>
            <p:cNvSpPr/>
            <p:nvPr/>
          </p:nvSpPr>
          <p:spPr>
            <a:xfrm>
              <a:off x="5607209" y="2452373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2" name="pt9172"/>
            <p:cNvSpPr/>
            <p:nvPr/>
          </p:nvSpPr>
          <p:spPr>
            <a:xfrm>
              <a:off x="5933143" y="2057823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3" name="pt9173"/>
            <p:cNvSpPr/>
            <p:nvPr/>
          </p:nvSpPr>
          <p:spPr>
            <a:xfrm>
              <a:off x="7162670" y="1627338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4" name="pt9174"/>
            <p:cNvSpPr/>
            <p:nvPr/>
          </p:nvSpPr>
          <p:spPr>
            <a:xfrm>
              <a:off x="5975082" y="2474437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5" name="pt9175"/>
            <p:cNvSpPr/>
            <p:nvPr/>
          </p:nvSpPr>
          <p:spPr>
            <a:xfrm>
              <a:off x="6110021" y="235408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6" name="pt9176"/>
            <p:cNvSpPr/>
            <p:nvPr/>
          </p:nvSpPr>
          <p:spPr>
            <a:xfrm>
              <a:off x="5279741" y="1694101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7" name="pt9177"/>
            <p:cNvSpPr/>
            <p:nvPr/>
          </p:nvSpPr>
          <p:spPr>
            <a:xfrm>
              <a:off x="4923590" y="2653116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8" name="pt9178"/>
            <p:cNvSpPr/>
            <p:nvPr/>
          </p:nvSpPr>
          <p:spPr>
            <a:xfrm>
              <a:off x="5781801" y="2089245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9" name="pt9179"/>
            <p:cNvSpPr/>
            <p:nvPr/>
          </p:nvSpPr>
          <p:spPr>
            <a:xfrm>
              <a:off x="6146583" y="2320332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0" name="pt9180"/>
            <p:cNvSpPr/>
            <p:nvPr/>
          </p:nvSpPr>
          <p:spPr>
            <a:xfrm>
              <a:off x="6184171" y="227646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1" name="pt9181"/>
            <p:cNvSpPr/>
            <p:nvPr/>
          </p:nvSpPr>
          <p:spPr>
            <a:xfrm>
              <a:off x="5729327" y="2295672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2" name="pt9182"/>
            <p:cNvSpPr/>
            <p:nvPr/>
          </p:nvSpPr>
          <p:spPr>
            <a:xfrm>
              <a:off x="6229002" y="2364894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3" name="pt9183"/>
            <p:cNvSpPr/>
            <p:nvPr/>
          </p:nvSpPr>
          <p:spPr>
            <a:xfrm>
              <a:off x="5111974" y="2483563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4" name="pt9184"/>
            <p:cNvSpPr/>
            <p:nvPr/>
          </p:nvSpPr>
          <p:spPr>
            <a:xfrm>
              <a:off x="6522045" y="2415462"/>
              <a:ext cx="16849" cy="16849"/>
            </a:xfrm>
            <a:prstGeom prst="ellipse">
              <a:avLst/>
            </a:prstGeom>
            <a:solidFill>
              <a:srgbClr val="BBDC41">
                <a:alpha val="45098"/>
              </a:srgbClr>
            </a:solidFill>
            <a:ln w="7363" cap="rnd">
              <a:solidFill>
                <a:srgbClr val="BBDC4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5" name="pt9185"/>
            <p:cNvSpPr/>
            <p:nvPr/>
          </p:nvSpPr>
          <p:spPr>
            <a:xfrm>
              <a:off x="6656394" y="2154005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6" name="pt9186"/>
            <p:cNvSpPr/>
            <p:nvPr/>
          </p:nvSpPr>
          <p:spPr>
            <a:xfrm>
              <a:off x="6953353" y="1906067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7" name="pt9187"/>
            <p:cNvSpPr/>
            <p:nvPr/>
          </p:nvSpPr>
          <p:spPr>
            <a:xfrm>
              <a:off x="5819433" y="2573532"/>
              <a:ext cx="16849" cy="16849"/>
            </a:xfrm>
            <a:prstGeom prst="ellipse">
              <a:avLst/>
            </a:prstGeom>
            <a:solidFill>
              <a:srgbClr val="78CF53">
                <a:alpha val="45098"/>
              </a:srgbClr>
            </a:solidFill>
            <a:ln w="7363" cap="rnd">
              <a:solidFill>
                <a:srgbClr val="78CF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8" name="pt9188"/>
            <p:cNvSpPr/>
            <p:nvPr/>
          </p:nvSpPr>
          <p:spPr>
            <a:xfrm>
              <a:off x="6178499" y="234756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9" name="pt9189"/>
            <p:cNvSpPr/>
            <p:nvPr/>
          </p:nvSpPr>
          <p:spPr>
            <a:xfrm>
              <a:off x="6170853" y="233891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0" name="pt9190"/>
            <p:cNvSpPr/>
            <p:nvPr/>
          </p:nvSpPr>
          <p:spPr>
            <a:xfrm>
              <a:off x="6345547" y="2167199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1" name="pt9191"/>
            <p:cNvSpPr/>
            <p:nvPr/>
          </p:nvSpPr>
          <p:spPr>
            <a:xfrm>
              <a:off x="6130975" y="2310569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2" name="pt9192"/>
            <p:cNvSpPr/>
            <p:nvPr/>
          </p:nvSpPr>
          <p:spPr>
            <a:xfrm>
              <a:off x="6832484" y="1816631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3" name="pt9193"/>
            <p:cNvSpPr/>
            <p:nvPr/>
          </p:nvSpPr>
          <p:spPr>
            <a:xfrm>
              <a:off x="6842254" y="1915262"/>
              <a:ext cx="16849" cy="16849"/>
            </a:xfrm>
            <a:prstGeom prst="ellipse">
              <a:avLst/>
            </a:prstGeom>
            <a:solidFill>
              <a:srgbClr val="28A983">
                <a:alpha val="45098"/>
              </a:srgbClr>
            </a:solidFill>
            <a:ln w="7363" cap="rnd">
              <a:solidFill>
                <a:srgbClr val="28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4" name="pt9194"/>
            <p:cNvSpPr/>
            <p:nvPr/>
          </p:nvSpPr>
          <p:spPr>
            <a:xfrm>
              <a:off x="6718140" y="2046505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5" name="pt9195"/>
            <p:cNvSpPr/>
            <p:nvPr/>
          </p:nvSpPr>
          <p:spPr>
            <a:xfrm>
              <a:off x="6502123" y="2116207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6" name="pt9196"/>
            <p:cNvSpPr/>
            <p:nvPr/>
          </p:nvSpPr>
          <p:spPr>
            <a:xfrm>
              <a:off x="6336557" y="2191765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7" name="pt9197"/>
            <p:cNvSpPr/>
            <p:nvPr/>
          </p:nvSpPr>
          <p:spPr>
            <a:xfrm>
              <a:off x="6838742" y="1992917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8" name="pt9198"/>
            <p:cNvSpPr/>
            <p:nvPr/>
          </p:nvSpPr>
          <p:spPr>
            <a:xfrm>
              <a:off x="6950860" y="1867375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9" name="pt9199"/>
            <p:cNvSpPr/>
            <p:nvPr/>
          </p:nvSpPr>
          <p:spPr>
            <a:xfrm>
              <a:off x="6429617" y="2021107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0" name="pt9200"/>
            <p:cNvSpPr/>
            <p:nvPr/>
          </p:nvSpPr>
          <p:spPr>
            <a:xfrm>
              <a:off x="6071073" y="2427805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1" name="pt9201"/>
            <p:cNvSpPr/>
            <p:nvPr/>
          </p:nvSpPr>
          <p:spPr>
            <a:xfrm>
              <a:off x="5983073" y="2578839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2" name="pt9202"/>
            <p:cNvSpPr/>
            <p:nvPr/>
          </p:nvSpPr>
          <p:spPr>
            <a:xfrm>
              <a:off x="6785990" y="187162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3" name="pt9203"/>
            <p:cNvSpPr/>
            <p:nvPr/>
          </p:nvSpPr>
          <p:spPr>
            <a:xfrm>
              <a:off x="4928911" y="2933551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4" name="pt9204"/>
            <p:cNvSpPr/>
            <p:nvPr/>
          </p:nvSpPr>
          <p:spPr>
            <a:xfrm>
              <a:off x="5708434" y="2465524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5" name="pt9205"/>
            <p:cNvSpPr/>
            <p:nvPr/>
          </p:nvSpPr>
          <p:spPr>
            <a:xfrm>
              <a:off x="7241045" y="2232844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6" name="pt9206"/>
            <p:cNvSpPr/>
            <p:nvPr/>
          </p:nvSpPr>
          <p:spPr>
            <a:xfrm>
              <a:off x="5925279" y="2054122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7" name="pt9207"/>
            <p:cNvSpPr/>
            <p:nvPr/>
          </p:nvSpPr>
          <p:spPr>
            <a:xfrm>
              <a:off x="6008234" y="242435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8" name="pt9208"/>
            <p:cNvSpPr/>
            <p:nvPr/>
          </p:nvSpPr>
          <p:spPr>
            <a:xfrm>
              <a:off x="6380974" y="2364832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9" name="pt9209"/>
            <p:cNvSpPr/>
            <p:nvPr/>
          </p:nvSpPr>
          <p:spPr>
            <a:xfrm>
              <a:off x="6605932" y="2220876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0" name="pt9210"/>
            <p:cNvSpPr/>
            <p:nvPr/>
          </p:nvSpPr>
          <p:spPr>
            <a:xfrm>
              <a:off x="6150211" y="2267362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1" name="pt9211"/>
            <p:cNvSpPr/>
            <p:nvPr/>
          </p:nvSpPr>
          <p:spPr>
            <a:xfrm>
              <a:off x="5510505" y="2546420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2" name="pt9212"/>
            <p:cNvSpPr/>
            <p:nvPr/>
          </p:nvSpPr>
          <p:spPr>
            <a:xfrm>
              <a:off x="6100971" y="2260220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3" name="pt9213"/>
            <p:cNvSpPr/>
            <p:nvPr/>
          </p:nvSpPr>
          <p:spPr>
            <a:xfrm>
              <a:off x="5942907" y="2106516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4" name="pt9214"/>
            <p:cNvSpPr/>
            <p:nvPr/>
          </p:nvSpPr>
          <p:spPr>
            <a:xfrm>
              <a:off x="6248690" y="2231845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5" name="pt9215"/>
            <p:cNvSpPr/>
            <p:nvPr/>
          </p:nvSpPr>
          <p:spPr>
            <a:xfrm>
              <a:off x="5524117" y="2455839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6" name="pt9216"/>
            <p:cNvSpPr/>
            <p:nvPr/>
          </p:nvSpPr>
          <p:spPr>
            <a:xfrm>
              <a:off x="5818280" y="2514989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7" name="pt9217"/>
            <p:cNvSpPr/>
            <p:nvPr/>
          </p:nvSpPr>
          <p:spPr>
            <a:xfrm>
              <a:off x="5506423" y="248024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8" name="pt9218"/>
            <p:cNvSpPr/>
            <p:nvPr/>
          </p:nvSpPr>
          <p:spPr>
            <a:xfrm>
              <a:off x="6607111" y="2096428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9" name="pt9219"/>
            <p:cNvSpPr/>
            <p:nvPr/>
          </p:nvSpPr>
          <p:spPr>
            <a:xfrm>
              <a:off x="6302818" y="1967273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0" name="pt9220"/>
            <p:cNvSpPr/>
            <p:nvPr/>
          </p:nvSpPr>
          <p:spPr>
            <a:xfrm>
              <a:off x="5937091" y="2006704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1" name="pt9221"/>
            <p:cNvSpPr/>
            <p:nvPr/>
          </p:nvSpPr>
          <p:spPr>
            <a:xfrm>
              <a:off x="6659855" y="230079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2" name="pt9222"/>
            <p:cNvSpPr/>
            <p:nvPr/>
          </p:nvSpPr>
          <p:spPr>
            <a:xfrm>
              <a:off x="6585605" y="2047116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3" name="pt9223"/>
            <p:cNvSpPr/>
            <p:nvPr/>
          </p:nvSpPr>
          <p:spPr>
            <a:xfrm>
              <a:off x="6034937" y="212862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4" name="pt9224"/>
            <p:cNvSpPr/>
            <p:nvPr/>
          </p:nvSpPr>
          <p:spPr>
            <a:xfrm>
              <a:off x="6438727" y="193475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5" name="pt9225"/>
            <p:cNvSpPr/>
            <p:nvPr/>
          </p:nvSpPr>
          <p:spPr>
            <a:xfrm>
              <a:off x="6871354" y="1888529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6" name="pt9226"/>
            <p:cNvSpPr/>
            <p:nvPr/>
          </p:nvSpPr>
          <p:spPr>
            <a:xfrm>
              <a:off x="6840263" y="2101517"/>
              <a:ext cx="16849" cy="16849"/>
            </a:xfrm>
            <a:prstGeom prst="ellipse">
              <a:avLst/>
            </a:prstGeom>
            <a:solidFill>
              <a:srgbClr val="C0DD40">
                <a:alpha val="45098"/>
              </a:srgbClr>
            </a:solidFill>
            <a:ln w="7363" cap="rnd">
              <a:solidFill>
                <a:srgbClr val="C0DD4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7" name="pt9227"/>
            <p:cNvSpPr/>
            <p:nvPr/>
          </p:nvSpPr>
          <p:spPr>
            <a:xfrm>
              <a:off x="6348152" y="222393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8" name="pt9228"/>
            <p:cNvSpPr/>
            <p:nvPr/>
          </p:nvSpPr>
          <p:spPr>
            <a:xfrm>
              <a:off x="6444283" y="1967172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9" name="pt9229"/>
            <p:cNvSpPr/>
            <p:nvPr/>
          </p:nvSpPr>
          <p:spPr>
            <a:xfrm>
              <a:off x="5806743" y="221888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0" name="pt9230"/>
            <p:cNvSpPr/>
            <p:nvPr/>
          </p:nvSpPr>
          <p:spPr>
            <a:xfrm>
              <a:off x="6610828" y="231054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1" name="pt9231"/>
            <p:cNvSpPr/>
            <p:nvPr/>
          </p:nvSpPr>
          <p:spPr>
            <a:xfrm>
              <a:off x="6108108" y="2296263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2" name="pt9232"/>
            <p:cNvSpPr/>
            <p:nvPr/>
          </p:nvSpPr>
          <p:spPr>
            <a:xfrm>
              <a:off x="5115640" y="234477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3" name="pt9233"/>
            <p:cNvSpPr/>
            <p:nvPr/>
          </p:nvSpPr>
          <p:spPr>
            <a:xfrm>
              <a:off x="6738368" y="188538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4" name="pt9234"/>
            <p:cNvSpPr/>
            <p:nvPr/>
          </p:nvSpPr>
          <p:spPr>
            <a:xfrm>
              <a:off x="6487582" y="221026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5" name="pt9235"/>
            <p:cNvSpPr/>
            <p:nvPr/>
          </p:nvSpPr>
          <p:spPr>
            <a:xfrm>
              <a:off x="6253680" y="2265925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6" name="pt9236"/>
            <p:cNvSpPr/>
            <p:nvPr/>
          </p:nvSpPr>
          <p:spPr>
            <a:xfrm>
              <a:off x="5627494" y="2531368"/>
              <a:ext cx="16849" cy="16849"/>
            </a:xfrm>
            <a:prstGeom prst="ellipse">
              <a:avLst/>
            </a:prstGeom>
            <a:solidFill>
              <a:srgbClr val="6AC661">
                <a:alpha val="45098"/>
              </a:srgbClr>
            </a:solidFill>
            <a:ln w="7363" cap="rnd">
              <a:solidFill>
                <a:srgbClr val="6AC66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7" name="pt9237"/>
            <p:cNvSpPr/>
            <p:nvPr/>
          </p:nvSpPr>
          <p:spPr>
            <a:xfrm>
              <a:off x="5594203" y="2233379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8" name="pt9238"/>
            <p:cNvSpPr/>
            <p:nvPr/>
          </p:nvSpPr>
          <p:spPr>
            <a:xfrm>
              <a:off x="5615063" y="2305399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9" name="pt9239"/>
            <p:cNvSpPr/>
            <p:nvPr/>
          </p:nvSpPr>
          <p:spPr>
            <a:xfrm>
              <a:off x="5607689" y="242857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0" name="pt9240"/>
            <p:cNvSpPr/>
            <p:nvPr/>
          </p:nvSpPr>
          <p:spPr>
            <a:xfrm>
              <a:off x="6129302" y="231869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1" name="pt9241"/>
            <p:cNvSpPr/>
            <p:nvPr/>
          </p:nvSpPr>
          <p:spPr>
            <a:xfrm>
              <a:off x="6108817" y="233165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2" name="pt9242"/>
            <p:cNvSpPr/>
            <p:nvPr/>
          </p:nvSpPr>
          <p:spPr>
            <a:xfrm>
              <a:off x="5576332" y="2473242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3" name="pt9243"/>
            <p:cNvSpPr/>
            <p:nvPr/>
          </p:nvSpPr>
          <p:spPr>
            <a:xfrm>
              <a:off x="4525323" y="2654794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4" name="pt9244"/>
            <p:cNvSpPr/>
            <p:nvPr/>
          </p:nvSpPr>
          <p:spPr>
            <a:xfrm>
              <a:off x="6921233" y="2179747"/>
              <a:ext cx="16849" cy="16849"/>
            </a:xfrm>
            <a:prstGeom prst="ellipse">
              <a:avLst/>
            </a:prstGeom>
            <a:solidFill>
              <a:srgbClr val="BBDC41">
                <a:alpha val="45098"/>
              </a:srgbClr>
            </a:solidFill>
            <a:ln w="7363" cap="rnd">
              <a:solidFill>
                <a:srgbClr val="BBDC4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5" name="pt9245"/>
            <p:cNvSpPr/>
            <p:nvPr/>
          </p:nvSpPr>
          <p:spPr>
            <a:xfrm>
              <a:off x="6187816" y="2266844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6" name="pt9246"/>
            <p:cNvSpPr/>
            <p:nvPr/>
          </p:nvSpPr>
          <p:spPr>
            <a:xfrm>
              <a:off x="6367423" y="230704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7" name="pt9247"/>
            <p:cNvSpPr/>
            <p:nvPr/>
          </p:nvSpPr>
          <p:spPr>
            <a:xfrm>
              <a:off x="6628951" y="2140132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8" name="pt9248"/>
            <p:cNvSpPr/>
            <p:nvPr/>
          </p:nvSpPr>
          <p:spPr>
            <a:xfrm>
              <a:off x="6237101" y="2403552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9" name="pt9249"/>
            <p:cNvSpPr/>
            <p:nvPr/>
          </p:nvSpPr>
          <p:spPr>
            <a:xfrm>
              <a:off x="6389121" y="235058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0" name="pt9250"/>
            <p:cNvSpPr/>
            <p:nvPr/>
          </p:nvSpPr>
          <p:spPr>
            <a:xfrm>
              <a:off x="6379275" y="237629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1" name="pt9251"/>
            <p:cNvSpPr/>
            <p:nvPr/>
          </p:nvSpPr>
          <p:spPr>
            <a:xfrm>
              <a:off x="6020880" y="2293634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2" name="pt9252"/>
            <p:cNvSpPr/>
            <p:nvPr/>
          </p:nvSpPr>
          <p:spPr>
            <a:xfrm>
              <a:off x="6661059" y="215929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3" name="pt9253"/>
            <p:cNvSpPr/>
            <p:nvPr/>
          </p:nvSpPr>
          <p:spPr>
            <a:xfrm>
              <a:off x="6440847" y="204537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4" name="pt9254"/>
            <p:cNvSpPr/>
            <p:nvPr/>
          </p:nvSpPr>
          <p:spPr>
            <a:xfrm>
              <a:off x="5665577" y="2462385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5" name="pt9255"/>
            <p:cNvSpPr/>
            <p:nvPr/>
          </p:nvSpPr>
          <p:spPr>
            <a:xfrm>
              <a:off x="5404563" y="2417003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6" name="pt9256"/>
            <p:cNvSpPr/>
            <p:nvPr/>
          </p:nvSpPr>
          <p:spPr>
            <a:xfrm>
              <a:off x="5645576" y="2477891"/>
              <a:ext cx="16849" cy="16849"/>
            </a:xfrm>
            <a:prstGeom prst="ellipse">
              <a:avLst/>
            </a:prstGeom>
            <a:solidFill>
              <a:srgbClr val="7BD151">
                <a:alpha val="45098"/>
              </a:srgbClr>
            </a:solidFill>
            <a:ln w="7363" cap="rnd">
              <a:solidFill>
                <a:srgbClr val="7BD15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7" name="pt9257"/>
            <p:cNvSpPr/>
            <p:nvPr/>
          </p:nvSpPr>
          <p:spPr>
            <a:xfrm>
              <a:off x="6709597" y="2098448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8" name="pt9258"/>
            <p:cNvSpPr/>
            <p:nvPr/>
          </p:nvSpPr>
          <p:spPr>
            <a:xfrm>
              <a:off x="5544988" y="2464855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9" name="pt9259"/>
            <p:cNvSpPr/>
            <p:nvPr/>
          </p:nvSpPr>
          <p:spPr>
            <a:xfrm>
              <a:off x="6496398" y="2124998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0" name="pt9260"/>
            <p:cNvSpPr/>
            <p:nvPr/>
          </p:nvSpPr>
          <p:spPr>
            <a:xfrm>
              <a:off x="6127708" y="2109365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1" name="pt9261"/>
            <p:cNvSpPr/>
            <p:nvPr/>
          </p:nvSpPr>
          <p:spPr>
            <a:xfrm>
              <a:off x="6138070" y="237472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2" name="pt9262"/>
            <p:cNvSpPr/>
            <p:nvPr/>
          </p:nvSpPr>
          <p:spPr>
            <a:xfrm>
              <a:off x="6562476" y="2179328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3" name="pt9263"/>
            <p:cNvSpPr/>
            <p:nvPr/>
          </p:nvSpPr>
          <p:spPr>
            <a:xfrm>
              <a:off x="6520188" y="2264834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4" name="pt9264"/>
            <p:cNvSpPr/>
            <p:nvPr/>
          </p:nvSpPr>
          <p:spPr>
            <a:xfrm>
              <a:off x="6144874" y="2089985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5" name="pt9265"/>
            <p:cNvSpPr/>
            <p:nvPr/>
          </p:nvSpPr>
          <p:spPr>
            <a:xfrm>
              <a:off x="6784786" y="185060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6" name="pt9266"/>
            <p:cNvSpPr/>
            <p:nvPr/>
          </p:nvSpPr>
          <p:spPr>
            <a:xfrm>
              <a:off x="6394397" y="210177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7" name="pt9267"/>
            <p:cNvSpPr/>
            <p:nvPr/>
          </p:nvSpPr>
          <p:spPr>
            <a:xfrm>
              <a:off x="5767621" y="1994922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8" name="pt9268"/>
            <p:cNvSpPr/>
            <p:nvPr/>
          </p:nvSpPr>
          <p:spPr>
            <a:xfrm>
              <a:off x="6781297" y="2000347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9" name="pt9269"/>
            <p:cNvSpPr/>
            <p:nvPr/>
          </p:nvSpPr>
          <p:spPr>
            <a:xfrm>
              <a:off x="6323935" y="2217263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0" name="pt9270"/>
            <p:cNvSpPr/>
            <p:nvPr/>
          </p:nvSpPr>
          <p:spPr>
            <a:xfrm>
              <a:off x="6487464" y="220082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1" name="pt9271"/>
            <p:cNvSpPr/>
            <p:nvPr/>
          </p:nvSpPr>
          <p:spPr>
            <a:xfrm>
              <a:off x="6034237" y="1977106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2" name="pt9272"/>
            <p:cNvSpPr/>
            <p:nvPr/>
          </p:nvSpPr>
          <p:spPr>
            <a:xfrm>
              <a:off x="5612781" y="2553680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3" name="pt9273"/>
            <p:cNvSpPr/>
            <p:nvPr/>
          </p:nvSpPr>
          <p:spPr>
            <a:xfrm>
              <a:off x="6421471" y="226342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4" name="pt9274"/>
            <p:cNvSpPr/>
            <p:nvPr/>
          </p:nvSpPr>
          <p:spPr>
            <a:xfrm>
              <a:off x="6864507" y="1828475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5" name="pt9275"/>
            <p:cNvSpPr/>
            <p:nvPr/>
          </p:nvSpPr>
          <p:spPr>
            <a:xfrm>
              <a:off x="5675658" y="2461521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6" name="pt9276"/>
            <p:cNvSpPr/>
            <p:nvPr/>
          </p:nvSpPr>
          <p:spPr>
            <a:xfrm>
              <a:off x="6457779" y="2082863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7" name="pt9277"/>
            <p:cNvSpPr/>
            <p:nvPr/>
          </p:nvSpPr>
          <p:spPr>
            <a:xfrm>
              <a:off x="6016048" y="208367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8" name="pt9278"/>
            <p:cNvSpPr/>
            <p:nvPr/>
          </p:nvSpPr>
          <p:spPr>
            <a:xfrm>
              <a:off x="5398738" y="2534928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9" name="pt9279"/>
            <p:cNvSpPr/>
            <p:nvPr/>
          </p:nvSpPr>
          <p:spPr>
            <a:xfrm>
              <a:off x="6223683" y="2338637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0" name="pt9280"/>
            <p:cNvSpPr/>
            <p:nvPr/>
          </p:nvSpPr>
          <p:spPr>
            <a:xfrm>
              <a:off x="6993623" y="1785683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1" name="pt9281"/>
            <p:cNvSpPr/>
            <p:nvPr/>
          </p:nvSpPr>
          <p:spPr>
            <a:xfrm>
              <a:off x="5618463" y="2514989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2" name="pt9282"/>
            <p:cNvSpPr/>
            <p:nvPr/>
          </p:nvSpPr>
          <p:spPr>
            <a:xfrm>
              <a:off x="5055895" y="2490734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3" name="pt9283"/>
            <p:cNvSpPr/>
            <p:nvPr/>
          </p:nvSpPr>
          <p:spPr>
            <a:xfrm>
              <a:off x="7097705" y="1607369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4" name="pt9284"/>
            <p:cNvSpPr/>
            <p:nvPr/>
          </p:nvSpPr>
          <p:spPr>
            <a:xfrm>
              <a:off x="6425505" y="199249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5" name="pt9285"/>
            <p:cNvSpPr/>
            <p:nvPr/>
          </p:nvSpPr>
          <p:spPr>
            <a:xfrm>
              <a:off x="6133523" y="2370091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6" name="pt9286"/>
            <p:cNvSpPr/>
            <p:nvPr/>
          </p:nvSpPr>
          <p:spPr>
            <a:xfrm>
              <a:off x="6867601" y="2103714"/>
              <a:ext cx="16849" cy="16849"/>
            </a:xfrm>
            <a:prstGeom prst="ellipse">
              <a:avLst/>
            </a:prstGeom>
            <a:solidFill>
              <a:srgbClr val="5BBD6C">
                <a:alpha val="45098"/>
              </a:srgbClr>
            </a:solidFill>
            <a:ln w="7363" cap="rnd">
              <a:solidFill>
                <a:srgbClr val="5B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7" name="pt9287"/>
            <p:cNvSpPr/>
            <p:nvPr/>
          </p:nvSpPr>
          <p:spPr>
            <a:xfrm>
              <a:off x="6153691" y="2338543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8" name="pt9288"/>
            <p:cNvSpPr/>
            <p:nvPr/>
          </p:nvSpPr>
          <p:spPr>
            <a:xfrm>
              <a:off x="6071862" y="2324381"/>
              <a:ext cx="16849" cy="16849"/>
            </a:xfrm>
            <a:prstGeom prst="ellipse">
              <a:avLst/>
            </a:prstGeom>
            <a:solidFill>
              <a:srgbClr val="4FB773">
                <a:alpha val="45098"/>
              </a:srgbClr>
            </a:solidFill>
            <a:ln w="7363" cap="rnd">
              <a:solidFill>
                <a:srgbClr val="4FB7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9" name="pt9289"/>
            <p:cNvSpPr/>
            <p:nvPr/>
          </p:nvSpPr>
          <p:spPr>
            <a:xfrm>
              <a:off x="6345613" y="227577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0" name="pt9290"/>
            <p:cNvSpPr/>
            <p:nvPr/>
          </p:nvSpPr>
          <p:spPr>
            <a:xfrm>
              <a:off x="6263861" y="244836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1" name="pt9291"/>
            <p:cNvSpPr/>
            <p:nvPr/>
          </p:nvSpPr>
          <p:spPr>
            <a:xfrm>
              <a:off x="6422361" y="2387345"/>
              <a:ext cx="16849" cy="16849"/>
            </a:xfrm>
            <a:prstGeom prst="ellipse">
              <a:avLst/>
            </a:prstGeom>
            <a:solidFill>
              <a:srgbClr val="C0DD40">
                <a:alpha val="45098"/>
              </a:srgbClr>
            </a:solidFill>
            <a:ln w="7363" cap="rnd">
              <a:solidFill>
                <a:srgbClr val="C0DD4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2" name="pt9292"/>
            <p:cNvSpPr/>
            <p:nvPr/>
          </p:nvSpPr>
          <p:spPr>
            <a:xfrm>
              <a:off x="5673745" y="2291783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3" name="pt9293"/>
            <p:cNvSpPr/>
            <p:nvPr/>
          </p:nvSpPr>
          <p:spPr>
            <a:xfrm>
              <a:off x="6301946" y="2070740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4" name="pt9294"/>
            <p:cNvSpPr/>
            <p:nvPr/>
          </p:nvSpPr>
          <p:spPr>
            <a:xfrm>
              <a:off x="6167009" y="232366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5" name="pt9295"/>
            <p:cNvSpPr/>
            <p:nvPr/>
          </p:nvSpPr>
          <p:spPr>
            <a:xfrm>
              <a:off x="6819163" y="1787349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6" name="pt9296"/>
            <p:cNvSpPr/>
            <p:nvPr/>
          </p:nvSpPr>
          <p:spPr>
            <a:xfrm>
              <a:off x="6150975" y="2281774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7" name="pt9297"/>
            <p:cNvSpPr/>
            <p:nvPr/>
          </p:nvSpPr>
          <p:spPr>
            <a:xfrm>
              <a:off x="6073710" y="2415736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8" name="pt9298"/>
            <p:cNvSpPr/>
            <p:nvPr/>
          </p:nvSpPr>
          <p:spPr>
            <a:xfrm>
              <a:off x="6247551" y="2342508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9" name="pt9299"/>
            <p:cNvSpPr/>
            <p:nvPr/>
          </p:nvSpPr>
          <p:spPr>
            <a:xfrm>
              <a:off x="6638749" y="2170415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0" name="pt9300"/>
            <p:cNvSpPr/>
            <p:nvPr/>
          </p:nvSpPr>
          <p:spPr>
            <a:xfrm>
              <a:off x="6521617" y="227501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1" name="pt9301"/>
            <p:cNvSpPr/>
            <p:nvPr/>
          </p:nvSpPr>
          <p:spPr>
            <a:xfrm>
              <a:off x="6607873" y="2156666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2" name="pt9302"/>
            <p:cNvSpPr/>
            <p:nvPr/>
          </p:nvSpPr>
          <p:spPr>
            <a:xfrm>
              <a:off x="5979363" y="218706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3" name="pt9303"/>
            <p:cNvSpPr/>
            <p:nvPr/>
          </p:nvSpPr>
          <p:spPr>
            <a:xfrm>
              <a:off x="6748827" y="215015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4" name="pt9304"/>
            <p:cNvSpPr/>
            <p:nvPr/>
          </p:nvSpPr>
          <p:spPr>
            <a:xfrm>
              <a:off x="5897430" y="2129089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5" name="pt9305"/>
            <p:cNvSpPr/>
            <p:nvPr/>
          </p:nvSpPr>
          <p:spPr>
            <a:xfrm>
              <a:off x="6711089" y="2033882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6" name="pt9306"/>
            <p:cNvSpPr/>
            <p:nvPr/>
          </p:nvSpPr>
          <p:spPr>
            <a:xfrm>
              <a:off x="5473280" y="2395331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7" name="pt9307"/>
            <p:cNvSpPr/>
            <p:nvPr/>
          </p:nvSpPr>
          <p:spPr>
            <a:xfrm>
              <a:off x="5931461" y="2110772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8" name="pt9308"/>
            <p:cNvSpPr/>
            <p:nvPr/>
          </p:nvSpPr>
          <p:spPr>
            <a:xfrm>
              <a:off x="6722982" y="1916332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9" name="pt9309"/>
            <p:cNvSpPr/>
            <p:nvPr/>
          </p:nvSpPr>
          <p:spPr>
            <a:xfrm>
              <a:off x="6906728" y="2001822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0" name="pt9310"/>
            <p:cNvSpPr/>
            <p:nvPr/>
          </p:nvSpPr>
          <p:spPr>
            <a:xfrm>
              <a:off x="6392708" y="218562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1" name="pt9311"/>
            <p:cNvSpPr/>
            <p:nvPr/>
          </p:nvSpPr>
          <p:spPr>
            <a:xfrm>
              <a:off x="6084543" y="2385613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2" name="pt9312"/>
            <p:cNvSpPr/>
            <p:nvPr/>
          </p:nvSpPr>
          <p:spPr>
            <a:xfrm>
              <a:off x="6214185" y="2295912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3" name="pt9313"/>
            <p:cNvSpPr/>
            <p:nvPr/>
          </p:nvSpPr>
          <p:spPr>
            <a:xfrm>
              <a:off x="6373745" y="2229419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4" name="pt9314"/>
            <p:cNvSpPr/>
            <p:nvPr/>
          </p:nvSpPr>
          <p:spPr>
            <a:xfrm>
              <a:off x="5649543" y="2092316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5" name="pt9315"/>
            <p:cNvSpPr/>
            <p:nvPr/>
          </p:nvSpPr>
          <p:spPr>
            <a:xfrm>
              <a:off x="6330220" y="2257650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6" name="pt9316"/>
            <p:cNvSpPr/>
            <p:nvPr/>
          </p:nvSpPr>
          <p:spPr>
            <a:xfrm>
              <a:off x="6821287" y="1943050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7" name="pt9317"/>
            <p:cNvSpPr/>
            <p:nvPr/>
          </p:nvSpPr>
          <p:spPr>
            <a:xfrm>
              <a:off x="6489471" y="228242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8" name="pt9318"/>
            <p:cNvSpPr/>
            <p:nvPr/>
          </p:nvSpPr>
          <p:spPr>
            <a:xfrm>
              <a:off x="6516225" y="2216757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9" name="pt9319"/>
            <p:cNvSpPr/>
            <p:nvPr/>
          </p:nvSpPr>
          <p:spPr>
            <a:xfrm>
              <a:off x="5981157" y="2499464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0" name="pt9320"/>
            <p:cNvSpPr/>
            <p:nvPr/>
          </p:nvSpPr>
          <p:spPr>
            <a:xfrm>
              <a:off x="5632565" y="2358727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1" name="pt9321"/>
            <p:cNvSpPr/>
            <p:nvPr/>
          </p:nvSpPr>
          <p:spPr>
            <a:xfrm>
              <a:off x="6329295" y="2217095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2" name="pt9322"/>
            <p:cNvSpPr/>
            <p:nvPr/>
          </p:nvSpPr>
          <p:spPr>
            <a:xfrm>
              <a:off x="6742122" y="2068880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3" name="pt9323"/>
            <p:cNvSpPr/>
            <p:nvPr/>
          </p:nvSpPr>
          <p:spPr>
            <a:xfrm>
              <a:off x="6144943" y="239385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4" name="pt9324"/>
            <p:cNvSpPr/>
            <p:nvPr/>
          </p:nvSpPr>
          <p:spPr>
            <a:xfrm>
              <a:off x="6750427" y="2122770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5" name="pt9325"/>
            <p:cNvSpPr/>
            <p:nvPr/>
          </p:nvSpPr>
          <p:spPr>
            <a:xfrm>
              <a:off x="6584684" y="2061808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6" name="pt9326"/>
            <p:cNvSpPr/>
            <p:nvPr/>
          </p:nvSpPr>
          <p:spPr>
            <a:xfrm>
              <a:off x="5769875" y="2126908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7" name="pt9327"/>
            <p:cNvSpPr/>
            <p:nvPr/>
          </p:nvSpPr>
          <p:spPr>
            <a:xfrm>
              <a:off x="6285207" y="226026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8" name="pt9328"/>
            <p:cNvSpPr/>
            <p:nvPr/>
          </p:nvSpPr>
          <p:spPr>
            <a:xfrm>
              <a:off x="5674474" y="2387277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9" name="pt9329"/>
            <p:cNvSpPr/>
            <p:nvPr/>
          </p:nvSpPr>
          <p:spPr>
            <a:xfrm>
              <a:off x="6696956" y="208871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0" name="pt9330"/>
            <p:cNvSpPr/>
            <p:nvPr/>
          </p:nvSpPr>
          <p:spPr>
            <a:xfrm>
              <a:off x="6265213" y="2428857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1" name="pt9331"/>
            <p:cNvSpPr/>
            <p:nvPr/>
          </p:nvSpPr>
          <p:spPr>
            <a:xfrm>
              <a:off x="6035650" y="2328114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2" name="pt9332"/>
            <p:cNvSpPr/>
            <p:nvPr/>
          </p:nvSpPr>
          <p:spPr>
            <a:xfrm>
              <a:off x="6833136" y="1654458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3" name="pt9333"/>
            <p:cNvSpPr/>
            <p:nvPr/>
          </p:nvSpPr>
          <p:spPr>
            <a:xfrm>
              <a:off x="6178092" y="2101550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4" name="pt9334"/>
            <p:cNvSpPr/>
            <p:nvPr/>
          </p:nvSpPr>
          <p:spPr>
            <a:xfrm>
              <a:off x="7030958" y="1800502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5" name="pt9335"/>
            <p:cNvSpPr/>
            <p:nvPr/>
          </p:nvSpPr>
          <p:spPr>
            <a:xfrm>
              <a:off x="6622898" y="2057568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6" name="pt9336"/>
            <p:cNvSpPr/>
            <p:nvPr/>
          </p:nvSpPr>
          <p:spPr>
            <a:xfrm>
              <a:off x="6103277" y="2142384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7" name="pt9337"/>
            <p:cNvSpPr/>
            <p:nvPr/>
          </p:nvSpPr>
          <p:spPr>
            <a:xfrm>
              <a:off x="5895005" y="2224496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8" name="pt9338"/>
            <p:cNvSpPr/>
            <p:nvPr/>
          </p:nvSpPr>
          <p:spPr>
            <a:xfrm>
              <a:off x="6529669" y="237995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9" name="pt9339"/>
            <p:cNvSpPr/>
            <p:nvPr/>
          </p:nvSpPr>
          <p:spPr>
            <a:xfrm>
              <a:off x="5591310" y="2338218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0" name="pt9340"/>
            <p:cNvSpPr/>
            <p:nvPr/>
          </p:nvSpPr>
          <p:spPr>
            <a:xfrm>
              <a:off x="6924920" y="1910286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1" name="pt9341"/>
            <p:cNvSpPr/>
            <p:nvPr/>
          </p:nvSpPr>
          <p:spPr>
            <a:xfrm>
              <a:off x="6705696" y="212094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2" name="pt9342"/>
            <p:cNvSpPr/>
            <p:nvPr/>
          </p:nvSpPr>
          <p:spPr>
            <a:xfrm>
              <a:off x="5507235" y="2457724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3" name="pt9343"/>
            <p:cNvSpPr/>
            <p:nvPr/>
          </p:nvSpPr>
          <p:spPr>
            <a:xfrm>
              <a:off x="6745039" y="2161659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4" name="pt9344"/>
            <p:cNvSpPr/>
            <p:nvPr/>
          </p:nvSpPr>
          <p:spPr>
            <a:xfrm>
              <a:off x="6611716" y="2249561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5" name="pt9345"/>
            <p:cNvSpPr/>
            <p:nvPr/>
          </p:nvSpPr>
          <p:spPr>
            <a:xfrm>
              <a:off x="6115910" y="225241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6" name="pt9346"/>
            <p:cNvSpPr/>
            <p:nvPr/>
          </p:nvSpPr>
          <p:spPr>
            <a:xfrm>
              <a:off x="6443549" y="2051110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7" name="pt9347"/>
            <p:cNvSpPr/>
            <p:nvPr/>
          </p:nvSpPr>
          <p:spPr>
            <a:xfrm>
              <a:off x="6583424" y="2073170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8" name="pt9348"/>
            <p:cNvSpPr/>
            <p:nvPr/>
          </p:nvSpPr>
          <p:spPr>
            <a:xfrm>
              <a:off x="6004874" y="233424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9" name="pt9349"/>
            <p:cNvSpPr/>
            <p:nvPr/>
          </p:nvSpPr>
          <p:spPr>
            <a:xfrm>
              <a:off x="6630688" y="1997559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0" name="pt9350"/>
            <p:cNvSpPr/>
            <p:nvPr/>
          </p:nvSpPr>
          <p:spPr>
            <a:xfrm>
              <a:off x="6569540" y="2128590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1" name="pt9351"/>
            <p:cNvSpPr/>
            <p:nvPr/>
          </p:nvSpPr>
          <p:spPr>
            <a:xfrm>
              <a:off x="6727512" y="1980234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2" name="pt9352"/>
            <p:cNvSpPr/>
            <p:nvPr/>
          </p:nvSpPr>
          <p:spPr>
            <a:xfrm>
              <a:off x="6493818" y="221303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3" name="pt9353"/>
            <p:cNvSpPr/>
            <p:nvPr/>
          </p:nvSpPr>
          <p:spPr>
            <a:xfrm>
              <a:off x="5602596" y="2542134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4" name="pt9354"/>
            <p:cNvSpPr/>
            <p:nvPr/>
          </p:nvSpPr>
          <p:spPr>
            <a:xfrm>
              <a:off x="6458311" y="2082236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5" name="pt9355"/>
            <p:cNvSpPr/>
            <p:nvPr/>
          </p:nvSpPr>
          <p:spPr>
            <a:xfrm>
              <a:off x="6541401" y="2245530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6" name="pt9356"/>
            <p:cNvSpPr/>
            <p:nvPr/>
          </p:nvSpPr>
          <p:spPr>
            <a:xfrm>
              <a:off x="5997508" y="2641464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7" name="pt9357"/>
            <p:cNvSpPr/>
            <p:nvPr/>
          </p:nvSpPr>
          <p:spPr>
            <a:xfrm>
              <a:off x="6911668" y="2099491"/>
              <a:ext cx="16849" cy="16849"/>
            </a:xfrm>
            <a:prstGeom prst="ellipse">
              <a:avLst/>
            </a:prstGeom>
            <a:solidFill>
              <a:srgbClr val="FDE725">
                <a:alpha val="45098"/>
              </a:srgbClr>
            </a:solidFill>
            <a:ln w="7363" cap="rnd">
              <a:solidFill>
                <a:srgbClr val="FDE72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8" name="pt9358"/>
            <p:cNvSpPr/>
            <p:nvPr/>
          </p:nvSpPr>
          <p:spPr>
            <a:xfrm>
              <a:off x="6010729" y="2452300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9" name="pt9359"/>
            <p:cNvSpPr/>
            <p:nvPr/>
          </p:nvSpPr>
          <p:spPr>
            <a:xfrm>
              <a:off x="6677157" y="2086864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0" name="pt9360"/>
            <p:cNvSpPr/>
            <p:nvPr/>
          </p:nvSpPr>
          <p:spPr>
            <a:xfrm>
              <a:off x="6522511" y="2206574"/>
              <a:ext cx="16849" cy="16849"/>
            </a:xfrm>
            <a:prstGeom prst="ellipse">
              <a:avLst/>
            </a:prstGeom>
            <a:solidFill>
              <a:srgbClr val="3AAE7D">
                <a:alpha val="45098"/>
              </a:srgbClr>
            </a:solidFill>
            <a:ln w="7363" cap="rnd">
              <a:solidFill>
                <a:srgbClr val="3AAE7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1" name="pt9361"/>
            <p:cNvSpPr/>
            <p:nvPr/>
          </p:nvSpPr>
          <p:spPr>
            <a:xfrm>
              <a:off x="6746027" y="209239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2" name="pt9362"/>
            <p:cNvSpPr/>
            <p:nvPr/>
          </p:nvSpPr>
          <p:spPr>
            <a:xfrm>
              <a:off x="5970907" y="222644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3" name="pt9363"/>
            <p:cNvSpPr/>
            <p:nvPr/>
          </p:nvSpPr>
          <p:spPr>
            <a:xfrm>
              <a:off x="6433155" y="1975661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4" name="pt9364"/>
            <p:cNvSpPr/>
            <p:nvPr/>
          </p:nvSpPr>
          <p:spPr>
            <a:xfrm>
              <a:off x="6776498" y="2074448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5" name="pt9365"/>
            <p:cNvSpPr/>
            <p:nvPr/>
          </p:nvSpPr>
          <p:spPr>
            <a:xfrm>
              <a:off x="5522600" y="2487970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6" name="pt9366"/>
            <p:cNvSpPr/>
            <p:nvPr/>
          </p:nvSpPr>
          <p:spPr>
            <a:xfrm>
              <a:off x="6808643" y="1663397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7" name="pt9367"/>
            <p:cNvSpPr/>
            <p:nvPr/>
          </p:nvSpPr>
          <p:spPr>
            <a:xfrm>
              <a:off x="5116604" y="2049388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8" name="pt9368"/>
            <p:cNvSpPr/>
            <p:nvPr/>
          </p:nvSpPr>
          <p:spPr>
            <a:xfrm>
              <a:off x="6251845" y="2354205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9" name="pt9369"/>
            <p:cNvSpPr/>
            <p:nvPr/>
          </p:nvSpPr>
          <p:spPr>
            <a:xfrm>
              <a:off x="6405606" y="2197721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0" name="pt9370"/>
            <p:cNvSpPr/>
            <p:nvPr/>
          </p:nvSpPr>
          <p:spPr>
            <a:xfrm>
              <a:off x="6429119" y="1920545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1" name="pt9371"/>
            <p:cNvSpPr/>
            <p:nvPr/>
          </p:nvSpPr>
          <p:spPr>
            <a:xfrm>
              <a:off x="6658671" y="1988835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2" name="pt9372"/>
            <p:cNvSpPr/>
            <p:nvPr/>
          </p:nvSpPr>
          <p:spPr>
            <a:xfrm>
              <a:off x="5513031" y="2527904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3" name="pt9373"/>
            <p:cNvSpPr/>
            <p:nvPr/>
          </p:nvSpPr>
          <p:spPr>
            <a:xfrm>
              <a:off x="6396116" y="2127183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4" name="pt9374"/>
            <p:cNvSpPr/>
            <p:nvPr/>
          </p:nvSpPr>
          <p:spPr>
            <a:xfrm>
              <a:off x="5255195" y="1793150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5" name="pt9375"/>
            <p:cNvSpPr/>
            <p:nvPr/>
          </p:nvSpPr>
          <p:spPr>
            <a:xfrm>
              <a:off x="5399074" y="2427329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6" name="pt9376"/>
            <p:cNvSpPr/>
            <p:nvPr/>
          </p:nvSpPr>
          <p:spPr>
            <a:xfrm>
              <a:off x="6665519" y="2046146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7" name="pt9377"/>
            <p:cNvSpPr/>
            <p:nvPr/>
          </p:nvSpPr>
          <p:spPr>
            <a:xfrm>
              <a:off x="6605868" y="2088544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8" name="pt9378"/>
            <p:cNvSpPr/>
            <p:nvPr/>
          </p:nvSpPr>
          <p:spPr>
            <a:xfrm>
              <a:off x="6417546" y="2208297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9" name="pt9379"/>
            <p:cNvSpPr/>
            <p:nvPr/>
          </p:nvSpPr>
          <p:spPr>
            <a:xfrm>
              <a:off x="6991312" y="1834152"/>
              <a:ext cx="16849" cy="16849"/>
            </a:xfrm>
            <a:prstGeom prst="ellipse">
              <a:avLst/>
            </a:prstGeom>
            <a:solidFill>
              <a:srgbClr val="49B476">
                <a:alpha val="45098"/>
              </a:srgbClr>
            </a:solidFill>
            <a:ln w="7363" cap="rnd">
              <a:solidFill>
                <a:srgbClr val="49B4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0" name="pt9380"/>
            <p:cNvSpPr/>
            <p:nvPr/>
          </p:nvSpPr>
          <p:spPr>
            <a:xfrm>
              <a:off x="5550804" y="2496742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1" name="pt9381"/>
            <p:cNvSpPr/>
            <p:nvPr/>
          </p:nvSpPr>
          <p:spPr>
            <a:xfrm>
              <a:off x="6141268" y="2233372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2" name="pt9382"/>
            <p:cNvSpPr/>
            <p:nvPr/>
          </p:nvSpPr>
          <p:spPr>
            <a:xfrm>
              <a:off x="5517893" y="2425004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3" name="pt9383"/>
            <p:cNvSpPr/>
            <p:nvPr/>
          </p:nvSpPr>
          <p:spPr>
            <a:xfrm>
              <a:off x="6347078" y="2078472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4" name="pt9384"/>
            <p:cNvSpPr/>
            <p:nvPr/>
          </p:nvSpPr>
          <p:spPr>
            <a:xfrm>
              <a:off x="5557529" y="2465354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5" name="pt9385"/>
            <p:cNvSpPr/>
            <p:nvPr/>
          </p:nvSpPr>
          <p:spPr>
            <a:xfrm>
              <a:off x="6348813" y="2221802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6" name="pt9386"/>
            <p:cNvSpPr/>
            <p:nvPr/>
          </p:nvSpPr>
          <p:spPr>
            <a:xfrm>
              <a:off x="6330259" y="2178237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7" name="pt9387"/>
            <p:cNvSpPr/>
            <p:nvPr/>
          </p:nvSpPr>
          <p:spPr>
            <a:xfrm>
              <a:off x="6319324" y="2224129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8" name="pt9388"/>
            <p:cNvSpPr/>
            <p:nvPr/>
          </p:nvSpPr>
          <p:spPr>
            <a:xfrm>
              <a:off x="6303886" y="1988894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9" name="pt9389"/>
            <p:cNvSpPr/>
            <p:nvPr/>
          </p:nvSpPr>
          <p:spPr>
            <a:xfrm>
              <a:off x="6513277" y="231501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0" name="pt9390"/>
            <p:cNvSpPr/>
            <p:nvPr/>
          </p:nvSpPr>
          <p:spPr>
            <a:xfrm>
              <a:off x="6216270" y="2266369"/>
              <a:ext cx="16849" cy="16849"/>
            </a:xfrm>
            <a:prstGeom prst="ellipse">
              <a:avLst/>
            </a:prstGeom>
            <a:solidFill>
              <a:srgbClr val="25A485">
                <a:alpha val="45098"/>
              </a:srgbClr>
            </a:solidFill>
            <a:ln w="7363" cap="rnd">
              <a:solidFill>
                <a:srgbClr val="25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1" name="pt9391"/>
            <p:cNvSpPr/>
            <p:nvPr/>
          </p:nvSpPr>
          <p:spPr>
            <a:xfrm>
              <a:off x="6699128" y="2037482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2" name="pt9392"/>
            <p:cNvSpPr/>
            <p:nvPr/>
          </p:nvSpPr>
          <p:spPr>
            <a:xfrm>
              <a:off x="6094525" y="2175564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3" name="pt9393"/>
            <p:cNvSpPr/>
            <p:nvPr/>
          </p:nvSpPr>
          <p:spPr>
            <a:xfrm>
              <a:off x="7284758" y="1896717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4" name="pt9394"/>
            <p:cNvSpPr/>
            <p:nvPr/>
          </p:nvSpPr>
          <p:spPr>
            <a:xfrm>
              <a:off x="6356962" y="2311644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5" name="pt9395"/>
            <p:cNvSpPr/>
            <p:nvPr/>
          </p:nvSpPr>
          <p:spPr>
            <a:xfrm>
              <a:off x="6634192" y="2119789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6" name="pt9396"/>
            <p:cNvSpPr/>
            <p:nvPr/>
          </p:nvSpPr>
          <p:spPr>
            <a:xfrm>
              <a:off x="6121691" y="237134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7" name="pt9397"/>
            <p:cNvSpPr/>
            <p:nvPr/>
          </p:nvSpPr>
          <p:spPr>
            <a:xfrm>
              <a:off x="6865172" y="1940564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8" name="pt9398"/>
            <p:cNvSpPr/>
            <p:nvPr/>
          </p:nvSpPr>
          <p:spPr>
            <a:xfrm>
              <a:off x="6329374" y="234224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9" name="pt9399"/>
            <p:cNvSpPr/>
            <p:nvPr/>
          </p:nvSpPr>
          <p:spPr>
            <a:xfrm>
              <a:off x="5315463" y="1811538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0" name="pt9400"/>
            <p:cNvSpPr/>
            <p:nvPr/>
          </p:nvSpPr>
          <p:spPr>
            <a:xfrm>
              <a:off x="6254116" y="2211262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1" name="pt9401"/>
            <p:cNvSpPr/>
            <p:nvPr/>
          </p:nvSpPr>
          <p:spPr>
            <a:xfrm>
              <a:off x="5627591" y="2271532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2" name="pt9402"/>
            <p:cNvSpPr/>
            <p:nvPr/>
          </p:nvSpPr>
          <p:spPr>
            <a:xfrm>
              <a:off x="5719302" y="2102061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3" name="pt9403"/>
            <p:cNvSpPr/>
            <p:nvPr/>
          </p:nvSpPr>
          <p:spPr>
            <a:xfrm>
              <a:off x="6923158" y="2028941"/>
              <a:ext cx="16849" cy="16849"/>
            </a:xfrm>
            <a:prstGeom prst="ellipse">
              <a:avLst/>
            </a:prstGeom>
            <a:solidFill>
              <a:srgbClr val="6EC85E">
                <a:alpha val="45098"/>
              </a:srgbClr>
            </a:solidFill>
            <a:ln w="7363" cap="rnd">
              <a:solidFill>
                <a:srgbClr val="6EC85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4" name="pt9404"/>
            <p:cNvSpPr/>
            <p:nvPr/>
          </p:nvSpPr>
          <p:spPr>
            <a:xfrm>
              <a:off x="5704616" y="2499739"/>
              <a:ext cx="16849" cy="16849"/>
            </a:xfrm>
            <a:prstGeom prst="ellipse">
              <a:avLst/>
            </a:prstGeom>
            <a:solidFill>
              <a:srgbClr val="66C364">
                <a:alpha val="45098"/>
              </a:srgbClr>
            </a:solidFill>
            <a:ln w="7363" cap="rnd">
              <a:solidFill>
                <a:srgbClr val="66C36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5" name="pt9405"/>
            <p:cNvSpPr/>
            <p:nvPr/>
          </p:nvSpPr>
          <p:spPr>
            <a:xfrm>
              <a:off x="6756287" y="208125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6" name="pt9406"/>
            <p:cNvSpPr/>
            <p:nvPr/>
          </p:nvSpPr>
          <p:spPr>
            <a:xfrm>
              <a:off x="5500870" y="2434177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7" name="pt9407"/>
            <p:cNvSpPr/>
            <p:nvPr/>
          </p:nvSpPr>
          <p:spPr>
            <a:xfrm>
              <a:off x="6995407" y="1562314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8" name="pt9408"/>
            <p:cNvSpPr/>
            <p:nvPr/>
          </p:nvSpPr>
          <p:spPr>
            <a:xfrm>
              <a:off x="6275188" y="2251931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9" name="pt9409"/>
            <p:cNvSpPr/>
            <p:nvPr/>
          </p:nvSpPr>
          <p:spPr>
            <a:xfrm>
              <a:off x="6458814" y="2181721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0" name="pt9410"/>
            <p:cNvSpPr/>
            <p:nvPr/>
          </p:nvSpPr>
          <p:spPr>
            <a:xfrm>
              <a:off x="6195009" y="2088181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1" name="pt9411"/>
            <p:cNvSpPr/>
            <p:nvPr/>
          </p:nvSpPr>
          <p:spPr>
            <a:xfrm>
              <a:off x="5911421" y="2181772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2" name="pt9412"/>
            <p:cNvSpPr/>
            <p:nvPr/>
          </p:nvSpPr>
          <p:spPr>
            <a:xfrm>
              <a:off x="6983311" y="1580330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3" name="pt9413"/>
            <p:cNvSpPr/>
            <p:nvPr/>
          </p:nvSpPr>
          <p:spPr>
            <a:xfrm>
              <a:off x="6629811" y="209723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4" name="pt9414"/>
            <p:cNvSpPr/>
            <p:nvPr/>
          </p:nvSpPr>
          <p:spPr>
            <a:xfrm>
              <a:off x="5895189" y="2174761"/>
              <a:ext cx="16849" cy="16849"/>
            </a:xfrm>
            <a:prstGeom prst="ellipse">
              <a:avLst/>
            </a:prstGeom>
            <a:solidFill>
              <a:srgbClr val="57BB6E">
                <a:alpha val="45098"/>
              </a:srgbClr>
            </a:solidFill>
            <a:ln w="7363" cap="rnd">
              <a:solidFill>
                <a:srgbClr val="57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5" name="pt9415"/>
            <p:cNvSpPr/>
            <p:nvPr/>
          </p:nvSpPr>
          <p:spPr>
            <a:xfrm>
              <a:off x="6256307" y="2383079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6" name="pt9416"/>
            <p:cNvSpPr/>
            <p:nvPr/>
          </p:nvSpPr>
          <p:spPr>
            <a:xfrm>
              <a:off x="6314047" y="2189300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7" name="pt9417"/>
            <p:cNvSpPr/>
            <p:nvPr/>
          </p:nvSpPr>
          <p:spPr>
            <a:xfrm>
              <a:off x="6513849" y="232679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8" name="pt9418"/>
            <p:cNvSpPr/>
            <p:nvPr/>
          </p:nvSpPr>
          <p:spPr>
            <a:xfrm>
              <a:off x="6625272" y="216222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9" name="pt9419"/>
            <p:cNvSpPr/>
            <p:nvPr/>
          </p:nvSpPr>
          <p:spPr>
            <a:xfrm>
              <a:off x="6739551" y="197709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0" name="pt9420"/>
            <p:cNvSpPr/>
            <p:nvPr/>
          </p:nvSpPr>
          <p:spPr>
            <a:xfrm>
              <a:off x="6038042" y="2205391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1" name="pt9421"/>
            <p:cNvSpPr/>
            <p:nvPr/>
          </p:nvSpPr>
          <p:spPr>
            <a:xfrm>
              <a:off x="6378202" y="228842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2" name="pt9422"/>
            <p:cNvSpPr/>
            <p:nvPr/>
          </p:nvSpPr>
          <p:spPr>
            <a:xfrm>
              <a:off x="6663330" y="2039766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3" name="pt9423"/>
            <p:cNvSpPr/>
            <p:nvPr/>
          </p:nvSpPr>
          <p:spPr>
            <a:xfrm>
              <a:off x="5771014" y="2108567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4" name="pt9424"/>
            <p:cNvSpPr/>
            <p:nvPr/>
          </p:nvSpPr>
          <p:spPr>
            <a:xfrm>
              <a:off x="6058357" y="2334665"/>
              <a:ext cx="16849" cy="16849"/>
            </a:xfrm>
            <a:prstGeom prst="ellipse">
              <a:avLst/>
            </a:prstGeom>
            <a:solidFill>
              <a:srgbClr val="6FC95D">
                <a:alpha val="45098"/>
              </a:srgbClr>
            </a:solidFill>
            <a:ln w="7363" cap="rnd">
              <a:solidFill>
                <a:srgbClr val="6F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5" name="pt9425"/>
            <p:cNvSpPr/>
            <p:nvPr/>
          </p:nvSpPr>
          <p:spPr>
            <a:xfrm>
              <a:off x="6202456" y="2151306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6" name="pt9426"/>
            <p:cNvSpPr/>
            <p:nvPr/>
          </p:nvSpPr>
          <p:spPr>
            <a:xfrm>
              <a:off x="5701032" y="2475669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7" name="pt9427"/>
            <p:cNvSpPr/>
            <p:nvPr/>
          </p:nvSpPr>
          <p:spPr>
            <a:xfrm>
              <a:off x="6342004" y="2122845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8" name="pt9428"/>
            <p:cNvSpPr/>
            <p:nvPr/>
          </p:nvSpPr>
          <p:spPr>
            <a:xfrm>
              <a:off x="5053682" y="2718624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9" name="pt9429"/>
            <p:cNvSpPr/>
            <p:nvPr/>
          </p:nvSpPr>
          <p:spPr>
            <a:xfrm>
              <a:off x="6244283" y="2310805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0" name="pt9430"/>
            <p:cNvSpPr/>
            <p:nvPr/>
          </p:nvSpPr>
          <p:spPr>
            <a:xfrm>
              <a:off x="7128856" y="1358900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1" name="pt9431"/>
            <p:cNvSpPr/>
            <p:nvPr/>
          </p:nvSpPr>
          <p:spPr>
            <a:xfrm>
              <a:off x="6203962" y="212126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2" name="pt9432"/>
            <p:cNvSpPr/>
            <p:nvPr/>
          </p:nvSpPr>
          <p:spPr>
            <a:xfrm>
              <a:off x="6532366" y="225200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3" name="pt9433"/>
            <p:cNvSpPr/>
            <p:nvPr/>
          </p:nvSpPr>
          <p:spPr>
            <a:xfrm>
              <a:off x="6461739" y="219826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4" name="pt9434"/>
            <p:cNvSpPr/>
            <p:nvPr/>
          </p:nvSpPr>
          <p:spPr>
            <a:xfrm>
              <a:off x="6805962" y="1732190"/>
              <a:ext cx="16849" cy="16849"/>
            </a:xfrm>
            <a:prstGeom prst="ellipse">
              <a:avLst/>
            </a:prstGeom>
            <a:solidFill>
              <a:srgbClr val="5CBE6B">
                <a:alpha val="45098"/>
              </a:srgbClr>
            </a:solidFill>
            <a:ln w="7363" cap="rnd">
              <a:solidFill>
                <a:srgbClr val="5CBE6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5" name="pt9435"/>
            <p:cNvSpPr/>
            <p:nvPr/>
          </p:nvSpPr>
          <p:spPr>
            <a:xfrm>
              <a:off x="6881216" y="1957644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6" name="pt9436"/>
            <p:cNvSpPr/>
            <p:nvPr/>
          </p:nvSpPr>
          <p:spPr>
            <a:xfrm>
              <a:off x="6393633" y="2204501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7" name="pt9437"/>
            <p:cNvSpPr/>
            <p:nvPr/>
          </p:nvSpPr>
          <p:spPr>
            <a:xfrm>
              <a:off x="6541814" y="223219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8" name="pt9438"/>
            <p:cNvSpPr/>
            <p:nvPr/>
          </p:nvSpPr>
          <p:spPr>
            <a:xfrm>
              <a:off x="6761830" y="2089273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9" name="pt9439"/>
            <p:cNvSpPr/>
            <p:nvPr/>
          </p:nvSpPr>
          <p:spPr>
            <a:xfrm>
              <a:off x="6585402" y="235998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0" name="pt9440"/>
            <p:cNvSpPr/>
            <p:nvPr/>
          </p:nvSpPr>
          <p:spPr>
            <a:xfrm>
              <a:off x="6494499" y="2024658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1" name="pt9441"/>
            <p:cNvSpPr/>
            <p:nvPr/>
          </p:nvSpPr>
          <p:spPr>
            <a:xfrm>
              <a:off x="6365196" y="241165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2" name="pt9442"/>
            <p:cNvSpPr/>
            <p:nvPr/>
          </p:nvSpPr>
          <p:spPr>
            <a:xfrm>
              <a:off x="6635155" y="2105412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3" name="pt9443"/>
            <p:cNvSpPr/>
            <p:nvPr/>
          </p:nvSpPr>
          <p:spPr>
            <a:xfrm>
              <a:off x="5952870" y="2132786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4" name="pt9444"/>
            <p:cNvSpPr/>
            <p:nvPr/>
          </p:nvSpPr>
          <p:spPr>
            <a:xfrm>
              <a:off x="6356755" y="240339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5" name="pt9445"/>
            <p:cNvSpPr/>
            <p:nvPr/>
          </p:nvSpPr>
          <p:spPr>
            <a:xfrm>
              <a:off x="6268598" y="2394221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6" name="pt9446"/>
            <p:cNvSpPr/>
            <p:nvPr/>
          </p:nvSpPr>
          <p:spPr>
            <a:xfrm>
              <a:off x="5234699" y="217104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7" name="pt9447"/>
            <p:cNvSpPr/>
            <p:nvPr/>
          </p:nvSpPr>
          <p:spPr>
            <a:xfrm>
              <a:off x="7080487" y="1882006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8" name="pt9448"/>
            <p:cNvSpPr/>
            <p:nvPr/>
          </p:nvSpPr>
          <p:spPr>
            <a:xfrm>
              <a:off x="6363802" y="2274645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9" name="pt9449"/>
            <p:cNvSpPr/>
            <p:nvPr/>
          </p:nvSpPr>
          <p:spPr>
            <a:xfrm>
              <a:off x="5586416" y="2048211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0" name="pt9450"/>
            <p:cNvSpPr/>
            <p:nvPr/>
          </p:nvSpPr>
          <p:spPr>
            <a:xfrm>
              <a:off x="6596583" y="2118999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1" name="pt9451"/>
            <p:cNvSpPr/>
            <p:nvPr/>
          </p:nvSpPr>
          <p:spPr>
            <a:xfrm>
              <a:off x="6185493" y="2049755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2" name="pt9452"/>
            <p:cNvSpPr/>
            <p:nvPr/>
          </p:nvSpPr>
          <p:spPr>
            <a:xfrm>
              <a:off x="6059847" y="235258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3" name="pt9453"/>
            <p:cNvSpPr/>
            <p:nvPr/>
          </p:nvSpPr>
          <p:spPr>
            <a:xfrm>
              <a:off x="6696638" y="2067949"/>
              <a:ext cx="16849" cy="16849"/>
            </a:xfrm>
            <a:prstGeom prst="ellipse">
              <a:avLst/>
            </a:prstGeom>
            <a:solidFill>
              <a:srgbClr val="77CF54">
                <a:alpha val="45098"/>
              </a:srgbClr>
            </a:solidFill>
            <a:ln w="7363" cap="rnd">
              <a:solidFill>
                <a:srgbClr val="77CF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4" name="pt9454"/>
            <p:cNvSpPr/>
            <p:nvPr/>
          </p:nvSpPr>
          <p:spPr>
            <a:xfrm>
              <a:off x="5897327" y="204177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5" name="pt9455"/>
            <p:cNvSpPr/>
            <p:nvPr/>
          </p:nvSpPr>
          <p:spPr>
            <a:xfrm>
              <a:off x="5611552" y="2417602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6" name="pt9456"/>
            <p:cNvSpPr/>
            <p:nvPr/>
          </p:nvSpPr>
          <p:spPr>
            <a:xfrm>
              <a:off x="6428629" y="193529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7" name="pt9457"/>
            <p:cNvSpPr/>
            <p:nvPr/>
          </p:nvSpPr>
          <p:spPr>
            <a:xfrm>
              <a:off x="6429916" y="186609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8" name="pt9458"/>
            <p:cNvSpPr/>
            <p:nvPr/>
          </p:nvSpPr>
          <p:spPr>
            <a:xfrm>
              <a:off x="6491781" y="222812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9" name="pt9459"/>
            <p:cNvSpPr/>
            <p:nvPr/>
          </p:nvSpPr>
          <p:spPr>
            <a:xfrm>
              <a:off x="6313473" y="2214604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0" name="pt9460"/>
            <p:cNvSpPr/>
            <p:nvPr/>
          </p:nvSpPr>
          <p:spPr>
            <a:xfrm>
              <a:off x="6470825" y="220034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1" name="pt9461"/>
            <p:cNvSpPr/>
            <p:nvPr/>
          </p:nvSpPr>
          <p:spPr>
            <a:xfrm>
              <a:off x="6675194" y="2064718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2" name="pt9462"/>
            <p:cNvSpPr/>
            <p:nvPr/>
          </p:nvSpPr>
          <p:spPr>
            <a:xfrm>
              <a:off x="6364340" y="2258953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3" name="pt9463"/>
            <p:cNvSpPr/>
            <p:nvPr/>
          </p:nvSpPr>
          <p:spPr>
            <a:xfrm>
              <a:off x="6324273" y="229213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4" name="pt9464"/>
            <p:cNvSpPr/>
            <p:nvPr/>
          </p:nvSpPr>
          <p:spPr>
            <a:xfrm>
              <a:off x="6052000" y="2357406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5" name="pt9465"/>
            <p:cNvSpPr/>
            <p:nvPr/>
          </p:nvSpPr>
          <p:spPr>
            <a:xfrm>
              <a:off x="6941491" y="1898338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6" name="pt9466"/>
            <p:cNvSpPr/>
            <p:nvPr/>
          </p:nvSpPr>
          <p:spPr>
            <a:xfrm>
              <a:off x="6496982" y="2117365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7" name="pt9467"/>
            <p:cNvSpPr/>
            <p:nvPr/>
          </p:nvSpPr>
          <p:spPr>
            <a:xfrm>
              <a:off x="6314181" y="2191731"/>
              <a:ext cx="16849" cy="16849"/>
            </a:xfrm>
            <a:prstGeom prst="ellipse">
              <a:avLst/>
            </a:prstGeom>
            <a:solidFill>
              <a:srgbClr val="5CBE6B">
                <a:alpha val="45098"/>
              </a:srgbClr>
            </a:solidFill>
            <a:ln w="7363" cap="rnd">
              <a:solidFill>
                <a:srgbClr val="5CBE6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8" name="pt9468"/>
            <p:cNvSpPr/>
            <p:nvPr/>
          </p:nvSpPr>
          <p:spPr>
            <a:xfrm>
              <a:off x="5591517" y="2529331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9" name="pt9469"/>
            <p:cNvSpPr/>
            <p:nvPr/>
          </p:nvSpPr>
          <p:spPr>
            <a:xfrm>
              <a:off x="6334308" y="217575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0" name="pt9470"/>
            <p:cNvSpPr/>
            <p:nvPr/>
          </p:nvSpPr>
          <p:spPr>
            <a:xfrm>
              <a:off x="6184167" y="230170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1" name="pt9471"/>
            <p:cNvSpPr/>
            <p:nvPr/>
          </p:nvSpPr>
          <p:spPr>
            <a:xfrm>
              <a:off x="6477736" y="219082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2" name="pt9472"/>
            <p:cNvSpPr/>
            <p:nvPr/>
          </p:nvSpPr>
          <p:spPr>
            <a:xfrm>
              <a:off x="6359454" y="228429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3" name="pt9473"/>
            <p:cNvSpPr/>
            <p:nvPr/>
          </p:nvSpPr>
          <p:spPr>
            <a:xfrm>
              <a:off x="5642343" y="2335521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4" name="pt9474"/>
            <p:cNvSpPr/>
            <p:nvPr/>
          </p:nvSpPr>
          <p:spPr>
            <a:xfrm>
              <a:off x="5736215" y="2219496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5" name="pt9475"/>
            <p:cNvSpPr/>
            <p:nvPr/>
          </p:nvSpPr>
          <p:spPr>
            <a:xfrm>
              <a:off x="6501846" y="2034970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6" name="pt9476"/>
            <p:cNvSpPr/>
            <p:nvPr/>
          </p:nvSpPr>
          <p:spPr>
            <a:xfrm>
              <a:off x="5483272" y="261557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7" name="pt9477"/>
            <p:cNvSpPr/>
            <p:nvPr/>
          </p:nvSpPr>
          <p:spPr>
            <a:xfrm>
              <a:off x="6668691" y="2124884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8" name="pt9478"/>
            <p:cNvSpPr/>
            <p:nvPr/>
          </p:nvSpPr>
          <p:spPr>
            <a:xfrm>
              <a:off x="5749594" y="2086799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9" name="pt9479"/>
            <p:cNvSpPr/>
            <p:nvPr/>
          </p:nvSpPr>
          <p:spPr>
            <a:xfrm>
              <a:off x="6123355" y="239001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0" name="pt9480"/>
            <p:cNvSpPr/>
            <p:nvPr/>
          </p:nvSpPr>
          <p:spPr>
            <a:xfrm>
              <a:off x="5742062" y="1825004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1" name="pt9481"/>
            <p:cNvSpPr/>
            <p:nvPr/>
          </p:nvSpPr>
          <p:spPr>
            <a:xfrm>
              <a:off x="5505747" y="2533736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2" name="pt9482"/>
            <p:cNvSpPr/>
            <p:nvPr/>
          </p:nvSpPr>
          <p:spPr>
            <a:xfrm>
              <a:off x="6176419" y="230239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3" name="pt9483"/>
            <p:cNvSpPr/>
            <p:nvPr/>
          </p:nvSpPr>
          <p:spPr>
            <a:xfrm>
              <a:off x="6944523" y="1739651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4" name="pt9484"/>
            <p:cNvSpPr/>
            <p:nvPr/>
          </p:nvSpPr>
          <p:spPr>
            <a:xfrm>
              <a:off x="5781413" y="1768963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5" name="pt9485"/>
            <p:cNvSpPr/>
            <p:nvPr/>
          </p:nvSpPr>
          <p:spPr>
            <a:xfrm>
              <a:off x="5471274" y="2655573"/>
              <a:ext cx="16849" cy="16849"/>
            </a:xfrm>
            <a:prstGeom prst="ellipse">
              <a:avLst/>
            </a:prstGeom>
            <a:solidFill>
              <a:srgbClr val="86D34F">
                <a:alpha val="45098"/>
              </a:srgbClr>
            </a:solidFill>
            <a:ln w="7363" cap="rnd">
              <a:solidFill>
                <a:srgbClr val="86D34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6" name="pt9486"/>
            <p:cNvSpPr/>
            <p:nvPr/>
          </p:nvSpPr>
          <p:spPr>
            <a:xfrm>
              <a:off x="6366389" y="234332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7" name="pt9487"/>
            <p:cNvSpPr/>
            <p:nvPr/>
          </p:nvSpPr>
          <p:spPr>
            <a:xfrm>
              <a:off x="6675200" y="2039160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8" name="pt9488"/>
            <p:cNvSpPr/>
            <p:nvPr/>
          </p:nvSpPr>
          <p:spPr>
            <a:xfrm>
              <a:off x="5547162" y="2542220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9" name="pt9489"/>
            <p:cNvSpPr/>
            <p:nvPr/>
          </p:nvSpPr>
          <p:spPr>
            <a:xfrm>
              <a:off x="6481728" y="2176673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0" name="pt9490"/>
            <p:cNvSpPr/>
            <p:nvPr/>
          </p:nvSpPr>
          <p:spPr>
            <a:xfrm>
              <a:off x="5832592" y="2483636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1" name="pt9491"/>
            <p:cNvSpPr/>
            <p:nvPr/>
          </p:nvSpPr>
          <p:spPr>
            <a:xfrm>
              <a:off x="6017920" y="2462149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2" name="pt9492"/>
            <p:cNvSpPr/>
            <p:nvPr/>
          </p:nvSpPr>
          <p:spPr>
            <a:xfrm>
              <a:off x="6176235" y="2267126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3" name="pt9493"/>
            <p:cNvSpPr/>
            <p:nvPr/>
          </p:nvSpPr>
          <p:spPr>
            <a:xfrm>
              <a:off x="6096677" y="222378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4" name="pt9494"/>
            <p:cNvSpPr/>
            <p:nvPr/>
          </p:nvSpPr>
          <p:spPr>
            <a:xfrm>
              <a:off x="6552907" y="2044152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5" name="pt9495"/>
            <p:cNvSpPr/>
            <p:nvPr/>
          </p:nvSpPr>
          <p:spPr>
            <a:xfrm>
              <a:off x="6619531" y="2111293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6" name="pt9496"/>
            <p:cNvSpPr/>
            <p:nvPr/>
          </p:nvSpPr>
          <p:spPr>
            <a:xfrm>
              <a:off x="6252782" y="2357832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7" name="pt9497"/>
            <p:cNvSpPr/>
            <p:nvPr/>
          </p:nvSpPr>
          <p:spPr>
            <a:xfrm>
              <a:off x="6599817" y="2126839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8" name="pt9498"/>
            <p:cNvSpPr/>
            <p:nvPr/>
          </p:nvSpPr>
          <p:spPr>
            <a:xfrm>
              <a:off x="6760212" y="2002264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9" name="pt9499"/>
            <p:cNvSpPr/>
            <p:nvPr/>
          </p:nvSpPr>
          <p:spPr>
            <a:xfrm>
              <a:off x="5599016" y="219224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0" name="pt9500"/>
            <p:cNvSpPr/>
            <p:nvPr/>
          </p:nvSpPr>
          <p:spPr>
            <a:xfrm>
              <a:off x="6102477" y="227696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1" name="pt9501"/>
            <p:cNvSpPr/>
            <p:nvPr/>
          </p:nvSpPr>
          <p:spPr>
            <a:xfrm>
              <a:off x="5663073" y="2416064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2" name="pt9502"/>
            <p:cNvSpPr/>
            <p:nvPr/>
          </p:nvSpPr>
          <p:spPr>
            <a:xfrm>
              <a:off x="6119811" y="2363989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3" name="pt9503"/>
            <p:cNvSpPr/>
            <p:nvPr/>
          </p:nvSpPr>
          <p:spPr>
            <a:xfrm>
              <a:off x="5686992" y="247356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4" name="pt9504"/>
            <p:cNvSpPr/>
            <p:nvPr/>
          </p:nvSpPr>
          <p:spPr>
            <a:xfrm>
              <a:off x="6152167" y="2321245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5" name="pt9505"/>
            <p:cNvSpPr/>
            <p:nvPr/>
          </p:nvSpPr>
          <p:spPr>
            <a:xfrm>
              <a:off x="6358526" y="2187278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6" name="pt9506"/>
            <p:cNvSpPr/>
            <p:nvPr/>
          </p:nvSpPr>
          <p:spPr>
            <a:xfrm>
              <a:off x="6230950" y="2297748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7" name="pt9507"/>
            <p:cNvSpPr/>
            <p:nvPr/>
          </p:nvSpPr>
          <p:spPr>
            <a:xfrm>
              <a:off x="6460905" y="1995345"/>
              <a:ext cx="16849" cy="16849"/>
            </a:xfrm>
            <a:prstGeom prst="ellipse">
              <a:avLst/>
            </a:prstGeom>
            <a:solidFill>
              <a:srgbClr val="28A983">
                <a:alpha val="45098"/>
              </a:srgbClr>
            </a:solidFill>
            <a:ln w="7363" cap="rnd">
              <a:solidFill>
                <a:srgbClr val="28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8" name="pt9508"/>
            <p:cNvSpPr/>
            <p:nvPr/>
          </p:nvSpPr>
          <p:spPr>
            <a:xfrm>
              <a:off x="6714995" y="212785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9" name="pt9509"/>
            <p:cNvSpPr/>
            <p:nvPr/>
          </p:nvSpPr>
          <p:spPr>
            <a:xfrm>
              <a:off x="6566947" y="2155134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0" name="pt9510"/>
            <p:cNvSpPr/>
            <p:nvPr/>
          </p:nvSpPr>
          <p:spPr>
            <a:xfrm>
              <a:off x="4912486" y="3111391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1" name="pt9511"/>
            <p:cNvSpPr/>
            <p:nvPr/>
          </p:nvSpPr>
          <p:spPr>
            <a:xfrm>
              <a:off x="6675317" y="1880741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2" name="pt9512"/>
            <p:cNvSpPr/>
            <p:nvPr/>
          </p:nvSpPr>
          <p:spPr>
            <a:xfrm>
              <a:off x="6656165" y="2084410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3" name="pt9513"/>
            <p:cNvSpPr/>
            <p:nvPr/>
          </p:nvSpPr>
          <p:spPr>
            <a:xfrm>
              <a:off x="6372630" y="2314914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4" name="pt9514"/>
            <p:cNvSpPr/>
            <p:nvPr/>
          </p:nvSpPr>
          <p:spPr>
            <a:xfrm>
              <a:off x="5578103" y="2571998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5" name="pt9515"/>
            <p:cNvSpPr/>
            <p:nvPr/>
          </p:nvSpPr>
          <p:spPr>
            <a:xfrm>
              <a:off x="6599143" y="228138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6" name="pt9516"/>
            <p:cNvSpPr/>
            <p:nvPr/>
          </p:nvSpPr>
          <p:spPr>
            <a:xfrm>
              <a:off x="5722518" y="2533683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7" name="pt9517"/>
            <p:cNvSpPr/>
            <p:nvPr/>
          </p:nvSpPr>
          <p:spPr>
            <a:xfrm>
              <a:off x="5510352" y="2613967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8" name="pt9518"/>
            <p:cNvSpPr/>
            <p:nvPr/>
          </p:nvSpPr>
          <p:spPr>
            <a:xfrm>
              <a:off x="6980741" y="1728688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9" name="pt9519"/>
            <p:cNvSpPr/>
            <p:nvPr/>
          </p:nvSpPr>
          <p:spPr>
            <a:xfrm>
              <a:off x="6611449" y="224550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0" name="pt9520"/>
            <p:cNvSpPr/>
            <p:nvPr/>
          </p:nvSpPr>
          <p:spPr>
            <a:xfrm>
              <a:off x="6846645" y="1948271"/>
              <a:ext cx="16849" cy="16849"/>
            </a:xfrm>
            <a:prstGeom prst="ellipse">
              <a:avLst/>
            </a:prstGeom>
            <a:solidFill>
              <a:srgbClr val="2AAA82">
                <a:alpha val="45098"/>
              </a:srgbClr>
            </a:solidFill>
            <a:ln w="7363" cap="rnd">
              <a:solidFill>
                <a:srgbClr val="2A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1" name="pt9521"/>
            <p:cNvSpPr/>
            <p:nvPr/>
          </p:nvSpPr>
          <p:spPr>
            <a:xfrm>
              <a:off x="6019589" y="2247113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2" name="pt9522"/>
            <p:cNvSpPr/>
            <p:nvPr/>
          </p:nvSpPr>
          <p:spPr>
            <a:xfrm>
              <a:off x="6456389" y="2011299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3" name="pt9523"/>
            <p:cNvSpPr/>
            <p:nvPr/>
          </p:nvSpPr>
          <p:spPr>
            <a:xfrm>
              <a:off x="6002138" y="2635535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4" name="pt9524"/>
            <p:cNvSpPr/>
            <p:nvPr/>
          </p:nvSpPr>
          <p:spPr>
            <a:xfrm>
              <a:off x="6185910" y="238552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5" name="pt9525"/>
            <p:cNvSpPr/>
            <p:nvPr/>
          </p:nvSpPr>
          <p:spPr>
            <a:xfrm>
              <a:off x="5250192" y="2485582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6" name="pt9526"/>
            <p:cNvSpPr/>
            <p:nvPr/>
          </p:nvSpPr>
          <p:spPr>
            <a:xfrm>
              <a:off x="5771451" y="2172802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7" name="pt9527"/>
            <p:cNvSpPr/>
            <p:nvPr/>
          </p:nvSpPr>
          <p:spPr>
            <a:xfrm>
              <a:off x="5590231" y="2131199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8" name="pt9528"/>
            <p:cNvSpPr/>
            <p:nvPr/>
          </p:nvSpPr>
          <p:spPr>
            <a:xfrm>
              <a:off x="5487310" y="2579016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9" name="pt9529"/>
            <p:cNvSpPr/>
            <p:nvPr/>
          </p:nvSpPr>
          <p:spPr>
            <a:xfrm>
              <a:off x="5423995" y="237372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0" name="pt9530"/>
            <p:cNvSpPr/>
            <p:nvPr/>
          </p:nvSpPr>
          <p:spPr>
            <a:xfrm>
              <a:off x="5780029" y="2106742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1" name="pt9531"/>
            <p:cNvSpPr/>
            <p:nvPr/>
          </p:nvSpPr>
          <p:spPr>
            <a:xfrm>
              <a:off x="5636737" y="2561846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2" name="pt9532"/>
            <p:cNvSpPr/>
            <p:nvPr/>
          </p:nvSpPr>
          <p:spPr>
            <a:xfrm>
              <a:off x="6201074" y="2124072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3" name="pt9533"/>
            <p:cNvSpPr/>
            <p:nvPr/>
          </p:nvSpPr>
          <p:spPr>
            <a:xfrm>
              <a:off x="6491514" y="2156873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4" name="pt9534"/>
            <p:cNvSpPr/>
            <p:nvPr/>
          </p:nvSpPr>
          <p:spPr>
            <a:xfrm>
              <a:off x="6506650" y="2083771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5" name="pt9535"/>
            <p:cNvSpPr/>
            <p:nvPr/>
          </p:nvSpPr>
          <p:spPr>
            <a:xfrm>
              <a:off x="7003272" y="1680125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6" name="pt9536"/>
            <p:cNvSpPr/>
            <p:nvPr/>
          </p:nvSpPr>
          <p:spPr>
            <a:xfrm>
              <a:off x="6412476" y="2135333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7" name="pt9537"/>
            <p:cNvSpPr/>
            <p:nvPr/>
          </p:nvSpPr>
          <p:spPr>
            <a:xfrm>
              <a:off x="6129167" y="2320844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8" name="pt9538"/>
            <p:cNvSpPr/>
            <p:nvPr/>
          </p:nvSpPr>
          <p:spPr>
            <a:xfrm>
              <a:off x="6568308" y="224946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9" name="pt9539"/>
            <p:cNvSpPr/>
            <p:nvPr/>
          </p:nvSpPr>
          <p:spPr>
            <a:xfrm>
              <a:off x="6293693" y="2135086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0" name="pt9540"/>
            <p:cNvSpPr/>
            <p:nvPr/>
          </p:nvSpPr>
          <p:spPr>
            <a:xfrm>
              <a:off x="6314903" y="2074918"/>
              <a:ext cx="16849" cy="16849"/>
            </a:xfrm>
            <a:prstGeom prst="ellipse">
              <a:avLst/>
            </a:prstGeom>
            <a:solidFill>
              <a:srgbClr val="7BD151">
                <a:alpha val="45098"/>
              </a:srgbClr>
            </a:solidFill>
            <a:ln w="7363" cap="rnd">
              <a:solidFill>
                <a:srgbClr val="7BD15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1" name="pt9541"/>
            <p:cNvSpPr/>
            <p:nvPr/>
          </p:nvSpPr>
          <p:spPr>
            <a:xfrm>
              <a:off x="6183376" y="2023020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2" name="pt9542"/>
            <p:cNvSpPr/>
            <p:nvPr/>
          </p:nvSpPr>
          <p:spPr>
            <a:xfrm>
              <a:off x="5471400" y="2497204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3" name="pt9543"/>
            <p:cNvSpPr/>
            <p:nvPr/>
          </p:nvSpPr>
          <p:spPr>
            <a:xfrm>
              <a:off x="6089438" y="2244913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4" name="pt9544"/>
            <p:cNvSpPr/>
            <p:nvPr/>
          </p:nvSpPr>
          <p:spPr>
            <a:xfrm>
              <a:off x="5667015" y="2316066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5" name="pt9545"/>
            <p:cNvSpPr/>
            <p:nvPr/>
          </p:nvSpPr>
          <p:spPr>
            <a:xfrm>
              <a:off x="6389375" y="2248997"/>
              <a:ext cx="16849" cy="16849"/>
            </a:xfrm>
            <a:prstGeom prst="ellipse">
              <a:avLst/>
            </a:prstGeom>
            <a:solidFill>
              <a:srgbClr val="49B476">
                <a:alpha val="45098"/>
              </a:srgbClr>
            </a:solidFill>
            <a:ln w="7363" cap="rnd">
              <a:solidFill>
                <a:srgbClr val="49B4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6" name="pt9546"/>
            <p:cNvSpPr/>
            <p:nvPr/>
          </p:nvSpPr>
          <p:spPr>
            <a:xfrm>
              <a:off x="6686026" y="1914971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7" name="pt9547"/>
            <p:cNvSpPr/>
            <p:nvPr/>
          </p:nvSpPr>
          <p:spPr>
            <a:xfrm>
              <a:off x="5852720" y="2078064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8" name="pt9548"/>
            <p:cNvSpPr/>
            <p:nvPr/>
          </p:nvSpPr>
          <p:spPr>
            <a:xfrm>
              <a:off x="5572315" y="2316954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9" name="pt9549"/>
            <p:cNvSpPr/>
            <p:nvPr/>
          </p:nvSpPr>
          <p:spPr>
            <a:xfrm>
              <a:off x="5782084" y="2080068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0" name="pt9550"/>
            <p:cNvSpPr/>
            <p:nvPr/>
          </p:nvSpPr>
          <p:spPr>
            <a:xfrm>
              <a:off x="5026091" y="2906702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1" name="pt9551"/>
            <p:cNvSpPr/>
            <p:nvPr/>
          </p:nvSpPr>
          <p:spPr>
            <a:xfrm>
              <a:off x="6571521" y="2117933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2" name="pt9552"/>
            <p:cNvSpPr/>
            <p:nvPr/>
          </p:nvSpPr>
          <p:spPr>
            <a:xfrm>
              <a:off x="6567952" y="2059407"/>
              <a:ext cx="16849" cy="16849"/>
            </a:xfrm>
            <a:prstGeom prst="ellipse">
              <a:avLst/>
            </a:prstGeom>
            <a:solidFill>
              <a:srgbClr val="5EBE6A">
                <a:alpha val="45098"/>
              </a:srgbClr>
            </a:solidFill>
            <a:ln w="7363" cap="rnd">
              <a:solidFill>
                <a:srgbClr val="5EBE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3" name="pt9553"/>
            <p:cNvSpPr/>
            <p:nvPr/>
          </p:nvSpPr>
          <p:spPr>
            <a:xfrm>
              <a:off x="5426599" y="2175713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4" name="pt9554"/>
            <p:cNvSpPr/>
            <p:nvPr/>
          </p:nvSpPr>
          <p:spPr>
            <a:xfrm>
              <a:off x="6147909" y="233940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5" name="pt9555"/>
            <p:cNvSpPr/>
            <p:nvPr/>
          </p:nvSpPr>
          <p:spPr>
            <a:xfrm>
              <a:off x="5778058" y="207324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6" name="pt9556"/>
            <p:cNvSpPr/>
            <p:nvPr/>
          </p:nvSpPr>
          <p:spPr>
            <a:xfrm>
              <a:off x="6696302" y="2115584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7" name="pt9557"/>
            <p:cNvSpPr/>
            <p:nvPr/>
          </p:nvSpPr>
          <p:spPr>
            <a:xfrm>
              <a:off x="6616272" y="2124661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8" name="pt9558"/>
            <p:cNvSpPr/>
            <p:nvPr/>
          </p:nvSpPr>
          <p:spPr>
            <a:xfrm>
              <a:off x="6934348" y="1942268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9" name="pt9559"/>
            <p:cNvSpPr/>
            <p:nvPr/>
          </p:nvSpPr>
          <p:spPr>
            <a:xfrm>
              <a:off x="6257342" y="2443931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0" name="pt9560"/>
            <p:cNvSpPr/>
            <p:nvPr/>
          </p:nvSpPr>
          <p:spPr>
            <a:xfrm>
              <a:off x="7127422" y="1289220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1" name="pt9561"/>
            <p:cNvSpPr/>
            <p:nvPr/>
          </p:nvSpPr>
          <p:spPr>
            <a:xfrm>
              <a:off x="6043533" y="2287953"/>
              <a:ext cx="16849" cy="16849"/>
            </a:xfrm>
            <a:prstGeom prst="ellipse">
              <a:avLst/>
            </a:prstGeom>
            <a:solidFill>
              <a:srgbClr val="44B279">
                <a:alpha val="45098"/>
              </a:srgbClr>
            </a:solidFill>
            <a:ln w="7363" cap="rnd">
              <a:solidFill>
                <a:srgbClr val="44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2" name="pt9562"/>
            <p:cNvSpPr/>
            <p:nvPr/>
          </p:nvSpPr>
          <p:spPr>
            <a:xfrm>
              <a:off x="5892084" y="2232018"/>
              <a:ext cx="16849" cy="16849"/>
            </a:xfrm>
            <a:prstGeom prst="ellipse">
              <a:avLst/>
            </a:prstGeom>
            <a:solidFill>
              <a:srgbClr val="66C364">
                <a:alpha val="45098"/>
              </a:srgbClr>
            </a:solidFill>
            <a:ln w="7363" cap="rnd">
              <a:solidFill>
                <a:srgbClr val="66C36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3" name="pt9563"/>
            <p:cNvSpPr/>
            <p:nvPr/>
          </p:nvSpPr>
          <p:spPr>
            <a:xfrm>
              <a:off x="6353354" y="230760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4" name="pt9564"/>
            <p:cNvSpPr/>
            <p:nvPr/>
          </p:nvSpPr>
          <p:spPr>
            <a:xfrm>
              <a:off x="6290206" y="2084477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5" name="pt9565"/>
            <p:cNvSpPr/>
            <p:nvPr/>
          </p:nvSpPr>
          <p:spPr>
            <a:xfrm>
              <a:off x="5687853" y="2435431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6" name="pt9566"/>
            <p:cNvSpPr/>
            <p:nvPr/>
          </p:nvSpPr>
          <p:spPr>
            <a:xfrm>
              <a:off x="6590148" y="228056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7" name="pt9567"/>
            <p:cNvSpPr/>
            <p:nvPr/>
          </p:nvSpPr>
          <p:spPr>
            <a:xfrm>
              <a:off x="5984365" y="2504765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8" name="pt9568"/>
            <p:cNvSpPr/>
            <p:nvPr/>
          </p:nvSpPr>
          <p:spPr>
            <a:xfrm>
              <a:off x="5940147" y="2003127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9" name="pt9569"/>
            <p:cNvSpPr/>
            <p:nvPr/>
          </p:nvSpPr>
          <p:spPr>
            <a:xfrm>
              <a:off x="6216417" y="229076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0" name="pt9570"/>
            <p:cNvSpPr/>
            <p:nvPr/>
          </p:nvSpPr>
          <p:spPr>
            <a:xfrm>
              <a:off x="5621478" y="2378537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1" name="pt9571"/>
            <p:cNvSpPr/>
            <p:nvPr/>
          </p:nvSpPr>
          <p:spPr>
            <a:xfrm>
              <a:off x="6374848" y="233635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2" name="pt9572"/>
            <p:cNvSpPr/>
            <p:nvPr/>
          </p:nvSpPr>
          <p:spPr>
            <a:xfrm>
              <a:off x="5944350" y="2101081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3" name="pt9573"/>
            <p:cNvSpPr/>
            <p:nvPr/>
          </p:nvSpPr>
          <p:spPr>
            <a:xfrm>
              <a:off x="6099615" y="2260302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4" name="pt9574"/>
            <p:cNvSpPr/>
            <p:nvPr/>
          </p:nvSpPr>
          <p:spPr>
            <a:xfrm>
              <a:off x="5675345" y="2428462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5" name="pt9575"/>
            <p:cNvSpPr/>
            <p:nvPr/>
          </p:nvSpPr>
          <p:spPr>
            <a:xfrm>
              <a:off x="6461574" y="2060937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6" name="pt9576"/>
            <p:cNvSpPr/>
            <p:nvPr/>
          </p:nvSpPr>
          <p:spPr>
            <a:xfrm>
              <a:off x="5849197" y="2176646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7" name="pt9577"/>
            <p:cNvSpPr/>
            <p:nvPr/>
          </p:nvSpPr>
          <p:spPr>
            <a:xfrm>
              <a:off x="6618406" y="1998250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8" name="pt9578"/>
            <p:cNvSpPr/>
            <p:nvPr/>
          </p:nvSpPr>
          <p:spPr>
            <a:xfrm>
              <a:off x="6289615" y="2061099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9" name="pt9579"/>
            <p:cNvSpPr/>
            <p:nvPr/>
          </p:nvSpPr>
          <p:spPr>
            <a:xfrm>
              <a:off x="6184148" y="221056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0" name="pt9580"/>
            <p:cNvSpPr/>
            <p:nvPr/>
          </p:nvSpPr>
          <p:spPr>
            <a:xfrm>
              <a:off x="6639952" y="227031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1" name="pt9581"/>
            <p:cNvSpPr/>
            <p:nvPr/>
          </p:nvSpPr>
          <p:spPr>
            <a:xfrm>
              <a:off x="6120494" y="2293344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2" name="pt9582"/>
            <p:cNvSpPr/>
            <p:nvPr/>
          </p:nvSpPr>
          <p:spPr>
            <a:xfrm>
              <a:off x="5843782" y="2455811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3" name="pt9583"/>
            <p:cNvSpPr/>
            <p:nvPr/>
          </p:nvSpPr>
          <p:spPr>
            <a:xfrm>
              <a:off x="5832865" y="2366915"/>
              <a:ext cx="16849" cy="16849"/>
            </a:xfrm>
            <a:prstGeom prst="ellipse">
              <a:avLst/>
            </a:prstGeom>
            <a:solidFill>
              <a:srgbClr val="A5D847">
                <a:alpha val="45098"/>
              </a:srgbClr>
            </a:solidFill>
            <a:ln w="7363" cap="rnd">
              <a:solidFill>
                <a:srgbClr val="A5D84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4" name="pt9584"/>
            <p:cNvSpPr/>
            <p:nvPr/>
          </p:nvSpPr>
          <p:spPr>
            <a:xfrm>
              <a:off x="7269402" y="1981596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5" name="pt9585"/>
            <p:cNvSpPr/>
            <p:nvPr/>
          </p:nvSpPr>
          <p:spPr>
            <a:xfrm>
              <a:off x="6822236" y="1864035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6" name="pt9586"/>
            <p:cNvSpPr/>
            <p:nvPr/>
          </p:nvSpPr>
          <p:spPr>
            <a:xfrm>
              <a:off x="6105923" y="2237488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7" name="pt9587"/>
            <p:cNvSpPr/>
            <p:nvPr/>
          </p:nvSpPr>
          <p:spPr>
            <a:xfrm>
              <a:off x="6524490" y="2152062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8" name="pt9588"/>
            <p:cNvSpPr/>
            <p:nvPr/>
          </p:nvSpPr>
          <p:spPr>
            <a:xfrm>
              <a:off x="6528718" y="2142137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9" name="pt9589"/>
            <p:cNvSpPr/>
            <p:nvPr/>
          </p:nvSpPr>
          <p:spPr>
            <a:xfrm>
              <a:off x="6449699" y="2114732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0" name="pt9590"/>
            <p:cNvSpPr/>
            <p:nvPr/>
          </p:nvSpPr>
          <p:spPr>
            <a:xfrm>
              <a:off x="5936730" y="2052226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1" name="pt9591"/>
            <p:cNvSpPr/>
            <p:nvPr/>
          </p:nvSpPr>
          <p:spPr>
            <a:xfrm>
              <a:off x="5860377" y="1984237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2" name="pt9592"/>
            <p:cNvSpPr/>
            <p:nvPr/>
          </p:nvSpPr>
          <p:spPr>
            <a:xfrm>
              <a:off x="5833500" y="2510046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3" name="pt9593"/>
            <p:cNvSpPr/>
            <p:nvPr/>
          </p:nvSpPr>
          <p:spPr>
            <a:xfrm>
              <a:off x="6361781" y="2241907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4" name="pt9594"/>
            <p:cNvSpPr/>
            <p:nvPr/>
          </p:nvSpPr>
          <p:spPr>
            <a:xfrm>
              <a:off x="6512488" y="2025400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5" name="pt9595"/>
            <p:cNvSpPr/>
            <p:nvPr/>
          </p:nvSpPr>
          <p:spPr>
            <a:xfrm>
              <a:off x="6009883" y="2297958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6" name="pt9596"/>
            <p:cNvSpPr/>
            <p:nvPr/>
          </p:nvSpPr>
          <p:spPr>
            <a:xfrm>
              <a:off x="5709697" y="2477124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7" name="pt9597"/>
            <p:cNvSpPr/>
            <p:nvPr/>
          </p:nvSpPr>
          <p:spPr>
            <a:xfrm>
              <a:off x="7235761" y="2037252"/>
              <a:ext cx="16849" cy="16849"/>
            </a:xfrm>
            <a:prstGeom prst="ellipse">
              <a:avLst/>
            </a:prstGeom>
            <a:solidFill>
              <a:srgbClr val="2C898B">
                <a:alpha val="45098"/>
              </a:srgbClr>
            </a:solidFill>
            <a:ln w="7363" cap="rnd">
              <a:solidFill>
                <a:srgbClr val="2C89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8" name="pt9598"/>
            <p:cNvSpPr/>
            <p:nvPr/>
          </p:nvSpPr>
          <p:spPr>
            <a:xfrm>
              <a:off x="6555876" y="2074571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9" name="pt9599"/>
            <p:cNvSpPr/>
            <p:nvPr/>
          </p:nvSpPr>
          <p:spPr>
            <a:xfrm>
              <a:off x="5837321" y="2403600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0" name="pt9600"/>
            <p:cNvSpPr/>
            <p:nvPr/>
          </p:nvSpPr>
          <p:spPr>
            <a:xfrm>
              <a:off x="5998203" y="2603849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1" name="pt9601"/>
            <p:cNvSpPr/>
            <p:nvPr/>
          </p:nvSpPr>
          <p:spPr>
            <a:xfrm>
              <a:off x="5978124" y="2461197"/>
              <a:ext cx="16849" cy="16849"/>
            </a:xfrm>
            <a:prstGeom prst="ellipse">
              <a:avLst/>
            </a:prstGeom>
            <a:solidFill>
              <a:srgbClr val="55BA70">
                <a:alpha val="45098"/>
              </a:srgbClr>
            </a:solidFill>
            <a:ln w="7363" cap="rnd">
              <a:solidFill>
                <a:srgbClr val="55BA7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2" name="pt9602"/>
            <p:cNvSpPr/>
            <p:nvPr/>
          </p:nvSpPr>
          <p:spPr>
            <a:xfrm>
              <a:off x="6911633" y="1875172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3" name="pt9603"/>
            <p:cNvSpPr/>
            <p:nvPr/>
          </p:nvSpPr>
          <p:spPr>
            <a:xfrm>
              <a:off x="5509755" y="2613569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4" name="pt9604"/>
            <p:cNvSpPr/>
            <p:nvPr/>
          </p:nvSpPr>
          <p:spPr>
            <a:xfrm>
              <a:off x="5655805" y="224021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5" name="pt9605"/>
            <p:cNvSpPr/>
            <p:nvPr/>
          </p:nvSpPr>
          <p:spPr>
            <a:xfrm>
              <a:off x="6291832" y="2035632"/>
              <a:ext cx="16849" cy="16849"/>
            </a:xfrm>
            <a:prstGeom prst="ellipse">
              <a:avLst/>
            </a:prstGeom>
            <a:solidFill>
              <a:srgbClr val="25A485">
                <a:alpha val="45098"/>
              </a:srgbClr>
            </a:solidFill>
            <a:ln w="7363" cap="rnd">
              <a:solidFill>
                <a:srgbClr val="25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6" name="pt9606"/>
            <p:cNvSpPr/>
            <p:nvPr/>
          </p:nvSpPr>
          <p:spPr>
            <a:xfrm>
              <a:off x="6395592" y="2141615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7" name="pt9607"/>
            <p:cNvSpPr/>
            <p:nvPr/>
          </p:nvSpPr>
          <p:spPr>
            <a:xfrm>
              <a:off x="6777846" y="1858300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8" name="pt9608"/>
            <p:cNvSpPr/>
            <p:nvPr/>
          </p:nvSpPr>
          <p:spPr>
            <a:xfrm>
              <a:off x="6532116" y="2140893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9" name="pt9609"/>
            <p:cNvSpPr/>
            <p:nvPr/>
          </p:nvSpPr>
          <p:spPr>
            <a:xfrm>
              <a:off x="5803926" y="2013234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0" name="pt9610"/>
            <p:cNvSpPr/>
            <p:nvPr/>
          </p:nvSpPr>
          <p:spPr>
            <a:xfrm>
              <a:off x="6453547" y="2005930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1" name="pt9611"/>
            <p:cNvSpPr/>
            <p:nvPr/>
          </p:nvSpPr>
          <p:spPr>
            <a:xfrm>
              <a:off x="6262258" y="2421602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2" name="pt9612"/>
            <p:cNvSpPr/>
            <p:nvPr/>
          </p:nvSpPr>
          <p:spPr>
            <a:xfrm>
              <a:off x="6354523" y="2107013"/>
              <a:ext cx="16849" cy="16849"/>
            </a:xfrm>
            <a:prstGeom prst="ellipse">
              <a:avLst/>
            </a:prstGeom>
            <a:solidFill>
              <a:srgbClr val="63C266">
                <a:alpha val="45098"/>
              </a:srgbClr>
            </a:solidFill>
            <a:ln w="7363" cap="rnd">
              <a:solidFill>
                <a:srgbClr val="63C26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3" name="pt9613"/>
            <p:cNvSpPr/>
            <p:nvPr/>
          </p:nvSpPr>
          <p:spPr>
            <a:xfrm>
              <a:off x="6445341" y="2295712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4" name="pt9614"/>
            <p:cNvSpPr/>
            <p:nvPr/>
          </p:nvSpPr>
          <p:spPr>
            <a:xfrm>
              <a:off x="7377027" y="1411674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5" name="pt9615"/>
            <p:cNvSpPr/>
            <p:nvPr/>
          </p:nvSpPr>
          <p:spPr>
            <a:xfrm>
              <a:off x="6682731" y="2059851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6" name="pt9616"/>
            <p:cNvSpPr/>
            <p:nvPr/>
          </p:nvSpPr>
          <p:spPr>
            <a:xfrm>
              <a:off x="6358124" y="237504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7" name="pt9617"/>
            <p:cNvSpPr/>
            <p:nvPr/>
          </p:nvSpPr>
          <p:spPr>
            <a:xfrm>
              <a:off x="5993980" y="231792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8" name="pt9618"/>
            <p:cNvSpPr/>
            <p:nvPr/>
          </p:nvSpPr>
          <p:spPr>
            <a:xfrm>
              <a:off x="6404923" y="2178991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9" name="pt9619"/>
            <p:cNvSpPr/>
            <p:nvPr/>
          </p:nvSpPr>
          <p:spPr>
            <a:xfrm>
              <a:off x="5618066" y="2515621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0" name="pt9620"/>
            <p:cNvSpPr/>
            <p:nvPr/>
          </p:nvSpPr>
          <p:spPr>
            <a:xfrm>
              <a:off x="6628911" y="2138120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1" name="pt9621"/>
            <p:cNvSpPr/>
            <p:nvPr/>
          </p:nvSpPr>
          <p:spPr>
            <a:xfrm>
              <a:off x="5981070" y="2371786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2" name="pt9622"/>
            <p:cNvSpPr/>
            <p:nvPr/>
          </p:nvSpPr>
          <p:spPr>
            <a:xfrm>
              <a:off x="5667727" y="2408060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3" name="pt9623"/>
            <p:cNvSpPr/>
            <p:nvPr/>
          </p:nvSpPr>
          <p:spPr>
            <a:xfrm>
              <a:off x="5531165" y="2490781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4" name="pt9624"/>
            <p:cNvSpPr/>
            <p:nvPr/>
          </p:nvSpPr>
          <p:spPr>
            <a:xfrm>
              <a:off x="4828945" y="2735046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5" name="pt9625"/>
            <p:cNvSpPr/>
            <p:nvPr/>
          </p:nvSpPr>
          <p:spPr>
            <a:xfrm>
              <a:off x="5727733" y="2416341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6" name="pt9626"/>
            <p:cNvSpPr/>
            <p:nvPr/>
          </p:nvSpPr>
          <p:spPr>
            <a:xfrm>
              <a:off x="5777557" y="1922320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7" name="pt9627"/>
            <p:cNvSpPr/>
            <p:nvPr/>
          </p:nvSpPr>
          <p:spPr>
            <a:xfrm>
              <a:off x="6350741" y="2277812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8" name="pt9628"/>
            <p:cNvSpPr/>
            <p:nvPr/>
          </p:nvSpPr>
          <p:spPr>
            <a:xfrm>
              <a:off x="6326791" y="2184615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9" name="pt9629"/>
            <p:cNvSpPr/>
            <p:nvPr/>
          </p:nvSpPr>
          <p:spPr>
            <a:xfrm>
              <a:off x="5944468" y="2071280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0" name="pt9630"/>
            <p:cNvSpPr/>
            <p:nvPr/>
          </p:nvSpPr>
          <p:spPr>
            <a:xfrm>
              <a:off x="5494260" y="211925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1" name="pt9631"/>
            <p:cNvSpPr/>
            <p:nvPr/>
          </p:nvSpPr>
          <p:spPr>
            <a:xfrm>
              <a:off x="5555628" y="2538737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2" name="pt9632"/>
            <p:cNvSpPr/>
            <p:nvPr/>
          </p:nvSpPr>
          <p:spPr>
            <a:xfrm>
              <a:off x="6789794" y="203211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3" name="pt9633"/>
            <p:cNvSpPr/>
            <p:nvPr/>
          </p:nvSpPr>
          <p:spPr>
            <a:xfrm>
              <a:off x="6825784" y="184454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4" name="pt9634"/>
            <p:cNvSpPr/>
            <p:nvPr/>
          </p:nvSpPr>
          <p:spPr>
            <a:xfrm>
              <a:off x="5309260" y="2308142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5" name="pt9635"/>
            <p:cNvSpPr/>
            <p:nvPr/>
          </p:nvSpPr>
          <p:spPr>
            <a:xfrm>
              <a:off x="6304332" y="2004446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6" name="pt9636"/>
            <p:cNvSpPr/>
            <p:nvPr/>
          </p:nvSpPr>
          <p:spPr>
            <a:xfrm>
              <a:off x="6980483" y="1858199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7" name="pt9637"/>
            <p:cNvSpPr/>
            <p:nvPr/>
          </p:nvSpPr>
          <p:spPr>
            <a:xfrm>
              <a:off x="6204077" y="2144900"/>
              <a:ext cx="16849" cy="16849"/>
            </a:xfrm>
            <a:prstGeom prst="ellipse">
              <a:avLst/>
            </a:prstGeom>
            <a:solidFill>
              <a:srgbClr val="25A485">
                <a:alpha val="45098"/>
              </a:srgbClr>
            </a:solidFill>
            <a:ln w="7363" cap="rnd">
              <a:solidFill>
                <a:srgbClr val="25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8" name="pt9638"/>
            <p:cNvSpPr/>
            <p:nvPr/>
          </p:nvSpPr>
          <p:spPr>
            <a:xfrm>
              <a:off x="6349171" y="2257257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9" name="pt9639"/>
            <p:cNvSpPr/>
            <p:nvPr/>
          </p:nvSpPr>
          <p:spPr>
            <a:xfrm>
              <a:off x="6215371" y="229719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0" name="pt9640"/>
            <p:cNvSpPr/>
            <p:nvPr/>
          </p:nvSpPr>
          <p:spPr>
            <a:xfrm>
              <a:off x="5829217" y="2467973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1" name="pt9641"/>
            <p:cNvSpPr/>
            <p:nvPr/>
          </p:nvSpPr>
          <p:spPr>
            <a:xfrm>
              <a:off x="6309441" y="232962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2" name="pt9642"/>
            <p:cNvSpPr/>
            <p:nvPr/>
          </p:nvSpPr>
          <p:spPr>
            <a:xfrm>
              <a:off x="6167145" y="231429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3" name="pt9643"/>
            <p:cNvSpPr/>
            <p:nvPr/>
          </p:nvSpPr>
          <p:spPr>
            <a:xfrm>
              <a:off x="7244398" y="2082616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4" name="pt9644"/>
            <p:cNvSpPr/>
            <p:nvPr/>
          </p:nvSpPr>
          <p:spPr>
            <a:xfrm>
              <a:off x="5516367" y="2636317"/>
              <a:ext cx="16849" cy="16849"/>
            </a:xfrm>
            <a:prstGeom prst="ellipse">
              <a:avLst/>
            </a:prstGeom>
            <a:solidFill>
              <a:srgbClr val="86D34F">
                <a:alpha val="45098"/>
              </a:srgbClr>
            </a:solidFill>
            <a:ln w="7363" cap="rnd">
              <a:solidFill>
                <a:srgbClr val="86D34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5" name="pt9645"/>
            <p:cNvSpPr/>
            <p:nvPr/>
          </p:nvSpPr>
          <p:spPr>
            <a:xfrm>
              <a:off x="5448871" y="2417526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6" name="pt9646"/>
            <p:cNvSpPr/>
            <p:nvPr/>
          </p:nvSpPr>
          <p:spPr>
            <a:xfrm>
              <a:off x="6954469" y="1768826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7" name="pt9647"/>
            <p:cNvSpPr/>
            <p:nvPr/>
          </p:nvSpPr>
          <p:spPr>
            <a:xfrm>
              <a:off x="7004284" y="1781530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8" name="pt9648"/>
            <p:cNvSpPr/>
            <p:nvPr/>
          </p:nvSpPr>
          <p:spPr>
            <a:xfrm>
              <a:off x="6464357" y="220386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9" name="pt9649"/>
            <p:cNvSpPr/>
            <p:nvPr/>
          </p:nvSpPr>
          <p:spPr>
            <a:xfrm>
              <a:off x="5423497" y="2463727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0" name="pt9650"/>
            <p:cNvSpPr/>
            <p:nvPr/>
          </p:nvSpPr>
          <p:spPr>
            <a:xfrm>
              <a:off x="6702431" y="2002335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1" name="pt9651"/>
            <p:cNvSpPr/>
            <p:nvPr/>
          </p:nvSpPr>
          <p:spPr>
            <a:xfrm>
              <a:off x="5922455" y="181028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2" name="pt9652"/>
            <p:cNvSpPr/>
            <p:nvPr/>
          </p:nvSpPr>
          <p:spPr>
            <a:xfrm>
              <a:off x="5756149" y="2033677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3" name="pt9653"/>
            <p:cNvSpPr/>
            <p:nvPr/>
          </p:nvSpPr>
          <p:spPr>
            <a:xfrm>
              <a:off x="5086255" y="2643819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4" name="pt9654"/>
            <p:cNvSpPr/>
            <p:nvPr/>
          </p:nvSpPr>
          <p:spPr>
            <a:xfrm>
              <a:off x="5769908" y="1837323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5" name="pt9655"/>
            <p:cNvSpPr/>
            <p:nvPr/>
          </p:nvSpPr>
          <p:spPr>
            <a:xfrm>
              <a:off x="5506745" y="236185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6" name="pt9656"/>
            <p:cNvSpPr/>
            <p:nvPr/>
          </p:nvSpPr>
          <p:spPr>
            <a:xfrm>
              <a:off x="6258649" y="2466380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7" name="pt9657"/>
            <p:cNvSpPr/>
            <p:nvPr/>
          </p:nvSpPr>
          <p:spPr>
            <a:xfrm>
              <a:off x="6179897" y="2261939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8" name="pt9658"/>
            <p:cNvSpPr/>
            <p:nvPr/>
          </p:nvSpPr>
          <p:spPr>
            <a:xfrm>
              <a:off x="6141998" y="2250192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9" name="pt9659"/>
            <p:cNvSpPr/>
            <p:nvPr/>
          </p:nvSpPr>
          <p:spPr>
            <a:xfrm>
              <a:off x="6293995" y="1955805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0" name="pt9660"/>
            <p:cNvSpPr/>
            <p:nvPr/>
          </p:nvSpPr>
          <p:spPr>
            <a:xfrm>
              <a:off x="5879269" y="2176159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1" name="pt9661"/>
            <p:cNvSpPr/>
            <p:nvPr/>
          </p:nvSpPr>
          <p:spPr>
            <a:xfrm>
              <a:off x="6405325" y="2055922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2" name="pt9662"/>
            <p:cNvSpPr/>
            <p:nvPr/>
          </p:nvSpPr>
          <p:spPr>
            <a:xfrm>
              <a:off x="6285995" y="2214402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3" name="pt9663"/>
            <p:cNvSpPr/>
            <p:nvPr/>
          </p:nvSpPr>
          <p:spPr>
            <a:xfrm>
              <a:off x="5078812" y="2698640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4" name="pt9664"/>
            <p:cNvSpPr/>
            <p:nvPr/>
          </p:nvSpPr>
          <p:spPr>
            <a:xfrm>
              <a:off x="5517587" y="2484991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5" name="pt9665"/>
            <p:cNvSpPr/>
            <p:nvPr/>
          </p:nvSpPr>
          <p:spPr>
            <a:xfrm>
              <a:off x="6418019" y="2206346"/>
              <a:ext cx="16849" cy="16849"/>
            </a:xfrm>
            <a:prstGeom prst="ellipse">
              <a:avLst/>
            </a:prstGeom>
            <a:solidFill>
              <a:srgbClr val="7BD151">
                <a:alpha val="45098"/>
              </a:srgbClr>
            </a:solidFill>
            <a:ln w="7363" cap="rnd">
              <a:solidFill>
                <a:srgbClr val="7BD15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6" name="pt9666"/>
            <p:cNvSpPr/>
            <p:nvPr/>
          </p:nvSpPr>
          <p:spPr>
            <a:xfrm>
              <a:off x="6212774" y="2316109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7" name="pt9667"/>
            <p:cNvSpPr/>
            <p:nvPr/>
          </p:nvSpPr>
          <p:spPr>
            <a:xfrm>
              <a:off x="5860016" y="209493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8" name="pt9668"/>
            <p:cNvSpPr/>
            <p:nvPr/>
          </p:nvSpPr>
          <p:spPr>
            <a:xfrm>
              <a:off x="6272278" y="2423118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9" name="pt9669"/>
            <p:cNvSpPr/>
            <p:nvPr/>
          </p:nvSpPr>
          <p:spPr>
            <a:xfrm>
              <a:off x="6200413" y="215814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0" name="pt9670"/>
            <p:cNvSpPr/>
            <p:nvPr/>
          </p:nvSpPr>
          <p:spPr>
            <a:xfrm>
              <a:off x="6177263" y="2256358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1" name="pt9671"/>
            <p:cNvSpPr/>
            <p:nvPr/>
          </p:nvSpPr>
          <p:spPr>
            <a:xfrm>
              <a:off x="6758577" y="2064991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2" name="pt9672"/>
            <p:cNvSpPr/>
            <p:nvPr/>
          </p:nvSpPr>
          <p:spPr>
            <a:xfrm>
              <a:off x="6338280" y="218054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3" name="pt9673"/>
            <p:cNvSpPr/>
            <p:nvPr/>
          </p:nvSpPr>
          <p:spPr>
            <a:xfrm>
              <a:off x="5568891" y="239858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4" name="pt9674"/>
            <p:cNvSpPr/>
            <p:nvPr/>
          </p:nvSpPr>
          <p:spPr>
            <a:xfrm>
              <a:off x="6316121" y="235223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5" name="pt9675"/>
            <p:cNvSpPr/>
            <p:nvPr/>
          </p:nvSpPr>
          <p:spPr>
            <a:xfrm>
              <a:off x="6781950" y="1877741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6" name="pt9676"/>
            <p:cNvSpPr/>
            <p:nvPr/>
          </p:nvSpPr>
          <p:spPr>
            <a:xfrm>
              <a:off x="6651252" y="2025567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7" name="pt9677"/>
            <p:cNvSpPr/>
            <p:nvPr/>
          </p:nvSpPr>
          <p:spPr>
            <a:xfrm>
              <a:off x="6153728" y="2252450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8" name="pt9678"/>
            <p:cNvSpPr/>
            <p:nvPr/>
          </p:nvSpPr>
          <p:spPr>
            <a:xfrm>
              <a:off x="5742189" y="210685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9" name="pt9679"/>
            <p:cNvSpPr/>
            <p:nvPr/>
          </p:nvSpPr>
          <p:spPr>
            <a:xfrm>
              <a:off x="6429485" y="202080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0" name="pt9680"/>
            <p:cNvSpPr/>
            <p:nvPr/>
          </p:nvSpPr>
          <p:spPr>
            <a:xfrm>
              <a:off x="5979360" y="2406378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1" name="pt9681"/>
            <p:cNvSpPr/>
            <p:nvPr/>
          </p:nvSpPr>
          <p:spPr>
            <a:xfrm>
              <a:off x="6538564" y="2145277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2" name="pt9682"/>
            <p:cNvSpPr/>
            <p:nvPr/>
          </p:nvSpPr>
          <p:spPr>
            <a:xfrm>
              <a:off x="6078932" y="232581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3" name="pt9683"/>
            <p:cNvSpPr/>
            <p:nvPr/>
          </p:nvSpPr>
          <p:spPr>
            <a:xfrm>
              <a:off x="6263343" y="2451014"/>
              <a:ext cx="16849" cy="16849"/>
            </a:xfrm>
            <a:prstGeom prst="ellipse">
              <a:avLst/>
            </a:prstGeom>
            <a:solidFill>
              <a:srgbClr val="2AAA82">
                <a:alpha val="45098"/>
              </a:srgbClr>
            </a:solidFill>
            <a:ln w="7363" cap="rnd">
              <a:solidFill>
                <a:srgbClr val="2A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4" name="pt9684"/>
            <p:cNvSpPr/>
            <p:nvPr/>
          </p:nvSpPr>
          <p:spPr>
            <a:xfrm>
              <a:off x="5091210" y="2586258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5" name="pt9685"/>
            <p:cNvSpPr/>
            <p:nvPr/>
          </p:nvSpPr>
          <p:spPr>
            <a:xfrm>
              <a:off x="6529962" y="2161490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6" name="pt9686"/>
            <p:cNvSpPr/>
            <p:nvPr/>
          </p:nvSpPr>
          <p:spPr>
            <a:xfrm>
              <a:off x="6441164" y="1906790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7" name="pt9687"/>
            <p:cNvSpPr/>
            <p:nvPr/>
          </p:nvSpPr>
          <p:spPr>
            <a:xfrm>
              <a:off x="6059848" y="2366516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8" name="pt9688"/>
            <p:cNvSpPr/>
            <p:nvPr/>
          </p:nvSpPr>
          <p:spPr>
            <a:xfrm>
              <a:off x="6859049" y="2036715"/>
              <a:ext cx="16849" cy="16849"/>
            </a:xfrm>
            <a:prstGeom prst="ellipse">
              <a:avLst/>
            </a:prstGeom>
            <a:solidFill>
              <a:srgbClr val="77CF54">
                <a:alpha val="45098"/>
              </a:srgbClr>
            </a:solidFill>
            <a:ln w="7363" cap="rnd">
              <a:solidFill>
                <a:srgbClr val="77CF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9" name="pt9689"/>
            <p:cNvSpPr/>
            <p:nvPr/>
          </p:nvSpPr>
          <p:spPr>
            <a:xfrm>
              <a:off x="5949188" y="2053092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0" name="pt9690"/>
            <p:cNvSpPr/>
            <p:nvPr/>
          </p:nvSpPr>
          <p:spPr>
            <a:xfrm>
              <a:off x="7144107" y="1395794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1" name="pt9691"/>
            <p:cNvSpPr/>
            <p:nvPr/>
          </p:nvSpPr>
          <p:spPr>
            <a:xfrm>
              <a:off x="6701405" y="2010389"/>
              <a:ext cx="16849" cy="16849"/>
            </a:xfrm>
            <a:prstGeom prst="ellipse">
              <a:avLst/>
            </a:prstGeom>
            <a:solidFill>
              <a:srgbClr val="77CF54">
                <a:alpha val="45098"/>
              </a:srgbClr>
            </a:solidFill>
            <a:ln w="7363" cap="rnd">
              <a:solidFill>
                <a:srgbClr val="77CF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2" name="pt9692"/>
            <p:cNvSpPr/>
            <p:nvPr/>
          </p:nvSpPr>
          <p:spPr>
            <a:xfrm>
              <a:off x="6704869" y="1943867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3" name="pt9693"/>
            <p:cNvSpPr/>
            <p:nvPr/>
          </p:nvSpPr>
          <p:spPr>
            <a:xfrm>
              <a:off x="5606118" y="2371095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4" name="pt9694"/>
            <p:cNvSpPr/>
            <p:nvPr/>
          </p:nvSpPr>
          <p:spPr>
            <a:xfrm>
              <a:off x="6092598" y="2067836"/>
              <a:ext cx="16849" cy="16849"/>
            </a:xfrm>
            <a:prstGeom prst="ellipse">
              <a:avLst/>
            </a:prstGeom>
            <a:solidFill>
              <a:srgbClr val="76CE56">
                <a:alpha val="45098"/>
              </a:srgbClr>
            </a:solidFill>
            <a:ln w="7363" cap="rnd">
              <a:solidFill>
                <a:srgbClr val="76CE5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5" name="pt9695"/>
            <p:cNvSpPr/>
            <p:nvPr/>
          </p:nvSpPr>
          <p:spPr>
            <a:xfrm>
              <a:off x="6603117" y="2155247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6" name="pt9696"/>
            <p:cNvSpPr/>
            <p:nvPr/>
          </p:nvSpPr>
          <p:spPr>
            <a:xfrm>
              <a:off x="5623865" y="2568785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7" name="pt9697"/>
            <p:cNvSpPr/>
            <p:nvPr/>
          </p:nvSpPr>
          <p:spPr>
            <a:xfrm>
              <a:off x="5976916" y="2436249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8" name="pt9698"/>
            <p:cNvSpPr/>
            <p:nvPr/>
          </p:nvSpPr>
          <p:spPr>
            <a:xfrm>
              <a:off x="6590361" y="227823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9" name="pt9699"/>
            <p:cNvSpPr/>
            <p:nvPr/>
          </p:nvSpPr>
          <p:spPr>
            <a:xfrm>
              <a:off x="5565591" y="235679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0" name="pt9700"/>
            <p:cNvSpPr/>
            <p:nvPr/>
          </p:nvSpPr>
          <p:spPr>
            <a:xfrm>
              <a:off x="6318730" y="2131188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1" name="pt9701"/>
            <p:cNvSpPr/>
            <p:nvPr/>
          </p:nvSpPr>
          <p:spPr>
            <a:xfrm>
              <a:off x="6329466" y="2150437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2" name="pt9702"/>
            <p:cNvSpPr/>
            <p:nvPr/>
          </p:nvSpPr>
          <p:spPr>
            <a:xfrm>
              <a:off x="5954388" y="196896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3" name="pt9703"/>
            <p:cNvSpPr/>
            <p:nvPr/>
          </p:nvSpPr>
          <p:spPr>
            <a:xfrm>
              <a:off x="6539986" y="2132003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4" name="pt9704"/>
            <p:cNvSpPr/>
            <p:nvPr/>
          </p:nvSpPr>
          <p:spPr>
            <a:xfrm>
              <a:off x="6959382" y="1714639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5" name="pt9705"/>
            <p:cNvSpPr/>
            <p:nvPr/>
          </p:nvSpPr>
          <p:spPr>
            <a:xfrm>
              <a:off x="5831742" y="2508447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6" name="pt9706"/>
            <p:cNvSpPr/>
            <p:nvPr/>
          </p:nvSpPr>
          <p:spPr>
            <a:xfrm>
              <a:off x="6158165" y="2282427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7" name="pt9707"/>
            <p:cNvSpPr/>
            <p:nvPr/>
          </p:nvSpPr>
          <p:spPr>
            <a:xfrm>
              <a:off x="5639143" y="2490427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8" name="pt9708"/>
            <p:cNvSpPr/>
            <p:nvPr/>
          </p:nvSpPr>
          <p:spPr>
            <a:xfrm>
              <a:off x="6392648" y="2148685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9" name="pt9709"/>
            <p:cNvSpPr/>
            <p:nvPr/>
          </p:nvSpPr>
          <p:spPr>
            <a:xfrm>
              <a:off x="6394020" y="217739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0" name="pt9710"/>
            <p:cNvSpPr/>
            <p:nvPr/>
          </p:nvSpPr>
          <p:spPr>
            <a:xfrm>
              <a:off x="6536287" y="2075054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1" name="pt9711"/>
            <p:cNvSpPr/>
            <p:nvPr/>
          </p:nvSpPr>
          <p:spPr>
            <a:xfrm>
              <a:off x="5880242" y="229294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2" name="pt9712"/>
            <p:cNvSpPr/>
            <p:nvPr/>
          </p:nvSpPr>
          <p:spPr>
            <a:xfrm>
              <a:off x="6680064" y="224898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3" name="pt9713"/>
            <p:cNvSpPr/>
            <p:nvPr/>
          </p:nvSpPr>
          <p:spPr>
            <a:xfrm>
              <a:off x="5908107" y="204166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4" name="pt9714"/>
            <p:cNvSpPr/>
            <p:nvPr/>
          </p:nvSpPr>
          <p:spPr>
            <a:xfrm>
              <a:off x="6365222" y="2279187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5" name="pt9715"/>
            <p:cNvSpPr/>
            <p:nvPr/>
          </p:nvSpPr>
          <p:spPr>
            <a:xfrm>
              <a:off x="6067375" y="2430730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6" name="pt9716"/>
            <p:cNvSpPr/>
            <p:nvPr/>
          </p:nvSpPr>
          <p:spPr>
            <a:xfrm>
              <a:off x="6201541" y="2187067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7" name="pt9717"/>
            <p:cNvSpPr/>
            <p:nvPr/>
          </p:nvSpPr>
          <p:spPr>
            <a:xfrm>
              <a:off x="5962928" y="2473300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8" name="pt9718"/>
            <p:cNvSpPr/>
            <p:nvPr/>
          </p:nvSpPr>
          <p:spPr>
            <a:xfrm>
              <a:off x="5340518" y="1825538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9" name="pt9719"/>
            <p:cNvSpPr/>
            <p:nvPr/>
          </p:nvSpPr>
          <p:spPr>
            <a:xfrm>
              <a:off x="6290042" y="2139894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0" name="pt9720"/>
            <p:cNvSpPr/>
            <p:nvPr/>
          </p:nvSpPr>
          <p:spPr>
            <a:xfrm>
              <a:off x="6284789" y="2175376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1" name="pt9721"/>
            <p:cNvSpPr/>
            <p:nvPr/>
          </p:nvSpPr>
          <p:spPr>
            <a:xfrm>
              <a:off x="5970130" y="211334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2" name="pt9722"/>
            <p:cNvSpPr/>
            <p:nvPr/>
          </p:nvSpPr>
          <p:spPr>
            <a:xfrm>
              <a:off x="5231631" y="2342908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3" name="pt9723"/>
            <p:cNvSpPr/>
            <p:nvPr/>
          </p:nvSpPr>
          <p:spPr>
            <a:xfrm>
              <a:off x="6503281" y="2141481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4" name="pt9724"/>
            <p:cNvSpPr/>
            <p:nvPr/>
          </p:nvSpPr>
          <p:spPr>
            <a:xfrm>
              <a:off x="5457751" y="2415826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5" name="pt9725"/>
            <p:cNvSpPr/>
            <p:nvPr/>
          </p:nvSpPr>
          <p:spPr>
            <a:xfrm>
              <a:off x="6469415" y="2048086"/>
              <a:ext cx="16849" cy="16849"/>
            </a:xfrm>
            <a:prstGeom prst="ellipse">
              <a:avLst/>
            </a:prstGeom>
            <a:solidFill>
              <a:srgbClr val="5ABC6D">
                <a:alpha val="45098"/>
              </a:srgbClr>
            </a:solidFill>
            <a:ln w="7363" cap="rnd">
              <a:solidFill>
                <a:srgbClr val="5A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6" name="pt9726"/>
            <p:cNvSpPr/>
            <p:nvPr/>
          </p:nvSpPr>
          <p:spPr>
            <a:xfrm>
              <a:off x="5737166" y="2385312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7" name="pt9727"/>
            <p:cNvSpPr/>
            <p:nvPr/>
          </p:nvSpPr>
          <p:spPr>
            <a:xfrm>
              <a:off x="5883077" y="2180363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8" name="pt9728"/>
            <p:cNvSpPr/>
            <p:nvPr/>
          </p:nvSpPr>
          <p:spPr>
            <a:xfrm>
              <a:off x="6665829" y="2120402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9" name="pt9729"/>
            <p:cNvSpPr/>
            <p:nvPr/>
          </p:nvSpPr>
          <p:spPr>
            <a:xfrm>
              <a:off x="6770638" y="2218712"/>
              <a:ext cx="16849" cy="16849"/>
            </a:xfrm>
            <a:prstGeom prst="ellipse">
              <a:avLst/>
            </a:prstGeom>
            <a:solidFill>
              <a:srgbClr val="68C563">
                <a:alpha val="45098"/>
              </a:srgbClr>
            </a:solidFill>
            <a:ln w="7363" cap="rnd">
              <a:solidFill>
                <a:srgbClr val="68C5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0" name="pt9730"/>
            <p:cNvSpPr/>
            <p:nvPr/>
          </p:nvSpPr>
          <p:spPr>
            <a:xfrm>
              <a:off x="6071316" y="240531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1" name="pt9731"/>
            <p:cNvSpPr/>
            <p:nvPr/>
          </p:nvSpPr>
          <p:spPr>
            <a:xfrm>
              <a:off x="6919580" y="2059837"/>
              <a:ext cx="16849" cy="16849"/>
            </a:xfrm>
            <a:prstGeom prst="ellipse">
              <a:avLst/>
            </a:prstGeom>
            <a:solidFill>
              <a:srgbClr val="97D64B">
                <a:alpha val="45098"/>
              </a:srgbClr>
            </a:solidFill>
            <a:ln w="7363" cap="rnd">
              <a:solidFill>
                <a:srgbClr val="97D64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2" name="pt9732"/>
            <p:cNvSpPr/>
            <p:nvPr/>
          </p:nvSpPr>
          <p:spPr>
            <a:xfrm>
              <a:off x="6713628" y="2126492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3" name="pt9733"/>
            <p:cNvSpPr/>
            <p:nvPr/>
          </p:nvSpPr>
          <p:spPr>
            <a:xfrm>
              <a:off x="6813341" y="1802452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4" name="pt9734"/>
            <p:cNvSpPr/>
            <p:nvPr/>
          </p:nvSpPr>
          <p:spPr>
            <a:xfrm>
              <a:off x="5685253" y="2425844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5" name="pt9735"/>
            <p:cNvSpPr/>
            <p:nvPr/>
          </p:nvSpPr>
          <p:spPr>
            <a:xfrm>
              <a:off x="6343861" y="2077637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6" name="pt9736"/>
            <p:cNvSpPr/>
            <p:nvPr/>
          </p:nvSpPr>
          <p:spPr>
            <a:xfrm>
              <a:off x="6555797" y="2126750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7" name="pt9737"/>
            <p:cNvSpPr/>
            <p:nvPr/>
          </p:nvSpPr>
          <p:spPr>
            <a:xfrm>
              <a:off x="5936034" y="2093281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8" name="pt9738"/>
            <p:cNvSpPr/>
            <p:nvPr/>
          </p:nvSpPr>
          <p:spPr>
            <a:xfrm>
              <a:off x="6038082" y="2310996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9" name="pt9739"/>
            <p:cNvSpPr/>
            <p:nvPr/>
          </p:nvSpPr>
          <p:spPr>
            <a:xfrm>
              <a:off x="6259994" y="231761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0" name="pt9740"/>
            <p:cNvSpPr/>
            <p:nvPr/>
          </p:nvSpPr>
          <p:spPr>
            <a:xfrm>
              <a:off x="6275219" y="2092177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1" name="pt9741"/>
            <p:cNvSpPr/>
            <p:nvPr/>
          </p:nvSpPr>
          <p:spPr>
            <a:xfrm>
              <a:off x="7012597" y="1760210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2" name="pt9742"/>
            <p:cNvSpPr/>
            <p:nvPr/>
          </p:nvSpPr>
          <p:spPr>
            <a:xfrm>
              <a:off x="6264339" y="244641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3" name="pt9743"/>
            <p:cNvSpPr/>
            <p:nvPr/>
          </p:nvSpPr>
          <p:spPr>
            <a:xfrm>
              <a:off x="6376692" y="2181272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4" name="pt9744"/>
            <p:cNvSpPr/>
            <p:nvPr/>
          </p:nvSpPr>
          <p:spPr>
            <a:xfrm>
              <a:off x="4771826" y="2973798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5" name="pt9745"/>
            <p:cNvSpPr/>
            <p:nvPr/>
          </p:nvSpPr>
          <p:spPr>
            <a:xfrm>
              <a:off x="6222262" y="233588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6" name="pt9746"/>
            <p:cNvSpPr/>
            <p:nvPr/>
          </p:nvSpPr>
          <p:spPr>
            <a:xfrm>
              <a:off x="6520697" y="2409782"/>
              <a:ext cx="16849" cy="16849"/>
            </a:xfrm>
            <a:prstGeom prst="ellipse">
              <a:avLst/>
            </a:prstGeom>
            <a:solidFill>
              <a:srgbClr val="BBDC41">
                <a:alpha val="45098"/>
              </a:srgbClr>
            </a:solidFill>
            <a:ln w="7363" cap="rnd">
              <a:solidFill>
                <a:srgbClr val="BBDC4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7" name="pt9747"/>
            <p:cNvSpPr/>
            <p:nvPr/>
          </p:nvSpPr>
          <p:spPr>
            <a:xfrm>
              <a:off x="6198388" y="222340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8" name="pt9748"/>
            <p:cNvSpPr/>
            <p:nvPr/>
          </p:nvSpPr>
          <p:spPr>
            <a:xfrm>
              <a:off x="5973817" y="240275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9" name="pt9749"/>
            <p:cNvSpPr/>
            <p:nvPr/>
          </p:nvSpPr>
          <p:spPr>
            <a:xfrm>
              <a:off x="5860327" y="2166545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0" name="pt9750"/>
            <p:cNvSpPr/>
            <p:nvPr/>
          </p:nvSpPr>
          <p:spPr>
            <a:xfrm>
              <a:off x="7539081" y="1743725"/>
              <a:ext cx="16849" cy="16849"/>
            </a:xfrm>
            <a:prstGeom prst="ellipse">
              <a:avLst/>
            </a:prstGeom>
            <a:solidFill>
              <a:srgbClr val="97D64B">
                <a:alpha val="45098"/>
              </a:srgbClr>
            </a:solidFill>
            <a:ln w="7363" cap="rnd">
              <a:solidFill>
                <a:srgbClr val="97D64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1" name="pt9751"/>
            <p:cNvSpPr/>
            <p:nvPr/>
          </p:nvSpPr>
          <p:spPr>
            <a:xfrm>
              <a:off x="6916244" y="198541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2" name="pt9752"/>
            <p:cNvSpPr/>
            <p:nvPr/>
          </p:nvSpPr>
          <p:spPr>
            <a:xfrm>
              <a:off x="6594854" y="2177905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3" name="pt9753"/>
            <p:cNvSpPr/>
            <p:nvPr/>
          </p:nvSpPr>
          <p:spPr>
            <a:xfrm>
              <a:off x="6616006" y="233059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4" name="pt9754"/>
            <p:cNvSpPr/>
            <p:nvPr/>
          </p:nvSpPr>
          <p:spPr>
            <a:xfrm>
              <a:off x="5881447" y="2211881"/>
              <a:ext cx="16849" cy="16849"/>
            </a:xfrm>
            <a:prstGeom prst="ellipse">
              <a:avLst/>
            </a:prstGeom>
            <a:solidFill>
              <a:srgbClr val="68C563">
                <a:alpha val="45098"/>
              </a:srgbClr>
            </a:solidFill>
            <a:ln w="7363" cap="rnd">
              <a:solidFill>
                <a:srgbClr val="68C5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5" name="pt9755"/>
            <p:cNvSpPr/>
            <p:nvPr/>
          </p:nvSpPr>
          <p:spPr>
            <a:xfrm>
              <a:off x="5677137" y="2241384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6" name="pt9756"/>
            <p:cNvSpPr/>
            <p:nvPr/>
          </p:nvSpPr>
          <p:spPr>
            <a:xfrm>
              <a:off x="6285955" y="2118644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7" name="pt9757"/>
            <p:cNvSpPr/>
            <p:nvPr/>
          </p:nvSpPr>
          <p:spPr>
            <a:xfrm>
              <a:off x="5033146" y="2479865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8" name="pt9758"/>
            <p:cNvSpPr/>
            <p:nvPr/>
          </p:nvSpPr>
          <p:spPr>
            <a:xfrm>
              <a:off x="6463486" y="2131378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9" name="pt9759"/>
            <p:cNvSpPr/>
            <p:nvPr/>
          </p:nvSpPr>
          <p:spPr>
            <a:xfrm>
              <a:off x="5823483" y="2541860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0" name="pt9760"/>
            <p:cNvSpPr/>
            <p:nvPr/>
          </p:nvSpPr>
          <p:spPr>
            <a:xfrm>
              <a:off x="5745491" y="2150645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1" name="pt9761"/>
            <p:cNvSpPr/>
            <p:nvPr/>
          </p:nvSpPr>
          <p:spPr>
            <a:xfrm>
              <a:off x="6125140" y="2261087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2" name="pt9762"/>
            <p:cNvSpPr/>
            <p:nvPr/>
          </p:nvSpPr>
          <p:spPr>
            <a:xfrm>
              <a:off x="6312947" y="2300026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3" name="pt9763"/>
            <p:cNvSpPr/>
            <p:nvPr/>
          </p:nvSpPr>
          <p:spPr>
            <a:xfrm>
              <a:off x="6223426" y="2339500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4" name="pt9764"/>
            <p:cNvSpPr/>
            <p:nvPr/>
          </p:nvSpPr>
          <p:spPr>
            <a:xfrm>
              <a:off x="6153862" y="238100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5" name="pt9765"/>
            <p:cNvSpPr/>
            <p:nvPr/>
          </p:nvSpPr>
          <p:spPr>
            <a:xfrm>
              <a:off x="5799337" y="2019976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6" name="pt9766"/>
            <p:cNvSpPr/>
            <p:nvPr/>
          </p:nvSpPr>
          <p:spPr>
            <a:xfrm>
              <a:off x="6394571" y="2156486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7" name="pt9767"/>
            <p:cNvSpPr/>
            <p:nvPr/>
          </p:nvSpPr>
          <p:spPr>
            <a:xfrm>
              <a:off x="6144589" y="2368472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8" name="pt9768"/>
            <p:cNvSpPr/>
            <p:nvPr/>
          </p:nvSpPr>
          <p:spPr>
            <a:xfrm>
              <a:off x="6631901" y="2147322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9" name="pt9769"/>
            <p:cNvSpPr/>
            <p:nvPr/>
          </p:nvSpPr>
          <p:spPr>
            <a:xfrm>
              <a:off x="6771693" y="2070540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0" name="pt9770"/>
            <p:cNvSpPr/>
            <p:nvPr/>
          </p:nvSpPr>
          <p:spPr>
            <a:xfrm>
              <a:off x="6292259" y="2135779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1" name="pt9771"/>
            <p:cNvSpPr/>
            <p:nvPr/>
          </p:nvSpPr>
          <p:spPr>
            <a:xfrm>
              <a:off x="6341463" y="1916817"/>
              <a:ext cx="16849" cy="16849"/>
            </a:xfrm>
            <a:prstGeom prst="ellipse">
              <a:avLst/>
            </a:prstGeom>
            <a:solidFill>
              <a:srgbClr val="C0DD40">
                <a:alpha val="45098"/>
              </a:srgbClr>
            </a:solidFill>
            <a:ln w="7363" cap="rnd">
              <a:solidFill>
                <a:srgbClr val="C0DD4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2" name="pt9772"/>
            <p:cNvSpPr/>
            <p:nvPr/>
          </p:nvSpPr>
          <p:spPr>
            <a:xfrm>
              <a:off x="5739414" y="2199110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3" name="pt9773"/>
            <p:cNvSpPr/>
            <p:nvPr/>
          </p:nvSpPr>
          <p:spPr>
            <a:xfrm>
              <a:off x="6070331" y="2349890"/>
              <a:ext cx="16849" cy="16849"/>
            </a:xfrm>
            <a:prstGeom prst="ellipse">
              <a:avLst/>
            </a:prstGeom>
            <a:solidFill>
              <a:srgbClr val="57BB6E">
                <a:alpha val="45098"/>
              </a:srgbClr>
            </a:solidFill>
            <a:ln w="7363" cap="rnd">
              <a:solidFill>
                <a:srgbClr val="57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4" name="pt9774"/>
            <p:cNvSpPr/>
            <p:nvPr/>
          </p:nvSpPr>
          <p:spPr>
            <a:xfrm>
              <a:off x="6977948" y="1639000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5" name="pt9775"/>
            <p:cNvSpPr/>
            <p:nvPr/>
          </p:nvSpPr>
          <p:spPr>
            <a:xfrm>
              <a:off x="5887375" y="199122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6" name="pt9776"/>
            <p:cNvSpPr/>
            <p:nvPr/>
          </p:nvSpPr>
          <p:spPr>
            <a:xfrm>
              <a:off x="5728799" y="2517786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7" name="pt9777"/>
            <p:cNvSpPr/>
            <p:nvPr/>
          </p:nvSpPr>
          <p:spPr>
            <a:xfrm>
              <a:off x="6866173" y="203435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8" name="pt9778"/>
            <p:cNvSpPr/>
            <p:nvPr/>
          </p:nvSpPr>
          <p:spPr>
            <a:xfrm>
              <a:off x="6614425" y="2145229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9" name="pt9779"/>
            <p:cNvSpPr/>
            <p:nvPr/>
          </p:nvSpPr>
          <p:spPr>
            <a:xfrm>
              <a:off x="5148951" y="2626448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0" name="pt9780"/>
            <p:cNvSpPr/>
            <p:nvPr/>
          </p:nvSpPr>
          <p:spPr>
            <a:xfrm>
              <a:off x="7494857" y="1256960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1" name="pt9781"/>
            <p:cNvSpPr/>
            <p:nvPr/>
          </p:nvSpPr>
          <p:spPr>
            <a:xfrm>
              <a:off x="6466382" y="1963125"/>
              <a:ext cx="16849" cy="16849"/>
            </a:xfrm>
            <a:prstGeom prst="ellipse">
              <a:avLst/>
            </a:prstGeom>
            <a:solidFill>
              <a:srgbClr val="28A983">
                <a:alpha val="45098"/>
              </a:srgbClr>
            </a:solidFill>
            <a:ln w="7363" cap="rnd">
              <a:solidFill>
                <a:srgbClr val="28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2" name="pt9782"/>
            <p:cNvSpPr/>
            <p:nvPr/>
          </p:nvSpPr>
          <p:spPr>
            <a:xfrm>
              <a:off x="5782587" y="2306578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3" name="pt9783"/>
            <p:cNvSpPr/>
            <p:nvPr/>
          </p:nvSpPr>
          <p:spPr>
            <a:xfrm>
              <a:off x="6609797" y="2171253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4" name="pt9784"/>
            <p:cNvSpPr/>
            <p:nvPr/>
          </p:nvSpPr>
          <p:spPr>
            <a:xfrm>
              <a:off x="6101252" y="238130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5" name="pt9785"/>
            <p:cNvSpPr/>
            <p:nvPr/>
          </p:nvSpPr>
          <p:spPr>
            <a:xfrm>
              <a:off x="6580526" y="2139500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6" name="pt9786"/>
            <p:cNvSpPr/>
            <p:nvPr/>
          </p:nvSpPr>
          <p:spPr>
            <a:xfrm>
              <a:off x="5989266" y="2497744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7" name="pt9787"/>
            <p:cNvSpPr/>
            <p:nvPr/>
          </p:nvSpPr>
          <p:spPr>
            <a:xfrm>
              <a:off x="7274364" y="2221177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8" name="pt9788"/>
            <p:cNvSpPr/>
            <p:nvPr/>
          </p:nvSpPr>
          <p:spPr>
            <a:xfrm>
              <a:off x="6559612" y="2110718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9" name="pt9789"/>
            <p:cNvSpPr/>
            <p:nvPr/>
          </p:nvSpPr>
          <p:spPr>
            <a:xfrm>
              <a:off x="6339722" y="2132953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0" name="pt9790"/>
            <p:cNvSpPr/>
            <p:nvPr/>
          </p:nvSpPr>
          <p:spPr>
            <a:xfrm>
              <a:off x="6814746" y="1601063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1" name="pt9791"/>
            <p:cNvSpPr/>
            <p:nvPr/>
          </p:nvSpPr>
          <p:spPr>
            <a:xfrm>
              <a:off x="5940877" y="2177429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2" name="pt9792"/>
            <p:cNvSpPr/>
            <p:nvPr/>
          </p:nvSpPr>
          <p:spPr>
            <a:xfrm>
              <a:off x="6769067" y="2114668"/>
              <a:ext cx="16849" cy="16849"/>
            </a:xfrm>
            <a:prstGeom prst="ellipse">
              <a:avLst/>
            </a:prstGeom>
            <a:solidFill>
              <a:srgbClr val="6EC85E">
                <a:alpha val="45098"/>
              </a:srgbClr>
            </a:solidFill>
            <a:ln w="7363" cap="rnd">
              <a:solidFill>
                <a:srgbClr val="6EC85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3" name="pt9793"/>
            <p:cNvSpPr/>
            <p:nvPr/>
          </p:nvSpPr>
          <p:spPr>
            <a:xfrm>
              <a:off x="6202047" y="2143754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4" name="pt9794"/>
            <p:cNvSpPr/>
            <p:nvPr/>
          </p:nvSpPr>
          <p:spPr>
            <a:xfrm>
              <a:off x="6280140" y="2012141"/>
              <a:ext cx="16849" cy="16849"/>
            </a:xfrm>
            <a:prstGeom prst="ellipse">
              <a:avLst/>
            </a:prstGeom>
            <a:solidFill>
              <a:srgbClr val="62C167">
                <a:alpha val="45098"/>
              </a:srgbClr>
            </a:solidFill>
            <a:ln w="7363" cap="rnd">
              <a:solidFill>
                <a:srgbClr val="62C16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5" name="pt9795"/>
            <p:cNvSpPr/>
            <p:nvPr/>
          </p:nvSpPr>
          <p:spPr>
            <a:xfrm>
              <a:off x="5691572" y="2432288"/>
              <a:ext cx="16849" cy="16849"/>
            </a:xfrm>
            <a:prstGeom prst="ellipse">
              <a:avLst/>
            </a:prstGeom>
            <a:solidFill>
              <a:srgbClr val="2AAA82">
                <a:alpha val="45098"/>
              </a:srgbClr>
            </a:solidFill>
            <a:ln w="7363" cap="rnd">
              <a:solidFill>
                <a:srgbClr val="2A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6" name="pt9796"/>
            <p:cNvSpPr/>
            <p:nvPr/>
          </p:nvSpPr>
          <p:spPr>
            <a:xfrm>
              <a:off x="6213542" y="2334185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7" name="pt9797"/>
            <p:cNvSpPr/>
            <p:nvPr/>
          </p:nvSpPr>
          <p:spPr>
            <a:xfrm>
              <a:off x="5433569" y="2443388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8" name="pt9798"/>
            <p:cNvSpPr/>
            <p:nvPr/>
          </p:nvSpPr>
          <p:spPr>
            <a:xfrm>
              <a:off x="6333969" y="2154757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9" name="pt9799"/>
            <p:cNvSpPr/>
            <p:nvPr/>
          </p:nvSpPr>
          <p:spPr>
            <a:xfrm>
              <a:off x="6816763" y="1796837"/>
              <a:ext cx="16849" cy="16849"/>
            </a:xfrm>
            <a:prstGeom prst="ellipse">
              <a:avLst/>
            </a:prstGeom>
            <a:solidFill>
              <a:srgbClr val="71CB5A">
                <a:alpha val="45098"/>
              </a:srgbClr>
            </a:solidFill>
            <a:ln w="7363" cap="rnd">
              <a:solidFill>
                <a:srgbClr val="71CB5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0" name="pt9800"/>
            <p:cNvSpPr/>
            <p:nvPr/>
          </p:nvSpPr>
          <p:spPr>
            <a:xfrm>
              <a:off x="6305843" y="2214889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1" name="pt9801"/>
            <p:cNvSpPr/>
            <p:nvPr/>
          </p:nvSpPr>
          <p:spPr>
            <a:xfrm>
              <a:off x="5638991" y="2432742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2" name="pt9802"/>
            <p:cNvSpPr/>
            <p:nvPr/>
          </p:nvSpPr>
          <p:spPr>
            <a:xfrm>
              <a:off x="6655375" y="2092477"/>
              <a:ext cx="16849" cy="16849"/>
            </a:xfrm>
            <a:prstGeom prst="ellipse">
              <a:avLst/>
            </a:prstGeom>
            <a:solidFill>
              <a:srgbClr val="68C563">
                <a:alpha val="45098"/>
              </a:srgbClr>
            </a:solidFill>
            <a:ln w="7363" cap="rnd">
              <a:solidFill>
                <a:srgbClr val="68C5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3" name="pt9803"/>
            <p:cNvSpPr/>
            <p:nvPr/>
          </p:nvSpPr>
          <p:spPr>
            <a:xfrm>
              <a:off x="6869990" y="1982132"/>
              <a:ext cx="16849" cy="16849"/>
            </a:xfrm>
            <a:prstGeom prst="ellipse">
              <a:avLst/>
            </a:prstGeom>
            <a:solidFill>
              <a:srgbClr val="6EC85E">
                <a:alpha val="45098"/>
              </a:srgbClr>
            </a:solidFill>
            <a:ln w="7363" cap="rnd">
              <a:solidFill>
                <a:srgbClr val="6EC85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4" name="pt9804"/>
            <p:cNvSpPr/>
            <p:nvPr/>
          </p:nvSpPr>
          <p:spPr>
            <a:xfrm>
              <a:off x="6423098" y="2236348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5" name="pt9805"/>
            <p:cNvSpPr/>
            <p:nvPr/>
          </p:nvSpPr>
          <p:spPr>
            <a:xfrm>
              <a:off x="6985297" y="178581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6" name="pt9806"/>
            <p:cNvSpPr/>
            <p:nvPr/>
          </p:nvSpPr>
          <p:spPr>
            <a:xfrm>
              <a:off x="5598502" y="2455216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7" name="pt9807"/>
            <p:cNvSpPr/>
            <p:nvPr/>
          </p:nvSpPr>
          <p:spPr>
            <a:xfrm>
              <a:off x="7351565" y="1873847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8" name="pt9808"/>
            <p:cNvSpPr/>
            <p:nvPr/>
          </p:nvSpPr>
          <p:spPr>
            <a:xfrm>
              <a:off x="5777925" y="2122804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9" name="pt9809"/>
            <p:cNvSpPr/>
            <p:nvPr/>
          </p:nvSpPr>
          <p:spPr>
            <a:xfrm>
              <a:off x="5881544" y="2153465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0" name="pt9810"/>
            <p:cNvSpPr/>
            <p:nvPr/>
          </p:nvSpPr>
          <p:spPr>
            <a:xfrm>
              <a:off x="5690171" y="240407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1" name="pt9811"/>
            <p:cNvSpPr/>
            <p:nvPr/>
          </p:nvSpPr>
          <p:spPr>
            <a:xfrm>
              <a:off x="5754819" y="2147689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2" name="pt9812"/>
            <p:cNvSpPr/>
            <p:nvPr/>
          </p:nvSpPr>
          <p:spPr>
            <a:xfrm>
              <a:off x="6490299" y="2077832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3" name="pt9813"/>
            <p:cNvSpPr/>
            <p:nvPr/>
          </p:nvSpPr>
          <p:spPr>
            <a:xfrm>
              <a:off x="6554300" y="2230877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4" name="pt9814"/>
            <p:cNvSpPr/>
            <p:nvPr/>
          </p:nvSpPr>
          <p:spPr>
            <a:xfrm>
              <a:off x="6361198" y="2223836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5" name="pt9815"/>
            <p:cNvSpPr/>
            <p:nvPr/>
          </p:nvSpPr>
          <p:spPr>
            <a:xfrm>
              <a:off x="5666851" y="2362420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6" name="pt9816"/>
            <p:cNvSpPr/>
            <p:nvPr/>
          </p:nvSpPr>
          <p:spPr>
            <a:xfrm>
              <a:off x="6425608" y="2208136"/>
              <a:ext cx="16849" cy="16849"/>
            </a:xfrm>
            <a:prstGeom prst="ellipse">
              <a:avLst/>
            </a:prstGeom>
            <a:solidFill>
              <a:srgbClr val="BBDC41">
                <a:alpha val="45098"/>
              </a:srgbClr>
            </a:solidFill>
            <a:ln w="7363" cap="rnd">
              <a:solidFill>
                <a:srgbClr val="BBDC4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7" name="pt9817"/>
            <p:cNvSpPr/>
            <p:nvPr/>
          </p:nvSpPr>
          <p:spPr>
            <a:xfrm>
              <a:off x="6675637" y="2158917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8" name="pt9818"/>
            <p:cNvSpPr/>
            <p:nvPr/>
          </p:nvSpPr>
          <p:spPr>
            <a:xfrm>
              <a:off x="7306422" y="1719259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9" name="pt9819"/>
            <p:cNvSpPr/>
            <p:nvPr/>
          </p:nvSpPr>
          <p:spPr>
            <a:xfrm>
              <a:off x="6277577" y="2149495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0" name="pt9820"/>
            <p:cNvSpPr/>
            <p:nvPr/>
          </p:nvSpPr>
          <p:spPr>
            <a:xfrm>
              <a:off x="6396271" y="222509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1" name="pt9821"/>
            <p:cNvSpPr/>
            <p:nvPr/>
          </p:nvSpPr>
          <p:spPr>
            <a:xfrm>
              <a:off x="6830591" y="1992683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2" name="pt9822"/>
            <p:cNvSpPr/>
            <p:nvPr/>
          </p:nvSpPr>
          <p:spPr>
            <a:xfrm>
              <a:off x="5606319" y="2542932"/>
              <a:ext cx="16849" cy="16849"/>
            </a:xfrm>
            <a:prstGeom prst="ellipse">
              <a:avLst/>
            </a:prstGeom>
            <a:solidFill>
              <a:srgbClr val="2DAB81">
                <a:alpha val="45098"/>
              </a:srgbClr>
            </a:solidFill>
            <a:ln w="7363" cap="rnd">
              <a:solidFill>
                <a:srgbClr val="2D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3" name="pt9823"/>
            <p:cNvSpPr/>
            <p:nvPr/>
          </p:nvSpPr>
          <p:spPr>
            <a:xfrm>
              <a:off x="6312090" y="2271265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4" name="pt9824"/>
            <p:cNvSpPr/>
            <p:nvPr/>
          </p:nvSpPr>
          <p:spPr>
            <a:xfrm>
              <a:off x="6244770" y="2270060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5" name="pt9825"/>
            <p:cNvSpPr/>
            <p:nvPr/>
          </p:nvSpPr>
          <p:spPr>
            <a:xfrm>
              <a:off x="6576801" y="2083773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6" name="pt9826"/>
            <p:cNvSpPr/>
            <p:nvPr/>
          </p:nvSpPr>
          <p:spPr>
            <a:xfrm>
              <a:off x="6054293" y="2321490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7" name="pt9827"/>
            <p:cNvSpPr/>
            <p:nvPr/>
          </p:nvSpPr>
          <p:spPr>
            <a:xfrm>
              <a:off x="5576337" y="2341277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8" name="pt9828"/>
            <p:cNvSpPr/>
            <p:nvPr/>
          </p:nvSpPr>
          <p:spPr>
            <a:xfrm>
              <a:off x="6282783" y="221689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9" name="pt9829"/>
            <p:cNvSpPr/>
            <p:nvPr/>
          </p:nvSpPr>
          <p:spPr>
            <a:xfrm>
              <a:off x="5885883" y="2167175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0" name="pt9830"/>
            <p:cNvSpPr/>
            <p:nvPr/>
          </p:nvSpPr>
          <p:spPr>
            <a:xfrm>
              <a:off x="6155169" y="2156222"/>
              <a:ext cx="16849" cy="16849"/>
            </a:xfrm>
            <a:prstGeom prst="ellipse">
              <a:avLst/>
            </a:prstGeom>
            <a:solidFill>
              <a:srgbClr val="66C364">
                <a:alpha val="45098"/>
              </a:srgbClr>
            </a:solidFill>
            <a:ln w="7363" cap="rnd">
              <a:solidFill>
                <a:srgbClr val="66C36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1" name="pt9831"/>
            <p:cNvSpPr/>
            <p:nvPr/>
          </p:nvSpPr>
          <p:spPr>
            <a:xfrm>
              <a:off x="6364689" y="2289096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2" name="pt9832"/>
            <p:cNvSpPr/>
            <p:nvPr/>
          </p:nvSpPr>
          <p:spPr>
            <a:xfrm>
              <a:off x="7261882" y="2058010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3" name="pt9833"/>
            <p:cNvSpPr/>
            <p:nvPr/>
          </p:nvSpPr>
          <p:spPr>
            <a:xfrm>
              <a:off x="6595850" y="224237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4" name="pt9834"/>
            <p:cNvSpPr/>
            <p:nvPr/>
          </p:nvSpPr>
          <p:spPr>
            <a:xfrm>
              <a:off x="5437783" y="235441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5" name="pt9835"/>
            <p:cNvSpPr/>
            <p:nvPr/>
          </p:nvSpPr>
          <p:spPr>
            <a:xfrm>
              <a:off x="6177084" y="2302348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6" name="pt9836"/>
            <p:cNvSpPr/>
            <p:nvPr/>
          </p:nvSpPr>
          <p:spPr>
            <a:xfrm>
              <a:off x="6319845" y="2287383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7" name="pt9837"/>
            <p:cNvSpPr/>
            <p:nvPr/>
          </p:nvSpPr>
          <p:spPr>
            <a:xfrm>
              <a:off x="6649958" y="2076526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8" name="pt9838"/>
            <p:cNvSpPr/>
            <p:nvPr/>
          </p:nvSpPr>
          <p:spPr>
            <a:xfrm>
              <a:off x="5742478" y="2171746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9" name="pt9839"/>
            <p:cNvSpPr/>
            <p:nvPr/>
          </p:nvSpPr>
          <p:spPr>
            <a:xfrm>
              <a:off x="6522029" y="2517716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0" name="pt9840"/>
            <p:cNvSpPr/>
            <p:nvPr/>
          </p:nvSpPr>
          <p:spPr>
            <a:xfrm>
              <a:off x="6440932" y="1891129"/>
              <a:ext cx="16849" cy="16849"/>
            </a:xfrm>
            <a:prstGeom prst="ellipse">
              <a:avLst/>
            </a:prstGeom>
            <a:solidFill>
              <a:srgbClr val="28A983">
                <a:alpha val="45098"/>
              </a:srgbClr>
            </a:solidFill>
            <a:ln w="7363" cap="rnd">
              <a:solidFill>
                <a:srgbClr val="28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1" name="pt9841"/>
            <p:cNvSpPr/>
            <p:nvPr/>
          </p:nvSpPr>
          <p:spPr>
            <a:xfrm>
              <a:off x="6117988" y="2263508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2" name="pt9842"/>
            <p:cNvSpPr/>
            <p:nvPr/>
          </p:nvSpPr>
          <p:spPr>
            <a:xfrm>
              <a:off x="6132016" y="222011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3" name="pt9843"/>
            <p:cNvSpPr/>
            <p:nvPr/>
          </p:nvSpPr>
          <p:spPr>
            <a:xfrm>
              <a:off x="5631518" y="233533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4" name="pt9844"/>
            <p:cNvSpPr/>
            <p:nvPr/>
          </p:nvSpPr>
          <p:spPr>
            <a:xfrm>
              <a:off x="6501321" y="2038206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5" name="pt9845"/>
            <p:cNvSpPr/>
            <p:nvPr/>
          </p:nvSpPr>
          <p:spPr>
            <a:xfrm>
              <a:off x="5132903" y="260053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6" name="pt9846"/>
            <p:cNvSpPr/>
            <p:nvPr/>
          </p:nvSpPr>
          <p:spPr>
            <a:xfrm>
              <a:off x="6729888" y="192518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7" name="pt9847"/>
            <p:cNvSpPr/>
            <p:nvPr/>
          </p:nvSpPr>
          <p:spPr>
            <a:xfrm>
              <a:off x="6588029" y="2150668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8" name="pt9848"/>
            <p:cNvSpPr/>
            <p:nvPr/>
          </p:nvSpPr>
          <p:spPr>
            <a:xfrm>
              <a:off x="4929890" y="2402008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9" name="pt9849"/>
            <p:cNvSpPr/>
            <p:nvPr/>
          </p:nvSpPr>
          <p:spPr>
            <a:xfrm>
              <a:off x="5911474" y="2125133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0" name="pt9850"/>
            <p:cNvSpPr/>
            <p:nvPr/>
          </p:nvSpPr>
          <p:spPr>
            <a:xfrm>
              <a:off x="6394357" y="2247439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1" name="pt9851"/>
            <p:cNvSpPr/>
            <p:nvPr/>
          </p:nvSpPr>
          <p:spPr>
            <a:xfrm>
              <a:off x="6725051" y="1977699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2" name="pt9852"/>
            <p:cNvSpPr/>
            <p:nvPr/>
          </p:nvSpPr>
          <p:spPr>
            <a:xfrm>
              <a:off x="5940718" y="2063435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3" name="pt9853"/>
            <p:cNvSpPr/>
            <p:nvPr/>
          </p:nvSpPr>
          <p:spPr>
            <a:xfrm>
              <a:off x="6158589" y="2298961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4" name="pt9854"/>
            <p:cNvSpPr/>
            <p:nvPr/>
          </p:nvSpPr>
          <p:spPr>
            <a:xfrm>
              <a:off x="5815198" y="2413570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5" name="pt9855"/>
            <p:cNvSpPr/>
            <p:nvPr/>
          </p:nvSpPr>
          <p:spPr>
            <a:xfrm>
              <a:off x="6371024" y="238434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6" name="pt9856"/>
            <p:cNvSpPr/>
            <p:nvPr/>
          </p:nvSpPr>
          <p:spPr>
            <a:xfrm>
              <a:off x="6496629" y="229999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7" name="pt9857"/>
            <p:cNvSpPr/>
            <p:nvPr/>
          </p:nvSpPr>
          <p:spPr>
            <a:xfrm>
              <a:off x="5442183" y="2659954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8" name="pt9858"/>
            <p:cNvSpPr/>
            <p:nvPr/>
          </p:nvSpPr>
          <p:spPr>
            <a:xfrm>
              <a:off x="6242843" y="230773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9" name="pt9859"/>
            <p:cNvSpPr/>
            <p:nvPr/>
          </p:nvSpPr>
          <p:spPr>
            <a:xfrm>
              <a:off x="7136497" y="137521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0" name="pt9860"/>
            <p:cNvSpPr/>
            <p:nvPr/>
          </p:nvSpPr>
          <p:spPr>
            <a:xfrm>
              <a:off x="7148733" y="1538868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1" name="pt9861"/>
            <p:cNvSpPr/>
            <p:nvPr/>
          </p:nvSpPr>
          <p:spPr>
            <a:xfrm>
              <a:off x="6117146" y="2206690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2" name="pt9862"/>
            <p:cNvSpPr/>
            <p:nvPr/>
          </p:nvSpPr>
          <p:spPr>
            <a:xfrm>
              <a:off x="5464250" y="2242635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3" name="pt9863"/>
            <p:cNvSpPr/>
            <p:nvPr/>
          </p:nvSpPr>
          <p:spPr>
            <a:xfrm>
              <a:off x="6449065" y="2003313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4" name="pt9864"/>
            <p:cNvSpPr/>
            <p:nvPr/>
          </p:nvSpPr>
          <p:spPr>
            <a:xfrm>
              <a:off x="6372001" y="2407716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5" name="pt9865"/>
            <p:cNvSpPr/>
            <p:nvPr/>
          </p:nvSpPr>
          <p:spPr>
            <a:xfrm>
              <a:off x="6153691" y="225030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6" name="pt9866"/>
            <p:cNvSpPr/>
            <p:nvPr/>
          </p:nvSpPr>
          <p:spPr>
            <a:xfrm>
              <a:off x="5983412" y="2510955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7" name="pt9867"/>
            <p:cNvSpPr/>
            <p:nvPr/>
          </p:nvSpPr>
          <p:spPr>
            <a:xfrm>
              <a:off x="5618208" y="2422038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8" name="pt9868"/>
            <p:cNvSpPr/>
            <p:nvPr/>
          </p:nvSpPr>
          <p:spPr>
            <a:xfrm>
              <a:off x="6340985" y="2175456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9" name="pt9869"/>
            <p:cNvSpPr/>
            <p:nvPr/>
          </p:nvSpPr>
          <p:spPr>
            <a:xfrm>
              <a:off x="5842707" y="217098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0" name="pt9870"/>
            <p:cNvSpPr/>
            <p:nvPr/>
          </p:nvSpPr>
          <p:spPr>
            <a:xfrm>
              <a:off x="6696943" y="2065668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1" name="pt9871"/>
            <p:cNvSpPr/>
            <p:nvPr/>
          </p:nvSpPr>
          <p:spPr>
            <a:xfrm>
              <a:off x="6401827" y="2061629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2" name="pt9872"/>
            <p:cNvSpPr/>
            <p:nvPr/>
          </p:nvSpPr>
          <p:spPr>
            <a:xfrm>
              <a:off x="6186920" y="2128159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3" name="pt9873"/>
            <p:cNvSpPr/>
            <p:nvPr/>
          </p:nvSpPr>
          <p:spPr>
            <a:xfrm>
              <a:off x="5922824" y="191943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4" name="pt9874"/>
            <p:cNvSpPr/>
            <p:nvPr/>
          </p:nvSpPr>
          <p:spPr>
            <a:xfrm>
              <a:off x="6335599" y="225731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5" name="pt9875"/>
            <p:cNvSpPr/>
            <p:nvPr/>
          </p:nvSpPr>
          <p:spPr>
            <a:xfrm>
              <a:off x="5943404" y="204802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6" name="pt9876"/>
            <p:cNvSpPr/>
            <p:nvPr/>
          </p:nvSpPr>
          <p:spPr>
            <a:xfrm>
              <a:off x="6182568" y="2139157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7" name="pt9877"/>
            <p:cNvSpPr/>
            <p:nvPr/>
          </p:nvSpPr>
          <p:spPr>
            <a:xfrm>
              <a:off x="5116402" y="265242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8" name="pt9878"/>
            <p:cNvSpPr/>
            <p:nvPr/>
          </p:nvSpPr>
          <p:spPr>
            <a:xfrm>
              <a:off x="6128949" y="2344110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9" name="pt9879"/>
            <p:cNvSpPr/>
            <p:nvPr/>
          </p:nvSpPr>
          <p:spPr>
            <a:xfrm>
              <a:off x="6747210" y="201115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0" name="pt9880"/>
            <p:cNvSpPr/>
            <p:nvPr/>
          </p:nvSpPr>
          <p:spPr>
            <a:xfrm>
              <a:off x="5610942" y="2530640"/>
              <a:ext cx="16849" cy="16849"/>
            </a:xfrm>
            <a:prstGeom prst="ellipse">
              <a:avLst/>
            </a:prstGeom>
            <a:solidFill>
              <a:srgbClr val="6AC661">
                <a:alpha val="45098"/>
              </a:srgbClr>
            </a:solidFill>
            <a:ln w="7363" cap="rnd">
              <a:solidFill>
                <a:srgbClr val="6AC66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1" name="pt9881"/>
            <p:cNvSpPr/>
            <p:nvPr/>
          </p:nvSpPr>
          <p:spPr>
            <a:xfrm>
              <a:off x="6231995" y="2293972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2" name="pt9882"/>
            <p:cNvSpPr/>
            <p:nvPr/>
          </p:nvSpPr>
          <p:spPr>
            <a:xfrm>
              <a:off x="6620685" y="2128458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3" name="pt9883"/>
            <p:cNvSpPr/>
            <p:nvPr/>
          </p:nvSpPr>
          <p:spPr>
            <a:xfrm>
              <a:off x="6145209" y="2296534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4" name="pt9884"/>
            <p:cNvSpPr/>
            <p:nvPr/>
          </p:nvSpPr>
          <p:spPr>
            <a:xfrm>
              <a:off x="6156571" y="235779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5" name="pt9885"/>
            <p:cNvSpPr/>
            <p:nvPr/>
          </p:nvSpPr>
          <p:spPr>
            <a:xfrm>
              <a:off x="5706545" y="2519228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6" name="pt9886"/>
            <p:cNvSpPr/>
            <p:nvPr/>
          </p:nvSpPr>
          <p:spPr>
            <a:xfrm>
              <a:off x="5894968" y="2311868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7" name="pt9887"/>
            <p:cNvSpPr/>
            <p:nvPr/>
          </p:nvSpPr>
          <p:spPr>
            <a:xfrm>
              <a:off x="6035260" y="2351698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8" name="pt9888"/>
            <p:cNvSpPr/>
            <p:nvPr/>
          </p:nvSpPr>
          <p:spPr>
            <a:xfrm>
              <a:off x="5670881" y="2400315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9" name="pt9889"/>
            <p:cNvSpPr/>
            <p:nvPr/>
          </p:nvSpPr>
          <p:spPr>
            <a:xfrm>
              <a:off x="6078882" y="2354306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0" name="pt9890"/>
            <p:cNvSpPr/>
            <p:nvPr/>
          </p:nvSpPr>
          <p:spPr>
            <a:xfrm>
              <a:off x="5583827" y="186040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1" name="pt9891"/>
            <p:cNvSpPr/>
            <p:nvPr/>
          </p:nvSpPr>
          <p:spPr>
            <a:xfrm>
              <a:off x="6558280" y="218314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2" name="pt9892"/>
            <p:cNvSpPr/>
            <p:nvPr/>
          </p:nvSpPr>
          <p:spPr>
            <a:xfrm>
              <a:off x="6656712" y="2103258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3" name="pt9893"/>
            <p:cNvSpPr/>
            <p:nvPr/>
          </p:nvSpPr>
          <p:spPr>
            <a:xfrm>
              <a:off x="5430003" y="2502473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4" name="pt9894"/>
            <p:cNvSpPr/>
            <p:nvPr/>
          </p:nvSpPr>
          <p:spPr>
            <a:xfrm>
              <a:off x="5350975" y="2038610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5" name="pt9895"/>
            <p:cNvSpPr/>
            <p:nvPr/>
          </p:nvSpPr>
          <p:spPr>
            <a:xfrm>
              <a:off x="6311373" y="2141922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6" name="pt9896"/>
            <p:cNvSpPr/>
            <p:nvPr/>
          </p:nvSpPr>
          <p:spPr>
            <a:xfrm>
              <a:off x="6816363" y="1790342"/>
              <a:ext cx="16849" cy="16849"/>
            </a:xfrm>
            <a:prstGeom prst="ellipse">
              <a:avLst/>
            </a:prstGeom>
            <a:solidFill>
              <a:srgbClr val="6FC95D">
                <a:alpha val="45098"/>
              </a:srgbClr>
            </a:solidFill>
            <a:ln w="7363" cap="rnd">
              <a:solidFill>
                <a:srgbClr val="6F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7" name="pt9897"/>
            <p:cNvSpPr/>
            <p:nvPr/>
          </p:nvSpPr>
          <p:spPr>
            <a:xfrm>
              <a:off x="5754489" y="2033436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8" name="pt9898"/>
            <p:cNvSpPr/>
            <p:nvPr/>
          </p:nvSpPr>
          <p:spPr>
            <a:xfrm>
              <a:off x="5321435" y="1946051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9" name="pt9899"/>
            <p:cNvSpPr/>
            <p:nvPr/>
          </p:nvSpPr>
          <p:spPr>
            <a:xfrm>
              <a:off x="6182335" y="204724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0" name="pt9900"/>
            <p:cNvSpPr/>
            <p:nvPr/>
          </p:nvSpPr>
          <p:spPr>
            <a:xfrm>
              <a:off x="5986577" y="2549965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1" name="pt9901"/>
            <p:cNvSpPr/>
            <p:nvPr/>
          </p:nvSpPr>
          <p:spPr>
            <a:xfrm>
              <a:off x="6146108" y="242520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2" name="pt9902"/>
            <p:cNvSpPr/>
            <p:nvPr/>
          </p:nvSpPr>
          <p:spPr>
            <a:xfrm>
              <a:off x="6153265" y="2350603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3" name="pt9903"/>
            <p:cNvSpPr/>
            <p:nvPr/>
          </p:nvSpPr>
          <p:spPr>
            <a:xfrm>
              <a:off x="6118466" y="2289802"/>
              <a:ext cx="16849" cy="16849"/>
            </a:xfrm>
            <a:prstGeom prst="ellipse">
              <a:avLst/>
            </a:prstGeom>
            <a:solidFill>
              <a:srgbClr val="2DAA81">
                <a:alpha val="45098"/>
              </a:srgbClr>
            </a:solidFill>
            <a:ln w="7363" cap="rnd">
              <a:solidFill>
                <a:srgbClr val="2DAA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4" name="pt9904"/>
            <p:cNvSpPr/>
            <p:nvPr/>
          </p:nvSpPr>
          <p:spPr>
            <a:xfrm>
              <a:off x="6229871" y="2269197"/>
              <a:ext cx="16849" cy="16849"/>
            </a:xfrm>
            <a:prstGeom prst="ellipse">
              <a:avLst/>
            </a:prstGeom>
            <a:solidFill>
              <a:srgbClr val="25A485">
                <a:alpha val="45098"/>
              </a:srgbClr>
            </a:solidFill>
            <a:ln w="7363" cap="rnd">
              <a:solidFill>
                <a:srgbClr val="25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5" name="pt9905"/>
            <p:cNvSpPr/>
            <p:nvPr/>
          </p:nvSpPr>
          <p:spPr>
            <a:xfrm>
              <a:off x="6508366" y="2149420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6" name="pt9906"/>
            <p:cNvSpPr/>
            <p:nvPr/>
          </p:nvSpPr>
          <p:spPr>
            <a:xfrm>
              <a:off x="5955924" y="201100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7" name="pt9907"/>
            <p:cNvSpPr/>
            <p:nvPr/>
          </p:nvSpPr>
          <p:spPr>
            <a:xfrm>
              <a:off x="5968371" y="2470339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8" name="pt9908"/>
            <p:cNvSpPr/>
            <p:nvPr/>
          </p:nvSpPr>
          <p:spPr>
            <a:xfrm>
              <a:off x="7209568" y="1499777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9" name="pt9909"/>
            <p:cNvSpPr/>
            <p:nvPr/>
          </p:nvSpPr>
          <p:spPr>
            <a:xfrm>
              <a:off x="5859740" y="2135065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0" name="pt9910"/>
            <p:cNvSpPr/>
            <p:nvPr/>
          </p:nvSpPr>
          <p:spPr>
            <a:xfrm>
              <a:off x="5832038" y="245141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1" name="pt9911"/>
            <p:cNvSpPr/>
            <p:nvPr/>
          </p:nvSpPr>
          <p:spPr>
            <a:xfrm>
              <a:off x="5577056" y="2576916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2" name="pt9912"/>
            <p:cNvSpPr/>
            <p:nvPr/>
          </p:nvSpPr>
          <p:spPr>
            <a:xfrm>
              <a:off x="6639790" y="2195549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3" name="pt9913"/>
            <p:cNvSpPr/>
            <p:nvPr/>
          </p:nvSpPr>
          <p:spPr>
            <a:xfrm>
              <a:off x="6712982" y="208174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4" name="pt9914"/>
            <p:cNvSpPr/>
            <p:nvPr/>
          </p:nvSpPr>
          <p:spPr>
            <a:xfrm>
              <a:off x="6115608" y="2330501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5" name="pt9915"/>
            <p:cNvSpPr/>
            <p:nvPr/>
          </p:nvSpPr>
          <p:spPr>
            <a:xfrm>
              <a:off x="6800555" y="195632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6" name="pt9916"/>
            <p:cNvSpPr/>
            <p:nvPr/>
          </p:nvSpPr>
          <p:spPr>
            <a:xfrm>
              <a:off x="5908249" y="201630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7" name="pt9917"/>
            <p:cNvSpPr/>
            <p:nvPr/>
          </p:nvSpPr>
          <p:spPr>
            <a:xfrm>
              <a:off x="6386015" y="2258580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8" name="pt9918"/>
            <p:cNvSpPr/>
            <p:nvPr/>
          </p:nvSpPr>
          <p:spPr>
            <a:xfrm>
              <a:off x="5938612" y="2127960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9" name="pt9919"/>
            <p:cNvSpPr/>
            <p:nvPr/>
          </p:nvSpPr>
          <p:spPr>
            <a:xfrm>
              <a:off x="6644612" y="2250180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0" name="pt9920"/>
            <p:cNvSpPr/>
            <p:nvPr/>
          </p:nvSpPr>
          <p:spPr>
            <a:xfrm>
              <a:off x="6507054" y="2054744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1" name="pt9921"/>
            <p:cNvSpPr/>
            <p:nvPr/>
          </p:nvSpPr>
          <p:spPr>
            <a:xfrm>
              <a:off x="6888265" y="1898820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2" name="pt9922"/>
            <p:cNvSpPr/>
            <p:nvPr/>
          </p:nvSpPr>
          <p:spPr>
            <a:xfrm>
              <a:off x="5521378" y="2409710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3" name="pt9923"/>
            <p:cNvSpPr/>
            <p:nvPr/>
          </p:nvSpPr>
          <p:spPr>
            <a:xfrm>
              <a:off x="6347061" y="2180355"/>
              <a:ext cx="16849" cy="16849"/>
            </a:xfrm>
            <a:prstGeom prst="ellipse">
              <a:avLst/>
            </a:prstGeom>
            <a:solidFill>
              <a:srgbClr val="3AAE7D">
                <a:alpha val="45098"/>
              </a:srgbClr>
            </a:solidFill>
            <a:ln w="7363" cap="rnd">
              <a:solidFill>
                <a:srgbClr val="3AAE7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4" name="pt9924"/>
            <p:cNvSpPr/>
            <p:nvPr/>
          </p:nvSpPr>
          <p:spPr>
            <a:xfrm>
              <a:off x="5388600" y="248161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5" name="pt9925"/>
            <p:cNvSpPr/>
            <p:nvPr/>
          </p:nvSpPr>
          <p:spPr>
            <a:xfrm>
              <a:off x="6767214" y="2024020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6" name="pt9926"/>
            <p:cNvSpPr/>
            <p:nvPr/>
          </p:nvSpPr>
          <p:spPr>
            <a:xfrm>
              <a:off x="6186570" y="2217037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7" name="pt9927"/>
            <p:cNvSpPr/>
            <p:nvPr/>
          </p:nvSpPr>
          <p:spPr>
            <a:xfrm>
              <a:off x="5490948" y="2555970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8" name="pt9928"/>
            <p:cNvSpPr/>
            <p:nvPr/>
          </p:nvSpPr>
          <p:spPr>
            <a:xfrm>
              <a:off x="6179318" y="2261851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9" name="pt9929"/>
            <p:cNvSpPr/>
            <p:nvPr/>
          </p:nvSpPr>
          <p:spPr>
            <a:xfrm>
              <a:off x="6071759" y="2382479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0" name="pt9930"/>
            <p:cNvSpPr/>
            <p:nvPr/>
          </p:nvSpPr>
          <p:spPr>
            <a:xfrm>
              <a:off x="6318306" y="229269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1" name="pt9931"/>
            <p:cNvSpPr/>
            <p:nvPr/>
          </p:nvSpPr>
          <p:spPr>
            <a:xfrm>
              <a:off x="6211938" y="2242664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2" name="pt9932"/>
            <p:cNvSpPr/>
            <p:nvPr/>
          </p:nvSpPr>
          <p:spPr>
            <a:xfrm>
              <a:off x="6179548" y="2209882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3" name="pt9933"/>
            <p:cNvSpPr/>
            <p:nvPr/>
          </p:nvSpPr>
          <p:spPr>
            <a:xfrm>
              <a:off x="6036029" y="2269306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4" name="pt9934"/>
            <p:cNvSpPr/>
            <p:nvPr/>
          </p:nvSpPr>
          <p:spPr>
            <a:xfrm>
              <a:off x="6316768" y="2188444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5" name="pt9935"/>
            <p:cNvSpPr/>
            <p:nvPr/>
          </p:nvSpPr>
          <p:spPr>
            <a:xfrm>
              <a:off x="5089299" y="276536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6" name="pt9936"/>
            <p:cNvSpPr/>
            <p:nvPr/>
          </p:nvSpPr>
          <p:spPr>
            <a:xfrm>
              <a:off x="6448803" y="2045634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7" name="pt9937"/>
            <p:cNvSpPr/>
            <p:nvPr/>
          </p:nvSpPr>
          <p:spPr>
            <a:xfrm>
              <a:off x="6142859" y="2095591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8" name="pt9938"/>
            <p:cNvSpPr/>
            <p:nvPr/>
          </p:nvSpPr>
          <p:spPr>
            <a:xfrm>
              <a:off x="6006183" y="2677079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9" name="pt9939"/>
            <p:cNvSpPr/>
            <p:nvPr/>
          </p:nvSpPr>
          <p:spPr>
            <a:xfrm>
              <a:off x="6408528" y="223342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0" name="pt9940"/>
            <p:cNvSpPr/>
            <p:nvPr/>
          </p:nvSpPr>
          <p:spPr>
            <a:xfrm>
              <a:off x="5775985" y="2023339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1" name="pt9941"/>
            <p:cNvSpPr/>
            <p:nvPr/>
          </p:nvSpPr>
          <p:spPr>
            <a:xfrm>
              <a:off x="6278448" y="2124710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2" name="pt9942"/>
            <p:cNvSpPr/>
            <p:nvPr/>
          </p:nvSpPr>
          <p:spPr>
            <a:xfrm>
              <a:off x="6172386" y="2271945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3" name="pt9943"/>
            <p:cNvSpPr/>
            <p:nvPr/>
          </p:nvSpPr>
          <p:spPr>
            <a:xfrm>
              <a:off x="6001490" y="2616056"/>
              <a:ext cx="16849" cy="16849"/>
            </a:xfrm>
            <a:prstGeom prst="ellipse">
              <a:avLst/>
            </a:prstGeom>
            <a:solidFill>
              <a:srgbClr val="5ABC6D">
                <a:alpha val="45098"/>
              </a:srgbClr>
            </a:solidFill>
            <a:ln w="7363" cap="rnd">
              <a:solidFill>
                <a:srgbClr val="5A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4" name="pt9944"/>
            <p:cNvSpPr/>
            <p:nvPr/>
          </p:nvSpPr>
          <p:spPr>
            <a:xfrm>
              <a:off x="6162077" y="229977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5" name="pt9945"/>
            <p:cNvSpPr/>
            <p:nvPr/>
          </p:nvSpPr>
          <p:spPr>
            <a:xfrm>
              <a:off x="5809520" y="2115791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6" name="pt9946"/>
            <p:cNvSpPr/>
            <p:nvPr/>
          </p:nvSpPr>
          <p:spPr>
            <a:xfrm>
              <a:off x="6225982" y="2391681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7" name="pt9947"/>
            <p:cNvSpPr/>
            <p:nvPr/>
          </p:nvSpPr>
          <p:spPr>
            <a:xfrm>
              <a:off x="6169406" y="2279501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8" name="pt9948"/>
            <p:cNvSpPr/>
            <p:nvPr/>
          </p:nvSpPr>
          <p:spPr>
            <a:xfrm>
              <a:off x="6994635" y="1788285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9" name="pt9949"/>
            <p:cNvSpPr/>
            <p:nvPr/>
          </p:nvSpPr>
          <p:spPr>
            <a:xfrm>
              <a:off x="5262616" y="2089363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0" name="pt9950"/>
            <p:cNvSpPr/>
            <p:nvPr/>
          </p:nvSpPr>
          <p:spPr>
            <a:xfrm>
              <a:off x="5966652" y="2413415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1" name="pt9951"/>
            <p:cNvSpPr/>
            <p:nvPr/>
          </p:nvSpPr>
          <p:spPr>
            <a:xfrm>
              <a:off x="6005930" y="2647250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2" name="pt9952"/>
            <p:cNvSpPr/>
            <p:nvPr/>
          </p:nvSpPr>
          <p:spPr>
            <a:xfrm>
              <a:off x="6290471" y="2038110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3" name="pt9953"/>
            <p:cNvSpPr/>
            <p:nvPr/>
          </p:nvSpPr>
          <p:spPr>
            <a:xfrm>
              <a:off x="5637412" y="2316118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4" name="pt9954"/>
            <p:cNvSpPr/>
            <p:nvPr/>
          </p:nvSpPr>
          <p:spPr>
            <a:xfrm>
              <a:off x="6057665" y="2281284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5" name="pt9955"/>
            <p:cNvSpPr/>
            <p:nvPr/>
          </p:nvSpPr>
          <p:spPr>
            <a:xfrm>
              <a:off x="6343860" y="2120513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6" name="pt9956"/>
            <p:cNvSpPr/>
            <p:nvPr/>
          </p:nvSpPr>
          <p:spPr>
            <a:xfrm>
              <a:off x="5682442" y="2463575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7" name="pt9957"/>
            <p:cNvSpPr/>
            <p:nvPr/>
          </p:nvSpPr>
          <p:spPr>
            <a:xfrm>
              <a:off x="6391132" y="2178289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8" name="pt9958"/>
            <p:cNvSpPr/>
            <p:nvPr/>
          </p:nvSpPr>
          <p:spPr>
            <a:xfrm>
              <a:off x="6373548" y="2294367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9" name="pt9959"/>
            <p:cNvSpPr/>
            <p:nvPr/>
          </p:nvSpPr>
          <p:spPr>
            <a:xfrm>
              <a:off x="6246861" y="2368324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0" name="pt9960"/>
            <p:cNvSpPr/>
            <p:nvPr/>
          </p:nvSpPr>
          <p:spPr>
            <a:xfrm>
              <a:off x="6749727" y="2086986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1" name="pt9961"/>
            <p:cNvSpPr/>
            <p:nvPr/>
          </p:nvSpPr>
          <p:spPr>
            <a:xfrm>
              <a:off x="6624504" y="2207080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2" name="pt9962"/>
            <p:cNvSpPr/>
            <p:nvPr/>
          </p:nvSpPr>
          <p:spPr>
            <a:xfrm>
              <a:off x="5711105" y="2357082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3" name="pt9963"/>
            <p:cNvSpPr/>
            <p:nvPr/>
          </p:nvSpPr>
          <p:spPr>
            <a:xfrm>
              <a:off x="6163728" y="2220383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4" name="pt9964"/>
            <p:cNvSpPr/>
            <p:nvPr/>
          </p:nvSpPr>
          <p:spPr>
            <a:xfrm>
              <a:off x="6385382" y="240944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5" name="pt9965"/>
            <p:cNvSpPr/>
            <p:nvPr/>
          </p:nvSpPr>
          <p:spPr>
            <a:xfrm>
              <a:off x="5404152" y="231451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6" name="pt9966"/>
            <p:cNvSpPr/>
            <p:nvPr/>
          </p:nvSpPr>
          <p:spPr>
            <a:xfrm>
              <a:off x="6123890" y="238414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7" name="pt9967"/>
            <p:cNvSpPr/>
            <p:nvPr/>
          </p:nvSpPr>
          <p:spPr>
            <a:xfrm>
              <a:off x="5603132" y="2490944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8" name="pt9968"/>
            <p:cNvSpPr/>
            <p:nvPr/>
          </p:nvSpPr>
          <p:spPr>
            <a:xfrm>
              <a:off x="6103844" y="233031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9" name="pt9969"/>
            <p:cNvSpPr/>
            <p:nvPr/>
          </p:nvSpPr>
          <p:spPr>
            <a:xfrm>
              <a:off x="5837509" y="2468060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0" name="pt9970"/>
            <p:cNvSpPr/>
            <p:nvPr/>
          </p:nvSpPr>
          <p:spPr>
            <a:xfrm>
              <a:off x="5954754" y="197318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1" name="pt9971"/>
            <p:cNvSpPr/>
            <p:nvPr/>
          </p:nvSpPr>
          <p:spPr>
            <a:xfrm>
              <a:off x="6072791" y="238648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2" name="pt9972"/>
            <p:cNvSpPr/>
            <p:nvPr/>
          </p:nvSpPr>
          <p:spPr>
            <a:xfrm>
              <a:off x="6063467" y="2422799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3" name="pt9973"/>
            <p:cNvSpPr/>
            <p:nvPr/>
          </p:nvSpPr>
          <p:spPr>
            <a:xfrm>
              <a:off x="6399855" y="2077076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4" name="pt9974"/>
            <p:cNvSpPr/>
            <p:nvPr/>
          </p:nvSpPr>
          <p:spPr>
            <a:xfrm>
              <a:off x="6125695" y="2326780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5" name="pt9975"/>
            <p:cNvSpPr/>
            <p:nvPr/>
          </p:nvSpPr>
          <p:spPr>
            <a:xfrm>
              <a:off x="6201238" y="2088901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6" name="pt9976"/>
            <p:cNvSpPr/>
            <p:nvPr/>
          </p:nvSpPr>
          <p:spPr>
            <a:xfrm>
              <a:off x="6243034" y="225045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7" name="pt9977"/>
            <p:cNvSpPr/>
            <p:nvPr/>
          </p:nvSpPr>
          <p:spPr>
            <a:xfrm>
              <a:off x="5992778" y="2579289"/>
              <a:ext cx="16849" cy="16849"/>
            </a:xfrm>
            <a:prstGeom prst="ellipse">
              <a:avLst/>
            </a:prstGeom>
            <a:solidFill>
              <a:srgbClr val="25A485">
                <a:alpha val="45098"/>
              </a:srgbClr>
            </a:solidFill>
            <a:ln w="7363" cap="rnd">
              <a:solidFill>
                <a:srgbClr val="25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8" name="pt9978"/>
            <p:cNvSpPr/>
            <p:nvPr/>
          </p:nvSpPr>
          <p:spPr>
            <a:xfrm>
              <a:off x="6853668" y="1742635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9" name="pt9979"/>
            <p:cNvSpPr/>
            <p:nvPr/>
          </p:nvSpPr>
          <p:spPr>
            <a:xfrm>
              <a:off x="5559282" y="2573015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0" name="pt9980"/>
            <p:cNvSpPr/>
            <p:nvPr/>
          </p:nvSpPr>
          <p:spPr>
            <a:xfrm>
              <a:off x="5204134" y="2364942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1" name="pt9981"/>
            <p:cNvSpPr/>
            <p:nvPr/>
          </p:nvSpPr>
          <p:spPr>
            <a:xfrm>
              <a:off x="6594672" y="2091503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2" name="pt9982"/>
            <p:cNvSpPr/>
            <p:nvPr/>
          </p:nvSpPr>
          <p:spPr>
            <a:xfrm>
              <a:off x="6393645" y="225907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3" name="pt9983"/>
            <p:cNvSpPr/>
            <p:nvPr/>
          </p:nvSpPr>
          <p:spPr>
            <a:xfrm>
              <a:off x="6655143" y="219907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4" name="pt9984"/>
            <p:cNvSpPr/>
            <p:nvPr/>
          </p:nvSpPr>
          <p:spPr>
            <a:xfrm>
              <a:off x="6354708" y="2178484"/>
              <a:ext cx="16849" cy="16849"/>
            </a:xfrm>
            <a:prstGeom prst="ellipse">
              <a:avLst/>
            </a:prstGeom>
            <a:solidFill>
              <a:srgbClr val="3AAE7D">
                <a:alpha val="45098"/>
              </a:srgbClr>
            </a:solidFill>
            <a:ln w="7363" cap="rnd">
              <a:solidFill>
                <a:srgbClr val="3AAE7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5" name="pt9985"/>
            <p:cNvSpPr/>
            <p:nvPr/>
          </p:nvSpPr>
          <p:spPr>
            <a:xfrm>
              <a:off x="5716474" y="248023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6" name="pt9986"/>
            <p:cNvSpPr/>
            <p:nvPr/>
          </p:nvSpPr>
          <p:spPr>
            <a:xfrm>
              <a:off x="5742573" y="2184568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7" name="pt9987"/>
            <p:cNvSpPr/>
            <p:nvPr/>
          </p:nvSpPr>
          <p:spPr>
            <a:xfrm>
              <a:off x="6063924" y="234221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8" name="pt9988"/>
            <p:cNvSpPr/>
            <p:nvPr/>
          </p:nvSpPr>
          <p:spPr>
            <a:xfrm>
              <a:off x="6468445" y="2155505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9" name="pt9989"/>
            <p:cNvSpPr/>
            <p:nvPr/>
          </p:nvSpPr>
          <p:spPr>
            <a:xfrm>
              <a:off x="6643965" y="2137142"/>
              <a:ext cx="16849" cy="16849"/>
            </a:xfrm>
            <a:prstGeom prst="ellipse">
              <a:avLst/>
            </a:prstGeom>
            <a:solidFill>
              <a:srgbClr val="6EC85D">
                <a:alpha val="45098"/>
              </a:srgbClr>
            </a:solidFill>
            <a:ln w="7363" cap="rnd">
              <a:solidFill>
                <a:srgbClr val="6EC8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0" name="pt9990"/>
            <p:cNvSpPr/>
            <p:nvPr/>
          </p:nvSpPr>
          <p:spPr>
            <a:xfrm>
              <a:off x="5900862" y="2099581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1" name="pt9991"/>
            <p:cNvSpPr/>
            <p:nvPr/>
          </p:nvSpPr>
          <p:spPr>
            <a:xfrm>
              <a:off x="5531363" y="2265123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2" name="pt9992"/>
            <p:cNvSpPr/>
            <p:nvPr/>
          </p:nvSpPr>
          <p:spPr>
            <a:xfrm>
              <a:off x="6167025" y="2288810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3" name="pt9993"/>
            <p:cNvSpPr/>
            <p:nvPr/>
          </p:nvSpPr>
          <p:spPr>
            <a:xfrm>
              <a:off x="5836484" y="2464079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4" name="pt9994"/>
            <p:cNvSpPr/>
            <p:nvPr/>
          </p:nvSpPr>
          <p:spPr>
            <a:xfrm>
              <a:off x="6580598" y="2089149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5" name="pt9995"/>
            <p:cNvSpPr/>
            <p:nvPr/>
          </p:nvSpPr>
          <p:spPr>
            <a:xfrm>
              <a:off x="5997517" y="2632438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6" name="pt9996"/>
            <p:cNvSpPr/>
            <p:nvPr/>
          </p:nvSpPr>
          <p:spPr>
            <a:xfrm>
              <a:off x="6368878" y="2178301"/>
              <a:ext cx="16849" cy="16849"/>
            </a:xfrm>
            <a:prstGeom prst="ellipse">
              <a:avLst/>
            </a:prstGeom>
            <a:solidFill>
              <a:srgbClr val="68C562">
                <a:alpha val="45098"/>
              </a:srgbClr>
            </a:solidFill>
            <a:ln w="7363" cap="rnd">
              <a:solidFill>
                <a:srgbClr val="68C56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7" name="pt9997"/>
            <p:cNvSpPr/>
            <p:nvPr/>
          </p:nvSpPr>
          <p:spPr>
            <a:xfrm>
              <a:off x="6181934" y="227245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8" name="pt9998"/>
            <p:cNvSpPr/>
            <p:nvPr/>
          </p:nvSpPr>
          <p:spPr>
            <a:xfrm>
              <a:off x="5623466" y="2562850"/>
              <a:ext cx="16849" cy="16849"/>
            </a:xfrm>
            <a:prstGeom prst="ellipse">
              <a:avLst/>
            </a:prstGeom>
            <a:solidFill>
              <a:srgbClr val="6AC661">
                <a:alpha val="45098"/>
              </a:srgbClr>
            </a:solidFill>
            <a:ln w="7363" cap="rnd">
              <a:solidFill>
                <a:srgbClr val="6AC66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9" name="pt9999"/>
            <p:cNvSpPr/>
            <p:nvPr/>
          </p:nvSpPr>
          <p:spPr>
            <a:xfrm>
              <a:off x="6053552" y="2401727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0" name="pt10000"/>
            <p:cNvSpPr/>
            <p:nvPr/>
          </p:nvSpPr>
          <p:spPr>
            <a:xfrm>
              <a:off x="6338338" y="2150276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1" name="pt10001"/>
            <p:cNvSpPr/>
            <p:nvPr/>
          </p:nvSpPr>
          <p:spPr>
            <a:xfrm>
              <a:off x="5611535" y="2484666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2" name="pt10002"/>
            <p:cNvSpPr/>
            <p:nvPr/>
          </p:nvSpPr>
          <p:spPr>
            <a:xfrm>
              <a:off x="6780777" y="191396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3" name="pt10003"/>
            <p:cNvSpPr/>
            <p:nvPr/>
          </p:nvSpPr>
          <p:spPr>
            <a:xfrm>
              <a:off x="6634666" y="2219672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4" name="pt10004"/>
            <p:cNvSpPr/>
            <p:nvPr/>
          </p:nvSpPr>
          <p:spPr>
            <a:xfrm>
              <a:off x="6256197" y="2431966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5" name="pt10005"/>
            <p:cNvSpPr/>
            <p:nvPr/>
          </p:nvSpPr>
          <p:spPr>
            <a:xfrm>
              <a:off x="6922609" y="2050537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6" name="pt10006"/>
            <p:cNvSpPr/>
            <p:nvPr/>
          </p:nvSpPr>
          <p:spPr>
            <a:xfrm>
              <a:off x="6327318" y="223272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7" name="pt10007"/>
            <p:cNvSpPr/>
            <p:nvPr/>
          </p:nvSpPr>
          <p:spPr>
            <a:xfrm>
              <a:off x="6488099" y="2060710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8" name="pt10008"/>
            <p:cNvSpPr/>
            <p:nvPr/>
          </p:nvSpPr>
          <p:spPr>
            <a:xfrm>
              <a:off x="6794397" y="1920376"/>
              <a:ext cx="16849" cy="16849"/>
            </a:xfrm>
            <a:prstGeom prst="ellipse">
              <a:avLst/>
            </a:prstGeom>
            <a:solidFill>
              <a:srgbClr val="6EC85E">
                <a:alpha val="45098"/>
              </a:srgbClr>
            </a:solidFill>
            <a:ln w="7363" cap="rnd">
              <a:solidFill>
                <a:srgbClr val="6EC85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9" name="pt10009"/>
            <p:cNvSpPr/>
            <p:nvPr/>
          </p:nvSpPr>
          <p:spPr>
            <a:xfrm>
              <a:off x="5949024" y="2138472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0" name="pt10010"/>
            <p:cNvSpPr/>
            <p:nvPr/>
          </p:nvSpPr>
          <p:spPr>
            <a:xfrm>
              <a:off x="5629315" y="2423754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1" name="pt10011"/>
            <p:cNvSpPr/>
            <p:nvPr/>
          </p:nvSpPr>
          <p:spPr>
            <a:xfrm>
              <a:off x="6310679" y="2247849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2" name="pt10012"/>
            <p:cNvSpPr/>
            <p:nvPr/>
          </p:nvSpPr>
          <p:spPr>
            <a:xfrm>
              <a:off x="6165188" y="2161183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3" name="pt10013"/>
            <p:cNvSpPr/>
            <p:nvPr/>
          </p:nvSpPr>
          <p:spPr>
            <a:xfrm>
              <a:off x="6500467" y="2085317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4" name="pt10014"/>
            <p:cNvSpPr/>
            <p:nvPr/>
          </p:nvSpPr>
          <p:spPr>
            <a:xfrm>
              <a:off x="6749060" y="2144003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5" name="pt10015"/>
            <p:cNvSpPr/>
            <p:nvPr/>
          </p:nvSpPr>
          <p:spPr>
            <a:xfrm>
              <a:off x="6266283" y="2429550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6" name="pt10016"/>
            <p:cNvSpPr/>
            <p:nvPr/>
          </p:nvSpPr>
          <p:spPr>
            <a:xfrm>
              <a:off x="5756872" y="1997307"/>
              <a:ext cx="16849" cy="16849"/>
            </a:xfrm>
            <a:prstGeom prst="ellipse">
              <a:avLst/>
            </a:prstGeom>
            <a:solidFill>
              <a:srgbClr val="BBDC41">
                <a:alpha val="45098"/>
              </a:srgbClr>
            </a:solidFill>
            <a:ln w="7363" cap="rnd">
              <a:solidFill>
                <a:srgbClr val="BBDC4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7" name="pt10017"/>
            <p:cNvSpPr/>
            <p:nvPr/>
          </p:nvSpPr>
          <p:spPr>
            <a:xfrm>
              <a:off x="6181596" y="229729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8" name="pt10018"/>
            <p:cNvSpPr/>
            <p:nvPr/>
          </p:nvSpPr>
          <p:spPr>
            <a:xfrm>
              <a:off x="5815127" y="2115797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9" name="pt10019"/>
            <p:cNvSpPr/>
            <p:nvPr/>
          </p:nvSpPr>
          <p:spPr>
            <a:xfrm>
              <a:off x="6237049" y="2307913"/>
              <a:ext cx="16849" cy="16849"/>
            </a:xfrm>
            <a:prstGeom prst="ellipse">
              <a:avLst/>
            </a:prstGeom>
            <a:solidFill>
              <a:srgbClr val="2A9488">
                <a:alpha val="45098"/>
              </a:srgbClr>
            </a:solidFill>
            <a:ln w="7363" cap="rnd">
              <a:solidFill>
                <a:srgbClr val="2A94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0" name="pt10020"/>
            <p:cNvSpPr/>
            <p:nvPr/>
          </p:nvSpPr>
          <p:spPr>
            <a:xfrm>
              <a:off x="5906502" y="205366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1" name="pt10021"/>
            <p:cNvSpPr/>
            <p:nvPr/>
          </p:nvSpPr>
          <p:spPr>
            <a:xfrm>
              <a:off x="6776360" y="1777596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2" name="pt10022"/>
            <p:cNvSpPr/>
            <p:nvPr/>
          </p:nvSpPr>
          <p:spPr>
            <a:xfrm>
              <a:off x="5846565" y="238480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3" name="pt10023"/>
            <p:cNvSpPr/>
            <p:nvPr/>
          </p:nvSpPr>
          <p:spPr>
            <a:xfrm>
              <a:off x="6362368" y="2200746"/>
              <a:ext cx="16849" cy="16849"/>
            </a:xfrm>
            <a:prstGeom prst="ellipse">
              <a:avLst/>
            </a:prstGeom>
            <a:solidFill>
              <a:srgbClr val="7BD151">
                <a:alpha val="45098"/>
              </a:srgbClr>
            </a:solidFill>
            <a:ln w="7363" cap="rnd">
              <a:solidFill>
                <a:srgbClr val="7BD15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4" name="pt10024"/>
            <p:cNvSpPr/>
            <p:nvPr/>
          </p:nvSpPr>
          <p:spPr>
            <a:xfrm>
              <a:off x="6077117" y="2405659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5" name="pt10025"/>
            <p:cNvSpPr/>
            <p:nvPr/>
          </p:nvSpPr>
          <p:spPr>
            <a:xfrm>
              <a:off x="6362572" y="2233759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6" name="pt10026"/>
            <p:cNvSpPr/>
            <p:nvPr/>
          </p:nvSpPr>
          <p:spPr>
            <a:xfrm>
              <a:off x="6272053" y="2405292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7" name="pt10027"/>
            <p:cNvSpPr/>
            <p:nvPr/>
          </p:nvSpPr>
          <p:spPr>
            <a:xfrm>
              <a:off x="5460199" y="2486452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8" name="pt10028"/>
            <p:cNvSpPr/>
            <p:nvPr/>
          </p:nvSpPr>
          <p:spPr>
            <a:xfrm>
              <a:off x="6249276" y="2334723"/>
              <a:ext cx="16849" cy="16849"/>
            </a:xfrm>
            <a:prstGeom prst="ellipse">
              <a:avLst/>
            </a:prstGeom>
            <a:solidFill>
              <a:srgbClr val="45B279">
                <a:alpha val="45098"/>
              </a:srgbClr>
            </a:solidFill>
            <a:ln w="7363" cap="rnd">
              <a:solidFill>
                <a:srgbClr val="45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9" name="pt10029"/>
            <p:cNvSpPr/>
            <p:nvPr/>
          </p:nvSpPr>
          <p:spPr>
            <a:xfrm>
              <a:off x="5671302" y="2262709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0" name="pt10030"/>
            <p:cNvSpPr/>
            <p:nvPr/>
          </p:nvSpPr>
          <p:spPr>
            <a:xfrm>
              <a:off x="5600223" y="2514176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1" name="pt10031"/>
            <p:cNvSpPr/>
            <p:nvPr/>
          </p:nvSpPr>
          <p:spPr>
            <a:xfrm>
              <a:off x="5807935" y="2129765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2" name="pt10032"/>
            <p:cNvSpPr/>
            <p:nvPr/>
          </p:nvSpPr>
          <p:spPr>
            <a:xfrm>
              <a:off x="6453653" y="210902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3" name="pt10033"/>
            <p:cNvSpPr/>
            <p:nvPr/>
          </p:nvSpPr>
          <p:spPr>
            <a:xfrm>
              <a:off x="6304677" y="2277781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4" name="pt10034"/>
            <p:cNvSpPr/>
            <p:nvPr/>
          </p:nvSpPr>
          <p:spPr>
            <a:xfrm>
              <a:off x="6328762" y="2215039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5" name="pt10035"/>
            <p:cNvSpPr/>
            <p:nvPr/>
          </p:nvSpPr>
          <p:spPr>
            <a:xfrm>
              <a:off x="6065331" y="242572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6" name="pt10036"/>
            <p:cNvSpPr/>
            <p:nvPr/>
          </p:nvSpPr>
          <p:spPr>
            <a:xfrm>
              <a:off x="5904294" y="201960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7" name="pt10037"/>
            <p:cNvSpPr/>
            <p:nvPr/>
          </p:nvSpPr>
          <p:spPr>
            <a:xfrm>
              <a:off x="6664468" y="209393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8" name="pt10038"/>
            <p:cNvSpPr/>
            <p:nvPr/>
          </p:nvSpPr>
          <p:spPr>
            <a:xfrm>
              <a:off x="6572020" y="233874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9" name="pt10039"/>
            <p:cNvSpPr/>
            <p:nvPr/>
          </p:nvSpPr>
          <p:spPr>
            <a:xfrm>
              <a:off x="6358059" y="2145455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0" name="pt10040"/>
            <p:cNvSpPr/>
            <p:nvPr/>
          </p:nvSpPr>
          <p:spPr>
            <a:xfrm>
              <a:off x="5913154" y="2152790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1" name="pt10041"/>
            <p:cNvSpPr/>
            <p:nvPr/>
          </p:nvSpPr>
          <p:spPr>
            <a:xfrm>
              <a:off x="5507824" y="2414473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2" name="pt10042"/>
            <p:cNvSpPr/>
            <p:nvPr/>
          </p:nvSpPr>
          <p:spPr>
            <a:xfrm>
              <a:off x="5524719" y="2395076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3" name="pt10043"/>
            <p:cNvSpPr/>
            <p:nvPr/>
          </p:nvSpPr>
          <p:spPr>
            <a:xfrm>
              <a:off x="5699570" y="2386870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4" name="pt10044"/>
            <p:cNvSpPr/>
            <p:nvPr/>
          </p:nvSpPr>
          <p:spPr>
            <a:xfrm>
              <a:off x="6146580" y="2068507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5" name="pt10045"/>
            <p:cNvSpPr/>
            <p:nvPr/>
          </p:nvSpPr>
          <p:spPr>
            <a:xfrm>
              <a:off x="5513135" y="2261566"/>
              <a:ext cx="16849" cy="16849"/>
            </a:xfrm>
            <a:prstGeom prst="ellipse">
              <a:avLst/>
            </a:prstGeom>
            <a:solidFill>
              <a:srgbClr val="32AC80">
                <a:alpha val="45098"/>
              </a:srgbClr>
            </a:solidFill>
            <a:ln w="7363" cap="rnd">
              <a:solidFill>
                <a:srgbClr val="32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6" name="pt10046"/>
            <p:cNvSpPr/>
            <p:nvPr/>
          </p:nvSpPr>
          <p:spPr>
            <a:xfrm>
              <a:off x="6287598" y="2035834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7" name="pt10047"/>
            <p:cNvSpPr/>
            <p:nvPr/>
          </p:nvSpPr>
          <p:spPr>
            <a:xfrm>
              <a:off x="6778323" y="1898981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8" name="pt10048"/>
            <p:cNvSpPr/>
            <p:nvPr/>
          </p:nvSpPr>
          <p:spPr>
            <a:xfrm>
              <a:off x="6558252" y="222343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9" name="pt10049"/>
            <p:cNvSpPr/>
            <p:nvPr/>
          </p:nvSpPr>
          <p:spPr>
            <a:xfrm>
              <a:off x="5507788" y="2440042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0" name="pt10050"/>
            <p:cNvSpPr/>
            <p:nvPr/>
          </p:nvSpPr>
          <p:spPr>
            <a:xfrm>
              <a:off x="6315312" y="2195591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1" name="pt10051"/>
            <p:cNvSpPr/>
            <p:nvPr/>
          </p:nvSpPr>
          <p:spPr>
            <a:xfrm>
              <a:off x="4908568" y="2557922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2" name="pt10052"/>
            <p:cNvSpPr/>
            <p:nvPr/>
          </p:nvSpPr>
          <p:spPr>
            <a:xfrm>
              <a:off x="5952685" y="235815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3" name="pt10053"/>
            <p:cNvSpPr/>
            <p:nvPr/>
          </p:nvSpPr>
          <p:spPr>
            <a:xfrm>
              <a:off x="6503820" y="2035172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4" name="pt10054"/>
            <p:cNvSpPr/>
            <p:nvPr/>
          </p:nvSpPr>
          <p:spPr>
            <a:xfrm>
              <a:off x="5348465" y="2047174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5" name="pt10055"/>
            <p:cNvSpPr/>
            <p:nvPr/>
          </p:nvSpPr>
          <p:spPr>
            <a:xfrm>
              <a:off x="5894389" y="2056715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6" name="pt10056"/>
            <p:cNvSpPr/>
            <p:nvPr/>
          </p:nvSpPr>
          <p:spPr>
            <a:xfrm>
              <a:off x="6511351" y="232603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7" name="pt10057"/>
            <p:cNvSpPr/>
            <p:nvPr/>
          </p:nvSpPr>
          <p:spPr>
            <a:xfrm>
              <a:off x="6186291" y="2249568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8" name="pt10058"/>
            <p:cNvSpPr/>
            <p:nvPr/>
          </p:nvSpPr>
          <p:spPr>
            <a:xfrm>
              <a:off x="6679770" y="2004583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9" name="pt10059"/>
            <p:cNvSpPr/>
            <p:nvPr/>
          </p:nvSpPr>
          <p:spPr>
            <a:xfrm>
              <a:off x="6615185" y="2146390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0" name="pt10060"/>
            <p:cNvSpPr/>
            <p:nvPr/>
          </p:nvSpPr>
          <p:spPr>
            <a:xfrm>
              <a:off x="6440948" y="1992322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1" name="pt10061"/>
            <p:cNvSpPr/>
            <p:nvPr/>
          </p:nvSpPr>
          <p:spPr>
            <a:xfrm>
              <a:off x="5762587" y="2066508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2" name="pt10062"/>
            <p:cNvSpPr/>
            <p:nvPr/>
          </p:nvSpPr>
          <p:spPr>
            <a:xfrm>
              <a:off x="5471982" y="2617646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3" name="pt10063"/>
            <p:cNvSpPr/>
            <p:nvPr/>
          </p:nvSpPr>
          <p:spPr>
            <a:xfrm>
              <a:off x="6198755" y="2254966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4" name="pt10064"/>
            <p:cNvSpPr/>
            <p:nvPr/>
          </p:nvSpPr>
          <p:spPr>
            <a:xfrm>
              <a:off x="6005787" y="2614557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5" name="pt10065"/>
            <p:cNvSpPr/>
            <p:nvPr/>
          </p:nvSpPr>
          <p:spPr>
            <a:xfrm>
              <a:off x="6532208" y="244832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6" name="pt10066"/>
            <p:cNvSpPr/>
            <p:nvPr/>
          </p:nvSpPr>
          <p:spPr>
            <a:xfrm>
              <a:off x="5812071" y="2072685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7" name="pt10067"/>
            <p:cNvSpPr/>
            <p:nvPr/>
          </p:nvSpPr>
          <p:spPr>
            <a:xfrm>
              <a:off x="7082164" y="1927510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8" name="pt10068"/>
            <p:cNvSpPr/>
            <p:nvPr/>
          </p:nvSpPr>
          <p:spPr>
            <a:xfrm>
              <a:off x="6311347" y="2199479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9" name="pt10069"/>
            <p:cNvSpPr/>
            <p:nvPr/>
          </p:nvSpPr>
          <p:spPr>
            <a:xfrm>
              <a:off x="6508178" y="223910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0" name="pt10070"/>
            <p:cNvSpPr/>
            <p:nvPr/>
          </p:nvSpPr>
          <p:spPr>
            <a:xfrm>
              <a:off x="6335075" y="231078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1" name="pt10071"/>
            <p:cNvSpPr/>
            <p:nvPr/>
          </p:nvSpPr>
          <p:spPr>
            <a:xfrm>
              <a:off x="6468544" y="2202756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2" name="pt10072"/>
            <p:cNvSpPr/>
            <p:nvPr/>
          </p:nvSpPr>
          <p:spPr>
            <a:xfrm>
              <a:off x="6134251" y="2328491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3" name="pt10073"/>
            <p:cNvSpPr/>
            <p:nvPr/>
          </p:nvSpPr>
          <p:spPr>
            <a:xfrm>
              <a:off x="6312114" y="2259536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4" name="pt10074"/>
            <p:cNvSpPr/>
            <p:nvPr/>
          </p:nvSpPr>
          <p:spPr>
            <a:xfrm>
              <a:off x="5623919" y="2411431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5" name="pt10075"/>
            <p:cNvSpPr/>
            <p:nvPr/>
          </p:nvSpPr>
          <p:spPr>
            <a:xfrm>
              <a:off x="6839170" y="176502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6" name="pt10076"/>
            <p:cNvSpPr/>
            <p:nvPr/>
          </p:nvSpPr>
          <p:spPr>
            <a:xfrm>
              <a:off x="6414863" y="2245348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7" name="pt10077"/>
            <p:cNvSpPr/>
            <p:nvPr/>
          </p:nvSpPr>
          <p:spPr>
            <a:xfrm>
              <a:off x="6116682" y="2152590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8" name="pt10078"/>
            <p:cNvSpPr/>
            <p:nvPr/>
          </p:nvSpPr>
          <p:spPr>
            <a:xfrm>
              <a:off x="6514872" y="241476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9" name="pt10079"/>
            <p:cNvSpPr/>
            <p:nvPr/>
          </p:nvSpPr>
          <p:spPr>
            <a:xfrm>
              <a:off x="6037932" y="2266556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0" name="pt10080"/>
            <p:cNvSpPr/>
            <p:nvPr/>
          </p:nvSpPr>
          <p:spPr>
            <a:xfrm>
              <a:off x="5941818" y="201183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1" name="pt10081"/>
            <p:cNvSpPr/>
            <p:nvPr/>
          </p:nvSpPr>
          <p:spPr>
            <a:xfrm>
              <a:off x="5838557" y="2382893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2" name="pt10082"/>
            <p:cNvSpPr/>
            <p:nvPr/>
          </p:nvSpPr>
          <p:spPr>
            <a:xfrm>
              <a:off x="6353690" y="231645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3" name="pt10083"/>
            <p:cNvSpPr/>
            <p:nvPr/>
          </p:nvSpPr>
          <p:spPr>
            <a:xfrm>
              <a:off x="5961196" y="2327078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4" name="pt10084"/>
            <p:cNvSpPr/>
            <p:nvPr/>
          </p:nvSpPr>
          <p:spPr>
            <a:xfrm>
              <a:off x="5825515" y="2265811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5" name="pt10085"/>
            <p:cNvSpPr/>
            <p:nvPr/>
          </p:nvSpPr>
          <p:spPr>
            <a:xfrm>
              <a:off x="6378886" y="2346920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6" name="pt10086"/>
            <p:cNvSpPr/>
            <p:nvPr/>
          </p:nvSpPr>
          <p:spPr>
            <a:xfrm>
              <a:off x="6873729" y="1877036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7" name="pt10087"/>
            <p:cNvSpPr/>
            <p:nvPr/>
          </p:nvSpPr>
          <p:spPr>
            <a:xfrm>
              <a:off x="5647667" y="2379854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8" name="pt10088"/>
            <p:cNvSpPr/>
            <p:nvPr/>
          </p:nvSpPr>
          <p:spPr>
            <a:xfrm>
              <a:off x="6509367" y="2085256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9" name="pt10089"/>
            <p:cNvSpPr/>
            <p:nvPr/>
          </p:nvSpPr>
          <p:spPr>
            <a:xfrm>
              <a:off x="5911479" y="2275633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0" name="pt10090"/>
            <p:cNvSpPr/>
            <p:nvPr/>
          </p:nvSpPr>
          <p:spPr>
            <a:xfrm>
              <a:off x="6359520" y="225235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1" name="pt10091"/>
            <p:cNvSpPr/>
            <p:nvPr/>
          </p:nvSpPr>
          <p:spPr>
            <a:xfrm>
              <a:off x="7135189" y="109673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2" name="pt10092"/>
            <p:cNvSpPr/>
            <p:nvPr/>
          </p:nvSpPr>
          <p:spPr>
            <a:xfrm>
              <a:off x="6144144" y="240977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3" name="pt10093"/>
            <p:cNvSpPr/>
            <p:nvPr/>
          </p:nvSpPr>
          <p:spPr>
            <a:xfrm>
              <a:off x="5875417" y="215761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4" name="pt10094"/>
            <p:cNvSpPr/>
            <p:nvPr/>
          </p:nvSpPr>
          <p:spPr>
            <a:xfrm>
              <a:off x="5903871" y="1952371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5" name="pt10095"/>
            <p:cNvSpPr/>
            <p:nvPr/>
          </p:nvSpPr>
          <p:spPr>
            <a:xfrm>
              <a:off x="6540337" y="2078545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6" name="pt10096"/>
            <p:cNvSpPr/>
            <p:nvPr/>
          </p:nvSpPr>
          <p:spPr>
            <a:xfrm>
              <a:off x="6863591" y="185178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7" name="pt10097"/>
            <p:cNvSpPr/>
            <p:nvPr/>
          </p:nvSpPr>
          <p:spPr>
            <a:xfrm>
              <a:off x="6450761" y="2050963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8" name="pt10098"/>
            <p:cNvSpPr/>
            <p:nvPr/>
          </p:nvSpPr>
          <p:spPr>
            <a:xfrm>
              <a:off x="6646879" y="219386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9" name="pt10099"/>
            <p:cNvSpPr/>
            <p:nvPr/>
          </p:nvSpPr>
          <p:spPr>
            <a:xfrm>
              <a:off x="6734690" y="1982322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0" name="pt10100"/>
            <p:cNvSpPr/>
            <p:nvPr/>
          </p:nvSpPr>
          <p:spPr>
            <a:xfrm>
              <a:off x="5947023" y="2126327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1" name="pt10101"/>
            <p:cNvSpPr/>
            <p:nvPr/>
          </p:nvSpPr>
          <p:spPr>
            <a:xfrm>
              <a:off x="6690228" y="217769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2" name="pt10102"/>
            <p:cNvSpPr/>
            <p:nvPr/>
          </p:nvSpPr>
          <p:spPr>
            <a:xfrm>
              <a:off x="5879657" y="2225293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3" name="pt10103"/>
            <p:cNvSpPr/>
            <p:nvPr/>
          </p:nvSpPr>
          <p:spPr>
            <a:xfrm>
              <a:off x="5876818" y="2158138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4" name="pt10104"/>
            <p:cNvSpPr/>
            <p:nvPr/>
          </p:nvSpPr>
          <p:spPr>
            <a:xfrm>
              <a:off x="6096917" y="2268439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5" name="pt10105"/>
            <p:cNvSpPr/>
            <p:nvPr/>
          </p:nvSpPr>
          <p:spPr>
            <a:xfrm>
              <a:off x="5761918" y="2195622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6" name="pt10106"/>
            <p:cNvSpPr/>
            <p:nvPr/>
          </p:nvSpPr>
          <p:spPr>
            <a:xfrm>
              <a:off x="6016738" y="2513745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7" name="pt10107"/>
            <p:cNvSpPr/>
            <p:nvPr/>
          </p:nvSpPr>
          <p:spPr>
            <a:xfrm>
              <a:off x="5922197" y="2106718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8" name="pt10108"/>
            <p:cNvSpPr/>
            <p:nvPr/>
          </p:nvSpPr>
          <p:spPr>
            <a:xfrm>
              <a:off x="5573862" y="2502816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9" name="pt10109"/>
            <p:cNvSpPr/>
            <p:nvPr/>
          </p:nvSpPr>
          <p:spPr>
            <a:xfrm>
              <a:off x="5624411" y="2439891"/>
              <a:ext cx="16849" cy="16849"/>
            </a:xfrm>
            <a:prstGeom prst="ellipse">
              <a:avLst/>
            </a:prstGeom>
            <a:solidFill>
              <a:srgbClr val="2DAA81">
                <a:alpha val="45098"/>
              </a:srgbClr>
            </a:solidFill>
            <a:ln w="7363" cap="rnd">
              <a:solidFill>
                <a:srgbClr val="2DAA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0" name="pt10110"/>
            <p:cNvSpPr/>
            <p:nvPr/>
          </p:nvSpPr>
          <p:spPr>
            <a:xfrm>
              <a:off x="5684540" y="2424794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1" name="pt10111"/>
            <p:cNvSpPr/>
            <p:nvPr/>
          </p:nvSpPr>
          <p:spPr>
            <a:xfrm>
              <a:off x="5647175" y="2412107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2" name="pt10112"/>
            <p:cNvSpPr/>
            <p:nvPr/>
          </p:nvSpPr>
          <p:spPr>
            <a:xfrm>
              <a:off x="5954276" y="2279518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3" name="pt10113"/>
            <p:cNvSpPr/>
            <p:nvPr/>
          </p:nvSpPr>
          <p:spPr>
            <a:xfrm>
              <a:off x="6175836" y="230595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4" name="pt10114"/>
            <p:cNvSpPr/>
            <p:nvPr/>
          </p:nvSpPr>
          <p:spPr>
            <a:xfrm>
              <a:off x="4818787" y="2558732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5" name="pt10115"/>
            <p:cNvSpPr/>
            <p:nvPr/>
          </p:nvSpPr>
          <p:spPr>
            <a:xfrm>
              <a:off x="6114637" y="2223295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6" name="pt10116"/>
            <p:cNvSpPr/>
            <p:nvPr/>
          </p:nvSpPr>
          <p:spPr>
            <a:xfrm>
              <a:off x="6189775" y="2198399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7" name="pt10117"/>
            <p:cNvSpPr/>
            <p:nvPr/>
          </p:nvSpPr>
          <p:spPr>
            <a:xfrm>
              <a:off x="6107674" y="2224842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8" name="pt10118"/>
            <p:cNvSpPr/>
            <p:nvPr/>
          </p:nvSpPr>
          <p:spPr>
            <a:xfrm>
              <a:off x="5583459" y="1888462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9" name="pt10119"/>
            <p:cNvSpPr/>
            <p:nvPr/>
          </p:nvSpPr>
          <p:spPr>
            <a:xfrm>
              <a:off x="6000539" y="2633537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0" name="pt10120"/>
            <p:cNvSpPr/>
            <p:nvPr/>
          </p:nvSpPr>
          <p:spPr>
            <a:xfrm>
              <a:off x="6182925" y="2064840"/>
              <a:ext cx="16849" cy="16849"/>
            </a:xfrm>
            <a:prstGeom prst="ellipse">
              <a:avLst/>
            </a:prstGeom>
            <a:solidFill>
              <a:srgbClr val="5CBE6B">
                <a:alpha val="45098"/>
              </a:srgbClr>
            </a:solidFill>
            <a:ln w="7363" cap="rnd">
              <a:solidFill>
                <a:srgbClr val="5CBE6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1" name="pt10121"/>
            <p:cNvSpPr/>
            <p:nvPr/>
          </p:nvSpPr>
          <p:spPr>
            <a:xfrm>
              <a:off x="6332014" y="2066666"/>
              <a:ext cx="16849" cy="16849"/>
            </a:xfrm>
            <a:prstGeom prst="ellipse">
              <a:avLst/>
            </a:prstGeom>
            <a:solidFill>
              <a:srgbClr val="8DD44D">
                <a:alpha val="45098"/>
              </a:srgbClr>
            </a:solidFill>
            <a:ln w="7363" cap="rnd">
              <a:solidFill>
                <a:srgbClr val="8D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2" name="pt10122"/>
            <p:cNvSpPr/>
            <p:nvPr/>
          </p:nvSpPr>
          <p:spPr>
            <a:xfrm>
              <a:off x="6038550" y="2410989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3" name="pt10123"/>
            <p:cNvSpPr/>
            <p:nvPr/>
          </p:nvSpPr>
          <p:spPr>
            <a:xfrm>
              <a:off x="6158039" y="2336486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4" name="pt10124"/>
            <p:cNvSpPr/>
            <p:nvPr/>
          </p:nvSpPr>
          <p:spPr>
            <a:xfrm>
              <a:off x="5863840" y="2178633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5" name="pt10125"/>
            <p:cNvSpPr/>
            <p:nvPr/>
          </p:nvSpPr>
          <p:spPr>
            <a:xfrm>
              <a:off x="5957788" y="2129759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6" name="pt10126"/>
            <p:cNvSpPr/>
            <p:nvPr/>
          </p:nvSpPr>
          <p:spPr>
            <a:xfrm>
              <a:off x="6118258" y="2317509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7" name="pt10127"/>
            <p:cNvSpPr/>
            <p:nvPr/>
          </p:nvSpPr>
          <p:spPr>
            <a:xfrm>
              <a:off x="6028579" y="2260132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8" name="pt10128"/>
            <p:cNvSpPr/>
            <p:nvPr/>
          </p:nvSpPr>
          <p:spPr>
            <a:xfrm>
              <a:off x="6337797" y="2205251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9" name="pt10129"/>
            <p:cNvSpPr/>
            <p:nvPr/>
          </p:nvSpPr>
          <p:spPr>
            <a:xfrm>
              <a:off x="5776217" y="2102238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0" name="pt10130"/>
            <p:cNvSpPr/>
            <p:nvPr/>
          </p:nvSpPr>
          <p:spPr>
            <a:xfrm>
              <a:off x="5407612" y="235739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1" name="pt10131"/>
            <p:cNvSpPr/>
            <p:nvPr/>
          </p:nvSpPr>
          <p:spPr>
            <a:xfrm>
              <a:off x="6423373" y="207846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2" name="pt10132"/>
            <p:cNvSpPr/>
            <p:nvPr/>
          </p:nvSpPr>
          <p:spPr>
            <a:xfrm>
              <a:off x="6109380" y="2237427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3" name="pt10133"/>
            <p:cNvSpPr/>
            <p:nvPr/>
          </p:nvSpPr>
          <p:spPr>
            <a:xfrm>
              <a:off x="5682476" y="2430328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4" name="pt10134"/>
            <p:cNvSpPr/>
            <p:nvPr/>
          </p:nvSpPr>
          <p:spPr>
            <a:xfrm>
              <a:off x="5673116" y="2477204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5" name="pt10135"/>
            <p:cNvSpPr/>
            <p:nvPr/>
          </p:nvSpPr>
          <p:spPr>
            <a:xfrm>
              <a:off x="6415696" y="2376246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6" name="pt10136"/>
            <p:cNvSpPr/>
            <p:nvPr/>
          </p:nvSpPr>
          <p:spPr>
            <a:xfrm>
              <a:off x="6095427" y="2251473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7" name="pt10137"/>
            <p:cNvSpPr/>
            <p:nvPr/>
          </p:nvSpPr>
          <p:spPr>
            <a:xfrm>
              <a:off x="7335506" y="1865144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8" name="pt10138"/>
            <p:cNvSpPr/>
            <p:nvPr/>
          </p:nvSpPr>
          <p:spPr>
            <a:xfrm>
              <a:off x="6307769" y="218417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9" name="pt10139"/>
            <p:cNvSpPr/>
            <p:nvPr/>
          </p:nvSpPr>
          <p:spPr>
            <a:xfrm>
              <a:off x="6053096" y="239343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0" name="pt10140"/>
            <p:cNvSpPr/>
            <p:nvPr/>
          </p:nvSpPr>
          <p:spPr>
            <a:xfrm>
              <a:off x="6638122" y="2237422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1" name="pt10141"/>
            <p:cNvSpPr/>
            <p:nvPr/>
          </p:nvSpPr>
          <p:spPr>
            <a:xfrm>
              <a:off x="5961527" y="200063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2" name="pt10142"/>
            <p:cNvSpPr/>
            <p:nvPr/>
          </p:nvSpPr>
          <p:spPr>
            <a:xfrm>
              <a:off x="6593929" y="226017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3" name="pt10143"/>
            <p:cNvSpPr/>
            <p:nvPr/>
          </p:nvSpPr>
          <p:spPr>
            <a:xfrm>
              <a:off x="6884705" y="2054135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4" name="pt10144"/>
            <p:cNvSpPr/>
            <p:nvPr/>
          </p:nvSpPr>
          <p:spPr>
            <a:xfrm>
              <a:off x="5899891" y="2199805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5" name="pt10145"/>
            <p:cNvSpPr/>
            <p:nvPr/>
          </p:nvSpPr>
          <p:spPr>
            <a:xfrm>
              <a:off x="6308661" y="2193606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6" name="pt10146"/>
            <p:cNvSpPr/>
            <p:nvPr/>
          </p:nvSpPr>
          <p:spPr>
            <a:xfrm>
              <a:off x="5543146" y="211077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7" name="pt10147"/>
            <p:cNvSpPr/>
            <p:nvPr/>
          </p:nvSpPr>
          <p:spPr>
            <a:xfrm>
              <a:off x="6811634" y="202952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8" name="pt10148"/>
            <p:cNvSpPr/>
            <p:nvPr/>
          </p:nvSpPr>
          <p:spPr>
            <a:xfrm>
              <a:off x="6845176" y="1927645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9" name="pt10149"/>
            <p:cNvSpPr/>
            <p:nvPr/>
          </p:nvSpPr>
          <p:spPr>
            <a:xfrm>
              <a:off x="6880905" y="2006528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0" name="pt10150"/>
            <p:cNvSpPr/>
            <p:nvPr/>
          </p:nvSpPr>
          <p:spPr>
            <a:xfrm>
              <a:off x="6058129" y="240246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1" name="pt10151"/>
            <p:cNvSpPr/>
            <p:nvPr/>
          </p:nvSpPr>
          <p:spPr>
            <a:xfrm>
              <a:off x="6376550" y="2203900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2" name="pt10152"/>
            <p:cNvSpPr/>
            <p:nvPr/>
          </p:nvSpPr>
          <p:spPr>
            <a:xfrm>
              <a:off x="6527066" y="2316068"/>
              <a:ext cx="16849" cy="16849"/>
            </a:xfrm>
            <a:prstGeom prst="ellipse">
              <a:avLst/>
            </a:prstGeom>
            <a:solidFill>
              <a:srgbClr val="9CD74A">
                <a:alpha val="45098"/>
              </a:srgbClr>
            </a:solidFill>
            <a:ln w="7363" cap="rnd">
              <a:solidFill>
                <a:srgbClr val="9CD7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3" name="pt10153"/>
            <p:cNvSpPr/>
            <p:nvPr/>
          </p:nvSpPr>
          <p:spPr>
            <a:xfrm>
              <a:off x="5746243" y="2231860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4" name="pt10154"/>
            <p:cNvSpPr/>
            <p:nvPr/>
          </p:nvSpPr>
          <p:spPr>
            <a:xfrm>
              <a:off x="6691911" y="2143332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5" name="pt10155"/>
            <p:cNvSpPr/>
            <p:nvPr/>
          </p:nvSpPr>
          <p:spPr>
            <a:xfrm>
              <a:off x="5392502" y="245512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6" name="pt10156"/>
            <p:cNvSpPr/>
            <p:nvPr/>
          </p:nvSpPr>
          <p:spPr>
            <a:xfrm>
              <a:off x="6771808" y="2052008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7" name="pt10157"/>
            <p:cNvSpPr/>
            <p:nvPr/>
          </p:nvSpPr>
          <p:spPr>
            <a:xfrm>
              <a:off x="6578378" y="2128984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8" name="pt10158"/>
            <p:cNvSpPr/>
            <p:nvPr/>
          </p:nvSpPr>
          <p:spPr>
            <a:xfrm>
              <a:off x="5910801" y="2280551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9" name="pt10159"/>
            <p:cNvSpPr/>
            <p:nvPr/>
          </p:nvSpPr>
          <p:spPr>
            <a:xfrm>
              <a:off x="6141924" y="2318641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0" name="pt10160"/>
            <p:cNvSpPr/>
            <p:nvPr/>
          </p:nvSpPr>
          <p:spPr>
            <a:xfrm>
              <a:off x="5840343" y="2501295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1" name="pt10161"/>
            <p:cNvSpPr/>
            <p:nvPr/>
          </p:nvSpPr>
          <p:spPr>
            <a:xfrm>
              <a:off x="6100184" y="2290763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2" name="pt10162"/>
            <p:cNvSpPr/>
            <p:nvPr/>
          </p:nvSpPr>
          <p:spPr>
            <a:xfrm>
              <a:off x="5465822" y="242432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3" name="pt10163"/>
            <p:cNvSpPr/>
            <p:nvPr/>
          </p:nvSpPr>
          <p:spPr>
            <a:xfrm>
              <a:off x="5676662" y="252347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4" name="pt10164"/>
            <p:cNvSpPr/>
            <p:nvPr/>
          </p:nvSpPr>
          <p:spPr>
            <a:xfrm>
              <a:off x="6058236" y="236697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5" name="pt10165"/>
            <p:cNvSpPr/>
            <p:nvPr/>
          </p:nvSpPr>
          <p:spPr>
            <a:xfrm>
              <a:off x="6427858" y="1920178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6" name="pt10166"/>
            <p:cNvSpPr/>
            <p:nvPr/>
          </p:nvSpPr>
          <p:spPr>
            <a:xfrm>
              <a:off x="7078244" y="1778149"/>
              <a:ext cx="16849" cy="16849"/>
            </a:xfrm>
            <a:prstGeom prst="ellipse">
              <a:avLst/>
            </a:prstGeom>
            <a:solidFill>
              <a:srgbClr val="30AB80">
                <a:alpha val="45098"/>
              </a:srgbClr>
            </a:solidFill>
            <a:ln w="7363" cap="rnd">
              <a:solidFill>
                <a:srgbClr val="30AB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7" name="pt10167"/>
            <p:cNvSpPr/>
            <p:nvPr/>
          </p:nvSpPr>
          <p:spPr>
            <a:xfrm>
              <a:off x="6459464" y="2028669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8" name="pt10168"/>
            <p:cNvSpPr/>
            <p:nvPr/>
          </p:nvSpPr>
          <p:spPr>
            <a:xfrm>
              <a:off x="6301995" y="2071906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9" name="pt10169"/>
            <p:cNvSpPr/>
            <p:nvPr/>
          </p:nvSpPr>
          <p:spPr>
            <a:xfrm>
              <a:off x="5599914" y="246661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0" name="pt10170"/>
            <p:cNvSpPr/>
            <p:nvPr/>
          </p:nvSpPr>
          <p:spPr>
            <a:xfrm>
              <a:off x="6275209" y="2222740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1" name="pt10171"/>
            <p:cNvSpPr/>
            <p:nvPr/>
          </p:nvSpPr>
          <p:spPr>
            <a:xfrm>
              <a:off x="6442419" y="197373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2" name="pt10172"/>
            <p:cNvSpPr/>
            <p:nvPr/>
          </p:nvSpPr>
          <p:spPr>
            <a:xfrm>
              <a:off x="7221617" y="1890864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3" name="pt10173"/>
            <p:cNvSpPr/>
            <p:nvPr/>
          </p:nvSpPr>
          <p:spPr>
            <a:xfrm>
              <a:off x="5802694" y="2286307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4" name="pt10174"/>
            <p:cNvSpPr/>
            <p:nvPr/>
          </p:nvSpPr>
          <p:spPr>
            <a:xfrm>
              <a:off x="6799692" y="1805905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5" name="pt10175"/>
            <p:cNvSpPr/>
            <p:nvPr/>
          </p:nvSpPr>
          <p:spPr>
            <a:xfrm>
              <a:off x="6566231" y="225283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6" name="pt10176"/>
            <p:cNvSpPr/>
            <p:nvPr/>
          </p:nvSpPr>
          <p:spPr>
            <a:xfrm>
              <a:off x="6931339" y="1796012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7" name="pt10177"/>
            <p:cNvSpPr/>
            <p:nvPr/>
          </p:nvSpPr>
          <p:spPr>
            <a:xfrm>
              <a:off x="5560712" y="2175977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8" name="pt10178"/>
            <p:cNvSpPr/>
            <p:nvPr/>
          </p:nvSpPr>
          <p:spPr>
            <a:xfrm>
              <a:off x="6099303" y="2269153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9" name="pt10179"/>
            <p:cNvSpPr/>
            <p:nvPr/>
          </p:nvSpPr>
          <p:spPr>
            <a:xfrm>
              <a:off x="5805369" y="1688691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0" name="pt10180"/>
            <p:cNvSpPr/>
            <p:nvPr/>
          </p:nvSpPr>
          <p:spPr>
            <a:xfrm>
              <a:off x="6098486" y="2263751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1" name="pt10181"/>
            <p:cNvSpPr/>
            <p:nvPr/>
          </p:nvSpPr>
          <p:spPr>
            <a:xfrm>
              <a:off x="6890509" y="1866457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2" name="pt10182"/>
            <p:cNvSpPr/>
            <p:nvPr/>
          </p:nvSpPr>
          <p:spPr>
            <a:xfrm>
              <a:off x="6328094" y="2178535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3" name="pt10183"/>
            <p:cNvSpPr/>
            <p:nvPr/>
          </p:nvSpPr>
          <p:spPr>
            <a:xfrm>
              <a:off x="6469072" y="2106018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4" name="pt10184"/>
            <p:cNvSpPr/>
            <p:nvPr/>
          </p:nvSpPr>
          <p:spPr>
            <a:xfrm>
              <a:off x="6225078" y="228745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5" name="pt10185"/>
            <p:cNvSpPr/>
            <p:nvPr/>
          </p:nvSpPr>
          <p:spPr>
            <a:xfrm>
              <a:off x="6443978" y="2062450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6" name="pt10186"/>
            <p:cNvSpPr/>
            <p:nvPr/>
          </p:nvSpPr>
          <p:spPr>
            <a:xfrm>
              <a:off x="5532363" y="227246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7" name="pt10187"/>
            <p:cNvSpPr/>
            <p:nvPr/>
          </p:nvSpPr>
          <p:spPr>
            <a:xfrm>
              <a:off x="7212543" y="1901259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8" name="pt10188"/>
            <p:cNvSpPr/>
            <p:nvPr/>
          </p:nvSpPr>
          <p:spPr>
            <a:xfrm>
              <a:off x="6098498" y="2175070"/>
              <a:ext cx="16849" cy="16849"/>
            </a:xfrm>
            <a:prstGeom prst="ellipse">
              <a:avLst/>
            </a:prstGeom>
            <a:solidFill>
              <a:srgbClr val="A5D847">
                <a:alpha val="45098"/>
              </a:srgbClr>
            </a:solidFill>
            <a:ln w="7363" cap="rnd">
              <a:solidFill>
                <a:srgbClr val="A5D84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9" name="pt10189"/>
            <p:cNvSpPr/>
            <p:nvPr/>
          </p:nvSpPr>
          <p:spPr>
            <a:xfrm>
              <a:off x="4988247" y="2469111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0" name="pt10190"/>
            <p:cNvSpPr/>
            <p:nvPr/>
          </p:nvSpPr>
          <p:spPr>
            <a:xfrm>
              <a:off x="6192159" y="2217564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1" name="pt10191"/>
            <p:cNvSpPr/>
            <p:nvPr/>
          </p:nvSpPr>
          <p:spPr>
            <a:xfrm>
              <a:off x="7428223" y="1268977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2" name="pt10192"/>
            <p:cNvSpPr/>
            <p:nvPr/>
          </p:nvSpPr>
          <p:spPr>
            <a:xfrm>
              <a:off x="6217406" y="2325482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3" name="pt10193"/>
            <p:cNvSpPr/>
            <p:nvPr/>
          </p:nvSpPr>
          <p:spPr>
            <a:xfrm>
              <a:off x="5885533" y="2221392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4" name="pt10194"/>
            <p:cNvSpPr/>
            <p:nvPr/>
          </p:nvSpPr>
          <p:spPr>
            <a:xfrm>
              <a:off x="5411543" y="202739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5" name="pt10195"/>
            <p:cNvSpPr/>
            <p:nvPr/>
          </p:nvSpPr>
          <p:spPr>
            <a:xfrm>
              <a:off x="6123384" y="2326622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6" name="pt10196"/>
            <p:cNvSpPr/>
            <p:nvPr/>
          </p:nvSpPr>
          <p:spPr>
            <a:xfrm>
              <a:off x="6301473" y="206150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7" name="pt10197"/>
            <p:cNvSpPr/>
            <p:nvPr/>
          </p:nvSpPr>
          <p:spPr>
            <a:xfrm>
              <a:off x="5487908" y="2489463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8" name="pt10198"/>
            <p:cNvSpPr/>
            <p:nvPr/>
          </p:nvSpPr>
          <p:spPr>
            <a:xfrm>
              <a:off x="6530385" y="2212746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9" name="pt10199"/>
            <p:cNvSpPr/>
            <p:nvPr/>
          </p:nvSpPr>
          <p:spPr>
            <a:xfrm>
              <a:off x="6626855" y="2118189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0" name="pt10200"/>
            <p:cNvSpPr/>
            <p:nvPr/>
          </p:nvSpPr>
          <p:spPr>
            <a:xfrm>
              <a:off x="6799226" y="1661535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1" name="pt10201"/>
            <p:cNvSpPr/>
            <p:nvPr/>
          </p:nvSpPr>
          <p:spPr>
            <a:xfrm>
              <a:off x="6276339" y="222057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2" name="pt10202"/>
            <p:cNvSpPr/>
            <p:nvPr/>
          </p:nvSpPr>
          <p:spPr>
            <a:xfrm>
              <a:off x="6660771" y="2109521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3" name="pt10203"/>
            <p:cNvSpPr/>
            <p:nvPr/>
          </p:nvSpPr>
          <p:spPr>
            <a:xfrm>
              <a:off x="5348272" y="2043509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4" name="pt10204"/>
            <p:cNvSpPr/>
            <p:nvPr/>
          </p:nvSpPr>
          <p:spPr>
            <a:xfrm>
              <a:off x="6147753" y="233598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5" name="pt10205"/>
            <p:cNvSpPr/>
            <p:nvPr/>
          </p:nvSpPr>
          <p:spPr>
            <a:xfrm>
              <a:off x="4878040" y="3044162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6" name="pt10206"/>
            <p:cNvSpPr/>
            <p:nvPr/>
          </p:nvSpPr>
          <p:spPr>
            <a:xfrm>
              <a:off x="4628110" y="2732555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7" name="pt10207"/>
            <p:cNvSpPr/>
            <p:nvPr/>
          </p:nvSpPr>
          <p:spPr>
            <a:xfrm>
              <a:off x="6801845" y="1824309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8" name="pt10208"/>
            <p:cNvSpPr/>
            <p:nvPr/>
          </p:nvSpPr>
          <p:spPr>
            <a:xfrm>
              <a:off x="6666514" y="2036986"/>
              <a:ext cx="16849" cy="16849"/>
            </a:xfrm>
            <a:prstGeom prst="ellipse">
              <a:avLst/>
            </a:prstGeom>
            <a:solidFill>
              <a:srgbClr val="59BC6D">
                <a:alpha val="45098"/>
              </a:srgbClr>
            </a:solidFill>
            <a:ln w="7363" cap="rnd">
              <a:solidFill>
                <a:srgbClr val="59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9" name="pt10209"/>
            <p:cNvSpPr/>
            <p:nvPr/>
          </p:nvSpPr>
          <p:spPr>
            <a:xfrm>
              <a:off x="6488781" y="232811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0" name="pt10210"/>
            <p:cNvSpPr/>
            <p:nvPr/>
          </p:nvSpPr>
          <p:spPr>
            <a:xfrm>
              <a:off x="5797454" y="1968890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1" name="pt10211"/>
            <p:cNvSpPr/>
            <p:nvPr/>
          </p:nvSpPr>
          <p:spPr>
            <a:xfrm>
              <a:off x="6274823" y="2242481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2" name="pt10212"/>
            <p:cNvSpPr/>
            <p:nvPr/>
          </p:nvSpPr>
          <p:spPr>
            <a:xfrm>
              <a:off x="5958289" y="2364063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3" name="pt10213"/>
            <p:cNvSpPr/>
            <p:nvPr/>
          </p:nvSpPr>
          <p:spPr>
            <a:xfrm>
              <a:off x="6565080" y="231063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4" name="pt10214"/>
            <p:cNvSpPr/>
            <p:nvPr/>
          </p:nvSpPr>
          <p:spPr>
            <a:xfrm>
              <a:off x="6749243" y="204618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5" name="pt10215"/>
            <p:cNvSpPr/>
            <p:nvPr/>
          </p:nvSpPr>
          <p:spPr>
            <a:xfrm>
              <a:off x="5979925" y="226029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6" name="pt10216"/>
            <p:cNvSpPr/>
            <p:nvPr/>
          </p:nvSpPr>
          <p:spPr>
            <a:xfrm>
              <a:off x="6436196" y="1893420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7" name="pt10217"/>
            <p:cNvSpPr/>
            <p:nvPr/>
          </p:nvSpPr>
          <p:spPr>
            <a:xfrm>
              <a:off x="6113474" y="231116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8" name="pt10218"/>
            <p:cNvSpPr/>
            <p:nvPr/>
          </p:nvSpPr>
          <p:spPr>
            <a:xfrm>
              <a:off x="6289533" y="2041112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9" name="pt10219"/>
            <p:cNvSpPr/>
            <p:nvPr/>
          </p:nvSpPr>
          <p:spPr>
            <a:xfrm>
              <a:off x="6738265" y="208592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0" name="pt10220"/>
            <p:cNvSpPr/>
            <p:nvPr/>
          </p:nvSpPr>
          <p:spPr>
            <a:xfrm>
              <a:off x="5805947" y="2099145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1" name="pt10221"/>
            <p:cNvSpPr/>
            <p:nvPr/>
          </p:nvSpPr>
          <p:spPr>
            <a:xfrm>
              <a:off x="6124750" y="231994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2" name="pt10222"/>
            <p:cNvSpPr/>
            <p:nvPr/>
          </p:nvSpPr>
          <p:spPr>
            <a:xfrm>
              <a:off x="5908904" y="201257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3" name="pt10223"/>
            <p:cNvSpPr/>
            <p:nvPr/>
          </p:nvSpPr>
          <p:spPr>
            <a:xfrm>
              <a:off x="6478250" y="220188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4" name="pt10224"/>
            <p:cNvSpPr/>
            <p:nvPr/>
          </p:nvSpPr>
          <p:spPr>
            <a:xfrm>
              <a:off x="7162528" y="1637015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5" name="pt10225"/>
            <p:cNvSpPr/>
            <p:nvPr/>
          </p:nvSpPr>
          <p:spPr>
            <a:xfrm>
              <a:off x="6646850" y="2096640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6" name="pt10226"/>
            <p:cNvSpPr/>
            <p:nvPr/>
          </p:nvSpPr>
          <p:spPr>
            <a:xfrm>
              <a:off x="6658303" y="2008950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7" name="pt10227"/>
            <p:cNvSpPr/>
            <p:nvPr/>
          </p:nvSpPr>
          <p:spPr>
            <a:xfrm>
              <a:off x="5398266" y="2526608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8" name="pt10228"/>
            <p:cNvSpPr/>
            <p:nvPr/>
          </p:nvSpPr>
          <p:spPr>
            <a:xfrm>
              <a:off x="5691428" y="2499534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9" name="pt10229"/>
            <p:cNvSpPr/>
            <p:nvPr/>
          </p:nvSpPr>
          <p:spPr>
            <a:xfrm>
              <a:off x="6942197" y="1678114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0" name="pt10230"/>
            <p:cNvSpPr/>
            <p:nvPr/>
          </p:nvSpPr>
          <p:spPr>
            <a:xfrm>
              <a:off x="6944843" y="1891293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1" name="pt10231"/>
            <p:cNvSpPr/>
            <p:nvPr/>
          </p:nvSpPr>
          <p:spPr>
            <a:xfrm>
              <a:off x="6185044" y="224619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2" name="pt10232"/>
            <p:cNvSpPr/>
            <p:nvPr/>
          </p:nvSpPr>
          <p:spPr>
            <a:xfrm>
              <a:off x="5764802" y="2203808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3" name="pt10233"/>
            <p:cNvSpPr/>
            <p:nvPr/>
          </p:nvSpPr>
          <p:spPr>
            <a:xfrm>
              <a:off x="6579818" y="2076181"/>
              <a:ext cx="16849" cy="16849"/>
            </a:xfrm>
            <a:prstGeom prst="ellipse">
              <a:avLst/>
            </a:prstGeom>
            <a:solidFill>
              <a:srgbClr val="77CF54">
                <a:alpha val="45098"/>
              </a:srgbClr>
            </a:solidFill>
            <a:ln w="7363" cap="rnd">
              <a:solidFill>
                <a:srgbClr val="77CF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4" name="pt10234"/>
            <p:cNvSpPr/>
            <p:nvPr/>
          </p:nvSpPr>
          <p:spPr>
            <a:xfrm>
              <a:off x="6032031" y="2156495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5" name="pt10235"/>
            <p:cNvSpPr/>
            <p:nvPr/>
          </p:nvSpPr>
          <p:spPr>
            <a:xfrm>
              <a:off x="5959516" y="203455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6" name="pt10236"/>
            <p:cNvSpPr/>
            <p:nvPr/>
          </p:nvSpPr>
          <p:spPr>
            <a:xfrm>
              <a:off x="5499731" y="228167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7" name="pt10237"/>
            <p:cNvSpPr/>
            <p:nvPr/>
          </p:nvSpPr>
          <p:spPr>
            <a:xfrm>
              <a:off x="6359682" y="2226337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8" name="pt10238"/>
            <p:cNvSpPr/>
            <p:nvPr/>
          </p:nvSpPr>
          <p:spPr>
            <a:xfrm>
              <a:off x="5761798" y="2270906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9" name="pt10239"/>
            <p:cNvSpPr/>
            <p:nvPr/>
          </p:nvSpPr>
          <p:spPr>
            <a:xfrm>
              <a:off x="6643362" y="219772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0" name="pt10240"/>
            <p:cNvSpPr/>
            <p:nvPr/>
          </p:nvSpPr>
          <p:spPr>
            <a:xfrm>
              <a:off x="5109540" y="2776515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1" name="pt10241"/>
            <p:cNvSpPr/>
            <p:nvPr/>
          </p:nvSpPr>
          <p:spPr>
            <a:xfrm>
              <a:off x="6481653" y="2088315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2" name="pt10242"/>
            <p:cNvSpPr/>
            <p:nvPr/>
          </p:nvSpPr>
          <p:spPr>
            <a:xfrm>
              <a:off x="5668726" y="2381397"/>
              <a:ext cx="16849" cy="16849"/>
            </a:xfrm>
            <a:prstGeom prst="ellipse">
              <a:avLst/>
            </a:prstGeom>
            <a:solidFill>
              <a:srgbClr val="3AAE7D">
                <a:alpha val="45098"/>
              </a:srgbClr>
            </a:solidFill>
            <a:ln w="7363" cap="rnd">
              <a:solidFill>
                <a:srgbClr val="3AAE7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3" name="pt10243"/>
            <p:cNvSpPr/>
            <p:nvPr/>
          </p:nvSpPr>
          <p:spPr>
            <a:xfrm>
              <a:off x="6588495" y="2131958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4" name="pt10244"/>
            <p:cNvSpPr/>
            <p:nvPr/>
          </p:nvSpPr>
          <p:spPr>
            <a:xfrm>
              <a:off x="7223429" y="1673901"/>
              <a:ext cx="16849" cy="16849"/>
            </a:xfrm>
            <a:prstGeom prst="ellipse">
              <a:avLst/>
            </a:prstGeom>
            <a:solidFill>
              <a:srgbClr val="2C898B">
                <a:alpha val="45098"/>
              </a:srgbClr>
            </a:solidFill>
            <a:ln w="7363" cap="rnd">
              <a:solidFill>
                <a:srgbClr val="2C89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5" name="pt10245"/>
            <p:cNvSpPr/>
            <p:nvPr/>
          </p:nvSpPr>
          <p:spPr>
            <a:xfrm>
              <a:off x="6718184" y="2133343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6" name="pt10246"/>
            <p:cNvSpPr/>
            <p:nvPr/>
          </p:nvSpPr>
          <p:spPr>
            <a:xfrm>
              <a:off x="5249133" y="2419463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7" name="pt10247"/>
            <p:cNvSpPr/>
            <p:nvPr/>
          </p:nvSpPr>
          <p:spPr>
            <a:xfrm>
              <a:off x="5875039" y="2299677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8" name="pt10248"/>
            <p:cNvSpPr/>
            <p:nvPr/>
          </p:nvSpPr>
          <p:spPr>
            <a:xfrm>
              <a:off x="6002159" y="2608871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9" name="pt10249"/>
            <p:cNvSpPr/>
            <p:nvPr/>
          </p:nvSpPr>
          <p:spPr>
            <a:xfrm>
              <a:off x="6449483" y="2000349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0" name="pt10250"/>
            <p:cNvSpPr/>
            <p:nvPr/>
          </p:nvSpPr>
          <p:spPr>
            <a:xfrm>
              <a:off x="6497866" y="2152774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1" name="pt10251"/>
            <p:cNvSpPr/>
            <p:nvPr/>
          </p:nvSpPr>
          <p:spPr>
            <a:xfrm>
              <a:off x="6366565" y="2309188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2" name="pt10252"/>
            <p:cNvSpPr/>
            <p:nvPr/>
          </p:nvSpPr>
          <p:spPr>
            <a:xfrm>
              <a:off x="6865028" y="199222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3" name="pt10253"/>
            <p:cNvSpPr/>
            <p:nvPr/>
          </p:nvSpPr>
          <p:spPr>
            <a:xfrm>
              <a:off x="6977761" y="1602018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4" name="pt10254"/>
            <p:cNvSpPr/>
            <p:nvPr/>
          </p:nvSpPr>
          <p:spPr>
            <a:xfrm>
              <a:off x="6349239" y="2220465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5" name="pt10255"/>
            <p:cNvSpPr/>
            <p:nvPr/>
          </p:nvSpPr>
          <p:spPr>
            <a:xfrm>
              <a:off x="6214330" y="226660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6" name="pt10256"/>
            <p:cNvSpPr/>
            <p:nvPr/>
          </p:nvSpPr>
          <p:spPr>
            <a:xfrm>
              <a:off x="5766284" y="2227882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7" name="pt10257"/>
            <p:cNvSpPr/>
            <p:nvPr/>
          </p:nvSpPr>
          <p:spPr>
            <a:xfrm>
              <a:off x="5488694" y="2601654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8" name="pt10258"/>
            <p:cNvSpPr/>
            <p:nvPr/>
          </p:nvSpPr>
          <p:spPr>
            <a:xfrm>
              <a:off x="6039348" y="2376562"/>
              <a:ext cx="16849" cy="16849"/>
            </a:xfrm>
            <a:prstGeom prst="ellipse">
              <a:avLst/>
            </a:prstGeom>
            <a:solidFill>
              <a:srgbClr val="59BC6D">
                <a:alpha val="45098"/>
              </a:srgbClr>
            </a:solidFill>
            <a:ln w="7363" cap="rnd">
              <a:solidFill>
                <a:srgbClr val="59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9" name="pt10259"/>
            <p:cNvSpPr/>
            <p:nvPr/>
          </p:nvSpPr>
          <p:spPr>
            <a:xfrm>
              <a:off x="6058252" y="2437525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0" name="pt10260"/>
            <p:cNvSpPr/>
            <p:nvPr/>
          </p:nvSpPr>
          <p:spPr>
            <a:xfrm>
              <a:off x="5751559" y="2200241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1" name="pt10261"/>
            <p:cNvSpPr/>
            <p:nvPr/>
          </p:nvSpPr>
          <p:spPr>
            <a:xfrm>
              <a:off x="6264720" y="247394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2" name="pt10262"/>
            <p:cNvSpPr/>
            <p:nvPr/>
          </p:nvSpPr>
          <p:spPr>
            <a:xfrm>
              <a:off x="5849718" y="2446148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3" name="pt10263"/>
            <p:cNvSpPr/>
            <p:nvPr/>
          </p:nvSpPr>
          <p:spPr>
            <a:xfrm>
              <a:off x="5885833" y="2172747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4" name="pt10264"/>
            <p:cNvSpPr/>
            <p:nvPr/>
          </p:nvSpPr>
          <p:spPr>
            <a:xfrm>
              <a:off x="7244953" y="210739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5" name="pt10265"/>
            <p:cNvSpPr/>
            <p:nvPr/>
          </p:nvSpPr>
          <p:spPr>
            <a:xfrm>
              <a:off x="6034765" y="2328150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6" name="pt10266"/>
            <p:cNvSpPr/>
            <p:nvPr/>
          </p:nvSpPr>
          <p:spPr>
            <a:xfrm>
              <a:off x="6178329" y="2304049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7" name="pt10267"/>
            <p:cNvSpPr/>
            <p:nvPr/>
          </p:nvSpPr>
          <p:spPr>
            <a:xfrm>
              <a:off x="5567382" y="2543535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8" name="pt10268"/>
            <p:cNvSpPr/>
            <p:nvPr/>
          </p:nvSpPr>
          <p:spPr>
            <a:xfrm>
              <a:off x="5865452" y="2085060"/>
              <a:ext cx="16849" cy="16849"/>
            </a:xfrm>
            <a:prstGeom prst="ellipse">
              <a:avLst/>
            </a:prstGeom>
            <a:solidFill>
              <a:srgbClr val="66C364">
                <a:alpha val="45098"/>
              </a:srgbClr>
            </a:solidFill>
            <a:ln w="7363" cap="rnd">
              <a:solidFill>
                <a:srgbClr val="66C36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9" name="pt10269"/>
            <p:cNvSpPr/>
            <p:nvPr/>
          </p:nvSpPr>
          <p:spPr>
            <a:xfrm>
              <a:off x="6012534" y="2437478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0" name="pt10270"/>
            <p:cNvSpPr/>
            <p:nvPr/>
          </p:nvSpPr>
          <p:spPr>
            <a:xfrm>
              <a:off x="6243695" y="2305943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1" name="pt10271"/>
            <p:cNvSpPr/>
            <p:nvPr/>
          </p:nvSpPr>
          <p:spPr>
            <a:xfrm>
              <a:off x="6789057" y="193302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2" name="pt10272"/>
            <p:cNvSpPr/>
            <p:nvPr/>
          </p:nvSpPr>
          <p:spPr>
            <a:xfrm>
              <a:off x="5462602" y="2588190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3" name="pt10273"/>
            <p:cNvSpPr/>
            <p:nvPr/>
          </p:nvSpPr>
          <p:spPr>
            <a:xfrm>
              <a:off x="6070568" y="2411107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4" name="pt10274"/>
            <p:cNvSpPr/>
            <p:nvPr/>
          </p:nvSpPr>
          <p:spPr>
            <a:xfrm>
              <a:off x="6912996" y="2050935"/>
              <a:ext cx="16849" cy="16849"/>
            </a:xfrm>
            <a:prstGeom prst="ellipse">
              <a:avLst/>
            </a:prstGeom>
            <a:solidFill>
              <a:srgbClr val="A1D749">
                <a:alpha val="45098"/>
              </a:srgbClr>
            </a:solidFill>
            <a:ln w="7363" cap="rnd">
              <a:solidFill>
                <a:srgbClr val="A1D74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5" name="pt10275"/>
            <p:cNvSpPr/>
            <p:nvPr/>
          </p:nvSpPr>
          <p:spPr>
            <a:xfrm>
              <a:off x="6490247" y="2151457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6" name="pt10276"/>
            <p:cNvSpPr/>
            <p:nvPr/>
          </p:nvSpPr>
          <p:spPr>
            <a:xfrm>
              <a:off x="5702457" y="228927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7" name="pt10277"/>
            <p:cNvSpPr/>
            <p:nvPr/>
          </p:nvSpPr>
          <p:spPr>
            <a:xfrm>
              <a:off x="6229065" y="2279854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8" name="pt10278"/>
            <p:cNvSpPr/>
            <p:nvPr/>
          </p:nvSpPr>
          <p:spPr>
            <a:xfrm>
              <a:off x="6233172" y="2222347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9" name="pt10279"/>
            <p:cNvSpPr/>
            <p:nvPr/>
          </p:nvSpPr>
          <p:spPr>
            <a:xfrm>
              <a:off x="5522183" y="2607674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0" name="pt10280"/>
            <p:cNvSpPr/>
            <p:nvPr/>
          </p:nvSpPr>
          <p:spPr>
            <a:xfrm>
              <a:off x="6047993" y="2298600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1" name="pt10281"/>
            <p:cNvSpPr/>
            <p:nvPr/>
          </p:nvSpPr>
          <p:spPr>
            <a:xfrm>
              <a:off x="6478020" y="213375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2" name="pt10282"/>
            <p:cNvSpPr/>
            <p:nvPr/>
          </p:nvSpPr>
          <p:spPr>
            <a:xfrm>
              <a:off x="6044856" y="2335419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3" name="pt10283"/>
            <p:cNvSpPr/>
            <p:nvPr/>
          </p:nvSpPr>
          <p:spPr>
            <a:xfrm>
              <a:off x="6500866" y="2131010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4" name="pt10284"/>
            <p:cNvSpPr/>
            <p:nvPr/>
          </p:nvSpPr>
          <p:spPr>
            <a:xfrm>
              <a:off x="6232202" y="223855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5" name="pt10285"/>
            <p:cNvSpPr/>
            <p:nvPr/>
          </p:nvSpPr>
          <p:spPr>
            <a:xfrm>
              <a:off x="6158099" y="2293323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6" name="pt10286"/>
            <p:cNvSpPr/>
            <p:nvPr/>
          </p:nvSpPr>
          <p:spPr>
            <a:xfrm>
              <a:off x="6459944" y="212343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7" name="pt10287"/>
            <p:cNvSpPr/>
            <p:nvPr/>
          </p:nvSpPr>
          <p:spPr>
            <a:xfrm>
              <a:off x="6151427" y="2261416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8" name="pt10288"/>
            <p:cNvSpPr/>
            <p:nvPr/>
          </p:nvSpPr>
          <p:spPr>
            <a:xfrm>
              <a:off x="6223640" y="2272803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9" name="pt10289"/>
            <p:cNvSpPr/>
            <p:nvPr/>
          </p:nvSpPr>
          <p:spPr>
            <a:xfrm>
              <a:off x="6348865" y="2160608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0" name="pt10290"/>
            <p:cNvSpPr/>
            <p:nvPr/>
          </p:nvSpPr>
          <p:spPr>
            <a:xfrm>
              <a:off x="6784811" y="1747948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1" name="pt10291"/>
            <p:cNvSpPr/>
            <p:nvPr/>
          </p:nvSpPr>
          <p:spPr>
            <a:xfrm>
              <a:off x="6015210" y="2471247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2" name="pt10292"/>
            <p:cNvSpPr/>
            <p:nvPr/>
          </p:nvSpPr>
          <p:spPr>
            <a:xfrm>
              <a:off x="5732488" y="2103801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3" name="pt10293"/>
            <p:cNvSpPr/>
            <p:nvPr/>
          </p:nvSpPr>
          <p:spPr>
            <a:xfrm>
              <a:off x="6201192" y="2148168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4" name="pt10294"/>
            <p:cNvSpPr/>
            <p:nvPr/>
          </p:nvSpPr>
          <p:spPr>
            <a:xfrm>
              <a:off x="6587238" y="2096769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5" name="pt10295"/>
            <p:cNvSpPr/>
            <p:nvPr/>
          </p:nvSpPr>
          <p:spPr>
            <a:xfrm>
              <a:off x="6043227" y="2330062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6" name="pt10296"/>
            <p:cNvSpPr/>
            <p:nvPr/>
          </p:nvSpPr>
          <p:spPr>
            <a:xfrm>
              <a:off x="6236870" y="227959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7" name="pt10297"/>
            <p:cNvSpPr/>
            <p:nvPr/>
          </p:nvSpPr>
          <p:spPr>
            <a:xfrm>
              <a:off x="6204587" y="2268910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8" name="pt10298"/>
            <p:cNvSpPr/>
            <p:nvPr/>
          </p:nvSpPr>
          <p:spPr>
            <a:xfrm>
              <a:off x="6407101" y="2098054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9" name="pt10299"/>
            <p:cNvSpPr/>
            <p:nvPr/>
          </p:nvSpPr>
          <p:spPr>
            <a:xfrm>
              <a:off x="6309426" y="236130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0" name="pt10300"/>
            <p:cNvSpPr/>
            <p:nvPr/>
          </p:nvSpPr>
          <p:spPr>
            <a:xfrm>
              <a:off x="6490810" y="2109972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1" name="pt10301"/>
            <p:cNvSpPr/>
            <p:nvPr/>
          </p:nvSpPr>
          <p:spPr>
            <a:xfrm>
              <a:off x="5648807" y="2298136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2" name="pt10302"/>
            <p:cNvSpPr/>
            <p:nvPr/>
          </p:nvSpPr>
          <p:spPr>
            <a:xfrm>
              <a:off x="5985157" y="226128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3" name="pt10303"/>
            <p:cNvSpPr/>
            <p:nvPr/>
          </p:nvSpPr>
          <p:spPr>
            <a:xfrm>
              <a:off x="6221468" y="2273571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4" name="pt10304"/>
            <p:cNvSpPr/>
            <p:nvPr/>
          </p:nvSpPr>
          <p:spPr>
            <a:xfrm>
              <a:off x="6876625" y="1873146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5" name="pt10305"/>
            <p:cNvSpPr/>
            <p:nvPr/>
          </p:nvSpPr>
          <p:spPr>
            <a:xfrm>
              <a:off x="6170239" y="2253176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6" name="pt10306"/>
            <p:cNvSpPr/>
            <p:nvPr/>
          </p:nvSpPr>
          <p:spPr>
            <a:xfrm>
              <a:off x="6610883" y="2239090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7" name="pt10307"/>
            <p:cNvSpPr/>
            <p:nvPr/>
          </p:nvSpPr>
          <p:spPr>
            <a:xfrm>
              <a:off x="6684490" y="2093726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8" name="pt10308"/>
            <p:cNvSpPr/>
            <p:nvPr/>
          </p:nvSpPr>
          <p:spPr>
            <a:xfrm>
              <a:off x="6576919" y="2273821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9" name="pt10309"/>
            <p:cNvSpPr/>
            <p:nvPr/>
          </p:nvSpPr>
          <p:spPr>
            <a:xfrm>
              <a:off x="6310992" y="2250523"/>
              <a:ext cx="16849" cy="16849"/>
            </a:xfrm>
            <a:prstGeom prst="ellipse">
              <a:avLst/>
            </a:prstGeom>
            <a:solidFill>
              <a:srgbClr val="2A9488">
                <a:alpha val="45098"/>
              </a:srgbClr>
            </a:solidFill>
            <a:ln w="7363" cap="rnd">
              <a:solidFill>
                <a:srgbClr val="2A94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0" name="pt10310"/>
            <p:cNvSpPr/>
            <p:nvPr/>
          </p:nvSpPr>
          <p:spPr>
            <a:xfrm>
              <a:off x="6501666" y="2022918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1" name="pt10311"/>
            <p:cNvSpPr/>
            <p:nvPr/>
          </p:nvSpPr>
          <p:spPr>
            <a:xfrm>
              <a:off x="5928727" y="170516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2" name="pt10312"/>
            <p:cNvSpPr/>
            <p:nvPr/>
          </p:nvSpPr>
          <p:spPr>
            <a:xfrm>
              <a:off x="5846123" y="2408777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3" name="pt10313"/>
            <p:cNvSpPr/>
            <p:nvPr/>
          </p:nvSpPr>
          <p:spPr>
            <a:xfrm>
              <a:off x="5985436" y="2546011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4" name="pt10314"/>
            <p:cNvSpPr/>
            <p:nvPr/>
          </p:nvSpPr>
          <p:spPr>
            <a:xfrm>
              <a:off x="6034565" y="200795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5" name="pt10315"/>
            <p:cNvSpPr/>
            <p:nvPr/>
          </p:nvSpPr>
          <p:spPr>
            <a:xfrm>
              <a:off x="6605700" y="226191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6" name="pt10316"/>
            <p:cNvSpPr/>
            <p:nvPr/>
          </p:nvSpPr>
          <p:spPr>
            <a:xfrm>
              <a:off x="5568148" y="2413234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7" name="pt10317"/>
            <p:cNvSpPr/>
            <p:nvPr/>
          </p:nvSpPr>
          <p:spPr>
            <a:xfrm>
              <a:off x="6951393" y="1852995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8" name="pt10318"/>
            <p:cNvSpPr/>
            <p:nvPr/>
          </p:nvSpPr>
          <p:spPr>
            <a:xfrm>
              <a:off x="6185231" y="230822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9" name="pt10319"/>
            <p:cNvSpPr/>
            <p:nvPr/>
          </p:nvSpPr>
          <p:spPr>
            <a:xfrm>
              <a:off x="7204194" y="1539827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0" name="pt10320"/>
            <p:cNvSpPr/>
            <p:nvPr/>
          </p:nvSpPr>
          <p:spPr>
            <a:xfrm>
              <a:off x="6304410" y="2013659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1" name="pt10321"/>
            <p:cNvSpPr/>
            <p:nvPr/>
          </p:nvSpPr>
          <p:spPr>
            <a:xfrm>
              <a:off x="6684765" y="1978128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2" name="pt10322"/>
            <p:cNvSpPr/>
            <p:nvPr/>
          </p:nvSpPr>
          <p:spPr>
            <a:xfrm>
              <a:off x="6374500" y="2268877"/>
              <a:ext cx="16849" cy="16849"/>
            </a:xfrm>
            <a:prstGeom prst="ellipse">
              <a:avLst/>
            </a:prstGeom>
            <a:solidFill>
              <a:srgbClr val="3AAE7D">
                <a:alpha val="45098"/>
              </a:srgbClr>
            </a:solidFill>
            <a:ln w="7363" cap="rnd">
              <a:solidFill>
                <a:srgbClr val="3AAE7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3" name="pt10323"/>
            <p:cNvSpPr/>
            <p:nvPr/>
          </p:nvSpPr>
          <p:spPr>
            <a:xfrm>
              <a:off x="5386168" y="2477730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4" name="pt10324"/>
            <p:cNvSpPr/>
            <p:nvPr/>
          </p:nvSpPr>
          <p:spPr>
            <a:xfrm>
              <a:off x="6008630" y="223517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5" name="pt10325"/>
            <p:cNvSpPr/>
            <p:nvPr/>
          </p:nvSpPr>
          <p:spPr>
            <a:xfrm>
              <a:off x="6055778" y="2361837"/>
              <a:ext cx="16849" cy="16849"/>
            </a:xfrm>
            <a:prstGeom prst="ellipse">
              <a:avLst/>
            </a:prstGeom>
            <a:solidFill>
              <a:srgbClr val="78CF53">
                <a:alpha val="45098"/>
              </a:srgbClr>
            </a:solidFill>
            <a:ln w="7363" cap="rnd">
              <a:solidFill>
                <a:srgbClr val="78CF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6" name="pt10326"/>
            <p:cNvSpPr/>
            <p:nvPr/>
          </p:nvSpPr>
          <p:spPr>
            <a:xfrm>
              <a:off x="6651594" y="2066059"/>
              <a:ext cx="16849" cy="16849"/>
            </a:xfrm>
            <a:prstGeom prst="ellipse">
              <a:avLst/>
            </a:prstGeom>
            <a:solidFill>
              <a:srgbClr val="45B279">
                <a:alpha val="45098"/>
              </a:srgbClr>
            </a:solidFill>
            <a:ln w="7363" cap="rnd">
              <a:solidFill>
                <a:srgbClr val="45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7" name="pt10327"/>
            <p:cNvSpPr/>
            <p:nvPr/>
          </p:nvSpPr>
          <p:spPr>
            <a:xfrm>
              <a:off x="6312592" y="2285420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8" name="pt10328"/>
            <p:cNvSpPr/>
            <p:nvPr/>
          </p:nvSpPr>
          <p:spPr>
            <a:xfrm>
              <a:off x="6223165" y="235197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9" name="pt10329"/>
            <p:cNvSpPr/>
            <p:nvPr/>
          </p:nvSpPr>
          <p:spPr>
            <a:xfrm>
              <a:off x="6893170" y="1841180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0" name="pt10330"/>
            <p:cNvSpPr/>
            <p:nvPr/>
          </p:nvSpPr>
          <p:spPr>
            <a:xfrm>
              <a:off x="6340612" y="2187380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1" name="pt10331"/>
            <p:cNvSpPr/>
            <p:nvPr/>
          </p:nvSpPr>
          <p:spPr>
            <a:xfrm>
              <a:off x="6505274" y="2123181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2" name="pt10332"/>
            <p:cNvSpPr/>
            <p:nvPr/>
          </p:nvSpPr>
          <p:spPr>
            <a:xfrm>
              <a:off x="6668311" y="1952669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3" name="pt10333"/>
            <p:cNvSpPr/>
            <p:nvPr/>
          </p:nvSpPr>
          <p:spPr>
            <a:xfrm>
              <a:off x="5510773" y="2435942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4" name="pt10334"/>
            <p:cNvSpPr/>
            <p:nvPr/>
          </p:nvSpPr>
          <p:spPr>
            <a:xfrm>
              <a:off x="6373189" y="243297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5" name="pt10335"/>
            <p:cNvSpPr/>
            <p:nvPr/>
          </p:nvSpPr>
          <p:spPr>
            <a:xfrm>
              <a:off x="6820858" y="185952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6" name="pt10336"/>
            <p:cNvSpPr/>
            <p:nvPr/>
          </p:nvSpPr>
          <p:spPr>
            <a:xfrm>
              <a:off x="6199147" y="224055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7" name="pt10337"/>
            <p:cNvSpPr/>
            <p:nvPr/>
          </p:nvSpPr>
          <p:spPr>
            <a:xfrm>
              <a:off x="5591758" y="2518827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8" name="pt10338"/>
            <p:cNvSpPr/>
            <p:nvPr/>
          </p:nvSpPr>
          <p:spPr>
            <a:xfrm>
              <a:off x="6195700" y="2205259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9" name="pt10339"/>
            <p:cNvSpPr/>
            <p:nvPr/>
          </p:nvSpPr>
          <p:spPr>
            <a:xfrm>
              <a:off x="5690771" y="2438125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0" name="pt10340"/>
            <p:cNvSpPr/>
            <p:nvPr/>
          </p:nvSpPr>
          <p:spPr>
            <a:xfrm>
              <a:off x="5993046" y="2628987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1" name="pt10341"/>
            <p:cNvSpPr/>
            <p:nvPr/>
          </p:nvSpPr>
          <p:spPr>
            <a:xfrm>
              <a:off x="6276820" y="2166554"/>
              <a:ext cx="16849" cy="16849"/>
            </a:xfrm>
            <a:prstGeom prst="ellipse">
              <a:avLst/>
            </a:prstGeom>
            <a:solidFill>
              <a:srgbClr val="5EBE6A">
                <a:alpha val="45098"/>
              </a:srgbClr>
            </a:solidFill>
            <a:ln w="7363" cap="rnd">
              <a:solidFill>
                <a:srgbClr val="5EBE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2" name="pt10342"/>
            <p:cNvSpPr/>
            <p:nvPr/>
          </p:nvSpPr>
          <p:spPr>
            <a:xfrm>
              <a:off x="6270207" y="2441897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3" name="pt10343"/>
            <p:cNvSpPr/>
            <p:nvPr/>
          </p:nvSpPr>
          <p:spPr>
            <a:xfrm>
              <a:off x="6425427" y="1916821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4" name="pt10344"/>
            <p:cNvSpPr/>
            <p:nvPr/>
          </p:nvSpPr>
          <p:spPr>
            <a:xfrm>
              <a:off x="6367996" y="2251116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5" name="pt10345"/>
            <p:cNvSpPr/>
            <p:nvPr/>
          </p:nvSpPr>
          <p:spPr>
            <a:xfrm>
              <a:off x="5978178" y="2526551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6" name="pt10346"/>
            <p:cNvSpPr/>
            <p:nvPr/>
          </p:nvSpPr>
          <p:spPr>
            <a:xfrm>
              <a:off x="6102132" y="2234230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7" name="pt10347"/>
            <p:cNvSpPr/>
            <p:nvPr/>
          </p:nvSpPr>
          <p:spPr>
            <a:xfrm>
              <a:off x="6682123" y="2097641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8" name="pt10348"/>
            <p:cNvSpPr/>
            <p:nvPr/>
          </p:nvSpPr>
          <p:spPr>
            <a:xfrm>
              <a:off x="6901159" y="1664753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9" name="pt10349"/>
            <p:cNvSpPr/>
            <p:nvPr/>
          </p:nvSpPr>
          <p:spPr>
            <a:xfrm>
              <a:off x="5953812" y="2260891"/>
              <a:ext cx="16849" cy="16849"/>
            </a:xfrm>
            <a:prstGeom prst="ellipse">
              <a:avLst/>
            </a:prstGeom>
            <a:solidFill>
              <a:srgbClr val="89D34E">
                <a:alpha val="45098"/>
              </a:srgbClr>
            </a:solidFill>
            <a:ln w="7363" cap="rnd">
              <a:solidFill>
                <a:srgbClr val="89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0" name="pt10350"/>
            <p:cNvSpPr/>
            <p:nvPr/>
          </p:nvSpPr>
          <p:spPr>
            <a:xfrm>
              <a:off x="6751171" y="2104632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1" name="pt10351"/>
            <p:cNvSpPr/>
            <p:nvPr/>
          </p:nvSpPr>
          <p:spPr>
            <a:xfrm>
              <a:off x="5698436" y="2400073"/>
              <a:ext cx="16849" cy="16849"/>
            </a:xfrm>
            <a:prstGeom prst="ellipse">
              <a:avLst/>
            </a:prstGeom>
            <a:solidFill>
              <a:srgbClr val="6AC661">
                <a:alpha val="45098"/>
              </a:srgbClr>
            </a:solidFill>
            <a:ln w="7363" cap="rnd">
              <a:solidFill>
                <a:srgbClr val="6AC66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2" name="pt10352"/>
            <p:cNvSpPr/>
            <p:nvPr/>
          </p:nvSpPr>
          <p:spPr>
            <a:xfrm>
              <a:off x="5015336" y="2525349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3" name="pt10353"/>
            <p:cNvSpPr/>
            <p:nvPr/>
          </p:nvSpPr>
          <p:spPr>
            <a:xfrm>
              <a:off x="6431020" y="199620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4" name="pt10354"/>
            <p:cNvSpPr/>
            <p:nvPr/>
          </p:nvSpPr>
          <p:spPr>
            <a:xfrm>
              <a:off x="6716040" y="1988829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5" name="pt10355"/>
            <p:cNvSpPr/>
            <p:nvPr/>
          </p:nvSpPr>
          <p:spPr>
            <a:xfrm>
              <a:off x="6452310" y="184026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6" name="pt10356"/>
            <p:cNvSpPr/>
            <p:nvPr/>
          </p:nvSpPr>
          <p:spPr>
            <a:xfrm>
              <a:off x="6305481" y="2173949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7" name="pt10357"/>
            <p:cNvSpPr/>
            <p:nvPr/>
          </p:nvSpPr>
          <p:spPr>
            <a:xfrm>
              <a:off x="5596434" y="2534449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8" name="pt10358"/>
            <p:cNvSpPr/>
            <p:nvPr/>
          </p:nvSpPr>
          <p:spPr>
            <a:xfrm>
              <a:off x="5198450" y="219592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9" name="pt10359"/>
            <p:cNvSpPr/>
            <p:nvPr/>
          </p:nvSpPr>
          <p:spPr>
            <a:xfrm>
              <a:off x="5790070" y="215124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0" name="pt10360"/>
            <p:cNvSpPr/>
            <p:nvPr/>
          </p:nvSpPr>
          <p:spPr>
            <a:xfrm>
              <a:off x="6500269" y="218765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1" name="pt10361"/>
            <p:cNvSpPr/>
            <p:nvPr/>
          </p:nvSpPr>
          <p:spPr>
            <a:xfrm>
              <a:off x="6631575" y="2061363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2" name="pt10362"/>
            <p:cNvSpPr/>
            <p:nvPr/>
          </p:nvSpPr>
          <p:spPr>
            <a:xfrm>
              <a:off x="5719076" y="2274787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3" name="pt10363"/>
            <p:cNvSpPr/>
            <p:nvPr/>
          </p:nvSpPr>
          <p:spPr>
            <a:xfrm>
              <a:off x="6425244" y="1926661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4" name="pt10364"/>
            <p:cNvSpPr/>
            <p:nvPr/>
          </p:nvSpPr>
          <p:spPr>
            <a:xfrm>
              <a:off x="5834098" y="235758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5" name="pt10365"/>
            <p:cNvSpPr/>
            <p:nvPr/>
          </p:nvSpPr>
          <p:spPr>
            <a:xfrm>
              <a:off x="6839154" y="1898333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6" name="pt10366"/>
            <p:cNvSpPr/>
            <p:nvPr/>
          </p:nvSpPr>
          <p:spPr>
            <a:xfrm>
              <a:off x="5732945" y="2233604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7" name="pt10367"/>
            <p:cNvSpPr/>
            <p:nvPr/>
          </p:nvSpPr>
          <p:spPr>
            <a:xfrm>
              <a:off x="5526458" y="2295857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8" name="pt10368"/>
            <p:cNvSpPr/>
            <p:nvPr/>
          </p:nvSpPr>
          <p:spPr>
            <a:xfrm>
              <a:off x="5542361" y="2151246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9" name="pt10369"/>
            <p:cNvSpPr/>
            <p:nvPr/>
          </p:nvSpPr>
          <p:spPr>
            <a:xfrm>
              <a:off x="6390066" y="2267234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0" name="pt10370"/>
            <p:cNvSpPr/>
            <p:nvPr/>
          </p:nvSpPr>
          <p:spPr>
            <a:xfrm>
              <a:off x="5765855" y="2028038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1" name="pt10371"/>
            <p:cNvSpPr/>
            <p:nvPr/>
          </p:nvSpPr>
          <p:spPr>
            <a:xfrm>
              <a:off x="6547336" y="2079555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2" name="pt10372"/>
            <p:cNvSpPr/>
            <p:nvPr/>
          </p:nvSpPr>
          <p:spPr>
            <a:xfrm>
              <a:off x="6963823" y="1682091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3" name="pt10373"/>
            <p:cNvSpPr/>
            <p:nvPr/>
          </p:nvSpPr>
          <p:spPr>
            <a:xfrm>
              <a:off x="6493867" y="2143506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4" name="pt10374"/>
            <p:cNvSpPr/>
            <p:nvPr/>
          </p:nvSpPr>
          <p:spPr>
            <a:xfrm>
              <a:off x="5540973" y="1819068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5" name="pt10375"/>
            <p:cNvSpPr/>
            <p:nvPr/>
          </p:nvSpPr>
          <p:spPr>
            <a:xfrm>
              <a:off x="7167095" y="1695639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6" name="pt10376"/>
            <p:cNvSpPr/>
            <p:nvPr/>
          </p:nvSpPr>
          <p:spPr>
            <a:xfrm>
              <a:off x="6735760" y="2006734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7" name="pt10377"/>
            <p:cNvSpPr/>
            <p:nvPr/>
          </p:nvSpPr>
          <p:spPr>
            <a:xfrm>
              <a:off x="6503330" y="221501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8" name="pt10378"/>
            <p:cNvSpPr/>
            <p:nvPr/>
          </p:nvSpPr>
          <p:spPr>
            <a:xfrm>
              <a:off x="6309860" y="235013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9" name="pt10379"/>
            <p:cNvSpPr/>
            <p:nvPr/>
          </p:nvSpPr>
          <p:spPr>
            <a:xfrm>
              <a:off x="6401040" y="2170029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0" name="pt10380"/>
            <p:cNvSpPr/>
            <p:nvPr/>
          </p:nvSpPr>
          <p:spPr>
            <a:xfrm>
              <a:off x="5793276" y="194245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1" name="pt10381"/>
            <p:cNvSpPr/>
            <p:nvPr/>
          </p:nvSpPr>
          <p:spPr>
            <a:xfrm>
              <a:off x="6449294" y="2056609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2" name="pt10382"/>
            <p:cNvSpPr/>
            <p:nvPr/>
          </p:nvSpPr>
          <p:spPr>
            <a:xfrm>
              <a:off x="7287690" y="2189917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3" name="pt10383"/>
            <p:cNvSpPr/>
            <p:nvPr/>
          </p:nvSpPr>
          <p:spPr>
            <a:xfrm>
              <a:off x="6710270" y="208807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4" name="pt10384"/>
            <p:cNvSpPr/>
            <p:nvPr/>
          </p:nvSpPr>
          <p:spPr>
            <a:xfrm>
              <a:off x="6155638" y="237781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5" name="pt10385"/>
            <p:cNvSpPr/>
            <p:nvPr/>
          </p:nvSpPr>
          <p:spPr>
            <a:xfrm>
              <a:off x="6864148" y="1817307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6" name="pt10386"/>
            <p:cNvSpPr/>
            <p:nvPr/>
          </p:nvSpPr>
          <p:spPr>
            <a:xfrm>
              <a:off x="6278435" y="2056476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7" name="pt10387"/>
            <p:cNvSpPr/>
            <p:nvPr/>
          </p:nvSpPr>
          <p:spPr>
            <a:xfrm>
              <a:off x="5616800" y="2365399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8" name="pt10388"/>
            <p:cNvSpPr/>
            <p:nvPr/>
          </p:nvSpPr>
          <p:spPr>
            <a:xfrm>
              <a:off x="6137453" y="2350760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9" name="pt10389"/>
            <p:cNvSpPr/>
            <p:nvPr/>
          </p:nvSpPr>
          <p:spPr>
            <a:xfrm>
              <a:off x="6452701" y="2039324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0" name="pt10390"/>
            <p:cNvSpPr/>
            <p:nvPr/>
          </p:nvSpPr>
          <p:spPr>
            <a:xfrm>
              <a:off x="6657297" y="2087250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1" name="pt10391"/>
            <p:cNvSpPr/>
            <p:nvPr/>
          </p:nvSpPr>
          <p:spPr>
            <a:xfrm>
              <a:off x="5964867" y="2387692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2" name="pt10392"/>
            <p:cNvSpPr/>
            <p:nvPr/>
          </p:nvSpPr>
          <p:spPr>
            <a:xfrm>
              <a:off x="6391227" y="218634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3" name="pt10393"/>
            <p:cNvSpPr/>
            <p:nvPr/>
          </p:nvSpPr>
          <p:spPr>
            <a:xfrm>
              <a:off x="6409178" y="222652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4" name="pt10394"/>
            <p:cNvSpPr/>
            <p:nvPr/>
          </p:nvSpPr>
          <p:spPr>
            <a:xfrm>
              <a:off x="6320899" y="2042264"/>
              <a:ext cx="16849" cy="16849"/>
            </a:xfrm>
            <a:prstGeom prst="ellipse">
              <a:avLst/>
            </a:prstGeom>
            <a:solidFill>
              <a:srgbClr val="C5DE3E">
                <a:alpha val="45098"/>
              </a:srgbClr>
            </a:solidFill>
            <a:ln w="7363" cap="rnd">
              <a:solidFill>
                <a:srgbClr val="C5DE3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5" name="pt10395"/>
            <p:cNvSpPr/>
            <p:nvPr/>
          </p:nvSpPr>
          <p:spPr>
            <a:xfrm>
              <a:off x="6138194" y="2225226"/>
              <a:ext cx="16849" cy="16849"/>
            </a:xfrm>
            <a:prstGeom prst="ellipse">
              <a:avLst/>
            </a:prstGeom>
            <a:solidFill>
              <a:srgbClr val="C5DE3E">
                <a:alpha val="45098"/>
              </a:srgbClr>
            </a:solidFill>
            <a:ln w="7363" cap="rnd">
              <a:solidFill>
                <a:srgbClr val="C5DE3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6" name="pt10396"/>
            <p:cNvSpPr/>
            <p:nvPr/>
          </p:nvSpPr>
          <p:spPr>
            <a:xfrm>
              <a:off x="5790229" y="203228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7" name="pt10397"/>
            <p:cNvSpPr/>
            <p:nvPr/>
          </p:nvSpPr>
          <p:spPr>
            <a:xfrm>
              <a:off x="5585941" y="2057136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8" name="pt10398"/>
            <p:cNvSpPr/>
            <p:nvPr/>
          </p:nvSpPr>
          <p:spPr>
            <a:xfrm>
              <a:off x="6250232" y="2176119"/>
              <a:ext cx="16849" cy="16849"/>
            </a:xfrm>
            <a:prstGeom prst="ellipse">
              <a:avLst/>
            </a:prstGeom>
            <a:solidFill>
              <a:srgbClr val="76CE56">
                <a:alpha val="45098"/>
              </a:srgbClr>
            </a:solidFill>
            <a:ln w="7363" cap="rnd">
              <a:solidFill>
                <a:srgbClr val="76CE5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9" name="pt10399"/>
            <p:cNvSpPr/>
            <p:nvPr/>
          </p:nvSpPr>
          <p:spPr>
            <a:xfrm>
              <a:off x="6481306" y="2035058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0" name="pt10400"/>
            <p:cNvSpPr/>
            <p:nvPr/>
          </p:nvSpPr>
          <p:spPr>
            <a:xfrm>
              <a:off x="6310443" y="2192283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1" name="pt10401"/>
            <p:cNvSpPr/>
            <p:nvPr/>
          </p:nvSpPr>
          <p:spPr>
            <a:xfrm>
              <a:off x="6338818" y="2155589"/>
              <a:ext cx="16849" cy="16849"/>
            </a:xfrm>
            <a:prstGeom prst="ellipse">
              <a:avLst/>
            </a:prstGeom>
            <a:solidFill>
              <a:srgbClr val="2B7B8D">
                <a:alpha val="45098"/>
              </a:srgbClr>
            </a:solidFill>
            <a:ln w="7363" cap="rnd">
              <a:solidFill>
                <a:srgbClr val="2B7B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2" name="pt10402"/>
            <p:cNvSpPr/>
            <p:nvPr/>
          </p:nvSpPr>
          <p:spPr>
            <a:xfrm>
              <a:off x="6081590" y="2340038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3" name="pt10403"/>
            <p:cNvSpPr/>
            <p:nvPr/>
          </p:nvSpPr>
          <p:spPr>
            <a:xfrm>
              <a:off x="6200788" y="2163106"/>
              <a:ext cx="16849" cy="16849"/>
            </a:xfrm>
            <a:prstGeom prst="ellipse">
              <a:avLst/>
            </a:prstGeom>
            <a:solidFill>
              <a:srgbClr val="45B279">
                <a:alpha val="45098"/>
              </a:srgbClr>
            </a:solidFill>
            <a:ln w="7363" cap="rnd">
              <a:solidFill>
                <a:srgbClr val="45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4" name="pt10404"/>
            <p:cNvSpPr/>
            <p:nvPr/>
          </p:nvSpPr>
          <p:spPr>
            <a:xfrm>
              <a:off x="6754198" y="2111133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5" name="pt10405"/>
            <p:cNvSpPr/>
            <p:nvPr/>
          </p:nvSpPr>
          <p:spPr>
            <a:xfrm>
              <a:off x="6331899" y="2252818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6" name="pt10406"/>
            <p:cNvSpPr/>
            <p:nvPr/>
          </p:nvSpPr>
          <p:spPr>
            <a:xfrm>
              <a:off x="6056198" y="2396707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7" name="pt10407"/>
            <p:cNvSpPr/>
            <p:nvPr/>
          </p:nvSpPr>
          <p:spPr>
            <a:xfrm>
              <a:off x="6011638" y="2444662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8" name="pt10408"/>
            <p:cNvSpPr/>
            <p:nvPr/>
          </p:nvSpPr>
          <p:spPr>
            <a:xfrm>
              <a:off x="5611174" y="2554875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9" name="pt10409"/>
            <p:cNvSpPr/>
            <p:nvPr/>
          </p:nvSpPr>
          <p:spPr>
            <a:xfrm>
              <a:off x="5841247" y="2355382"/>
              <a:ext cx="16849" cy="16849"/>
            </a:xfrm>
            <a:prstGeom prst="ellipse">
              <a:avLst/>
            </a:prstGeom>
            <a:solidFill>
              <a:srgbClr val="2DAA81">
                <a:alpha val="45098"/>
              </a:srgbClr>
            </a:solidFill>
            <a:ln w="7363" cap="rnd">
              <a:solidFill>
                <a:srgbClr val="2DAA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0" name="pt10410"/>
            <p:cNvSpPr/>
            <p:nvPr/>
          </p:nvSpPr>
          <p:spPr>
            <a:xfrm>
              <a:off x="6378777" y="2248027"/>
              <a:ext cx="16849" cy="16849"/>
            </a:xfrm>
            <a:prstGeom prst="ellipse">
              <a:avLst/>
            </a:prstGeom>
            <a:solidFill>
              <a:srgbClr val="25A485">
                <a:alpha val="45098"/>
              </a:srgbClr>
            </a:solidFill>
            <a:ln w="7363" cap="rnd">
              <a:solidFill>
                <a:srgbClr val="25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1" name="pt10411"/>
            <p:cNvSpPr/>
            <p:nvPr/>
          </p:nvSpPr>
          <p:spPr>
            <a:xfrm>
              <a:off x="6305969" y="243214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2" name="pt10412"/>
            <p:cNvSpPr/>
            <p:nvPr/>
          </p:nvSpPr>
          <p:spPr>
            <a:xfrm>
              <a:off x="5749154" y="2139211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3" name="pt10413"/>
            <p:cNvSpPr/>
            <p:nvPr/>
          </p:nvSpPr>
          <p:spPr>
            <a:xfrm>
              <a:off x="6016463" y="2409782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4" name="pt10414"/>
            <p:cNvSpPr/>
            <p:nvPr/>
          </p:nvSpPr>
          <p:spPr>
            <a:xfrm>
              <a:off x="6650400" y="222518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5" name="pt10415"/>
            <p:cNvSpPr/>
            <p:nvPr/>
          </p:nvSpPr>
          <p:spPr>
            <a:xfrm>
              <a:off x="5446046" y="2552767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6" name="pt10416"/>
            <p:cNvSpPr/>
            <p:nvPr/>
          </p:nvSpPr>
          <p:spPr>
            <a:xfrm>
              <a:off x="6283001" y="2224643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7" name="pt10417"/>
            <p:cNvSpPr/>
            <p:nvPr/>
          </p:nvSpPr>
          <p:spPr>
            <a:xfrm>
              <a:off x="6127085" y="2233074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8" name="pt10418"/>
            <p:cNvSpPr/>
            <p:nvPr/>
          </p:nvSpPr>
          <p:spPr>
            <a:xfrm>
              <a:off x="6136503" y="2264178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9" name="pt10419"/>
            <p:cNvSpPr/>
            <p:nvPr/>
          </p:nvSpPr>
          <p:spPr>
            <a:xfrm>
              <a:off x="5500868" y="2620235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0" name="pt10420"/>
            <p:cNvSpPr/>
            <p:nvPr/>
          </p:nvSpPr>
          <p:spPr>
            <a:xfrm>
              <a:off x="6235663" y="232689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1" name="pt10421"/>
            <p:cNvSpPr/>
            <p:nvPr/>
          </p:nvSpPr>
          <p:spPr>
            <a:xfrm>
              <a:off x="6696593" y="203888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2" name="pt10422"/>
            <p:cNvSpPr/>
            <p:nvPr/>
          </p:nvSpPr>
          <p:spPr>
            <a:xfrm>
              <a:off x="6661761" y="2056232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3" name="pt10423"/>
            <p:cNvSpPr/>
            <p:nvPr/>
          </p:nvSpPr>
          <p:spPr>
            <a:xfrm>
              <a:off x="6430187" y="1844334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4" name="pt10424"/>
            <p:cNvSpPr/>
            <p:nvPr/>
          </p:nvSpPr>
          <p:spPr>
            <a:xfrm>
              <a:off x="6293286" y="2143319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5" name="pt10425"/>
            <p:cNvSpPr/>
            <p:nvPr/>
          </p:nvSpPr>
          <p:spPr>
            <a:xfrm>
              <a:off x="6126006" y="233978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6" name="pt10426"/>
            <p:cNvSpPr/>
            <p:nvPr/>
          </p:nvSpPr>
          <p:spPr>
            <a:xfrm>
              <a:off x="6019801" y="2244385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7" name="pt10427"/>
            <p:cNvSpPr/>
            <p:nvPr/>
          </p:nvSpPr>
          <p:spPr>
            <a:xfrm>
              <a:off x="5560680" y="2293758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8" name="pt10428"/>
            <p:cNvSpPr/>
            <p:nvPr/>
          </p:nvSpPr>
          <p:spPr>
            <a:xfrm>
              <a:off x="6006326" y="222053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9" name="pt10429"/>
            <p:cNvSpPr/>
            <p:nvPr/>
          </p:nvSpPr>
          <p:spPr>
            <a:xfrm>
              <a:off x="5452190" y="2418334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0" name="pt10430"/>
            <p:cNvSpPr/>
            <p:nvPr/>
          </p:nvSpPr>
          <p:spPr>
            <a:xfrm>
              <a:off x="7202562" y="1677672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1" name="pt10431"/>
            <p:cNvSpPr/>
            <p:nvPr/>
          </p:nvSpPr>
          <p:spPr>
            <a:xfrm>
              <a:off x="5684324" y="2484684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2" name="pt10432"/>
            <p:cNvSpPr/>
            <p:nvPr/>
          </p:nvSpPr>
          <p:spPr>
            <a:xfrm>
              <a:off x="6746057" y="2072577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3" name="pt10433"/>
            <p:cNvSpPr/>
            <p:nvPr/>
          </p:nvSpPr>
          <p:spPr>
            <a:xfrm>
              <a:off x="6947349" y="1765663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4" name="pt10434"/>
            <p:cNvSpPr/>
            <p:nvPr/>
          </p:nvSpPr>
          <p:spPr>
            <a:xfrm>
              <a:off x="7100808" y="1402963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5" name="pt10435"/>
            <p:cNvSpPr/>
            <p:nvPr/>
          </p:nvSpPr>
          <p:spPr>
            <a:xfrm>
              <a:off x="5618790" y="247470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6" name="pt10436"/>
            <p:cNvSpPr/>
            <p:nvPr/>
          </p:nvSpPr>
          <p:spPr>
            <a:xfrm>
              <a:off x="6551822" y="2119591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7" name="pt10437"/>
            <p:cNvSpPr/>
            <p:nvPr/>
          </p:nvSpPr>
          <p:spPr>
            <a:xfrm>
              <a:off x="6387693" y="2229898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8" name="pt10438"/>
            <p:cNvSpPr/>
            <p:nvPr/>
          </p:nvSpPr>
          <p:spPr>
            <a:xfrm>
              <a:off x="6453012" y="205061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9" name="pt10439"/>
            <p:cNvSpPr/>
            <p:nvPr/>
          </p:nvSpPr>
          <p:spPr>
            <a:xfrm>
              <a:off x="5657276" y="2258975"/>
              <a:ext cx="16849" cy="16849"/>
            </a:xfrm>
            <a:prstGeom prst="ellipse">
              <a:avLst/>
            </a:prstGeom>
            <a:solidFill>
              <a:srgbClr val="AEDA45">
                <a:alpha val="45098"/>
              </a:srgbClr>
            </a:solidFill>
            <a:ln w="7363" cap="rnd">
              <a:solidFill>
                <a:srgbClr val="AEDA4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0" name="pt10440"/>
            <p:cNvSpPr/>
            <p:nvPr/>
          </p:nvSpPr>
          <p:spPr>
            <a:xfrm>
              <a:off x="5828333" y="2227377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1" name="pt10441"/>
            <p:cNvSpPr/>
            <p:nvPr/>
          </p:nvSpPr>
          <p:spPr>
            <a:xfrm>
              <a:off x="5906523" y="2108072"/>
              <a:ext cx="16849" cy="16849"/>
            </a:xfrm>
            <a:prstGeom prst="ellipse">
              <a:avLst/>
            </a:prstGeom>
            <a:solidFill>
              <a:srgbClr val="62C167">
                <a:alpha val="45098"/>
              </a:srgbClr>
            </a:solidFill>
            <a:ln w="7363" cap="rnd">
              <a:solidFill>
                <a:srgbClr val="62C16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2" name="pt10442"/>
            <p:cNvSpPr/>
            <p:nvPr/>
          </p:nvSpPr>
          <p:spPr>
            <a:xfrm>
              <a:off x="5365798" y="2468321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3" name="pt10443"/>
            <p:cNvSpPr/>
            <p:nvPr/>
          </p:nvSpPr>
          <p:spPr>
            <a:xfrm>
              <a:off x="6632084" y="2210681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4" name="pt10444"/>
            <p:cNvSpPr/>
            <p:nvPr/>
          </p:nvSpPr>
          <p:spPr>
            <a:xfrm>
              <a:off x="5778703" y="2151180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5" name="pt10445"/>
            <p:cNvSpPr/>
            <p:nvPr/>
          </p:nvSpPr>
          <p:spPr>
            <a:xfrm>
              <a:off x="6232784" y="2307279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6" name="pt10446"/>
            <p:cNvSpPr/>
            <p:nvPr/>
          </p:nvSpPr>
          <p:spPr>
            <a:xfrm>
              <a:off x="6908648" y="1956364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7" name="pt10447"/>
            <p:cNvSpPr/>
            <p:nvPr/>
          </p:nvSpPr>
          <p:spPr>
            <a:xfrm>
              <a:off x="6165574" y="232985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8" name="pt10448"/>
            <p:cNvSpPr/>
            <p:nvPr/>
          </p:nvSpPr>
          <p:spPr>
            <a:xfrm>
              <a:off x="5928106" y="1923006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9" name="pt10449"/>
            <p:cNvSpPr/>
            <p:nvPr/>
          </p:nvSpPr>
          <p:spPr>
            <a:xfrm>
              <a:off x="6184865" y="2213114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0" name="pt10450"/>
            <p:cNvSpPr/>
            <p:nvPr/>
          </p:nvSpPr>
          <p:spPr>
            <a:xfrm>
              <a:off x="6687970" y="2047915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1" name="pt10451"/>
            <p:cNvSpPr/>
            <p:nvPr/>
          </p:nvSpPr>
          <p:spPr>
            <a:xfrm>
              <a:off x="4948096" y="2632100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2" name="pt10452"/>
            <p:cNvSpPr/>
            <p:nvPr/>
          </p:nvSpPr>
          <p:spPr>
            <a:xfrm>
              <a:off x="6688058" y="2015481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3" name="pt10453"/>
            <p:cNvSpPr/>
            <p:nvPr/>
          </p:nvSpPr>
          <p:spPr>
            <a:xfrm>
              <a:off x="5649686" y="2414670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4" name="pt10454"/>
            <p:cNvSpPr/>
            <p:nvPr/>
          </p:nvSpPr>
          <p:spPr>
            <a:xfrm>
              <a:off x="6126864" y="2384765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5" name="pt10455"/>
            <p:cNvSpPr/>
            <p:nvPr/>
          </p:nvSpPr>
          <p:spPr>
            <a:xfrm>
              <a:off x="5755990" y="1979589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6" name="pt10456"/>
            <p:cNvSpPr/>
            <p:nvPr/>
          </p:nvSpPr>
          <p:spPr>
            <a:xfrm>
              <a:off x="6353862" y="2157892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7" name="pt10457"/>
            <p:cNvSpPr/>
            <p:nvPr/>
          </p:nvSpPr>
          <p:spPr>
            <a:xfrm>
              <a:off x="5711046" y="2567287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8" name="pt10458"/>
            <p:cNvSpPr/>
            <p:nvPr/>
          </p:nvSpPr>
          <p:spPr>
            <a:xfrm>
              <a:off x="6064962" y="2408938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9" name="pt10459"/>
            <p:cNvSpPr/>
            <p:nvPr/>
          </p:nvSpPr>
          <p:spPr>
            <a:xfrm>
              <a:off x="6490331" y="2146949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0" name="pt10460"/>
            <p:cNvSpPr/>
            <p:nvPr/>
          </p:nvSpPr>
          <p:spPr>
            <a:xfrm>
              <a:off x="5507280" y="2580422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1" name="pt10461"/>
            <p:cNvSpPr/>
            <p:nvPr/>
          </p:nvSpPr>
          <p:spPr>
            <a:xfrm>
              <a:off x="6180364" y="235888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2" name="pt10462"/>
            <p:cNvSpPr/>
            <p:nvPr/>
          </p:nvSpPr>
          <p:spPr>
            <a:xfrm>
              <a:off x="6414468" y="2229599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3" name="pt10463"/>
            <p:cNvSpPr/>
            <p:nvPr/>
          </p:nvSpPr>
          <p:spPr>
            <a:xfrm>
              <a:off x="6311395" y="2152778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4" name="pt10464"/>
            <p:cNvSpPr/>
            <p:nvPr/>
          </p:nvSpPr>
          <p:spPr>
            <a:xfrm>
              <a:off x="6034038" y="2225915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5" name="pt10465"/>
            <p:cNvSpPr/>
            <p:nvPr/>
          </p:nvSpPr>
          <p:spPr>
            <a:xfrm>
              <a:off x="6703347" y="2070763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6" name="pt10466"/>
            <p:cNvSpPr/>
            <p:nvPr/>
          </p:nvSpPr>
          <p:spPr>
            <a:xfrm>
              <a:off x="5523442" y="2534430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7" name="pt10467"/>
            <p:cNvSpPr/>
            <p:nvPr/>
          </p:nvSpPr>
          <p:spPr>
            <a:xfrm>
              <a:off x="6273070" y="239201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8" name="pt10468"/>
            <p:cNvSpPr/>
            <p:nvPr/>
          </p:nvSpPr>
          <p:spPr>
            <a:xfrm>
              <a:off x="6735724" y="1932206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9" name="pt10469"/>
            <p:cNvSpPr/>
            <p:nvPr/>
          </p:nvSpPr>
          <p:spPr>
            <a:xfrm>
              <a:off x="5794014" y="210406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0" name="pt10470"/>
            <p:cNvSpPr/>
            <p:nvPr/>
          </p:nvSpPr>
          <p:spPr>
            <a:xfrm>
              <a:off x="6566126" y="223474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1" name="pt10471"/>
            <p:cNvSpPr/>
            <p:nvPr/>
          </p:nvSpPr>
          <p:spPr>
            <a:xfrm>
              <a:off x="6313888" y="2266092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2" name="pt10472"/>
            <p:cNvSpPr/>
            <p:nvPr/>
          </p:nvSpPr>
          <p:spPr>
            <a:xfrm>
              <a:off x="7058246" y="1813341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3" name="pt10473"/>
            <p:cNvSpPr/>
            <p:nvPr/>
          </p:nvSpPr>
          <p:spPr>
            <a:xfrm>
              <a:off x="5425201" y="225158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4" name="pt10474"/>
            <p:cNvSpPr/>
            <p:nvPr/>
          </p:nvSpPr>
          <p:spPr>
            <a:xfrm>
              <a:off x="6804476" y="1832207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5" name="pt10475"/>
            <p:cNvSpPr/>
            <p:nvPr/>
          </p:nvSpPr>
          <p:spPr>
            <a:xfrm>
              <a:off x="6259506" y="2403098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6" name="pt10476"/>
            <p:cNvSpPr/>
            <p:nvPr/>
          </p:nvSpPr>
          <p:spPr>
            <a:xfrm>
              <a:off x="6347751" y="2143590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7" name="pt10477"/>
            <p:cNvSpPr/>
            <p:nvPr/>
          </p:nvSpPr>
          <p:spPr>
            <a:xfrm>
              <a:off x="6193897" y="2325426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8" name="pt10478"/>
            <p:cNvSpPr/>
            <p:nvPr/>
          </p:nvSpPr>
          <p:spPr>
            <a:xfrm>
              <a:off x="5885719" y="2207874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9" name="pt10479"/>
            <p:cNvSpPr/>
            <p:nvPr/>
          </p:nvSpPr>
          <p:spPr>
            <a:xfrm>
              <a:off x="6849232" y="1859750"/>
              <a:ext cx="16849" cy="16849"/>
            </a:xfrm>
            <a:prstGeom prst="ellipse">
              <a:avLst/>
            </a:prstGeom>
            <a:solidFill>
              <a:srgbClr val="6EC85E">
                <a:alpha val="45098"/>
              </a:srgbClr>
            </a:solidFill>
            <a:ln w="7363" cap="rnd">
              <a:solidFill>
                <a:srgbClr val="6EC85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0" name="pt10480"/>
            <p:cNvSpPr/>
            <p:nvPr/>
          </p:nvSpPr>
          <p:spPr>
            <a:xfrm>
              <a:off x="5931992" y="2047200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1" name="pt10481"/>
            <p:cNvSpPr/>
            <p:nvPr/>
          </p:nvSpPr>
          <p:spPr>
            <a:xfrm>
              <a:off x="6712282" y="1916774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2" name="pt10482"/>
            <p:cNvSpPr/>
            <p:nvPr/>
          </p:nvSpPr>
          <p:spPr>
            <a:xfrm>
              <a:off x="5928256" y="1685026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3" name="pt10483"/>
            <p:cNvSpPr/>
            <p:nvPr/>
          </p:nvSpPr>
          <p:spPr>
            <a:xfrm>
              <a:off x="6070427" y="236302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4" name="pt10484"/>
            <p:cNvSpPr/>
            <p:nvPr/>
          </p:nvSpPr>
          <p:spPr>
            <a:xfrm>
              <a:off x="6014600" y="213130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5" name="pt10485"/>
            <p:cNvSpPr/>
            <p:nvPr/>
          </p:nvSpPr>
          <p:spPr>
            <a:xfrm>
              <a:off x="5337968" y="1721129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6" name="pt10486"/>
            <p:cNvSpPr/>
            <p:nvPr/>
          </p:nvSpPr>
          <p:spPr>
            <a:xfrm>
              <a:off x="5511651" y="2162959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7" name="pt10487"/>
            <p:cNvSpPr/>
            <p:nvPr/>
          </p:nvSpPr>
          <p:spPr>
            <a:xfrm>
              <a:off x="6370978" y="2310155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8" name="pt10488"/>
            <p:cNvSpPr/>
            <p:nvPr/>
          </p:nvSpPr>
          <p:spPr>
            <a:xfrm>
              <a:off x="6037129" y="2403479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9" name="pt10489"/>
            <p:cNvSpPr/>
            <p:nvPr/>
          </p:nvSpPr>
          <p:spPr>
            <a:xfrm>
              <a:off x="6343574" y="229457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0" name="pt10490"/>
            <p:cNvSpPr/>
            <p:nvPr/>
          </p:nvSpPr>
          <p:spPr>
            <a:xfrm>
              <a:off x="5292928" y="2232856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1" name="pt10491"/>
            <p:cNvSpPr/>
            <p:nvPr/>
          </p:nvSpPr>
          <p:spPr>
            <a:xfrm>
              <a:off x="5851272" y="2430377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2" name="pt10492"/>
            <p:cNvSpPr/>
            <p:nvPr/>
          </p:nvSpPr>
          <p:spPr>
            <a:xfrm>
              <a:off x="6380257" y="2271221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3" name="pt10493"/>
            <p:cNvSpPr/>
            <p:nvPr/>
          </p:nvSpPr>
          <p:spPr>
            <a:xfrm>
              <a:off x="5676569" y="241356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4" name="pt10494"/>
            <p:cNvSpPr/>
            <p:nvPr/>
          </p:nvSpPr>
          <p:spPr>
            <a:xfrm>
              <a:off x="6472593" y="2011106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5" name="pt10495"/>
            <p:cNvSpPr/>
            <p:nvPr/>
          </p:nvSpPr>
          <p:spPr>
            <a:xfrm>
              <a:off x="6166309" y="2311702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6" name="pt10496"/>
            <p:cNvSpPr/>
            <p:nvPr/>
          </p:nvSpPr>
          <p:spPr>
            <a:xfrm>
              <a:off x="6304314" y="1932116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7" name="pt10497"/>
            <p:cNvSpPr/>
            <p:nvPr/>
          </p:nvSpPr>
          <p:spPr>
            <a:xfrm>
              <a:off x="5745454" y="2230149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8" name="pt10498"/>
            <p:cNvSpPr/>
            <p:nvPr/>
          </p:nvSpPr>
          <p:spPr>
            <a:xfrm>
              <a:off x="5337507" y="202064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9" name="pt10499"/>
            <p:cNvSpPr/>
            <p:nvPr/>
          </p:nvSpPr>
          <p:spPr>
            <a:xfrm>
              <a:off x="6058957" y="2399488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0" name="pt10500"/>
            <p:cNvSpPr/>
            <p:nvPr/>
          </p:nvSpPr>
          <p:spPr>
            <a:xfrm>
              <a:off x="6428841" y="1967890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1" name="pt10501"/>
            <p:cNvSpPr/>
            <p:nvPr/>
          </p:nvSpPr>
          <p:spPr>
            <a:xfrm>
              <a:off x="6669689" y="1996479"/>
              <a:ext cx="16849" cy="16849"/>
            </a:xfrm>
            <a:prstGeom prst="ellipse">
              <a:avLst/>
            </a:prstGeom>
            <a:solidFill>
              <a:srgbClr val="6FC95D">
                <a:alpha val="45098"/>
              </a:srgbClr>
            </a:solidFill>
            <a:ln w="7363" cap="rnd">
              <a:solidFill>
                <a:srgbClr val="6F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2" name="pt10502"/>
            <p:cNvSpPr/>
            <p:nvPr/>
          </p:nvSpPr>
          <p:spPr>
            <a:xfrm>
              <a:off x="6198783" y="2003719"/>
              <a:ext cx="16849" cy="16849"/>
            </a:xfrm>
            <a:prstGeom prst="ellipse">
              <a:avLst/>
            </a:prstGeom>
            <a:solidFill>
              <a:srgbClr val="7BD151">
                <a:alpha val="45098"/>
              </a:srgbClr>
            </a:solidFill>
            <a:ln w="7363" cap="rnd">
              <a:solidFill>
                <a:srgbClr val="7BD15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3" name="pt10503"/>
            <p:cNvSpPr/>
            <p:nvPr/>
          </p:nvSpPr>
          <p:spPr>
            <a:xfrm>
              <a:off x="6678319" y="2089684"/>
              <a:ext cx="16849" cy="16849"/>
            </a:xfrm>
            <a:prstGeom prst="ellipse">
              <a:avLst/>
            </a:prstGeom>
            <a:solidFill>
              <a:srgbClr val="49B476">
                <a:alpha val="45098"/>
              </a:srgbClr>
            </a:solidFill>
            <a:ln w="7363" cap="rnd">
              <a:solidFill>
                <a:srgbClr val="49B4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4" name="pt10504"/>
            <p:cNvSpPr/>
            <p:nvPr/>
          </p:nvSpPr>
          <p:spPr>
            <a:xfrm>
              <a:off x="7111835" y="1303117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5" name="pt10505"/>
            <p:cNvSpPr/>
            <p:nvPr/>
          </p:nvSpPr>
          <p:spPr>
            <a:xfrm>
              <a:off x="5307550" y="2285382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6" name="pt10506"/>
            <p:cNvSpPr/>
            <p:nvPr/>
          </p:nvSpPr>
          <p:spPr>
            <a:xfrm>
              <a:off x="6072805" y="2403403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7" name="pt10507"/>
            <p:cNvSpPr/>
            <p:nvPr/>
          </p:nvSpPr>
          <p:spPr>
            <a:xfrm>
              <a:off x="5944932" y="169427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8" name="pt10508"/>
            <p:cNvSpPr/>
            <p:nvPr/>
          </p:nvSpPr>
          <p:spPr>
            <a:xfrm>
              <a:off x="6357645" y="2318755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9" name="pt10509"/>
            <p:cNvSpPr/>
            <p:nvPr/>
          </p:nvSpPr>
          <p:spPr>
            <a:xfrm>
              <a:off x="7173190" y="163385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0" name="pt10510"/>
            <p:cNvSpPr/>
            <p:nvPr/>
          </p:nvSpPr>
          <p:spPr>
            <a:xfrm>
              <a:off x="6302007" y="1974781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1" name="pt10511"/>
            <p:cNvSpPr/>
            <p:nvPr/>
          </p:nvSpPr>
          <p:spPr>
            <a:xfrm>
              <a:off x="6110984" y="2227789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2" name="pt10512"/>
            <p:cNvSpPr/>
            <p:nvPr/>
          </p:nvSpPr>
          <p:spPr>
            <a:xfrm>
              <a:off x="5440105" y="2121659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3" name="pt10513"/>
            <p:cNvSpPr/>
            <p:nvPr/>
          </p:nvSpPr>
          <p:spPr>
            <a:xfrm>
              <a:off x="5656544" y="220246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4" name="pt10514"/>
            <p:cNvSpPr/>
            <p:nvPr/>
          </p:nvSpPr>
          <p:spPr>
            <a:xfrm>
              <a:off x="6719677" y="2015143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5" name="pt10515"/>
            <p:cNvSpPr/>
            <p:nvPr/>
          </p:nvSpPr>
          <p:spPr>
            <a:xfrm>
              <a:off x="7212742" y="186603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6" name="pt10516"/>
            <p:cNvSpPr/>
            <p:nvPr/>
          </p:nvSpPr>
          <p:spPr>
            <a:xfrm>
              <a:off x="6707493" y="2165459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7" name="pt10517"/>
            <p:cNvSpPr/>
            <p:nvPr/>
          </p:nvSpPr>
          <p:spPr>
            <a:xfrm>
              <a:off x="6064891" y="2387768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8" name="pt10518"/>
            <p:cNvSpPr/>
            <p:nvPr/>
          </p:nvSpPr>
          <p:spPr>
            <a:xfrm>
              <a:off x="6042161" y="2400035"/>
              <a:ext cx="16849" cy="16849"/>
            </a:xfrm>
            <a:prstGeom prst="ellipse">
              <a:avLst/>
            </a:prstGeom>
            <a:solidFill>
              <a:srgbClr val="28A983">
                <a:alpha val="45098"/>
              </a:srgbClr>
            </a:solidFill>
            <a:ln w="7363" cap="rnd">
              <a:solidFill>
                <a:srgbClr val="28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9" name="pt10519"/>
            <p:cNvSpPr/>
            <p:nvPr/>
          </p:nvSpPr>
          <p:spPr>
            <a:xfrm>
              <a:off x="5665364" y="2463259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0" name="pt10520"/>
            <p:cNvSpPr/>
            <p:nvPr/>
          </p:nvSpPr>
          <p:spPr>
            <a:xfrm>
              <a:off x="5380851" y="2501211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1" name="pt10521"/>
            <p:cNvSpPr/>
            <p:nvPr/>
          </p:nvSpPr>
          <p:spPr>
            <a:xfrm>
              <a:off x="6124775" y="2324867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2" name="pt10522"/>
            <p:cNvSpPr/>
            <p:nvPr/>
          </p:nvSpPr>
          <p:spPr>
            <a:xfrm>
              <a:off x="6799330" y="1729962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3" name="pt10523"/>
            <p:cNvSpPr/>
            <p:nvPr/>
          </p:nvSpPr>
          <p:spPr>
            <a:xfrm>
              <a:off x="6354807" y="2222563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4" name="pt10524"/>
            <p:cNvSpPr/>
            <p:nvPr/>
          </p:nvSpPr>
          <p:spPr>
            <a:xfrm>
              <a:off x="5432815" y="2434769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5" name="pt10525"/>
            <p:cNvSpPr/>
            <p:nvPr/>
          </p:nvSpPr>
          <p:spPr>
            <a:xfrm>
              <a:off x="6333175" y="226660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6" name="pt10526"/>
            <p:cNvSpPr/>
            <p:nvPr/>
          </p:nvSpPr>
          <p:spPr>
            <a:xfrm>
              <a:off x="7010435" y="1557388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7" name="pt10527"/>
            <p:cNvSpPr/>
            <p:nvPr/>
          </p:nvSpPr>
          <p:spPr>
            <a:xfrm>
              <a:off x="5656228" y="2384020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8" name="pt10528"/>
            <p:cNvSpPr/>
            <p:nvPr/>
          </p:nvSpPr>
          <p:spPr>
            <a:xfrm>
              <a:off x="6572971" y="2168080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9" name="pt10529"/>
            <p:cNvSpPr/>
            <p:nvPr/>
          </p:nvSpPr>
          <p:spPr>
            <a:xfrm>
              <a:off x="5670425" y="2429217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0" name="pt10530"/>
            <p:cNvSpPr/>
            <p:nvPr/>
          </p:nvSpPr>
          <p:spPr>
            <a:xfrm>
              <a:off x="6777133" y="1846483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1" name="pt10531"/>
            <p:cNvSpPr/>
            <p:nvPr/>
          </p:nvSpPr>
          <p:spPr>
            <a:xfrm>
              <a:off x="6404360" y="215861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2" name="pt10532"/>
            <p:cNvSpPr/>
            <p:nvPr/>
          </p:nvSpPr>
          <p:spPr>
            <a:xfrm>
              <a:off x="6927476" y="1734601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3" name="pt10533"/>
            <p:cNvSpPr/>
            <p:nvPr/>
          </p:nvSpPr>
          <p:spPr>
            <a:xfrm>
              <a:off x="6152704" y="2346091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4" name="pt10534"/>
            <p:cNvSpPr/>
            <p:nvPr/>
          </p:nvSpPr>
          <p:spPr>
            <a:xfrm>
              <a:off x="5578008" y="2477064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5" name="pt10535"/>
            <p:cNvSpPr/>
            <p:nvPr/>
          </p:nvSpPr>
          <p:spPr>
            <a:xfrm>
              <a:off x="6915857" y="1908353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6" name="pt10536"/>
            <p:cNvSpPr/>
            <p:nvPr/>
          </p:nvSpPr>
          <p:spPr>
            <a:xfrm>
              <a:off x="5975565" y="2451566"/>
              <a:ext cx="16849" cy="16849"/>
            </a:xfrm>
            <a:prstGeom prst="ellipse">
              <a:avLst/>
            </a:prstGeom>
            <a:solidFill>
              <a:srgbClr val="2A9488">
                <a:alpha val="45098"/>
              </a:srgbClr>
            </a:solidFill>
            <a:ln w="7363" cap="rnd">
              <a:solidFill>
                <a:srgbClr val="2A94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7" name="pt10537"/>
            <p:cNvSpPr/>
            <p:nvPr/>
          </p:nvSpPr>
          <p:spPr>
            <a:xfrm>
              <a:off x="6894986" y="1814165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8" name="pt10538"/>
            <p:cNvSpPr/>
            <p:nvPr/>
          </p:nvSpPr>
          <p:spPr>
            <a:xfrm>
              <a:off x="6084517" y="2334021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9" name="pt10539"/>
            <p:cNvSpPr/>
            <p:nvPr/>
          </p:nvSpPr>
          <p:spPr>
            <a:xfrm>
              <a:off x="5781444" y="1880616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0" name="pt10540"/>
            <p:cNvSpPr/>
            <p:nvPr/>
          </p:nvSpPr>
          <p:spPr>
            <a:xfrm>
              <a:off x="5726349" y="2466460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1" name="pt10541"/>
            <p:cNvSpPr/>
            <p:nvPr/>
          </p:nvSpPr>
          <p:spPr>
            <a:xfrm>
              <a:off x="6568604" y="2118724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2" name="pt10542"/>
            <p:cNvSpPr/>
            <p:nvPr/>
          </p:nvSpPr>
          <p:spPr>
            <a:xfrm>
              <a:off x="6417962" y="2294694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3" name="pt10543"/>
            <p:cNvSpPr/>
            <p:nvPr/>
          </p:nvSpPr>
          <p:spPr>
            <a:xfrm>
              <a:off x="6858761" y="1822405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4" name="pt10544"/>
            <p:cNvSpPr/>
            <p:nvPr/>
          </p:nvSpPr>
          <p:spPr>
            <a:xfrm>
              <a:off x="5844530" y="2392786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5" name="pt10545"/>
            <p:cNvSpPr/>
            <p:nvPr/>
          </p:nvSpPr>
          <p:spPr>
            <a:xfrm>
              <a:off x="5503804" y="2420978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6" name="pt10546"/>
            <p:cNvSpPr/>
            <p:nvPr/>
          </p:nvSpPr>
          <p:spPr>
            <a:xfrm>
              <a:off x="6233733" y="2346419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7" name="pt10547"/>
            <p:cNvSpPr/>
            <p:nvPr/>
          </p:nvSpPr>
          <p:spPr>
            <a:xfrm>
              <a:off x="6406472" y="2119679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8" name="pt10548"/>
            <p:cNvSpPr/>
            <p:nvPr/>
          </p:nvSpPr>
          <p:spPr>
            <a:xfrm>
              <a:off x="6463620" y="220757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9" name="pt10549"/>
            <p:cNvSpPr/>
            <p:nvPr/>
          </p:nvSpPr>
          <p:spPr>
            <a:xfrm>
              <a:off x="5806568" y="2179890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0" name="pt10550"/>
            <p:cNvSpPr/>
            <p:nvPr/>
          </p:nvSpPr>
          <p:spPr>
            <a:xfrm>
              <a:off x="6584469" y="226766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1" name="pt10551"/>
            <p:cNvSpPr/>
            <p:nvPr/>
          </p:nvSpPr>
          <p:spPr>
            <a:xfrm>
              <a:off x="5938490" y="1998482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2" name="pt10552"/>
            <p:cNvSpPr/>
            <p:nvPr/>
          </p:nvSpPr>
          <p:spPr>
            <a:xfrm>
              <a:off x="6100980" y="2293782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3" name="pt10553"/>
            <p:cNvSpPr/>
            <p:nvPr/>
          </p:nvSpPr>
          <p:spPr>
            <a:xfrm>
              <a:off x="6654197" y="2088902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4" name="pt10554"/>
            <p:cNvSpPr/>
            <p:nvPr/>
          </p:nvSpPr>
          <p:spPr>
            <a:xfrm>
              <a:off x="5447303" y="207987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5" name="pt10555"/>
            <p:cNvSpPr/>
            <p:nvPr/>
          </p:nvSpPr>
          <p:spPr>
            <a:xfrm>
              <a:off x="7062250" y="1558714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6" name="pt10556"/>
            <p:cNvSpPr/>
            <p:nvPr/>
          </p:nvSpPr>
          <p:spPr>
            <a:xfrm>
              <a:off x="5431951" y="237956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7" name="pt10557"/>
            <p:cNvSpPr/>
            <p:nvPr/>
          </p:nvSpPr>
          <p:spPr>
            <a:xfrm>
              <a:off x="4887340" y="281561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8" name="pt10558"/>
            <p:cNvSpPr/>
            <p:nvPr/>
          </p:nvSpPr>
          <p:spPr>
            <a:xfrm>
              <a:off x="6081246" y="240055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9" name="pt10559"/>
            <p:cNvSpPr/>
            <p:nvPr/>
          </p:nvSpPr>
          <p:spPr>
            <a:xfrm>
              <a:off x="6327621" y="2200451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0" name="pt10560"/>
            <p:cNvSpPr/>
            <p:nvPr/>
          </p:nvSpPr>
          <p:spPr>
            <a:xfrm>
              <a:off x="6856612" y="1883812"/>
              <a:ext cx="16849" cy="16849"/>
            </a:xfrm>
            <a:prstGeom prst="ellipse">
              <a:avLst/>
            </a:prstGeom>
            <a:solidFill>
              <a:srgbClr val="30AB80">
                <a:alpha val="45098"/>
              </a:srgbClr>
            </a:solidFill>
            <a:ln w="7363" cap="rnd">
              <a:solidFill>
                <a:srgbClr val="30AB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1" name="pt10561"/>
            <p:cNvSpPr/>
            <p:nvPr/>
          </p:nvSpPr>
          <p:spPr>
            <a:xfrm>
              <a:off x="6244358" y="2296547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2" name="pt10562"/>
            <p:cNvSpPr/>
            <p:nvPr/>
          </p:nvSpPr>
          <p:spPr>
            <a:xfrm>
              <a:off x="6024382" y="1986164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3" name="pt10563"/>
            <p:cNvSpPr/>
            <p:nvPr/>
          </p:nvSpPr>
          <p:spPr>
            <a:xfrm>
              <a:off x="6431276" y="1983111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4" name="pt10564"/>
            <p:cNvSpPr/>
            <p:nvPr/>
          </p:nvSpPr>
          <p:spPr>
            <a:xfrm>
              <a:off x="6590095" y="2076245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5" name="pt10565"/>
            <p:cNvSpPr/>
            <p:nvPr/>
          </p:nvSpPr>
          <p:spPr>
            <a:xfrm>
              <a:off x="6131568" y="2351686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6" name="pt10566"/>
            <p:cNvSpPr/>
            <p:nvPr/>
          </p:nvSpPr>
          <p:spPr>
            <a:xfrm>
              <a:off x="7141029" y="1517875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7" name="pt10567"/>
            <p:cNvSpPr/>
            <p:nvPr/>
          </p:nvSpPr>
          <p:spPr>
            <a:xfrm>
              <a:off x="6695199" y="214087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8" name="pt10568"/>
            <p:cNvSpPr/>
            <p:nvPr/>
          </p:nvSpPr>
          <p:spPr>
            <a:xfrm>
              <a:off x="5431175" y="2488532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9" name="pt10569"/>
            <p:cNvSpPr/>
            <p:nvPr/>
          </p:nvSpPr>
          <p:spPr>
            <a:xfrm>
              <a:off x="5915368" y="2122752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0" name="pt10570"/>
            <p:cNvSpPr/>
            <p:nvPr/>
          </p:nvSpPr>
          <p:spPr>
            <a:xfrm>
              <a:off x="5248842" y="2581966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1" name="pt10571"/>
            <p:cNvSpPr/>
            <p:nvPr/>
          </p:nvSpPr>
          <p:spPr>
            <a:xfrm>
              <a:off x="6240801" y="2332675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2" name="pt10572"/>
            <p:cNvSpPr/>
            <p:nvPr/>
          </p:nvSpPr>
          <p:spPr>
            <a:xfrm>
              <a:off x="5757262" y="1979900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3" name="pt10573"/>
            <p:cNvSpPr/>
            <p:nvPr/>
          </p:nvSpPr>
          <p:spPr>
            <a:xfrm>
              <a:off x="7374612" y="1251575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4" name="pt10574"/>
            <p:cNvSpPr/>
            <p:nvPr/>
          </p:nvSpPr>
          <p:spPr>
            <a:xfrm>
              <a:off x="6014279" y="2520758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5" name="pt10575"/>
            <p:cNvSpPr/>
            <p:nvPr/>
          </p:nvSpPr>
          <p:spPr>
            <a:xfrm>
              <a:off x="6138886" y="2419058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6" name="pt10576"/>
            <p:cNvSpPr/>
            <p:nvPr/>
          </p:nvSpPr>
          <p:spPr>
            <a:xfrm>
              <a:off x="5699866" y="2389500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7" name="pt10577"/>
            <p:cNvSpPr/>
            <p:nvPr/>
          </p:nvSpPr>
          <p:spPr>
            <a:xfrm>
              <a:off x="6782166" y="1911009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8" name="pt10578"/>
            <p:cNvSpPr/>
            <p:nvPr/>
          </p:nvSpPr>
          <p:spPr>
            <a:xfrm>
              <a:off x="5518266" y="2505606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9" name="pt10579"/>
            <p:cNvSpPr/>
            <p:nvPr/>
          </p:nvSpPr>
          <p:spPr>
            <a:xfrm>
              <a:off x="6281420" y="2062804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0" name="pt10580"/>
            <p:cNvSpPr/>
            <p:nvPr/>
          </p:nvSpPr>
          <p:spPr>
            <a:xfrm>
              <a:off x="5754824" y="2045047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1" name="pt10581"/>
            <p:cNvSpPr/>
            <p:nvPr/>
          </p:nvSpPr>
          <p:spPr>
            <a:xfrm>
              <a:off x="5923487" y="2194574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2" name="pt10582"/>
            <p:cNvSpPr/>
            <p:nvPr/>
          </p:nvSpPr>
          <p:spPr>
            <a:xfrm>
              <a:off x="6626603" y="2097380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3" name="pt10583"/>
            <p:cNvSpPr/>
            <p:nvPr/>
          </p:nvSpPr>
          <p:spPr>
            <a:xfrm>
              <a:off x="5357232" y="2439360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4" name="pt10584"/>
            <p:cNvSpPr/>
            <p:nvPr/>
          </p:nvSpPr>
          <p:spPr>
            <a:xfrm>
              <a:off x="6115159" y="2220438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5" name="pt10585"/>
            <p:cNvSpPr/>
            <p:nvPr/>
          </p:nvSpPr>
          <p:spPr>
            <a:xfrm>
              <a:off x="5649911" y="233603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6" name="pt10586"/>
            <p:cNvSpPr/>
            <p:nvPr/>
          </p:nvSpPr>
          <p:spPr>
            <a:xfrm>
              <a:off x="6158027" y="232209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7" name="pt10587"/>
            <p:cNvSpPr/>
            <p:nvPr/>
          </p:nvSpPr>
          <p:spPr>
            <a:xfrm>
              <a:off x="6075297" y="2360224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8" name="pt10588"/>
            <p:cNvSpPr/>
            <p:nvPr/>
          </p:nvSpPr>
          <p:spPr>
            <a:xfrm>
              <a:off x="6506673" y="2117137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9" name="pt10589"/>
            <p:cNvSpPr/>
            <p:nvPr/>
          </p:nvSpPr>
          <p:spPr>
            <a:xfrm>
              <a:off x="6231132" y="2180279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0" name="pt10590"/>
            <p:cNvSpPr/>
            <p:nvPr/>
          </p:nvSpPr>
          <p:spPr>
            <a:xfrm>
              <a:off x="6550201" y="2108609"/>
              <a:ext cx="16849" cy="16849"/>
            </a:xfrm>
            <a:prstGeom prst="ellipse">
              <a:avLst/>
            </a:prstGeom>
            <a:solidFill>
              <a:srgbClr val="6FC95C">
                <a:alpha val="45098"/>
              </a:srgbClr>
            </a:solidFill>
            <a:ln w="7363" cap="rnd">
              <a:solidFill>
                <a:srgbClr val="6FC95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1" name="pt10591"/>
            <p:cNvSpPr/>
            <p:nvPr/>
          </p:nvSpPr>
          <p:spPr>
            <a:xfrm>
              <a:off x="6902023" y="1867610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2" name="pt10592"/>
            <p:cNvSpPr/>
            <p:nvPr/>
          </p:nvSpPr>
          <p:spPr>
            <a:xfrm>
              <a:off x="6583866" y="227449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3" name="pt10593"/>
            <p:cNvSpPr/>
            <p:nvPr/>
          </p:nvSpPr>
          <p:spPr>
            <a:xfrm>
              <a:off x="6497568" y="2071863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4" name="pt10594"/>
            <p:cNvSpPr/>
            <p:nvPr/>
          </p:nvSpPr>
          <p:spPr>
            <a:xfrm>
              <a:off x="6701551" y="206771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5" name="pt10595"/>
            <p:cNvSpPr/>
            <p:nvPr/>
          </p:nvSpPr>
          <p:spPr>
            <a:xfrm>
              <a:off x="5816505" y="2504461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6" name="pt10596"/>
            <p:cNvSpPr/>
            <p:nvPr/>
          </p:nvSpPr>
          <p:spPr>
            <a:xfrm>
              <a:off x="5855099" y="2076262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7" name="pt10597"/>
            <p:cNvSpPr/>
            <p:nvPr/>
          </p:nvSpPr>
          <p:spPr>
            <a:xfrm>
              <a:off x="6174877" y="2253399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8" name="pt10598"/>
            <p:cNvSpPr/>
            <p:nvPr/>
          </p:nvSpPr>
          <p:spPr>
            <a:xfrm>
              <a:off x="5861054" y="2104883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9" name="pt10599"/>
            <p:cNvSpPr/>
            <p:nvPr/>
          </p:nvSpPr>
          <p:spPr>
            <a:xfrm>
              <a:off x="6255702" y="226749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0" name="pt10600"/>
            <p:cNvSpPr/>
            <p:nvPr/>
          </p:nvSpPr>
          <p:spPr>
            <a:xfrm>
              <a:off x="5522488" y="238012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1" name="pt10601"/>
            <p:cNvSpPr/>
            <p:nvPr/>
          </p:nvSpPr>
          <p:spPr>
            <a:xfrm>
              <a:off x="6271951" y="247627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2" name="pt10602"/>
            <p:cNvSpPr/>
            <p:nvPr/>
          </p:nvSpPr>
          <p:spPr>
            <a:xfrm>
              <a:off x="6243626" y="2325296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3" name="pt10603"/>
            <p:cNvSpPr/>
            <p:nvPr/>
          </p:nvSpPr>
          <p:spPr>
            <a:xfrm>
              <a:off x="6977875" y="1638226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4" name="pt10604"/>
            <p:cNvSpPr/>
            <p:nvPr/>
          </p:nvSpPr>
          <p:spPr>
            <a:xfrm>
              <a:off x="7098364" y="1503805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5" name="pt10605"/>
            <p:cNvSpPr/>
            <p:nvPr/>
          </p:nvSpPr>
          <p:spPr>
            <a:xfrm>
              <a:off x="6316438" y="222895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6" name="pt10606"/>
            <p:cNvSpPr/>
            <p:nvPr/>
          </p:nvSpPr>
          <p:spPr>
            <a:xfrm>
              <a:off x="6415324" y="232080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7" name="pt10607"/>
            <p:cNvSpPr/>
            <p:nvPr/>
          </p:nvSpPr>
          <p:spPr>
            <a:xfrm>
              <a:off x="4992242" y="3030820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8" name="pt10608"/>
            <p:cNvSpPr/>
            <p:nvPr/>
          </p:nvSpPr>
          <p:spPr>
            <a:xfrm>
              <a:off x="5259300" y="2372467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9" name="pt10609"/>
            <p:cNvSpPr/>
            <p:nvPr/>
          </p:nvSpPr>
          <p:spPr>
            <a:xfrm>
              <a:off x="6316932" y="2176439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0" name="pt10610"/>
            <p:cNvSpPr/>
            <p:nvPr/>
          </p:nvSpPr>
          <p:spPr>
            <a:xfrm>
              <a:off x="6680730" y="2134636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1" name="pt10611"/>
            <p:cNvSpPr/>
            <p:nvPr/>
          </p:nvSpPr>
          <p:spPr>
            <a:xfrm>
              <a:off x="6784677" y="1502483"/>
              <a:ext cx="16849" cy="16849"/>
            </a:xfrm>
            <a:prstGeom prst="ellipse">
              <a:avLst/>
            </a:prstGeom>
            <a:solidFill>
              <a:srgbClr val="2C898B">
                <a:alpha val="45098"/>
              </a:srgbClr>
            </a:solidFill>
            <a:ln w="7363" cap="rnd">
              <a:solidFill>
                <a:srgbClr val="2C89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2" name="pt10612"/>
            <p:cNvSpPr/>
            <p:nvPr/>
          </p:nvSpPr>
          <p:spPr>
            <a:xfrm>
              <a:off x="5711263" y="2472320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3" name="pt10613"/>
            <p:cNvSpPr/>
            <p:nvPr/>
          </p:nvSpPr>
          <p:spPr>
            <a:xfrm>
              <a:off x="5406032" y="2483878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4" name="pt10614"/>
            <p:cNvSpPr/>
            <p:nvPr/>
          </p:nvSpPr>
          <p:spPr>
            <a:xfrm>
              <a:off x="5956547" y="219222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5" name="pt10615"/>
            <p:cNvSpPr/>
            <p:nvPr/>
          </p:nvSpPr>
          <p:spPr>
            <a:xfrm>
              <a:off x="5572939" y="2474163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6" name="pt10616"/>
            <p:cNvSpPr/>
            <p:nvPr/>
          </p:nvSpPr>
          <p:spPr>
            <a:xfrm>
              <a:off x="6284883" y="220702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7" name="pt10617"/>
            <p:cNvSpPr/>
            <p:nvPr/>
          </p:nvSpPr>
          <p:spPr>
            <a:xfrm>
              <a:off x="6808752" y="1796663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8" name="pt10618"/>
            <p:cNvSpPr/>
            <p:nvPr/>
          </p:nvSpPr>
          <p:spPr>
            <a:xfrm>
              <a:off x="6243832" y="2411512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9" name="pt10619"/>
            <p:cNvSpPr/>
            <p:nvPr/>
          </p:nvSpPr>
          <p:spPr>
            <a:xfrm>
              <a:off x="6303059" y="1918252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0" name="pt10620"/>
            <p:cNvSpPr/>
            <p:nvPr/>
          </p:nvSpPr>
          <p:spPr>
            <a:xfrm>
              <a:off x="5623259" y="241573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1" name="pt10621"/>
            <p:cNvSpPr/>
            <p:nvPr/>
          </p:nvSpPr>
          <p:spPr>
            <a:xfrm>
              <a:off x="6242988" y="2307596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2" name="pt10622"/>
            <p:cNvSpPr/>
            <p:nvPr/>
          </p:nvSpPr>
          <p:spPr>
            <a:xfrm>
              <a:off x="6146978" y="230685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3" name="pt10623"/>
            <p:cNvSpPr/>
            <p:nvPr/>
          </p:nvSpPr>
          <p:spPr>
            <a:xfrm>
              <a:off x="7028629" y="182788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4" name="pt10624"/>
            <p:cNvSpPr/>
            <p:nvPr/>
          </p:nvSpPr>
          <p:spPr>
            <a:xfrm>
              <a:off x="5614085" y="2569693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5" name="pt10625"/>
            <p:cNvSpPr/>
            <p:nvPr/>
          </p:nvSpPr>
          <p:spPr>
            <a:xfrm>
              <a:off x="6305640" y="2211903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6" name="pt10626"/>
            <p:cNvSpPr/>
            <p:nvPr/>
          </p:nvSpPr>
          <p:spPr>
            <a:xfrm>
              <a:off x="6450455" y="1988064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7" name="pt10627"/>
            <p:cNvSpPr/>
            <p:nvPr/>
          </p:nvSpPr>
          <p:spPr>
            <a:xfrm>
              <a:off x="6160762" y="2344569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8" name="pt10628"/>
            <p:cNvSpPr/>
            <p:nvPr/>
          </p:nvSpPr>
          <p:spPr>
            <a:xfrm>
              <a:off x="6551293" y="226545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9" name="pt10629"/>
            <p:cNvSpPr/>
            <p:nvPr/>
          </p:nvSpPr>
          <p:spPr>
            <a:xfrm>
              <a:off x="6236210" y="2416200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0" name="pt10630"/>
            <p:cNvSpPr/>
            <p:nvPr/>
          </p:nvSpPr>
          <p:spPr>
            <a:xfrm>
              <a:off x="6578270" y="2199086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1" name="pt10631"/>
            <p:cNvSpPr/>
            <p:nvPr/>
          </p:nvSpPr>
          <p:spPr>
            <a:xfrm>
              <a:off x="5532970" y="2171052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2" name="pt10632"/>
            <p:cNvSpPr/>
            <p:nvPr/>
          </p:nvSpPr>
          <p:spPr>
            <a:xfrm>
              <a:off x="6118083" y="2169570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3" name="pt10633"/>
            <p:cNvSpPr/>
            <p:nvPr/>
          </p:nvSpPr>
          <p:spPr>
            <a:xfrm>
              <a:off x="5973456" y="2315010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4" name="pt10634"/>
            <p:cNvSpPr/>
            <p:nvPr/>
          </p:nvSpPr>
          <p:spPr>
            <a:xfrm>
              <a:off x="6120540" y="234292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5" name="pt10635"/>
            <p:cNvSpPr/>
            <p:nvPr/>
          </p:nvSpPr>
          <p:spPr>
            <a:xfrm>
              <a:off x="5691665" y="2233758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6" name="pt10636"/>
            <p:cNvSpPr/>
            <p:nvPr/>
          </p:nvSpPr>
          <p:spPr>
            <a:xfrm>
              <a:off x="6875949" y="1921753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7" name="pt10637"/>
            <p:cNvSpPr/>
            <p:nvPr/>
          </p:nvSpPr>
          <p:spPr>
            <a:xfrm>
              <a:off x="6176168" y="2235905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8" name="pt10638"/>
            <p:cNvSpPr/>
            <p:nvPr/>
          </p:nvSpPr>
          <p:spPr>
            <a:xfrm>
              <a:off x="5726780" y="2341909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9" name="pt10639"/>
            <p:cNvSpPr/>
            <p:nvPr/>
          </p:nvSpPr>
          <p:spPr>
            <a:xfrm>
              <a:off x="5792448" y="2015575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0" name="pt10640"/>
            <p:cNvSpPr/>
            <p:nvPr/>
          </p:nvSpPr>
          <p:spPr>
            <a:xfrm>
              <a:off x="6576585" y="224597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1" name="pt10641"/>
            <p:cNvSpPr/>
            <p:nvPr/>
          </p:nvSpPr>
          <p:spPr>
            <a:xfrm>
              <a:off x="6510223" y="2181605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2" name="pt10642"/>
            <p:cNvSpPr/>
            <p:nvPr/>
          </p:nvSpPr>
          <p:spPr>
            <a:xfrm>
              <a:off x="6557807" y="2127575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3" name="pt10643"/>
            <p:cNvSpPr/>
            <p:nvPr/>
          </p:nvSpPr>
          <p:spPr>
            <a:xfrm>
              <a:off x="6043226" y="2335962"/>
              <a:ext cx="16849" cy="16849"/>
            </a:xfrm>
            <a:prstGeom prst="ellipse">
              <a:avLst/>
            </a:prstGeom>
            <a:solidFill>
              <a:srgbClr val="6FC95C">
                <a:alpha val="45098"/>
              </a:srgbClr>
            </a:solidFill>
            <a:ln w="7363" cap="rnd">
              <a:solidFill>
                <a:srgbClr val="6FC95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4" name="pt10644"/>
            <p:cNvSpPr/>
            <p:nvPr/>
          </p:nvSpPr>
          <p:spPr>
            <a:xfrm>
              <a:off x="5857670" y="2084412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5" name="pt10645"/>
            <p:cNvSpPr/>
            <p:nvPr/>
          </p:nvSpPr>
          <p:spPr>
            <a:xfrm>
              <a:off x="6403388" y="2068448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6" name="pt10646"/>
            <p:cNvSpPr/>
            <p:nvPr/>
          </p:nvSpPr>
          <p:spPr>
            <a:xfrm>
              <a:off x="6454608" y="1893277"/>
              <a:ext cx="16849" cy="16849"/>
            </a:xfrm>
            <a:prstGeom prst="ellipse">
              <a:avLst/>
            </a:prstGeom>
            <a:solidFill>
              <a:srgbClr val="24A485">
                <a:alpha val="45098"/>
              </a:srgbClr>
            </a:solidFill>
            <a:ln w="7363" cap="rnd">
              <a:solidFill>
                <a:srgbClr val="24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7" name="pt10647"/>
            <p:cNvSpPr/>
            <p:nvPr/>
          </p:nvSpPr>
          <p:spPr>
            <a:xfrm>
              <a:off x="5638266" y="2494134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8" name="pt10648"/>
            <p:cNvSpPr/>
            <p:nvPr/>
          </p:nvSpPr>
          <p:spPr>
            <a:xfrm>
              <a:off x="6350779" y="218755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9" name="pt10649"/>
            <p:cNvSpPr/>
            <p:nvPr/>
          </p:nvSpPr>
          <p:spPr>
            <a:xfrm>
              <a:off x="6286098" y="2185194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0" name="pt10650"/>
            <p:cNvSpPr/>
            <p:nvPr/>
          </p:nvSpPr>
          <p:spPr>
            <a:xfrm>
              <a:off x="6345159" y="2118097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1" name="pt10651"/>
            <p:cNvSpPr/>
            <p:nvPr/>
          </p:nvSpPr>
          <p:spPr>
            <a:xfrm>
              <a:off x="6455452" y="187452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2" name="pt10652"/>
            <p:cNvSpPr/>
            <p:nvPr/>
          </p:nvSpPr>
          <p:spPr>
            <a:xfrm>
              <a:off x="6114045" y="2212474"/>
              <a:ext cx="16849" cy="16849"/>
            </a:xfrm>
            <a:prstGeom prst="ellipse">
              <a:avLst/>
            </a:prstGeom>
            <a:solidFill>
              <a:srgbClr val="57BB6E">
                <a:alpha val="45098"/>
              </a:srgbClr>
            </a:solidFill>
            <a:ln w="7363" cap="rnd">
              <a:solidFill>
                <a:srgbClr val="57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3" name="pt10653"/>
            <p:cNvSpPr/>
            <p:nvPr/>
          </p:nvSpPr>
          <p:spPr>
            <a:xfrm>
              <a:off x="5757696" y="1993918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4" name="pt10654"/>
            <p:cNvSpPr/>
            <p:nvPr/>
          </p:nvSpPr>
          <p:spPr>
            <a:xfrm>
              <a:off x="6434985" y="1886191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5" name="pt10655"/>
            <p:cNvSpPr/>
            <p:nvPr/>
          </p:nvSpPr>
          <p:spPr>
            <a:xfrm>
              <a:off x="6769407" y="2088791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6" name="pt10656"/>
            <p:cNvSpPr/>
            <p:nvPr/>
          </p:nvSpPr>
          <p:spPr>
            <a:xfrm>
              <a:off x="5741566" y="1956904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7" name="pt10657"/>
            <p:cNvSpPr/>
            <p:nvPr/>
          </p:nvSpPr>
          <p:spPr>
            <a:xfrm>
              <a:off x="6131104" y="2330656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8" name="pt10658"/>
            <p:cNvSpPr/>
            <p:nvPr/>
          </p:nvSpPr>
          <p:spPr>
            <a:xfrm>
              <a:off x="6157368" y="235896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9" name="pt10659"/>
            <p:cNvSpPr/>
            <p:nvPr/>
          </p:nvSpPr>
          <p:spPr>
            <a:xfrm>
              <a:off x="6243834" y="2302046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0" name="pt10660"/>
            <p:cNvSpPr/>
            <p:nvPr/>
          </p:nvSpPr>
          <p:spPr>
            <a:xfrm>
              <a:off x="6352476" y="2204058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1" name="pt10661"/>
            <p:cNvSpPr/>
            <p:nvPr/>
          </p:nvSpPr>
          <p:spPr>
            <a:xfrm>
              <a:off x="5556599" y="2535718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2" name="pt10662"/>
            <p:cNvSpPr/>
            <p:nvPr/>
          </p:nvSpPr>
          <p:spPr>
            <a:xfrm>
              <a:off x="5746680" y="2204111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3" name="pt10663"/>
            <p:cNvSpPr/>
            <p:nvPr/>
          </p:nvSpPr>
          <p:spPr>
            <a:xfrm>
              <a:off x="5320303" y="2184085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4" name="pt10664"/>
            <p:cNvSpPr/>
            <p:nvPr/>
          </p:nvSpPr>
          <p:spPr>
            <a:xfrm>
              <a:off x="7295083" y="2007134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5" name="pt10665"/>
            <p:cNvSpPr/>
            <p:nvPr/>
          </p:nvSpPr>
          <p:spPr>
            <a:xfrm>
              <a:off x="5559371" y="2430523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6" name="pt10666"/>
            <p:cNvSpPr/>
            <p:nvPr/>
          </p:nvSpPr>
          <p:spPr>
            <a:xfrm>
              <a:off x="6804997" y="178803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7" name="pt10667"/>
            <p:cNvSpPr/>
            <p:nvPr/>
          </p:nvSpPr>
          <p:spPr>
            <a:xfrm>
              <a:off x="5721654" y="2527428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8" name="pt10668"/>
            <p:cNvSpPr/>
            <p:nvPr/>
          </p:nvSpPr>
          <p:spPr>
            <a:xfrm>
              <a:off x="6043527" y="216901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9" name="pt10669"/>
            <p:cNvSpPr/>
            <p:nvPr/>
          </p:nvSpPr>
          <p:spPr>
            <a:xfrm>
              <a:off x="6646087" y="2080212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0" name="pt10670"/>
            <p:cNvSpPr/>
            <p:nvPr/>
          </p:nvSpPr>
          <p:spPr>
            <a:xfrm>
              <a:off x="6175370" y="232764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1" name="pt10671"/>
            <p:cNvSpPr/>
            <p:nvPr/>
          </p:nvSpPr>
          <p:spPr>
            <a:xfrm>
              <a:off x="5744672" y="2134949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2" name="pt10672"/>
            <p:cNvSpPr/>
            <p:nvPr/>
          </p:nvSpPr>
          <p:spPr>
            <a:xfrm>
              <a:off x="6316248" y="227771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3" name="pt10673"/>
            <p:cNvSpPr/>
            <p:nvPr/>
          </p:nvSpPr>
          <p:spPr>
            <a:xfrm>
              <a:off x="5779445" y="2077004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4" name="pt10674"/>
            <p:cNvSpPr/>
            <p:nvPr/>
          </p:nvSpPr>
          <p:spPr>
            <a:xfrm>
              <a:off x="6433478" y="1764494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5" name="pt10675"/>
            <p:cNvSpPr/>
            <p:nvPr/>
          </p:nvSpPr>
          <p:spPr>
            <a:xfrm>
              <a:off x="5598391" y="239194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6" name="pt10676"/>
            <p:cNvSpPr/>
            <p:nvPr/>
          </p:nvSpPr>
          <p:spPr>
            <a:xfrm>
              <a:off x="6449720" y="217100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7" name="pt10677"/>
            <p:cNvSpPr/>
            <p:nvPr/>
          </p:nvSpPr>
          <p:spPr>
            <a:xfrm>
              <a:off x="5671790" y="2437302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8" name="pt10678"/>
            <p:cNvSpPr/>
            <p:nvPr/>
          </p:nvSpPr>
          <p:spPr>
            <a:xfrm>
              <a:off x="6109986" y="2194192"/>
              <a:ext cx="16849" cy="16849"/>
            </a:xfrm>
            <a:prstGeom prst="ellipse">
              <a:avLst/>
            </a:prstGeom>
            <a:solidFill>
              <a:srgbClr val="2A9488">
                <a:alpha val="45098"/>
              </a:srgbClr>
            </a:solidFill>
            <a:ln w="7363" cap="rnd">
              <a:solidFill>
                <a:srgbClr val="2A94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9" name="pt10679"/>
            <p:cNvSpPr/>
            <p:nvPr/>
          </p:nvSpPr>
          <p:spPr>
            <a:xfrm>
              <a:off x="6561709" y="2113974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0" name="pt10680"/>
            <p:cNvSpPr/>
            <p:nvPr/>
          </p:nvSpPr>
          <p:spPr>
            <a:xfrm>
              <a:off x="6086253" y="2376016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1" name="pt10681"/>
            <p:cNvSpPr/>
            <p:nvPr/>
          </p:nvSpPr>
          <p:spPr>
            <a:xfrm>
              <a:off x="6076136" y="2385086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2" name="pt10682"/>
            <p:cNvSpPr/>
            <p:nvPr/>
          </p:nvSpPr>
          <p:spPr>
            <a:xfrm>
              <a:off x="6902959" y="1866495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3" name="pt10683"/>
            <p:cNvSpPr/>
            <p:nvPr/>
          </p:nvSpPr>
          <p:spPr>
            <a:xfrm>
              <a:off x="5987986" y="212915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4" name="pt10684"/>
            <p:cNvSpPr/>
            <p:nvPr/>
          </p:nvSpPr>
          <p:spPr>
            <a:xfrm>
              <a:off x="6430798" y="200474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5" name="pt10685"/>
            <p:cNvSpPr/>
            <p:nvPr/>
          </p:nvSpPr>
          <p:spPr>
            <a:xfrm>
              <a:off x="5728442" y="2416565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6" name="pt10686"/>
            <p:cNvSpPr/>
            <p:nvPr/>
          </p:nvSpPr>
          <p:spPr>
            <a:xfrm>
              <a:off x="6293288" y="1866611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7" name="pt10687"/>
            <p:cNvSpPr/>
            <p:nvPr/>
          </p:nvSpPr>
          <p:spPr>
            <a:xfrm>
              <a:off x="6429674" y="2006606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8" name="pt10688"/>
            <p:cNvSpPr/>
            <p:nvPr/>
          </p:nvSpPr>
          <p:spPr>
            <a:xfrm>
              <a:off x="6248719" y="2285513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9" name="pt10689"/>
            <p:cNvSpPr/>
            <p:nvPr/>
          </p:nvSpPr>
          <p:spPr>
            <a:xfrm>
              <a:off x="7064299" y="1509076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0" name="pt10690"/>
            <p:cNvSpPr/>
            <p:nvPr/>
          </p:nvSpPr>
          <p:spPr>
            <a:xfrm>
              <a:off x="5781018" y="2116552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1" name="pt10691"/>
            <p:cNvSpPr/>
            <p:nvPr/>
          </p:nvSpPr>
          <p:spPr>
            <a:xfrm>
              <a:off x="6853802" y="184562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2" name="pt10692"/>
            <p:cNvSpPr/>
            <p:nvPr/>
          </p:nvSpPr>
          <p:spPr>
            <a:xfrm>
              <a:off x="6116619" y="2230055"/>
              <a:ext cx="16849" cy="16849"/>
            </a:xfrm>
            <a:prstGeom prst="ellipse">
              <a:avLst/>
            </a:prstGeom>
            <a:solidFill>
              <a:srgbClr val="44B279">
                <a:alpha val="45098"/>
              </a:srgbClr>
            </a:solidFill>
            <a:ln w="7363" cap="rnd">
              <a:solidFill>
                <a:srgbClr val="44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3" name="pt10693"/>
            <p:cNvSpPr/>
            <p:nvPr/>
          </p:nvSpPr>
          <p:spPr>
            <a:xfrm>
              <a:off x="6687654" y="219062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4" name="pt10694"/>
            <p:cNvSpPr/>
            <p:nvPr/>
          </p:nvSpPr>
          <p:spPr>
            <a:xfrm>
              <a:off x="5924960" y="2026387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5" name="pt10695"/>
            <p:cNvSpPr/>
            <p:nvPr/>
          </p:nvSpPr>
          <p:spPr>
            <a:xfrm>
              <a:off x="6692843" y="211617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6" name="pt10696"/>
            <p:cNvSpPr/>
            <p:nvPr/>
          </p:nvSpPr>
          <p:spPr>
            <a:xfrm>
              <a:off x="6674377" y="2059633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7" name="pt10697"/>
            <p:cNvSpPr/>
            <p:nvPr/>
          </p:nvSpPr>
          <p:spPr>
            <a:xfrm>
              <a:off x="6317732" y="2232646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8" name="pt10698"/>
            <p:cNvSpPr/>
            <p:nvPr/>
          </p:nvSpPr>
          <p:spPr>
            <a:xfrm>
              <a:off x="5959377" y="2287757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9" name="pt10699"/>
            <p:cNvSpPr/>
            <p:nvPr/>
          </p:nvSpPr>
          <p:spPr>
            <a:xfrm>
              <a:off x="6377945" y="237792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0" name="pt10700"/>
            <p:cNvSpPr/>
            <p:nvPr/>
          </p:nvSpPr>
          <p:spPr>
            <a:xfrm>
              <a:off x="6406641" y="229148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1" name="pt10701"/>
            <p:cNvSpPr/>
            <p:nvPr/>
          </p:nvSpPr>
          <p:spPr>
            <a:xfrm>
              <a:off x="6422420" y="2255117"/>
              <a:ext cx="16849" cy="16849"/>
            </a:xfrm>
            <a:prstGeom prst="ellipse">
              <a:avLst/>
            </a:prstGeom>
            <a:solidFill>
              <a:srgbClr val="89D34E">
                <a:alpha val="45098"/>
              </a:srgbClr>
            </a:solidFill>
            <a:ln w="7363" cap="rnd">
              <a:solidFill>
                <a:srgbClr val="89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2" name="pt10702"/>
            <p:cNvSpPr/>
            <p:nvPr/>
          </p:nvSpPr>
          <p:spPr>
            <a:xfrm>
              <a:off x="5536007" y="198615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3" name="pt10703"/>
            <p:cNvSpPr/>
            <p:nvPr/>
          </p:nvSpPr>
          <p:spPr>
            <a:xfrm>
              <a:off x="5917054" y="188055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4" name="pt10704"/>
            <p:cNvSpPr/>
            <p:nvPr/>
          </p:nvSpPr>
          <p:spPr>
            <a:xfrm>
              <a:off x="6189239" y="2129827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5" name="pt10705"/>
            <p:cNvSpPr/>
            <p:nvPr/>
          </p:nvSpPr>
          <p:spPr>
            <a:xfrm>
              <a:off x="6235397" y="2279572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6" name="pt10706"/>
            <p:cNvSpPr/>
            <p:nvPr/>
          </p:nvSpPr>
          <p:spPr>
            <a:xfrm>
              <a:off x="5704764" y="243476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7" name="pt10707"/>
            <p:cNvSpPr/>
            <p:nvPr/>
          </p:nvSpPr>
          <p:spPr>
            <a:xfrm>
              <a:off x="5700307" y="2291186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8" name="pt10708"/>
            <p:cNvSpPr/>
            <p:nvPr/>
          </p:nvSpPr>
          <p:spPr>
            <a:xfrm>
              <a:off x="6170772" y="2252169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9" name="pt10709"/>
            <p:cNvSpPr/>
            <p:nvPr/>
          </p:nvSpPr>
          <p:spPr>
            <a:xfrm>
              <a:off x="7532835" y="1506569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0" name="pt10710"/>
            <p:cNvSpPr/>
            <p:nvPr/>
          </p:nvSpPr>
          <p:spPr>
            <a:xfrm>
              <a:off x="6301143" y="1875447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1" name="pt10711"/>
            <p:cNvSpPr/>
            <p:nvPr/>
          </p:nvSpPr>
          <p:spPr>
            <a:xfrm>
              <a:off x="6729828" y="1981208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2" name="pt10712"/>
            <p:cNvSpPr/>
            <p:nvPr/>
          </p:nvSpPr>
          <p:spPr>
            <a:xfrm>
              <a:off x="6653599" y="2043223"/>
              <a:ext cx="16849" cy="16849"/>
            </a:xfrm>
            <a:prstGeom prst="ellipse">
              <a:avLst/>
            </a:prstGeom>
            <a:solidFill>
              <a:srgbClr val="6FC95D">
                <a:alpha val="45098"/>
              </a:srgbClr>
            </a:solidFill>
            <a:ln w="7363" cap="rnd">
              <a:solidFill>
                <a:srgbClr val="6F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3" name="pt10713"/>
            <p:cNvSpPr/>
            <p:nvPr/>
          </p:nvSpPr>
          <p:spPr>
            <a:xfrm>
              <a:off x="6513514" y="2248078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4" name="pt10714"/>
            <p:cNvSpPr/>
            <p:nvPr/>
          </p:nvSpPr>
          <p:spPr>
            <a:xfrm>
              <a:off x="6418292" y="2250525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5" name="pt10715"/>
            <p:cNvSpPr/>
            <p:nvPr/>
          </p:nvSpPr>
          <p:spPr>
            <a:xfrm>
              <a:off x="5896496" y="2169101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6" name="pt10716"/>
            <p:cNvSpPr/>
            <p:nvPr/>
          </p:nvSpPr>
          <p:spPr>
            <a:xfrm>
              <a:off x="6582481" y="2206249"/>
              <a:ext cx="16849" cy="16849"/>
            </a:xfrm>
            <a:prstGeom prst="ellipse">
              <a:avLst/>
            </a:prstGeom>
            <a:solidFill>
              <a:srgbClr val="6EC95D">
                <a:alpha val="45098"/>
              </a:srgbClr>
            </a:solidFill>
            <a:ln w="7363" cap="rnd">
              <a:solidFill>
                <a:srgbClr val="6E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7" name="pt10717"/>
            <p:cNvSpPr/>
            <p:nvPr/>
          </p:nvSpPr>
          <p:spPr>
            <a:xfrm>
              <a:off x="5488269" y="2205446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8" name="pt10718"/>
            <p:cNvSpPr/>
            <p:nvPr/>
          </p:nvSpPr>
          <p:spPr>
            <a:xfrm>
              <a:off x="6272266" y="2419957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9" name="pt10719"/>
            <p:cNvSpPr/>
            <p:nvPr/>
          </p:nvSpPr>
          <p:spPr>
            <a:xfrm>
              <a:off x="6341675" y="2124277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0" name="pt10720"/>
            <p:cNvSpPr/>
            <p:nvPr/>
          </p:nvSpPr>
          <p:spPr>
            <a:xfrm>
              <a:off x="6193890" y="2235853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1" name="pt10721"/>
            <p:cNvSpPr/>
            <p:nvPr/>
          </p:nvSpPr>
          <p:spPr>
            <a:xfrm>
              <a:off x="5787022" y="1951797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2" name="pt10722"/>
            <p:cNvSpPr/>
            <p:nvPr/>
          </p:nvSpPr>
          <p:spPr>
            <a:xfrm>
              <a:off x="5891032" y="2222112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3" name="pt10723"/>
            <p:cNvSpPr/>
            <p:nvPr/>
          </p:nvSpPr>
          <p:spPr>
            <a:xfrm>
              <a:off x="5599681" y="2477625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4" name="pt10724"/>
            <p:cNvSpPr/>
            <p:nvPr/>
          </p:nvSpPr>
          <p:spPr>
            <a:xfrm>
              <a:off x="6223120" y="227307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5" name="pt10725"/>
            <p:cNvSpPr/>
            <p:nvPr/>
          </p:nvSpPr>
          <p:spPr>
            <a:xfrm>
              <a:off x="6838329" y="1914244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6" name="pt10726"/>
            <p:cNvSpPr/>
            <p:nvPr/>
          </p:nvSpPr>
          <p:spPr>
            <a:xfrm>
              <a:off x="6785500" y="1862753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7" name="pt10727"/>
            <p:cNvSpPr/>
            <p:nvPr/>
          </p:nvSpPr>
          <p:spPr>
            <a:xfrm>
              <a:off x="6830956" y="1865285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8" name="pt10728"/>
            <p:cNvSpPr/>
            <p:nvPr/>
          </p:nvSpPr>
          <p:spPr>
            <a:xfrm>
              <a:off x="6944582" y="179821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9" name="pt10729"/>
            <p:cNvSpPr/>
            <p:nvPr/>
          </p:nvSpPr>
          <p:spPr>
            <a:xfrm>
              <a:off x="5262582" y="2141199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0" name="pt10730"/>
            <p:cNvSpPr/>
            <p:nvPr/>
          </p:nvSpPr>
          <p:spPr>
            <a:xfrm>
              <a:off x="6377316" y="2337692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1" name="pt10731"/>
            <p:cNvSpPr/>
            <p:nvPr/>
          </p:nvSpPr>
          <p:spPr>
            <a:xfrm>
              <a:off x="6837906" y="1904452"/>
              <a:ext cx="16849" cy="16849"/>
            </a:xfrm>
            <a:prstGeom prst="ellipse">
              <a:avLst/>
            </a:prstGeom>
            <a:solidFill>
              <a:srgbClr val="77CF54">
                <a:alpha val="45098"/>
              </a:srgbClr>
            </a:solidFill>
            <a:ln w="7363" cap="rnd">
              <a:solidFill>
                <a:srgbClr val="77CF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2" name="pt10732"/>
            <p:cNvSpPr/>
            <p:nvPr/>
          </p:nvSpPr>
          <p:spPr>
            <a:xfrm>
              <a:off x="6077495" y="239193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3" name="pt10733"/>
            <p:cNvSpPr/>
            <p:nvPr/>
          </p:nvSpPr>
          <p:spPr>
            <a:xfrm>
              <a:off x="6298966" y="2008081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4" name="pt10734"/>
            <p:cNvSpPr/>
            <p:nvPr/>
          </p:nvSpPr>
          <p:spPr>
            <a:xfrm>
              <a:off x="6499993" y="2083626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5" name="pt10735"/>
            <p:cNvSpPr/>
            <p:nvPr/>
          </p:nvSpPr>
          <p:spPr>
            <a:xfrm>
              <a:off x="6344070" y="2240767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6" name="pt10736"/>
            <p:cNvSpPr/>
            <p:nvPr/>
          </p:nvSpPr>
          <p:spPr>
            <a:xfrm>
              <a:off x="5683416" y="2513781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7" name="pt10737"/>
            <p:cNvSpPr/>
            <p:nvPr/>
          </p:nvSpPr>
          <p:spPr>
            <a:xfrm>
              <a:off x="6715675" y="2010156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8" name="pt10738"/>
            <p:cNvSpPr/>
            <p:nvPr/>
          </p:nvSpPr>
          <p:spPr>
            <a:xfrm>
              <a:off x="5819782" y="2256171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9" name="pt10739"/>
            <p:cNvSpPr/>
            <p:nvPr/>
          </p:nvSpPr>
          <p:spPr>
            <a:xfrm>
              <a:off x="6164639" y="2336741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0" name="pt10740"/>
            <p:cNvSpPr/>
            <p:nvPr/>
          </p:nvSpPr>
          <p:spPr>
            <a:xfrm>
              <a:off x="6547045" y="2133271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1" name="pt10741"/>
            <p:cNvSpPr/>
            <p:nvPr/>
          </p:nvSpPr>
          <p:spPr>
            <a:xfrm>
              <a:off x="5680900" y="2526105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2" name="pt10742"/>
            <p:cNvSpPr/>
            <p:nvPr/>
          </p:nvSpPr>
          <p:spPr>
            <a:xfrm>
              <a:off x="5355445" y="2536150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3" name="pt10743"/>
            <p:cNvSpPr/>
            <p:nvPr/>
          </p:nvSpPr>
          <p:spPr>
            <a:xfrm>
              <a:off x="6009386" y="2453747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4" name="pt10744"/>
            <p:cNvSpPr/>
            <p:nvPr/>
          </p:nvSpPr>
          <p:spPr>
            <a:xfrm>
              <a:off x="6137423" y="2331640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5" name="pt10745"/>
            <p:cNvSpPr/>
            <p:nvPr/>
          </p:nvSpPr>
          <p:spPr>
            <a:xfrm>
              <a:off x="7020266" y="1859092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6" name="pt10746"/>
            <p:cNvSpPr/>
            <p:nvPr/>
          </p:nvSpPr>
          <p:spPr>
            <a:xfrm>
              <a:off x="6998425" y="1724774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7" name="pt10747"/>
            <p:cNvSpPr/>
            <p:nvPr/>
          </p:nvSpPr>
          <p:spPr>
            <a:xfrm>
              <a:off x="6499695" y="2212261"/>
              <a:ext cx="16849" cy="16849"/>
            </a:xfrm>
            <a:prstGeom prst="ellipse">
              <a:avLst/>
            </a:prstGeom>
            <a:solidFill>
              <a:srgbClr val="A5D847">
                <a:alpha val="45098"/>
              </a:srgbClr>
            </a:solidFill>
            <a:ln w="7363" cap="rnd">
              <a:solidFill>
                <a:srgbClr val="A5D84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8" name="pt10748"/>
            <p:cNvSpPr/>
            <p:nvPr/>
          </p:nvSpPr>
          <p:spPr>
            <a:xfrm>
              <a:off x="6568076" y="2229053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9" name="pt10749"/>
            <p:cNvSpPr/>
            <p:nvPr/>
          </p:nvSpPr>
          <p:spPr>
            <a:xfrm>
              <a:off x="6620631" y="230414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0" name="pt10750"/>
            <p:cNvSpPr/>
            <p:nvPr/>
          </p:nvSpPr>
          <p:spPr>
            <a:xfrm>
              <a:off x="5695840" y="2414951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1" name="pt10751"/>
            <p:cNvSpPr/>
            <p:nvPr/>
          </p:nvSpPr>
          <p:spPr>
            <a:xfrm>
              <a:off x="6171884" y="2265716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2" name="pt10752"/>
            <p:cNvSpPr/>
            <p:nvPr/>
          </p:nvSpPr>
          <p:spPr>
            <a:xfrm>
              <a:off x="6023755" y="200441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3" name="pt10753"/>
            <p:cNvSpPr/>
            <p:nvPr/>
          </p:nvSpPr>
          <p:spPr>
            <a:xfrm>
              <a:off x="5343143" y="1578560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4" name="pt10754"/>
            <p:cNvSpPr/>
            <p:nvPr/>
          </p:nvSpPr>
          <p:spPr>
            <a:xfrm>
              <a:off x="6482011" y="206355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5" name="pt10755"/>
            <p:cNvSpPr/>
            <p:nvPr/>
          </p:nvSpPr>
          <p:spPr>
            <a:xfrm>
              <a:off x="6966820" y="1954938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6" name="pt10756"/>
            <p:cNvSpPr/>
            <p:nvPr/>
          </p:nvSpPr>
          <p:spPr>
            <a:xfrm>
              <a:off x="5881982" y="2138824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7" name="pt10757"/>
            <p:cNvSpPr/>
            <p:nvPr/>
          </p:nvSpPr>
          <p:spPr>
            <a:xfrm>
              <a:off x="6453440" y="215050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8" name="pt10758"/>
            <p:cNvSpPr/>
            <p:nvPr/>
          </p:nvSpPr>
          <p:spPr>
            <a:xfrm>
              <a:off x="6834834" y="1698577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9" name="pt10759"/>
            <p:cNvSpPr/>
            <p:nvPr/>
          </p:nvSpPr>
          <p:spPr>
            <a:xfrm>
              <a:off x="6882701" y="1955408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0" name="pt10760"/>
            <p:cNvSpPr/>
            <p:nvPr/>
          </p:nvSpPr>
          <p:spPr>
            <a:xfrm>
              <a:off x="5815831" y="2541451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1" name="pt10761"/>
            <p:cNvSpPr/>
            <p:nvPr/>
          </p:nvSpPr>
          <p:spPr>
            <a:xfrm>
              <a:off x="6546290" y="2097543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2" name="pt10762"/>
            <p:cNvSpPr/>
            <p:nvPr/>
          </p:nvSpPr>
          <p:spPr>
            <a:xfrm>
              <a:off x="6196153" y="2240187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3" name="pt10763"/>
            <p:cNvSpPr/>
            <p:nvPr/>
          </p:nvSpPr>
          <p:spPr>
            <a:xfrm>
              <a:off x="5587903" y="1958082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4" name="pt10764"/>
            <p:cNvSpPr/>
            <p:nvPr/>
          </p:nvSpPr>
          <p:spPr>
            <a:xfrm>
              <a:off x="6247586" y="2317684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5" name="pt10765"/>
            <p:cNvSpPr/>
            <p:nvPr/>
          </p:nvSpPr>
          <p:spPr>
            <a:xfrm>
              <a:off x="5931533" y="178115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6" name="pt10766"/>
            <p:cNvSpPr/>
            <p:nvPr/>
          </p:nvSpPr>
          <p:spPr>
            <a:xfrm>
              <a:off x="6147471" y="2328533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7" name="pt10767"/>
            <p:cNvSpPr/>
            <p:nvPr/>
          </p:nvSpPr>
          <p:spPr>
            <a:xfrm>
              <a:off x="6179900" y="2244860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8" name="pt10768"/>
            <p:cNvSpPr/>
            <p:nvPr/>
          </p:nvSpPr>
          <p:spPr>
            <a:xfrm>
              <a:off x="6729301" y="184696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9" name="pt10769"/>
            <p:cNvSpPr/>
            <p:nvPr/>
          </p:nvSpPr>
          <p:spPr>
            <a:xfrm>
              <a:off x="6155893" y="2329165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0" name="pt10770"/>
            <p:cNvSpPr/>
            <p:nvPr/>
          </p:nvSpPr>
          <p:spPr>
            <a:xfrm>
              <a:off x="5902894" y="2243925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1" name="pt10771"/>
            <p:cNvSpPr/>
            <p:nvPr/>
          </p:nvSpPr>
          <p:spPr>
            <a:xfrm>
              <a:off x="5661148" y="2147589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2" name="pt10772"/>
            <p:cNvSpPr/>
            <p:nvPr/>
          </p:nvSpPr>
          <p:spPr>
            <a:xfrm>
              <a:off x="6017567" y="2466331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3" name="pt10773"/>
            <p:cNvSpPr/>
            <p:nvPr/>
          </p:nvSpPr>
          <p:spPr>
            <a:xfrm>
              <a:off x="5941207" y="1942146"/>
              <a:ext cx="16849" cy="16849"/>
            </a:xfrm>
            <a:prstGeom prst="ellipse">
              <a:avLst/>
            </a:prstGeom>
            <a:solidFill>
              <a:srgbClr val="C5DE3E">
                <a:alpha val="45098"/>
              </a:srgbClr>
            </a:solidFill>
            <a:ln w="7363" cap="rnd">
              <a:solidFill>
                <a:srgbClr val="C5DE3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4" name="pt10774"/>
            <p:cNvSpPr/>
            <p:nvPr/>
          </p:nvSpPr>
          <p:spPr>
            <a:xfrm>
              <a:off x="6512831" y="2041140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5" name="pt10775"/>
            <p:cNvSpPr/>
            <p:nvPr/>
          </p:nvSpPr>
          <p:spPr>
            <a:xfrm>
              <a:off x="7095224" y="1523043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6" name="pt10776"/>
            <p:cNvSpPr/>
            <p:nvPr/>
          </p:nvSpPr>
          <p:spPr>
            <a:xfrm>
              <a:off x="6952043" y="1798926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7" name="pt10777"/>
            <p:cNvSpPr/>
            <p:nvPr/>
          </p:nvSpPr>
          <p:spPr>
            <a:xfrm>
              <a:off x="6049122" y="2377643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8" name="pt10778"/>
            <p:cNvSpPr/>
            <p:nvPr/>
          </p:nvSpPr>
          <p:spPr>
            <a:xfrm>
              <a:off x="6135323" y="2314223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9" name="pt10779"/>
            <p:cNvSpPr/>
            <p:nvPr/>
          </p:nvSpPr>
          <p:spPr>
            <a:xfrm>
              <a:off x="6476234" y="218903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0" name="pt10780"/>
            <p:cNvSpPr/>
            <p:nvPr/>
          </p:nvSpPr>
          <p:spPr>
            <a:xfrm>
              <a:off x="5822422" y="2417105"/>
              <a:ext cx="16849" cy="16849"/>
            </a:xfrm>
            <a:prstGeom prst="ellipse">
              <a:avLst/>
            </a:prstGeom>
            <a:solidFill>
              <a:srgbClr val="55BA70">
                <a:alpha val="45098"/>
              </a:srgbClr>
            </a:solidFill>
            <a:ln w="7363" cap="rnd">
              <a:solidFill>
                <a:srgbClr val="55BA7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1" name="pt10781"/>
            <p:cNvSpPr/>
            <p:nvPr/>
          </p:nvSpPr>
          <p:spPr>
            <a:xfrm>
              <a:off x="6331662" y="2193867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2" name="pt10782"/>
            <p:cNvSpPr/>
            <p:nvPr/>
          </p:nvSpPr>
          <p:spPr>
            <a:xfrm>
              <a:off x="6319583" y="2119824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3" name="pt10783"/>
            <p:cNvSpPr/>
            <p:nvPr/>
          </p:nvSpPr>
          <p:spPr>
            <a:xfrm>
              <a:off x="6979628" y="1933591"/>
              <a:ext cx="16849" cy="16849"/>
            </a:xfrm>
            <a:prstGeom prst="ellipse">
              <a:avLst/>
            </a:prstGeom>
            <a:solidFill>
              <a:srgbClr val="63C266">
                <a:alpha val="45098"/>
              </a:srgbClr>
            </a:solidFill>
            <a:ln w="7363" cap="rnd">
              <a:solidFill>
                <a:srgbClr val="63C26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4" name="pt10784"/>
            <p:cNvSpPr/>
            <p:nvPr/>
          </p:nvSpPr>
          <p:spPr>
            <a:xfrm>
              <a:off x="6207885" y="2331992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5" name="pt10785"/>
            <p:cNvSpPr/>
            <p:nvPr/>
          </p:nvSpPr>
          <p:spPr>
            <a:xfrm>
              <a:off x="6282320" y="2215800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6" name="pt10786"/>
            <p:cNvSpPr/>
            <p:nvPr/>
          </p:nvSpPr>
          <p:spPr>
            <a:xfrm>
              <a:off x="5471878" y="2539066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7" name="pt10787"/>
            <p:cNvSpPr/>
            <p:nvPr/>
          </p:nvSpPr>
          <p:spPr>
            <a:xfrm>
              <a:off x="6520176" y="2261276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8" name="pt10788"/>
            <p:cNvSpPr/>
            <p:nvPr/>
          </p:nvSpPr>
          <p:spPr>
            <a:xfrm>
              <a:off x="5114448" y="2398293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9" name="pt10789"/>
            <p:cNvSpPr/>
            <p:nvPr/>
          </p:nvSpPr>
          <p:spPr>
            <a:xfrm>
              <a:off x="6206849" y="228522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0" name="pt10790"/>
            <p:cNvSpPr/>
            <p:nvPr/>
          </p:nvSpPr>
          <p:spPr>
            <a:xfrm>
              <a:off x="5986654" y="2553242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1" name="pt10791"/>
            <p:cNvSpPr/>
            <p:nvPr/>
          </p:nvSpPr>
          <p:spPr>
            <a:xfrm>
              <a:off x="6507600" y="2094487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2" name="pt10792"/>
            <p:cNvSpPr/>
            <p:nvPr/>
          </p:nvSpPr>
          <p:spPr>
            <a:xfrm>
              <a:off x="6031068" y="2154676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3" name="pt10793"/>
            <p:cNvSpPr/>
            <p:nvPr/>
          </p:nvSpPr>
          <p:spPr>
            <a:xfrm>
              <a:off x="6734630" y="2029529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4" name="pt10794"/>
            <p:cNvSpPr/>
            <p:nvPr/>
          </p:nvSpPr>
          <p:spPr>
            <a:xfrm>
              <a:off x="6043526" y="2304460"/>
              <a:ext cx="16849" cy="16849"/>
            </a:xfrm>
            <a:prstGeom prst="ellipse">
              <a:avLst/>
            </a:prstGeom>
            <a:solidFill>
              <a:srgbClr val="C5DE3E">
                <a:alpha val="45098"/>
              </a:srgbClr>
            </a:solidFill>
            <a:ln w="7363" cap="rnd">
              <a:solidFill>
                <a:srgbClr val="C5DE3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5" name="pt10795"/>
            <p:cNvSpPr/>
            <p:nvPr/>
          </p:nvSpPr>
          <p:spPr>
            <a:xfrm>
              <a:off x="6966597" y="158664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6" name="pt10796"/>
            <p:cNvSpPr/>
            <p:nvPr/>
          </p:nvSpPr>
          <p:spPr>
            <a:xfrm>
              <a:off x="6887669" y="173469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7" name="pt10797"/>
            <p:cNvSpPr/>
            <p:nvPr/>
          </p:nvSpPr>
          <p:spPr>
            <a:xfrm>
              <a:off x="7121084" y="142394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8" name="pt10798"/>
            <p:cNvSpPr/>
            <p:nvPr/>
          </p:nvSpPr>
          <p:spPr>
            <a:xfrm>
              <a:off x="6381050" y="2180413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9" name="pt10799"/>
            <p:cNvSpPr/>
            <p:nvPr/>
          </p:nvSpPr>
          <p:spPr>
            <a:xfrm>
              <a:off x="6384256" y="2271409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0" name="pt10800"/>
            <p:cNvSpPr/>
            <p:nvPr/>
          </p:nvSpPr>
          <p:spPr>
            <a:xfrm>
              <a:off x="6021105" y="209216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1" name="pt10801"/>
            <p:cNvSpPr/>
            <p:nvPr/>
          </p:nvSpPr>
          <p:spPr>
            <a:xfrm>
              <a:off x="6347405" y="2192620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2" name="pt10802"/>
            <p:cNvSpPr/>
            <p:nvPr/>
          </p:nvSpPr>
          <p:spPr>
            <a:xfrm>
              <a:off x="6478011" y="2013608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3" name="pt10803"/>
            <p:cNvSpPr/>
            <p:nvPr/>
          </p:nvSpPr>
          <p:spPr>
            <a:xfrm>
              <a:off x="5791699" y="2073789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4" name="pt10804"/>
            <p:cNvSpPr/>
            <p:nvPr/>
          </p:nvSpPr>
          <p:spPr>
            <a:xfrm>
              <a:off x="6892693" y="1811713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5" name="pt10805"/>
            <p:cNvSpPr/>
            <p:nvPr/>
          </p:nvSpPr>
          <p:spPr>
            <a:xfrm>
              <a:off x="6332148" y="2100066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6" name="pt10806"/>
            <p:cNvSpPr/>
            <p:nvPr/>
          </p:nvSpPr>
          <p:spPr>
            <a:xfrm>
              <a:off x="6024978" y="2174434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7" name="pt10807"/>
            <p:cNvSpPr/>
            <p:nvPr/>
          </p:nvSpPr>
          <p:spPr>
            <a:xfrm>
              <a:off x="5967267" y="2410052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8" name="pt10808"/>
            <p:cNvSpPr/>
            <p:nvPr/>
          </p:nvSpPr>
          <p:spPr>
            <a:xfrm>
              <a:off x="6839833" y="1938069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9" name="pt10809"/>
            <p:cNvSpPr/>
            <p:nvPr/>
          </p:nvSpPr>
          <p:spPr>
            <a:xfrm>
              <a:off x="6451408" y="2098626"/>
              <a:ext cx="16849" cy="16849"/>
            </a:xfrm>
            <a:prstGeom prst="ellipse">
              <a:avLst/>
            </a:prstGeom>
            <a:solidFill>
              <a:srgbClr val="49B476">
                <a:alpha val="45098"/>
              </a:srgbClr>
            </a:solidFill>
            <a:ln w="7363" cap="rnd">
              <a:solidFill>
                <a:srgbClr val="49B4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0" name="pt10810"/>
            <p:cNvSpPr/>
            <p:nvPr/>
          </p:nvSpPr>
          <p:spPr>
            <a:xfrm>
              <a:off x="6682739" y="2056765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1" name="pt10811"/>
            <p:cNvSpPr/>
            <p:nvPr/>
          </p:nvSpPr>
          <p:spPr>
            <a:xfrm>
              <a:off x="6952278" y="1884540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2" name="pt10812"/>
            <p:cNvSpPr/>
            <p:nvPr/>
          </p:nvSpPr>
          <p:spPr>
            <a:xfrm>
              <a:off x="6319533" y="2231119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3" name="pt10813"/>
            <p:cNvSpPr/>
            <p:nvPr/>
          </p:nvSpPr>
          <p:spPr>
            <a:xfrm>
              <a:off x="6240160" y="2285336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4" name="pt10814"/>
            <p:cNvSpPr/>
            <p:nvPr/>
          </p:nvSpPr>
          <p:spPr>
            <a:xfrm>
              <a:off x="5837901" y="2378034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5" name="pt10815"/>
            <p:cNvSpPr/>
            <p:nvPr/>
          </p:nvSpPr>
          <p:spPr>
            <a:xfrm>
              <a:off x="6161561" y="2360068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6" name="pt10816"/>
            <p:cNvSpPr/>
            <p:nvPr/>
          </p:nvSpPr>
          <p:spPr>
            <a:xfrm>
              <a:off x="6245747" y="2310182"/>
              <a:ext cx="16849" cy="16849"/>
            </a:xfrm>
            <a:prstGeom prst="ellipse">
              <a:avLst/>
            </a:prstGeom>
            <a:solidFill>
              <a:srgbClr val="32AC80">
                <a:alpha val="45098"/>
              </a:srgbClr>
            </a:solidFill>
            <a:ln w="7363" cap="rnd">
              <a:solidFill>
                <a:srgbClr val="32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7" name="pt10817"/>
            <p:cNvSpPr/>
            <p:nvPr/>
          </p:nvSpPr>
          <p:spPr>
            <a:xfrm>
              <a:off x="5829726" y="2206297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8" name="pt10818"/>
            <p:cNvSpPr/>
            <p:nvPr/>
          </p:nvSpPr>
          <p:spPr>
            <a:xfrm>
              <a:off x="6276076" y="2139454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9" name="pt10819"/>
            <p:cNvSpPr/>
            <p:nvPr/>
          </p:nvSpPr>
          <p:spPr>
            <a:xfrm>
              <a:off x="5582884" y="2066114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0" name="pt10820"/>
            <p:cNvSpPr/>
            <p:nvPr/>
          </p:nvSpPr>
          <p:spPr>
            <a:xfrm>
              <a:off x="5558752" y="2551406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1" name="pt10821"/>
            <p:cNvSpPr/>
            <p:nvPr/>
          </p:nvSpPr>
          <p:spPr>
            <a:xfrm>
              <a:off x="6565966" y="2075284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2" name="pt10822"/>
            <p:cNvSpPr/>
            <p:nvPr/>
          </p:nvSpPr>
          <p:spPr>
            <a:xfrm>
              <a:off x="6645853" y="2116174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3" name="pt10823"/>
            <p:cNvSpPr/>
            <p:nvPr/>
          </p:nvSpPr>
          <p:spPr>
            <a:xfrm>
              <a:off x="6440616" y="1881214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4" name="pt10824"/>
            <p:cNvSpPr/>
            <p:nvPr/>
          </p:nvSpPr>
          <p:spPr>
            <a:xfrm>
              <a:off x="6153978" y="229264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5" name="pt10825"/>
            <p:cNvSpPr/>
            <p:nvPr/>
          </p:nvSpPr>
          <p:spPr>
            <a:xfrm>
              <a:off x="6273905" y="214767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6" name="pt10826"/>
            <p:cNvSpPr/>
            <p:nvPr/>
          </p:nvSpPr>
          <p:spPr>
            <a:xfrm>
              <a:off x="6615536" y="2205721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7" name="pt10827"/>
            <p:cNvSpPr/>
            <p:nvPr/>
          </p:nvSpPr>
          <p:spPr>
            <a:xfrm>
              <a:off x="6611547" y="2215590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8" name="pt10828"/>
            <p:cNvSpPr/>
            <p:nvPr/>
          </p:nvSpPr>
          <p:spPr>
            <a:xfrm>
              <a:off x="6174041" y="2267701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9" name="pt10829"/>
            <p:cNvSpPr/>
            <p:nvPr/>
          </p:nvSpPr>
          <p:spPr>
            <a:xfrm>
              <a:off x="6298236" y="1963285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0" name="pt10830"/>
            <p:cNvSpPr/>
            <p:nvPr/>
          </p:nvSpPr>
          <p:spPr>
            <a:xfrm>
              <a:off x="6244230" y="233028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1" name="pt10831"/>
            <p:cNvSpPr/>
            <p:nvPr/>
          </p:nvSpPr>
          <p:spPr>
            <a:xfrm>
              <a:off x="6458951" y="2103569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2" name="pt10832"/>
            <p:cNvSpPr/>
            <p:nvPr/>
          </p:nvSpPr>
          <p:spPr>
            <a:xfrm>
              <a:off x="6425600" y="1856946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3" name="pt10833"/>
            <p:cNvSpPr/>
            <p:nvPr/>
          </p:nvSpPr>
          <p:spPr>
            <a:xfrm>
              <a:off x="5688007" y="2374097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4" name="pt10834"/>
            <p:cNvSpPr/>
            <p:nvPr/>
          </p:nvSpPr>
          <p:spPr>
            <a:xfrm>
              <a:off x="6599917" y="217855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5" name="pt10835"/>
            <p:cNvSpPr/>
            <p:nvPr/>
          </p:nvSpPr>
          <p:spPr>
            <a:xfrm>
              <a:off x="5695039" y="241763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6" name="pt10836"/>
            <p:cNvSpPr/>
            <p:nvPr/>
          </p:nvSpPr>
          <p:spPr>
            <a:xfrm>
              <a:off x="5413956" y="2293281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7" name="pt10837"/>
            <p:cNvSpPr/>
            <p:nvPr/>
          </p:nvSpPr>
          <p:spPr>
            <a:xfrm>
              <a:off x="6841952" y="1761847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8" name="pt10838"/>
            <p:cNvSpPr/>
            <p:nvPr/>
          </p:nvSpPr>
          <p:spPr>
            <a:xfrm>
              <a:off x="6465179" y="204088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9" name="pt10839"/>
            <p:cNvSpPr/>
            <p:nvPr/>
          </p:nvSpPr>
          <p:spPr>
            <a:xfrm>
              <a:off x="6623226" y="2146177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0" name="pt10840"/>
            <p:cNvSpPr/>
            <p:nvPr/>
          </p:nvSpPr>
          <p:spPr>
            <a:xfrm>
              <a:off x="5695279" y="2407266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1" name="pt10841"/>
            <p:cNvSpPr/>
            <p:nvPr/>
          </p:nvSpPr>
          <p:spPr>
            <a:xfrm>
              <a:off x="6061192" y="2301162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2" name="pt10842"/>
            <p:cNvSpPr/>
            <p:nvPr/>
          </p:nvSpPr>
          <p:spPr>
            <a:xfrm>
              <a:off x="6399589" y="231405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3" name="pt10843"/>
            <p:cNvSpPr/>
            <p:nvPr/>
          </p:nvSpPr>
          <p:spPr>
            <a:xfrm>
              <a:off x="6296479" y="1951853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4" name="pt10844"/>
            <p:cNvSpPr/>
            <p:nvPr/>
          </p:nvSpPr>
          <p:spPr>
            <a:xfrm>
              <a:off x="6234913" y="2331226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5" name="pt10845"/>
            <p:cNvSpPr/>
            <p:nvPr/>
          </p:nvSpPr>
          <p:spPr>
            <a:xfrm>
              <a:off x="5550063" y="2442033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6" name="pt10846"/>
            <p:cNvSpPr/>
            <p:nvPr/>
          </p:nvSpPr>
          <p:spPr>
            <a:xfrm>
              <a:off x="6599222" y="2098200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7" name="pt10847"/>
            <p:cNvSpPr/>
            <p:nvPr/>
          </p:nvSpPr>
          <p:spPr>
            <a:xfrm>
              <a:off x="5796850" y="212547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8" name="pt10848"/>
            <p:cNvSpPr/>
            <p:nvPr/>
          </p:nvSpPr>
          <p:spPr>
            <a:xfrm>
              <a:off x="6528353" y="2110210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9" name="pt10849"/>
            <p:cNvSpPr/>
            <p:nvPr/>
          </p:nvSpPr>
          <p:spPr>
            <a:xfrm>
              <a:off x="5919755" y="194548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0" name="pt10850"/>
            <p:cNvSpPr/>
            <p:nvPr/>
          </p:nvSpPr>
          <p:spPr>
            <a:xfrm>
              <a:off x="6124201" y="2290235"/>
              <a:ext cx="16849" cy="16849"/>
            </a:xfrm>
            <a:prstGeom prst="ellipse">
              <a:avLst/>
            </a:prstGeom>
            <a:solidFill>
              <a:srgbClr val="4FB773">
                <a:alpha val="45098"/>
              </a:srgbClr>
            </a:solidFill>
            <a:ln w="7363" cap="rnd">
              <a:solidFill>
                <a:srgbClr val="4FB7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1" name="pt10851"/>
            <p:cNvSpPr/>
            <p:nvPr/>
          </p:nvSpPr>
          <p:spPr>
            <a:xfrm>
              <a:off x="6301301" y="1941678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2" name="pt10852"/>
            <p:cNvSpPr/>
            <p:nvPr/>
          </p:nvSpPr>
          <p:spPr>
            <a:xfrm>
              <a:off x="6208506" y="227328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3" name="pt10853"/>
            <p:cNvSpPr/>
            <p:nvPr/>
          </p:nvSpPr>
          <p:spPr>
            <a:xfrm>
              <a:off x="5540425" y="2123759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4" name="pt10854"/>
            <p:cNvSpPr/>
            <p:nvPr/>
          </p:nvSpPr>
          <p:spPr>
            <a:xfrm>
              <a:off x="5987585" y="2256999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5" name="pt10855"/>
            <p:cNvSpPr/>
            <p:nvPr/>
          </p:nvSpPr>
          <p:spPr>
            <a:xfrm>
              <a:off x="6430150" y="1905362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6" name="pt10856"/>
            <p:cNvSpPr/>
            <p:nvPr/>
          </p:nvSpPr>
          <p:spPr>
            <a:xfrm>
              <a:off x="6223599" y="2278793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7" name="pt10857"/>
            <p:cNvSpPr/>
            <p:nvPr/>
          </p:nvSpPr>
          <p:spPr>
            <a:xfrm>
              <a:off x="6022218" y="2290319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8" name="pt10858"/>
            <p:cNvSpPr/>
            <p:nvPr/>
          </p:nvSpPr>
          <p:spPr>
            <a:xfrm>
              <a:off x="5958630" y="2314112"/>
              <a:ext cx="16849" cy="16849"/>
            </a:xfrm>
            <a:prstGeom prst="ellipse">
              <a:avLst/>
            </a:prstGeom>
            <a:solidFill>
              <a:srgbClr val="44B279">
                <a:alpha val="45098"/>
              </a:srgbClr>
            </a:solidFill>
            <a:ln w="7363" cap="rnd">
              <a:solidFill>
                <a:srgbClr val="44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9" name="pt10859"/>
            <p:cNvSpPr/>
            <p:nvPr/>
          </p:nvSpPr>
          <p:spPr>
            <a:xfrm>
              <a:off x="5865278" y="2076551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0" name="pt10860"/>
            <p:cNvSpPr/>
            <p:nvPr/>
          </p:nvSpPr>
          <p:spPr>
            <a:xfrm>
              <a:off x="7044541" y="1839877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1" name="pt10861"/>
            <p:cNvSpPr/>
            <p:nvPr/>
          </p:nvSpPr>
          <p:spPr>
            <a:xfrm>
              <a:off x="6231596" y="2268675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2" name="pt10862"/>
            <p:cNvSpPr/>
            <p:nvPr/>
          </p:nvSpPr>
          <p:spPr>
            <a:xfrm>
              <a:off x="5578633" y="2433837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3" name="pt10863"/>
            <p:cNvSpPr/>
            <p:nvPr/>
          </p:nvSpPr>
          <p:spPr>
            <a:xfrm>
              <a:off x="6813467" y="1692624"/>
              <a:ext cx="16849" cy="16849"/>
            </a:xfrm>
            <a:prstGeom prst="ellipse">
              <a:avLst/>
            </a:prstGeom>
            <a:solidFill>
              <a:srgbClr val="5CBE6B">
                <a:alpha val="45098"/>
              </a:srgbClr>
            </a:solidFill>
            <a:ln w="7363" cap="rnd">
              <a:solidFill>
                <a:srgbClr val="5CBE6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4" name="pt10864"/>
            <p:cNvSpPr/>
            <p:nvPr/>
          </p:nvSpPr>
          <p:spPr>
            <a:xfrm>
              <a:off x="6135003" y="2349307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5" name="pt10865"/>
            <p:cNvSpPr/>
            <p:nvPr/>
          </p:nvSpPr>
          <p:spPr>
            <a:xfrm>
              <a:off x="5357136" y="2449489"/>
              <a:ext cx="16849" cy="16849"/>
            </a:xfrm>
            <a:prstGeom prst="ellipse">
              <a:avLst/>
            </a:prstGeom>
            <a:solidFill>
              <a:srgbClr val="66C364">
                <a:alpha val="45098"/>
              </a:srgbClr>
            </a:solidFill>
            <a:ln w="7363" cap="rnd">
              <a:solidFill>
                <a:srgbClr val="66C36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6" name="pt10866"/>
            <p:cNvSpPr/>
            <p:nvPr/>
          </p:nvSpPr>
          <p:spPr>
            <a:xfrm>
              <a:off x="6596174" y="234922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7" name="pt10867"/>
            <p:cNvSpPr/>
            <p:nvPr/>
          </p:nvSpPr>
          <p:spPr>
            <a:xfrm>
              <a:off x="5664176" y="241405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8" name="pt10868"/>
            <p:cNvSpPr/>
            <p:nvPr/>
          </p:nvSpPr>
          <p:spPr>
            <a:xfrm>
              <a:off x="6395123" y="2134859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9" name="pt10869"/>
            <p:cNvSpPr/>
            <p:nvPr/>
          </p:nvSpPr>
          <p:spPr>
            <a:xfrm>
              <a:off x="5569353" y="2441584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0" name="pt10870"/>
            <p:cNvSpPr/>
            <p:nvPr/>
          </p:nvSpPr>
          <p:spPr>
            <a:xfrm>
              <a:off x="6170152" y="225324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1" name="pt10871"/>
            <p:cNvSpPr/>
            <p:nvPr/>
          </p:nvSpPr>
          <p:spPr>
            <a:xfrm>
              <a:off x="5998968" y="2563887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2" name="pt10872"/>
            <p:cNvSpPr/>
            <p:nvPr/>
          </p:nvSpPr>
          <p:spPr>
            <a:xfrm>
              <a:off x="5641767" y="2359154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3" name="pt10873"/>
            <p:cNvSpPr/>
            <p:nvPr/>
          </p:nvSpPr>
          <p:spPr>
            <a:xfrm>
              <a:off x="6202955" y="2150349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4" name="pt10874"/>
            <p:cNvSpPr/>
            <p:nvPr/>
          </p:nvSpPr>
          <p:spPr>
            <a:xfrm>
              <a:off x="6133546" y="232790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5" name="pt10875"/>
            <p:cNvSpPr/>
            <p:nvPr/>
          </p:nvSpPr>
          <p:spPr>
            <a:xfrm>
              <a:off x="6342414" y="2179512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6" name="pt10876"/>
            <p:cNvSpPr/>
            <p:nvPr/>
          </p:nvSpPr>
          <p:spPr>
            <a:xfrm>
              <a:off x="5792704" y="2124510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7" name="pt10877"/>
            <p:cNvSpPr/>
            <p:nvPr/>
          </p:nvSpPr>
          <p:spPr>
            <a:xfrm>
              <a:off x="6107320" y="2345200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8" name="pt10878"/>
            <p:cNvSpPr/>
            <p:nvPr/>
          </p:nvSpPr>
          <p:spPr>
            <a:xfrm>
              <a:off x="6545412" y="2167632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9" name="pt10879"/>
            <p:cNvSpPr/>
            <p:nvPr/>
          </p:nvSpPr>
          <p:spPr>
            <a:xfrm>
              <a:off x="4756035" y="2656108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0" name="pt10880"/>
            <p:cNvSpPr/>
            <p:nvPr/>
          </p:nvSpPr>
          <p:spPr>
            <a:xfrm>
              <a:off x="7355329" y="1764565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1" name="pt10881"/>
            <p:cNvSpPr/>
            <p:nvPr/>
          </p:nvSpPr>
          <p:spPr>
            <a:xfrm>
              <a:off x="5384144" y="239601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2" name="pt10882"/>
            <p:cNvSpPr/>
            <p:nvPr/>
          </p:nvSpPr>
          <p:spPr>
            <a:xfrm>
              <a:off x="6147437" y="2258156"/>
              <a:ext cx="16849" cy="16849"/>
            </a:xfrm>
            <a:prstGeom prst="ellipse">
              <a:avLst/>
            </a:prstGeom>
            <a:solidFill>
              <a:srgbClr val="59BC6D">
                <a:alpha val="45098"/>
              </a:srgbClr>
            </a:solidFill>
            <a:ln w="7363" cap="rnd">
              <a:solidFill>
                <a:srgbClr val="59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3" name="pt10883"/>
            <p:cNvSpPr/>
            <p:nvPr/>
          </p:nvSpPr>
          <p:spPr>
            <a:xfrm>
              <a:off x="6594503" y="2100383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4" name="pt10884"/>
            <p:cNvSpPr/>
            <p:nvPr/>
          </p:nvSpPr>
          <p:spPr>
            <a:xfrm>
              <a:off x="6264717" y="2398001"/>
              <a:ext cx="16849" cy="16849"/>
            </a:xfrm>
            <a:prstGeom prst="ellipse">
              <a:avLst/>
            </a:prstGeom>
            <a:solidFill>
              <a:srgbClr val="25A485">
                <a:alpha val="45098"/>
              </a:srgbClr>
            </a:solidFill>
            <a:ln w="7363" cap="rnd">
              <a:solidFill>
                <a:srgbClr val="25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5" name="pt10885"/>
            <p:cNvSpPr/>
            <p:nvPr/>
          </p:nvSpPr>
          <p:spPr>
            <a:xfrm>
              <a:off x="5592421" y="2426441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6" name="pt10886"/>
            <p:cNvSpPr/>
            <p:nvPr/>
          </p:nvSpPr>
          <p:spPr>
            <a:xfrm>
              <a:off x="6125295" y="2098281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7" name="pt10887"/>
            <p:cNvSpPr/>
            <p:nvPr/>
          </p:nvSpPr>
          <p:spPr>
            <a:xfrm>
              <a:off x="5700064" y="245580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8" name="pt10888"/>
            <p:cNvSpPr/>
            <p:nvPr/>
          </p:nvSpPr>
          <p:spPr>
            <a:xfrm>
              <a:off x="6062844" y="2390082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9" name="pt10889"/>
            <p:cNvSpPr/>
            <p:nvPr/>
          </p:nvSpPr>
          <p:spPr>
            <a:xfrm>
              <a:off x="5544842" y="2419176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0" name="pt10890"/>
            <p:cNvSpPr/>
            <p:nvPr/>
          </p:nvSpPr>
          <p:spPr>
            <a:xfrm>
              <a:off x="6149250" y="2265863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1" name="pt10891"/>
            <p:cNvSpPr/>
            <p:nvPr/>
          </p:nvSpPr>
          <p:spPr>
            <a:xfrm>
              <a:off x="6826139" y="1986777"/>
              <a:ext cx="16849" cy="16849"/>
            </a:xfrm>
            <a:prstGeom prst="ellipse">
              <a:avLst/>
            </a:prstGeom>
            <a:solidFill>
              <a:srgbClr val="CCDF3C">
                <a:alpha val="45098"/>
              </a:srgbClr>
            </a:solidFill>
            <a:ln w="7363" cap="rnd">
              <a:solidFill>
                <a:srgbClr val="CCDF3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2" name="pt10892"/>
            <p:cNvSpPr/>
            <p:nvPr/>
          </p:nvSpPr>
          <p:spPr>
            <a:xfrm>
              <a:off x="6415058" y="235179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3" name="pt10893"/>
            <p:cNvSpPr/>
            <p:nvPr/>
          </p:nvSpPr>
          <p:spPr>
            <a:xfrm>
              <a:off x="6568950" y="2051228"/>
              <a:ext cx="16849" cy="16849"/>
            </a:xfrm>
            <a:prstGeom prst="ellipse">
              <a:avLst/>
            </a:prstGeom>
            <a:solidFill>
              <a:srgbClr val="C0DD40">
                <a:alpha val="45098"/>
              </a:srgbClr>
            </a:solidFill>
            <a:ln w="7363" cap="rnd">
              <a:solidFill>
                <a:srgbClr val="C0DD4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4" name="pt10894"/>
            <p:cNvSpPr/>
            <p:nvPr/>
          </p:nvSpPr>
          <p:spPr>
            <a:xfrm>
              <a:off x="5383110" y="250705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5" name="pt10895"/>
            <p:cNvSpPr/>
            <p:nvPr/>
          </p:nvSpPr>
          <p:spPr>
            <a:xfrm>
              <a:off x="5552480" y="2332728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6" name="pt10896"/>
            <p:cNvSpPr/>
            <p:nvPr/>
          </p:nvSpPr>
          <p:spPr>
            <a:xfrm>
              <a:off x="5359733" y="2494466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7" name="pt10897"/>
            <p:cNvSpPr/>
            <p:nvPr/>
          </p:nvSpPr>
          <p:spPr>
            <a:xfrm>
              <a:off x="6282826" y="2168395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8" name="pt10898"/>
            <p:cNvSpPr/>
            <p:nvPr/>
          </p:nvSpPr>
          <p:spPr>
            <a:xfrm>
              <a:off x="5907092" y="2206115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9" name="pt10899"/>
            <p:cNvSpPr/>
            <p:nvPr/>
          </p:nvSpPr>
          <p:spPr>
            <a:xfrm>
              <a:off x="6704889" y="2113632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0" name="pt10900"/>
            <p:cNvSpPr/>
            <p:nvPr/>
          </p:nvSpPr>
          <p:spPr>
            <a:xfrm>
              <a:off x="6322280" y="2117942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1" name="pt10901"/>
            <p:cNvSpPr/>
            <p:nvPr/>
          </p:nvSpPr>
          <p:spPr>
            <a:xfrm>
              <a:off x="6852575" y="1924615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2" name="pt10902"/>
            <p:cNvSpPr/>
            <p:nvPr/>
          </p:nvSpPr>
          <p:spPr>
            <a:xfrm>
              <a:off x="5960332" y="213459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3" name="pt10903"/>
            <p:cNvSpPr/>
            <p:nvPr/>
          </p:nvSpPr>
          <p:spPr>
            <a:xfrm>
              <a:off x="5664264" y="2412228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4" name="pt10904"/>
            <p:cNvSpPr/>
            <p:nvPr/>
          </p:nvSpPr>
          <p:spPr>
            <a:xfrm>
              <a:off x="6196492" y="219881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5" name="pt10905"/>
            <p:cNvSpPr/>
            <p:nvPr/>
          </p:nvSpPr>
          <p:spPr>
            <a:xfrm>
              <a:off x="6286554" y="216261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6" name="pt10906"/>
            <p:cNvSpPr/>
            <p:nvPr/>
          </p:nvSpPr>
          <p:spPr>
            <a:xfrm>
              <a:off x="6898845" y="1849505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7" name="pt10907"/>
            <p:cNvSpPr/>
            <p:nvPr/>
          </p:nvSpPr>
          <p:spPr>
            <a:xfrm>
              <a:off x="6074144" y="242944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8" name="pt10908"/>
            <p:cNvSpPr/>
            <p:nvPr/>
          </p:nvSpPr>
          <p:spPr>
            <a:xfrm>
              <a:off x="6450508" y="2010112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9" name="pt10909"/>
            <p:cNvSpPr/>
            <p:nvPr/>
          </p:nvSpPr>
          <p:spPr>
            <a:xfrm>
              <a:off x="6249707" y="2327988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0" name="pt10910"/>
            <p:cNvSpPr/>
            <p:nvPr/>
          </p:nvSpPr>
          <p:spPr>
            <a:xfrm>
              <a:off x="6075711" y="235215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1" name="pt10911"/>
            <p:cNvSpPr/>
            <p:nvPr/>
          </p:nvSpPr>
          <p:spPr>
            <a:xfrm>
              <a:off x="6166176" y="223730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2" name="pt10912"/>
            <p:cNvSpPr/>
            <p:nvPr/>
          </p:nvSpPr>
          <p:spPr>
            <a:xfrm>
              <a:off x="6781918" y="193456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3" name="pt10913"/>
            <p:cNvSpPr/>
            <p:nvPr/>
          </p:nvSpPr>
          <p:spPr>
            <a:xfrm>
              <a:off x="6556043" y="2187469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4" name="pt10914"/>
            <p:cNvSpPr/>
            <p:nvPr/>
          </p:nvSpPr>
          <p:spPr>
            <a:xfrm>
              <a:off x="5426030" y="2405663"/>
              <a:ext cx="16849" cy="16849"/>
            </a:xfrm>
            <a:prstGeom prst="ellipse">
              <a:avLst/>
            </a:prstGeom>
            <a:solidFill>
              <a:srgbClr val="76CE56">
                <a:alpha val="45098"/>
              </a:srgbClr>
            </a:solidFill>
            <a:ln w="7363" cap="rnd">
              <a:solidFill>
                <a:srgbClr val="76CE5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5" name="pt10915"/>
            <p:cNvSpPr/>
            <p:nvPr/>
          </p:nvSpPr>
          <p:spPr>
            <a:xfrm>
              <a:off x="5418973" y="223166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6" name="pt10916"/>
            <p:cNvSpPr/>
            <p:nvPr/>
          </p:nvSpPr>
          <p:spPr>
            <a:xfrm>
              <a:off x="6152098" y="2087798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7" name="pt10917"/>
            <p:cNvSpPr/>
            <p:nvPr/>
          </p:nvSpPr>
          <p:spPr>
            <a:xfrm>
              <a:off x="6137937" y="2232013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8" name="pt10918"/>
            <p:cNvSpPr/>
            <p:nvPr/>
          </p:nvSpPr>
          <p:spPr>
            <a:xfrm>
              <a:off x="6101764" y="2282521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9" name="pt10919"/>
            <p:cNvSpPr/>
            <p:nvPr/>
          </p:nvSpPr>
          <p:spPr>
            <a:xfrm>
              <a:off x="6383034" y="2246792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0" name="pt10920"/>
            <p:cNvSpPr/>
            <p:nvPr/>
          </p:nvSpPr>
          <p:spPr>
            <a:xfrm>
              <a:off x="6104630" y="2316475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1" name="pt10921"/>
            <p:cNvSpPr/>
            <p:nvPr/>
          </p:nvSpPr>
          <p:spPr>
            <a:xfrm>
              <a:off x="6626310" y="2094596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2" name="pt10922"/>
            <p:cNvSpPr/>
            <p:nvPr/>
          </p:nvSpPr>
          <p:spPr>
            <a:xfrm>
              <a:off x="6347046" y="2207540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3" name="pt10923"/>
            <p:cNvSpPr/>
            <p:nvPr/>
          </p:nvSpPr>
          <p:spPr>
            <a:xfrm>
              <a:off x="5991794" y="238242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4" name="pt10924"/>
            <p:cNvSpPr/>
            <p:nvPr/>
          </p:nvSpPr>
          <p:spPr>
            <a:xfrm>
              <a:off x="6180614" y="2278754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5" name="pt10925"/>
            <p:cNvSpPr/>
            <p:nvPr/>
          </p:nvSpPr>
          <p:spPr>
            <a:xfrm>
              <a:off x="7247590" y="2042542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6" name="pt10926"/>
            <p:cNvSpPr/>
            <p:nvPr/>
          </p:nvSpPr>
          <p:spPr>
            <a:xfrm>
              <a:off x="6339243" y="2145001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7" name="pt10927"/>
            <p:cNvSpPr/>
            <p:nvPr/>
          </p:nvSpPr>
          <p:spPr>
            <a:xfrm>
              <a:off x="6220115" y="2313965"/>
              <a:ext cx="16849" cy="16849"/>
            </a:xfrm>
            <a:prstGeom prst="ellipse">
              <a:avLst/>
            </a:prstGeom>
            <a:solidFill>
              <a:srgbClr val="57BB6E">
                <a:alpha val="45098"/>
              </a:srgbClr>
            </a:solidFill>
            <a:ln w="7363" cap="rnd">
              <a:solidFill>
                <a:srgbClr val="57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8" name="pt10928"/>
            <p:cNvSpPr/>
            <p:nvPr/>
          </p:nvSpPr>
          <p:spPr>
            <a:xfrm>
              <a:off x="6752463" y="210031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9" name="pt10929"/>
            <p:cNvSpPr/>
            <p:nvPr/>
          </p:nvSpPr>
          <p:spPr>
            <a:xfrm>
              <a:off x="6680398" y="206994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0" name="pt10930"/>
            <p:cNvSpPr/>
            <p:nvPr/>
          </p:nvSpPr>
          <p:spPr>
            <a:xfrm>
              <a:off x="6041221" y="2310702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1" name="pt10931"/>
            <p:cNvSpPr/>
            <p:nvPr/>
          </p:nvSpPr>
          <p:spPr>
            <a:xfrm>
              <a:off x="7172230" y="1695356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2" name="pt10932"/>
            <p:cNvSpPr/>
            <p:nvPr/>
          </p:nvSpPr>
          <p:spPr>
            <a:xfrm>
              <a:off x="6008122" y="2365428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3" name="pt10933"/>
            <p:cNvSpPr/>
            <p:nvPr/>
          </p:nvSpPr>
          <p:spPr>
            <a:xfrm>
              <a:off x="5516647" y="2349771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4" name="pt10934"/>
            <p:cNvSpPr/>
            <p:nvPr/>
          </p:nvSpPr>
          <p:spPr>
            <a:xfrm>
              <a:off x="6472666" y="218903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5" name="pt10935"/>
            <p:cNvSpPr/>
            <p:nvPr/>
          </p:nvSpPr>
          <p:spPr>
            <a:xfrm>
              <a:off x="6503640" y="2044949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6" name="pt10936"/>
            <p:cNvSpPr/>
            <p:nvPr/>
          </p:nvSpPr>
          <p:spPr>
            <a:xfrm>
              <a:off x="7008162" y="1902975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7" name="pt10937"/>
            <p:cNvSpPr/>
            <p:nvPr/>
          </p:nvSpPr>
          <p:spPr>
            <a:xfrm>
              <a:off x="6968662" y="1715571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8" name="pt10938"/>
            <p:cNvSpPr/>
            <p:nvPr/>
          </p:nvSpPr>
          <p:spPr>
            <a:xfrm>
              <a:off x="6081723" y="2441479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9" name="pt10939"/>
            <p:cNvSpPr/>
            <p:nvPr/>
          </p:nvSpPr>
          <p:spPr>
            <a:xfrm>
              <a:off x="6618071" y="2210488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0" name="pt10940"/>
            <p:cNvSpPr/>
            <p:nvPr/>
          </p:nvSpPr>
          <p:spPr>
            <a:xfrm>
              <a:off x="6369865" y="2211180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1" name="pt10941"/>
            <p:cNvSpPr/>
            <p:nvPr/>
          </p:nvSpPr>
          <p:spPr>
            <a:xfrm>
              <a:off x="6247955" y="235943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2" name="pt10942"/>
            <p:cNvSpPr/>
            <p:nvPr/>
          </p:nvSpPr>
          <p:spPr>
            <a:xfrm>
              <a:off x="6777156" y="1768085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3" name="pt10943"/>
            <p:cNvSpPr/>
            <p:nvPr/>
          </p:nvSpPr>
          <p:spPr>
            <a:xfrm>
              <a:off x="6233298" y="2254797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4" name="pt10944"/>
            <p:cNvSpPr/>
            <p:nvPr/>
          </p:nvSpPr>
          <p:spPr>
            <a:xfrm>
              <a:off x="5958773" y="235833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5" name="pt10945"/>
            <p:cNvSpPr/>
            <p:nvPr/>
          </p:nvSpPr>
          <p:spPr>
            <a:xfrm>
              <a:off x="6639194" y="2075088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6" name="pt10946"/>
            <p:cNvSpPr/>
            <p:nvPr/>
          </p:nvSpPr>
          <p:spPr>
            <a:xfrm>
              <a:off x="5972292" y="2279819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7" name="pt10947"/>
            <p:cNvSpPr/>
            <p:nvPr/>
          </p:nvSpPr>
          <p:spPr>
            <a:xfrm>
              <a:off x="6164106" y="2122721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8" name="pt10948"/>
            <p:cNvSpPr/>
            <p:nvPr/>
          </p:nvSpPr>
          <p:spPr>
            <a:xfrm>
              <a:off x="5697640" y="2487811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9" name="pt10949"/>
            <p:cNvSpPr/>
            <p:nvPr/>
          </p:nvSpPr>
          <p:spPr>
            <a:xfrm>
              <a:off x="6575487" y="2212521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0" name="pt10950"/>
            <p:cNvSpPr/>
            <p:nvPr/>
          </p:nvSpPr>
          <p:spPr>
            <a:xfrm>
              <a:off x="5742900" y="2291955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1" name="pt10951"/>
            <p:cNvSpPr/>
            <p:nvPr/>
          </p:nvSpPr>
          <p:spPr>
            <a:xfrm>
              <a:off x="6270103" y="2249094"/>
              <a:ext cx="16849" cy="16849"/>
            </a:xfrm>
            <a:prstGeom prst="ellipse">
              <a:avLst/>
            </a:prstGeom>
            <a:solidFill>
              <a:srgbClr val="BBDC41">
                <a:alpha val="45098"/>
              </a:srgbClr>
            </a:solidFill>
            <a:ln w="7363" cap="rnd">
              <a:solidFill>
                <a:srgbClr val="BBDC4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2" name="pt10952"/>
            <p:cNvSpPr/>
            <p:nvPr/>
          </p:nvSpPr>
          <p:spPr>
            <a:xfrm>
              <a:off x="6217521" y="2249317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3" name="pt10953"/>
            <p:cNvSpPr/>
            <p:nvPr/>
          </p:nvSpPr>
          <p:spPr>
            <a:xfrm>
              <a:off x="6065478" y="243718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4" name="pt10954"/>
            <p:cNvSpPr/>
            <p:nvPr/>
          </p:nvSpPr>
          <p:spPr>
            <a:xfrm>
              <a:off x="6893398" y="1926326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5" name="pt10955"/>
            <p:cNvSpPr/>
            <p:nvPr/>
          </p:nvSpPr>
          <p:spPr>
            <a:xfrm>
              <a:off x="5928519" y="182645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6" name="pt10956"/>
            <p:cNvSpPr/>
            <p:nvPr/>
          </p:nvSpPr>
          <p:spPr>
            <a:xfrm>
              <a:off x="6436419" y="1869102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7" name="pt10957"/>
            <p:cNvSpPr/>
            <p:nvPr/>
          </p:nvSpPr>
          <p:spPr>
            <a:xfrm>
              <a:off x="6303022" y="2107372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8" name="pt10958"/>
            <p:cNvSpPr/>
            <p:nvPr/>
          </p:nvSpPr>
          <p:spPr>
            <a:xfrm>
              <a:off x="5786030" y="208705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9" name="pt10959"/>
            <p:cNvSpPr/>
            <p:nvPr/>
          </p:nvSpPr>
          <p:spPr>
            <a:xfrm>
              <a:off x="6585873" y="2310477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0" name="pt10960"/>
            <p:cNvSpPr/>
            <p:nvPr/>
          </p:nvSpPr>
          <p:spPr>
            <a:xfrm>
              <a:off x="6842976" y="187098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1" name="pt10961"/>
            <p:cNvSpPr/>
            <p:nvPr/>
          </p:nvSpPr>
          <p:spPr>
            <a:xfrm>
              <a:off x="6126856" y="236150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2" name="pt10962"/>
            <p:cNvSpPr/>
            <p:nvPr/>
          </p:nvSpPr>
          <p:spPr>
            <a:xfrm>
              <a:off x="5604962" y="248396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3" name="pt10963"/>
            <p:cNvSpPr/>
            <p:nvPr/>
          </p:nvSpPr>
          <p:spPr>
            <a:xfrm>
              <a:off x="6370023" y="2336478"/>
              <a:ext cx="16849" cy="16849"/>
            </a:xfrm>
            <a:prstGeom prst="ellipse">
              <a:avLst/>
            </a:prstGeom>
            <a:solidFill>
              <a:srgbClr val="38AE7E">
                <a:alpha val="45098"/>
              </a:srgbClr>
            </a:solidFill>
            <a:ln w="7363" cap="rnd">
              <a:solidFill>
                <a:srgbClr val="38AE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4" name="pt10964"/>
            <p:cNvSpPr/>
            <p:nvPr/>
          </p:nvSpPr>
          <p:spPr>
            <a:xfrm>
              <a:off x="6056225" y="2355391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5" name="pt10965"/>
            <p:cNvSpPr/>
            <p:nvPr/>
          </p:nvSpPr>
          <p:spPr>
            <a:xfrm>
              <a:off x="5350678" y="1818905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6" name="pt10966"/>
            <p:cNvSpPr/>
            <p:nvPr/>
          </p:nvSpPr>
          <p:spPr>
            <a:xfrm>
              <a:off x="6467800" y="220276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7" name="pt10967"/>
            <p:cNvSpPr/>
            <p:nvPr/>
          </p:nvSpPr>
          <p:spPr>
            <a:xfrm>
              <a:off x="6591860" y="2227571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8" name="pt10968"/>
            <p:cNvSpPr/>
            <p:nvPr/>
          </p:nvSpPr>
          <p:spPr>
            <a:xfrm>
              <a:off x="6767524" y="2085002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9" name="pt10969"/>
            <p:cNvSpPr/>
            <p:nvPr/>
          </p:nvSpPr>
          <p:spPr>
            <a:xfrm>
              <a:off x="6033084" y="2324143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0" name="pt10970"/>
            <p:cNvSpPr/>
            <p:nvPr/>
          </p:nvSpPr>
          <p:spPr>
            <a:xfrm>
              <a:off x="6503749" y="2212534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1" name="pt10971"/>
            <p:cNvSpPr/>
            <p:nvPr/>
          </p:nvSpPr>
          <p:spPr>
            <a:xfrm>
              <a:off x="6466629" y="1988881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2" name="pt10972"/>
            <p:cNvSpPr/>
            <p:nvPr/>
          </p:nvSpPr>
          <p:spPr>
            <a:xfrm>
              <a:off x="6486925" y="2078153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3" name="pt10973"/>
            <p:cNvSpPr/>
            <p:nvPr/>
          </p:nvSpPr>
          <p:spPr>
            <a:xfrm>
              <a:off x="5969285" y="2503827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4" name="pt10974"/>
            <p:cNvSpPr/>
            <p:nvPr/>
          </p:nvSpPr>
          <p:spPr>
            <a:xfrm>
              <a:off x="6583837" y="2094351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5" name="pt10975"/>
            <p:cNvSpPr/>
            <p:nvPr/>
          </p:nvSpPr>
          <p:spPr>
            <a:xfrm>
              <a:off x="6768102" y="2135831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6" name="pt10976"/>
            <p:cNvSpPr/>
            <p:nvPr/>
          </p:nvSpPr>
          <p:spPr>
            <a:xfrm>
              <a:off x="6528371" y="2369244"/>
              <a:ext cx="16849" cy="16849"/>
            </a:xfrm>
            <a:prstGeom prst="ellipse">
              <a:avLst/>
            </a:prstGeom>
            <a:solidFill>
              <a:srgbClr val="A5D847">
                <a:alpha val="45098"/>
              </a:srgbClr>
            </a:solidFill>
            <a:ln w="7363" cap="rnd">
              <a:solidFill>
                <a:srgbClr val="A5D84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7" name="pt10977"/>
            <p:cNvSpPr/>
            <p:nvPr/>
          </p:nvSpPr>
          <p:spPr>
            <a:xfrm>
              <a:off x="5705854" y="2456574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8" name="pt10978"/>
            <p:cNvSpPr/>
            <p:nvPr/>
          </p:nvSpPr>
          <p:spPr>
            <a:xfrm>
              <a:off x="6381243" y="2325834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9" name="pt10979"/>
            <p:cNvSpPr/>
            <p:nvPr/>
          </p:nvSpPr>
          <p:spPr>
            <a:xfrm>
              <a:off x="5069621" y="2348822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0" name="pt10980"/>
            <p:cNvSpPr/>
            <p:nvPr/>
          </p:nvSpPr>
          <p:spPr>
            <a:xfrm>
              <a:off x="6601283" y="226062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1" name="pt10981"/>
            <p:cNvSpPr/>
            <p:nvPr/>
          </p:nvSpPr>
          <p:spPr>
            <a:xfrm>
              <a:off x="6664647" y="1901512"/>
              <a:ext cx="16849" cy="16849"/>
            </a:xfrm>
            <a:prstGeom prst="ellipse">
              <a:avLst/>
            </a:prstGeom>
            <a:solidFill>
              <a:srgbClr val="5CBE6B">
                <a:alpha val="45098"/>
              </a:srgbClr>
            </a:solidFill>
            <a:ln w="7363" cap="rnd">
              <a:solidFill>
                <a:srgbClr val="5CBE6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2" name="pt10982"/>
            <p:cNvSpPr/>
            <p:nvPr/>
          </p:nvSpPr>
          <p:spPr>
            <a:xfrm>
              <a:off x="6624689" y="2178003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3" name="pt10983"/>
            <p:cNvSpPr/>
            <p:nvPr/>
          </p:nvSpPr>
          <p:spPr>
            <a:xfrm>
              <a:off x="6851095" y="1923258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4" name="pt10984"/>
            <p:cNvSpPr/>
            <p:nvPr/>
          </p:nvSpPr>
          <p:spPr>
            <a:xfrm>
              <a:off x="5286514" y="2396857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5" name="pt10985"/>
            <p:cNvSpPr/>
            <p:nvPr/>
          </p:nvSpPr>
          <p:spPr>
            <a:xfrm>
              <a:off x="5897504" y="2216773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6" name="pt10986"/>
            <p:cNvSpPr/>
            <p:nvPr/>
          </p:nvSpPr>
          <p:spPr>
            <a:xfrm>
              <a:off x="5894090" y="2219209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7" name="pt10987"/>
            <p:cNvSpPr/>
            <p:nvPr/>
          </p:nvSpPr>
          <p:spPr>
            <a:xfrm>
              <a:off x="5225901" y="2314548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8" name="pt10988"/>
            <p:cNvSpPr/>
            <p:nvPr/>
          </p:nvSpPr>
          <p:spPr>
            <a:xfrm>
              <a:off x="6683462" y="2079582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9" name="pt10989"/>
            <p:cNvSpPr/>
            <p:nvPr/>
          </p:nvSpPr>
          <p:spPr>
            <a:xfrm>
              <a:off x="7435858" y="140692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0" name="pt10990"/>
            <p:cNvSpPr/>
            <p:nvPr/>
          </p:nvSpPr>
          <p:spPr>
            <a:xfrm>
              <a:off x="5792283" y="2214701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1" name="pt10991"/>
            <p:cNvSpPr/>
            <p:nvPr/>
          </p:nvSpPr>
          <p:spPr>
            <a:xfrm>
              <a:off x="5876265" y="213540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2" name="pt10992"/>
            <p:cNvSpPr/>
            <p:nvPr/>
          </p:nvSpPr>
          <p:spPr>
            <a:xfrm>
              <a:off x="5542876" y="1958808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3" name="pt10993"/>
            <p:cNvSpPr/>
            <p:nvPr/>
          </p:nvSpPr>
          <p:spPr>
            <a:xfrm>
              <a:off x="6169250" y="237501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4" name="pt10994"/>
            <p:cNvSpPr/>
            <p:nvPr/>
          </p:nvSpPr>
          <p:spPr>
            <a:xfrm>
              <a:off x="6092110" y="2231913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5" name="pt10995"/>
            <p:cNvSpPr/>
            <p:nvPr/>
          </p:nvSpPr>
          <p:spPr>
            <a:xfrm>
              <a:off x="6410304" y="2208328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6" name="pt10996"/>
            <p:cNvSpPr/>
            <p:nvPr/>
          </p:nvSpPr>
          <p:spPr>
            <a:xfrm>
              <a:off x="6280898" y="2054805"/>
              <a:ext cx="16849" cy="16849"/>
            </a:xfrm>
            <a:prstGeom prst="ellipse">
              <a:avLst/>
            </a:prstGeom>
            <a:solidFill>
              <a:srgbClr val="25A485">
                <a:alpha val="45098"/>
              </a:srgbClr>
            </a:solidFill>
            <a:ln w="7363" cap="rnd">
              <a:solidFill>
                <a:srgbClr val="25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7" name="pt10997"/>
            <p:cNvSpPr/>
            <p:nvPr/>
          </p:nvSpPr>
          <p:spPr>
            <a:xfrm>
              <a:off x="5945667" y="2093211"/>
              <a:ext cx="16849" cy="16849"/>
            </a:xfrm>
            <a:prstGeom prst="ellipse">
              <a:avLst/>
            </a:prstGeom>
            <a:solidFill>
              <a:srgbClr val="2DAA81">
                <a:alpha val="45098"/>
              </a:srgbClr>
            </a:solidFill>
            <a:ln w="7363" cap="rnd">
              <a:solidFill>
                <a:srgbClr val="2DAA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8" name="pt10998"/>
            <p:cNvSpPr/>
            <p:nvPr/>
          </p:nvSpPr>
          <p:spPr>
            <a:xfrm>
              <a:off x="6234670" y="2256827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9" name="pt10999"/>
            <p:cNvSpPr/>
            <p:nvPr/>
          </p:nvSpPr>
          <p:spPr>
            <a:xfrm>
              <a:off x="6402433" y="221133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0" name="pt11000"/>
            <p:cNvSpPr/>
            <p:nvPr/>
          </p:nvSpPr>
          <p:spPr>
            <a:xfrm>
              <a:off x="5706053" y="2460164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1" name="pt11001"/>
            <p:cNvSpPr/>
            <p:nvPr/>
          </p:nvSpPr>
          <p:spPr>
            <a:xfrm>
              <a:off x="6014674" y="2390739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2" name="pt11002"/>
            <p:cNvSpPr/>
            <p:nvPr/>
          </p:nvSpPr>
          <p:spPr>
            <a:xfrm>
              <a:off x="5930687" y="2029458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3" name="pt11003"/>
            <p:cNvSpPr/>
            <p:nvPr/>
          </p:nvSpPr>
          <p:spPr>
            <a:xfrm>
              <a:off x="6195533" y="224093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4" name="pt11004"/>
            <p:cNvSpPr/>
            <p:nvPr/>
          </p:nvSpPr>
          <p:spPr>
            <a:xfrm>
              <a:off x="6826976" y="1965640"/>
              <a:ext cx="16849" cy="16849"/>
            </a:xfrm>
            <a:prstGeom prst="ellipse">
              <a:avLst/>
            </a:prstGeom>
            <a:solidFill>
              <a:srgbClr val="68C563">
                <a:alpha val="45098"/>
              </a:srgbClr>
            </a:solidFill>
            <a:ln w="7363" cap="rnd">
              <a:solidFill>
                <a:srgbClr val="68C5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5" name="pt11005"/>
            <p:cNvSpPr/>
            <p:nvPr/>
          </p:nvSpPr>
          <p:spPr>
            <a:xfrm>
              <a:off x="5891532" y="203224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6" name="pt11006"/>
            <p:cNvSpPr/>
            <p:nvPr/>
          </p:nvSpPr>
          <p:spPr>
            <a:xfrm>
              <a:off x="5740821" y="208760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7" name="pt11007"/>
            <p:cNvSpPr/>
            <p:nvPr/>
          </p:nvSpPr>
          <p:spPr>
            <a:xfrm>
              <a:off x="6476364" y="2159120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8" name="pt11008"/>
            <p:cNvSpPr/>
            <p:nvPr/>
          </p:nvSpPr>
          <p:spPr>
            <a:xfrm>
              <a:off x="6117530" y="239501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9" name="pt11009"/>
            <p:cNvSpPr/>
            <p:nvPr/>
          </p:nvSpPr>
          <p:spPr>
            <a:xfrm>
              <a:off x="6301699" y="214647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0" name="pt11010"/>
            <p:cNvSpPr/>
            <p:nvPr/>
          </p:nvSpPr>
          <p:spPr>
            <a:xfrm>
              <a:off x="6007074" y="2404353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1" name="pt11011"/>
            <p:cNvSpPr/>
            <p:nvPr/>
          </p:nvSpPr>
          <p:spPr>
            <a:xfrm>
              <a:off x="6042276" y="2361575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2" name="pt11012"/>
            <p:cNvSpPr/>
            <p:nvPr/>
          </p:nvSpPr>
          <p:spPr>
            <a:xfrm>
              <a:off x="5847957" y="2522773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3" name="pt11013"/>
            <p:cNvSpPr/>
            <p:nvPr/>
          </p:nvSpPr>
          <p:spPr>
            <a:xfrm>
              <a:off x="6189538" y="2239376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4" name="pt11014"/>
            <p:cNvSpPr/>
            <p:nvPr/>
          </p:nvSpPr>
          <p:spPr>
            <a:xfrm>
              <a:off x="6806729" y="1865910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5" name="pt11015"/>
            <p:cNvSpPr/>
            <p:nvPr/>
          </p:nvSpPr>
          <p:spPr>
            <a:xfrm>
              <a:off x="6450200" y="205923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6" name="pt11016"/>
            <p:cNvSpPr/>
            <p:nvPr/>
          </p:nvSpPr>
          <p:spPr>
            <a:xfrm>
              <a:off x="6437607" y="1786762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7" name="pt11017"/>
            <p:cNvSpPr/>
            <p:nvPr/>
          </p:nvSpPr>
          <p:spPr>
            <a:xfrm>
              <a:off x="6211497" y="2291706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8" name="pt11018"/>
            <p:cNvSpPr/>
            <p:nvPr/>
          </p:nvSpPr>
          <p:spPr>
            <a:xfrm>
              <a:off x="5331369" y="1772830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9" name="pt11019"/>
            <p:cNvSpPr/>
            <p:nvPr/>
          </p:nvSpPr>
          <p:spPr>
            <a:xfrm>
              <a:off x="6394316" y="228998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0" name="pt11020"/>
            <p:cNvSpPr/>
            <p:nvPr/>
          </p:nvSpPr>
          <p:spPr>
            <a:xfrm>
              <a:off x="6531773" y="2255388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1" name="pt11021"/>
            <p:cNvSpPr/>
            <p:nvPr/>
          </p:nvSpPr>
          <p:spPr>
            <a:xfrm>
              <a:off x="6628474" y="2158039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2" name="pt11022"/>
            <p:cNvSpPr/>
            <p:nvPr/>
          </p:nvSpPr>
          <p:spPr>
            <a:xfrm>
              <a:off x="6285927" y="2012541"/>
              <a:ext cx="16849" cy="16849"/>
            </a:xfrm>
            <a:prstGeom prst="ellipse">
              <a:avLst/>
            </a:prstGeom>
            <a:solidFill>
              <a:srgbClr val="A5D847">
                <a:alpha val="45098"/>
              </a:srgbClr>
            </a:solidFill>
            <a:ln w="7363" cap="rnd">
              <a:solidFill>
                <a:srgbClr val="A5D84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3" name="pt11023"/>
            <p:cNvSpPr/>
            <p:nvPr/>
          </p:nvSpPr>
          <p:spPr>
            <a:xfrm>
              <a:off x="6071201" y="240743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4" name="pt11024"/>
            <p:cNvSpPr/>
            <p:nvPr/>
          </p:nvSpPr>
          <p:spPr>
            <a:xfrm>
              <a:off x="6088579" y="2202621"/>
              <a:ext cx="16849" cy="16849"/>
            </a:xfrm>
            <a:prstGeom prst="ellipse">
              <a:avLst/>
            </a:prstGeom>
            <a:solidFill>
              <a:srgbClr val="4FB773">
                <a:alpha val="45098"/>
              </a:srgbClr>
            </a:solidFill>
            <a:ln w="7363" cap="rnd">
              <a:solidFill>
                <a:srgbClr val="4FB7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5" name="pt11025"/>
            <p:cNvSpPr/>
            <p:nvPr/>
          </p:nvSpPr>
          <p:spPr>
            <a:xfrm>
              <a:off x="6679440" y="215777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6" name="pt11026"/>
            <p:cNvSpPr/>
            <p:nvPr/>
          </p:nvSpPr>
          <p:spPr>
            <a:xfrm>
              <a:off x="6376623" y="2117899"/>
              <a:ext cx="16849" cy="16849"/>
            </a:xfrm>
            <a:prstGeom prst="ellipse">
              <a:avLst/>
            </a:prstGeom>
            <a:solidFill>
              <a:srgbClr val="68C562">
                <a:alpha val="45098"/>
              </a:srgbClr>
            </a:solidFill>
            <a:ln w="7363" cap="rnd">
              <a:solidFill>
                <a:srgbClr val="68C56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7" name="pt11027"/>
            <p:cNvSpPr/>
            <p:nvPr/>
          </p:nvSpPr>
          <p:spPr>
            <a:xfrm>
              <a:off x="5659171" y="237302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8" name="pt11028"/>
            <p:cNvSpPr/>
            <p:nvPr/>
          </p:nvSpPr>
          <p:spPr>
            <a:xfrm>
              <a:off x="6733878" y="1966776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9" name="pt11029"/>
            <p:cNvSpPr/>
            <p:nvPr/>
          </p:nvSpPr>
          <p:spPr>
            <a:xfrm>
              <a:off x="6417901" y="2208231"/>
              <a:ext cx="16849" cy="16849"/>
            </a:xfrm>
            <a:prstGeom prst="ellipse">
              <a:avLst/>
            </a:prstGeom>
            <a:solidFill>
              <a:srgbClr val="25A485">
                <a:alpha val="45098"/>
              </a:srgbClr>
            </a:solidFill>
            <a:ln w="7363" cap="rnd">
              <a:solidFill>
                <a:srgbClr val="25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0" name="pt11030"/>
            <p:cNvSpPr/>
            <p:nvPr/>
          </p:nvSpPr>
          <p:spPr>
            <a:xfrm>
              <a:off x="5761393" y="2186613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1" name="pt11031"/>
            <p:cNvSpPr/>
            <p:nvPr/>
          </p:nvSpPr>
          <p:spPr>
            <a:xfrm>
              <a:off x="6777525" y="1910121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2" name="pt11032"/>
            <p:cNvSpPr/>
            <p:nvPr/>
          </p:nvSpPr>
          <p:spPr>
            <a:xfrm>
              <a:off x="6255530" y="2319942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3" name="pt11033"/>
            <p:cNvSpPr/>
            <p:nvPr/>
          </p:nvSpPr>
          <p:spPr>
            <a:xfrm>
              <a:off x="6266304" y="2436838"/>
              <a:ext cx="16849" cy="16849"/>
            </a:xfrm>
            <a:prstGeom prst="ellipse">
              <a:avLst/>
            </a:prstGeom>
            <a:solidFill>
              <a:srgbClr val="25A485">
                <a:alpha val="45098"/>
              </a:srgbClr>
            </a:solidFill>
            <a:ln w="7363" cap="rnd">
              <a:solidFill>
                <a:srgbClr val="25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4" name="pt11034"/>
            <p:cNvSpPr/>
            <p:nvPr/>
          </p:nvSpPr>
          <p:spPr>
            <a:xfrm>
              <a:off x="5802225" y="2102410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5" name="pt11035"/>
            <p:cNvSpPr/>
            <p:nvPr/>
          </p:nvSpPr>
          <p:spPr>
            <a:xfrm>
              <a:off x="5839341" y="2246070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6" name="pt11036"/>
            <p:cNvSpPr/>
            <p:nvPr/>
          </p:nvSpPr>
          <p:spPr>
            <a:xfrm>
              <a:off x="6360758" y="2231451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7" name="pt11037"/>
            <p:cNvSpPr/>
            <p:nvPr/>
          </p:nvSpPr>
          <p:spPr>
            <a:xfrm>
              <a:off x="6287413" y="2181471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8" name="pt11038"/>
            <p:cNvSpPr/>
            <p:nvPr/>
          </p:nvSpPr>
          <p:spPr>
            <a:xfrm>
              <a:off x="5761019" y="2043046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9" name="pt11039"/>
            <p:cNvSpPr/>
            <p:nvPr/>
          </p:nvSpPr>
          <p:spPr>
            <a:xfrm>
              <a:off x="6262743" y="2434184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0" name="pt11040"/>
            <p:cNvSpPr/>
            <p:nvPr/>
          </p:nvSpPr>
          <p:spPr>
            <a:xfrm>
              <a:off x="6089483" y="2063433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1" name="pt11041"/>
            <p:cNvSpPr/>
            <p:nvPr/>
          </p:nvSpPr>
          <p:spPr>
            <a:xfrm>
              <a:off x="5853745" y="2081055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2" name="pt11042"/>
            <p:cNvSpPr/>
            <p:nvPr/>
          </p:nvSpPr>
          <p:spPr>
            <a:xfrm>
              <a:off x="6268970" y="242159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3" name="pt11043"/>
            <p:cNvSpPr/>
            <p:nvPr/>
          </p:nvSpPr>
          <p:spPr>
            <a:xfrm>
              <a:off x="6072816" y="243697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4" name="pt11044"/>
            <p:cNvSpPr/>
            <p:nvPr/>
          </p:nvSpPr>
          <p:spPr>
            <a:xfrm>
              <a:off x="5658380" y="2264302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5" name="pt11045"/>
            <p:cNvSpPr/>
            <p:nvPr/>
          </p:nvSpPr>
          <p:spPr>
            <a:xfrm>
              <a:off x="6010822" y="2416171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6" name="pt11046"/>
            <p:cNvSpPr/>
            <p:nvPr/>
          </p:nvSpPr>
          <p:spPr>
            <a:xfrm>
              <a:off x="5196729" y="2233661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7" name="pt11047"/>
            <p:cNvSpPr/>
            <p:nvPr/>
          </p:nvSpPr>
          <p:spPr>
            <a:xfrm>
              <a:off x="6456897" y="207206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8" name="pt11048"/>
            <p:cNvSpPr/>
            <p:nvPr/>
          </p:nvSpPr>
          <p:spPr>
            <a:xfrm>
              <a:off x="5622845" y="2374297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9" name="pt11049"/>
            <p:cNvSpPr/>
            <p:nvPr/>
          </p:nvSpPr>
          <p:spPr>
            <a:xfrm>
              <a:off x="5982123" y="2437537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0" name="pt11050"/>
            <p:cNvSpPr/>
            <p:nvPr/>
          </p:nvSpPr>
          <p:spPr>
            <a:xfrm>
              <a:off x="6917209" y="2007583"/>
              <a:ext cx="16849" cy="16849"/>
            </a:xfrm>
            <a:prstGeom prst="ellipse">
              <a:avLst/>
            </a:prstGeom>
            <a:solidFill>
              <a:srgbClr val="6EC85E">
                <a:alpha val="45098"/>
              </a:srgbClr>
            </a:solidFill>
            <a:ln w="7363" cap="rnd">
              <a:solidFill>
                <a:srgbClr val="6EC85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1" name="pt11051"/>
            <p:cNvSpPr/>
            <p:nvPr/>
          </p:nvSpPr>
          <p:spPr>
            <a:xfrm>
              <a:off x="5863080" y="2156801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2" name="pt11052"/>
            <p:cNvSpPr/>
            <p:nvPr/>
          </p:nvSpPr>
          <p:spPr>
            <a:xfrm>
              <a:off x="6090647" y="226207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3" name="pt11053"/>
            <p:cNvSpPr/>
            <p:nvPr/>
          </p:nvSpPr>
          <p:spPr>
            <a:xfrm>
              <a:off x="5642016" y="2419099"/>
              <a:ext cx="16849" cy="16849"/>
            </a:xfrm>
            <a:prstGeom prst="ellipse">
              <a:avLst/>
            </a:prstGeom>
            <a:solidFill>
              <a:srgbClr val="6AC661">
                <a:alpha val="45098"/>
              </a:srgbClr>
            </a:solidFill>
            <a:ln w="7363" cap="rnd">
              <a:solidFill>
                <a:srgbClr val="6AC66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4" name="pt11054"/>
            <p:cNvSpPr/>
            <p:nvPr/>
          </p:nvSpPr>
          <p:spPr>
            <a:xfrm>
              <a:off x="7315445" y="2160568"/>
              <a:ext cx="16849" cy="16849"/>
            </a:xfrm>
            <a:prstGeom prst="ellipse">
              <a:avLst/>
            </a:prstGeom>
            <a:solidFill>
              <a:srgbClr val="63C266">
                <a:alpha val="45098"/>
              </a:srgbClr>
            </a:solidFill>
            <a:ln w="7363" cap="rnd">
              <a:solidFill>
                <a:srgbClr val="63C26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5" name="pt11055"/>
            <p:cNvSpPr/>
            <p:nvPr/>
          </p:nvSpPr>
          <p:spPr>
            <a:xfrm>
              <a:off x="6977892" y="1954222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6" name="pt11056"/>
            <p:cNvSpPr/>
            <p:nvPr/>
          </p:nvSpPr>
          <p:spPr>
            <a:xfrm>
              <a:off x="5391309" y="2514917"/>
              <a:ext cx="16849" cy="16849"/>
            </a:xfrm>
            <a:prstGeom prst="ellipse">
              <a:avLst/>
            </a:prstGeom>
            <a:solidFill>
              <a:srgbClr val="66C364">
                <a:alpha val="45098"/>
              </a:srgbClr>
            </a:solidFill>
            <a:ln w="7363" cap="rnd">
              <a:solidFill>
                <a:srgbClr val="66C36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7" name="pt11057"/>
            <p:cNvSpPr/>
            <p:nvPr/>
          </p:nvSpPr>
          <p:spPr>
            <a:xfrm>
              <a:off x="5158572" y="2430570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8" name="pt11058"/>
            <p:cNvSpPr/>
            <p:nvPr/>
          </p:nvSpPr>
          <p:spPr>
            <a:xfrm>
              <a:off x="5711658" y="2514366"/>
              <a:ext cx="16849" cy="16849"/>
            </a:xfrm>
            <a:prstGeom prst="ellipse">
              <a:avLst/>
            </a:prstGeom>
            <a:solidFill>
              <a:srgbClr val="71CB5A">
                <a:alpha val="45098"/>
              </a:srgbClr>
            </a:solidFill>
            <a:ln w="7363" cap="rnd">
              <a:solidFill>
                <a:srgbClr val="71CB5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9" name="pt11059"/>
            <p:cNvSpPr/>
            <p:nvPr/>
          </p:nvSpPr>
          <p:spPr>
            <a:xfrm>
              <a:off x="6668224" y="2020101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0" name="pt11060"/>
            <p:cNvSpPr/>
            <p:nvPr/>
          </p:nvSpPr>
          <p:spPr>
            <a:xfrm>
              <a:off x="6631791" y="2254413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1" name="pt11061"/>
            <p:cNvSpPr/>
            <p:nvPr/>
          </p:nvSpPr>
          <p:spPr>
            <a:xfrm>
              <a:off x="6446084" y="2003184"/>
              <a:ext cx="16849" cy="16849"/>
            </a:xfrm>
            <a:prstGeom prst="ellipse">
              <a:avLst/>
            </a:prstGeom>
            <a:solidFill>
              <a:srgbClr val="336E8D">
                <a:alpha val="45098"/>
              </a:srgbClr>
            </a:solidFill>
            <a:ln w="7363" cap="rnd">
              <a:solidFill>
                <a:srgbClr val="336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2" name="pt11062"/>
            <p:cNvSpPr/>
            <p:nvPr/>
          </p:nvSpPr>
          <p:spPr>
            <a:xfrm>
              <a:off x="5802563" y="204318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3" name="pt11063"/>
            <p:cNvSpPr/>
            <p:nvPr/>
          </p:nvSpPr>
          <p:spPr>
            <a:xfrm>
              <a:off x="5662655" y="2444216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4" name="pt11064"/>
            <p:cNvSpPr/>
            <p:nvPr/>
          </p:nvSpPr>
          <p:spPr>
            <a:xfrm>
              <a:off x="5748931" y="1987766"/>
              <a:ext cx="16849" cy="16849"/>
            </a:xfrm>
            <a:prstGeom prst="ellipse">
              <a:avLst/>
            </a:prstGeom>
            <a:solidFill>
              <a:srgbClr val="33AC80">
                <a:alpha val="45098"/>
              </a:srgbClr>
            </a:solidFill>
            <a:ln w="7363" cap="rnd">
              <a:solidFill>
                <a:srgbClr val="33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5" name="pt11065"/>
            <p:cNvSpPr/>
            <p:nvPr/>
          </p:nvSpPr>
          <p:spPr>
            <a:xfrm>
              <a:off x="5781705" y="1875641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6" name="pt11066"/>
            <p:cNvSpPr/>
            <p:nvPr/>
          </p:nvSpPr>
          <p:spPr>
            <a:xfrm>
              <a:off x="6426695" y="2033419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7" name="pt11067"/>
            <p:cNvSpPr/>
            <p:nvPr/>
          </p:nvSpPr>
          <p:spPr>
            <a:xfrm>
              <a:off x="6261957" y="239876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8" name="pt11068"/>
            <p:cNvSpPr/>
            <p:nvPr/>
          </p:nvSpPr>
          <p:spPr>
            <a:xfrm>
              <a:off x="5852218" y="190524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9" name="pt11069"/>
            <p:cNvSpPr/>
            <p:nvPr/>
          </p:nvSpPr>
          <p:spPr>
            <a:xfrm>
              <a:off x="5796718" y="2251431"/>
              <a:ext cx="16849" cy="16849"/>
            </a:xfrm>
            <a:prstGeom prst="ellipse">
              <a:avLst/>
            </a:prstGeom>
            <a:solidFill>
              <a:srgbClr val="86D34F">
                <a:alpha val="45098"/>
              </a:srgbClr>
            </a:solidFill>
            <a:ln w="7363" cap="rnd">
              <a:solidFill>
                <a:srgbClr val="86D34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0" name="pt11070"/>
            <p:cNvSpPr/>
            <p:nvPr/>
          </p:nvSpPr>
          <p:spPr>
            <a:xfrm>
              <a:off x="6335947" y="2296517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1" name="pt11071"/>
            <p:cNvSpPr/>
            <p:nvPr/>
          </p:nvSpPr>
          <p:spPr>
            <a:xfrm>
              <a:off x="6657116" y="2008496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2" name="pt11072"/>
            <p:cNvSpPr/>
            <p:nvPr/>
          </p:nvSpPr>
          <p:spPr>
            <a:xfrm>
              <a:off x="7185650" y="1923123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3" name="pt11073"/>
            <p:cNvSpPr/>
            <p:nvPr/>
          </p:nvSpPr>
          <p:spPr>
            <a:xfrm>
              <a:off x="6812759" y="1611068"/>
              <a:ext cx="16849" cy="16849"/>
            </a:xfrm>
            <a:prstGeom prst="ellipse">
              <a:avLst/>
            </a:prstGeom>
            <a:solidFill>
              <a:srgbClr val="2C898B">
                <a:alpha val="45098"/>
              </a:srgbClr>
            </a:solidFill>
            <a:ln w="7363" cap="rnd">
              <a:solidFill>
                <a:srgbClr val="2C89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4" name="pt11074"/>
            <p:cNvSpPr/>
            <p:nvPr/>
          </p:nvSpPr>
          <p:spPr>
            <a:xfrm>
              <a:off x="5788785" y="219963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5" name="pt11075"/>
            <p:cNvSpPr/>
            <p:nvPr/>
          </p:nvSpPr>
          <p:spPr>
            <a:xfrm>
              <a:off x="5439026" y="2400283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6" name="pt11076"/>
            <p:cNvSpPr/>
            <p:nvPr/>
          </p:nvSpPr>
          <p:spPr>
            <a:xfrm>
              <a:off x="6628279" y="2160774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7" name="pt11077"/>
            <p:cNvSpPr/>
            <p:nvPr/>
          </p:nvSpPr>
          <p:spPr>
            <a:xfrm>
              <a:off x="6524692" y="234963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8" name="pt11078"/>
            <p:cNvSpPr/>
            <p:nvPr/>
          </p:nvSpPr>
          <p:spPr>
            <a:xfrm>
              <a:off x="6158912" y="237277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9" name="pt11079"/>
            <p:cNvSpPr/>
            <p:nvPr/>
          </p:nvSpPr>
          <p:spPr>
            <a:xfrm>
              <a:off x="6371888" y="2249895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0" name="pt11080"/>
            <p:cNvSpPr/>
            <p:nvPr/>
          </p:nvSpPr>
          <p:spPr>
            <a:xfrm>
              <a:off x="6438614" y="1929622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1" name="pt11081"/>
            <p:cNvSpPr/>
            <p:nvPr/>
          </p:nvSpPr>
          <p:spPr>
            <a:xfrm>
              <a:off x="5594650" y="247761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2" name="pt11082"/>
            <p:cNvSpPr/>
            <p:nvPr/>
          </p:nvSpPr>
          <p:spPr>
            <a:xfrm>
              <a:off x="6245543" y="226517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3" name="pt11083"/>
            <p:cNvSpPr/>
            <p:nvPr/>
          </p:nvSpPr>
          <p:spPr>
            <a:xfrm>
              <a:off x="6802051" y="1818248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4" name="pt11084"/>
            <p:cNvSpPr/>
            <p:nvPr/>
          </p:nvSpPr>
          <p:spPr>
            <a:xfrm>
              <a:off x="6636905" y="213071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5" name="pt11085"/>
            <p:cNvSpPr/>
            <p:nvPr/>
          </p:nvSpPr>
          <p:spPr>
            <a:xfrm>
              <a:off x="5981496" y="2531709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6" name="pt11086"/>
            <p:cNvSpPr/>
            <p:nvPr/>
          </p:nvSpPr>
          <p:spPr>
            <a:xfrm>
              <a:off x="6449624" y="2022125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7" name="pt11087"/>
            <p:cNvSpPr/>
            <p:nvPr/>
          </p:nvSpPr>
          <p:spPr>
            <a:xfrm>
              <a:off x="6593894" y="2139066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8" name="pt11088"/>
            <p:cNvSpPr/>
            <p:nvPr/>
          </p:nvSpPr>
          <p:spPr>
            <a:xfrm>
              <a:off x="6131885" y="2369511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9" name="pt11089"/>
            <p:cNvSpPr/>
            <p:nvPr/>
          </p:nvSpPr>
          <p:spPr>
            <a:xfrm>
              <a:off x="7084632" y="1606323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0" name="pt11090"/>
            <p:cNvSpPr/>
            <p:nvPr/>
          </p:nvSpPr>
          <p:spPr>
            <a:xfrm>
              <a:off x="6557040" y="2014619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1" name="pt11091"/>
            <p:cNvSpPr/>
            <p:nvPr/>
          </p:nvSpPr>
          <p:spPr>
            <a:xfrm>
              <a:off x="6477253" y="205405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2" name="pt11092"/>
            <p:cNvSpPr/>
            <p:nvPr/>
          </p:nvSpPr>
          <p:spPr>
            <a:xfrm>
              <a:off x="6318848" y="2171633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3" name="pt11093"/>
            <p:cNvSpPr/>
            <p:nvPr/>
          </p:nvSpPr>
          <p:spPr>
            <a:xfrm>
              <a:off x="6630795" y="2146978"/>
              <a:ext cx="16849" cy="16849"/>
            </a:xfrm>
            <a:prstGeom prst="ellipse">
              <a:avLst/>
            </a:prstGeom>
            <a:solidFill>
              <a:srgbClr val="77CF54">
                <a:alpha val="45098"/>
              </a:srgbClr>
            </a:solidFill>
            <a:ln w="7363" cap="rnd">
              <a:solidFill>
                <a:srgbClr val="77CF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4" name="pt11094"/>
            <p:cNvSpPr/>
            <p:nvPr/>
          </p:nvSpPr>
          <p:spPr>
            <a:xfrm>
              <a:off x="6662612" y="1917574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5" name="pt11095"/>
            <p:cNvSpPr/>
            <p:nvPr/>
          </p:nvSpPr>
          <p:spPr>
            <a:xfrm>
              <a:off x="6695672" y="2155712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6" name="pt11096"/>
            <p:cNvSpPr/>
            <p:nvPr/>
          </p:nvSpPr>
          <p:spPr>
            <a:xfrm>
              <a:off x="6253784" y="2282333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7" name="pt11097"/>
            <p:cNvSpPr/>
            <p:nvPr/>
          </p:nvSpPr>
          <p:spPr>
            <a:xfrm>
              <a:off x="7069299" y="1651681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8" name="pt11098"/>
            <p:cNvSpPr/>
            <p:nvPr/>
          </p:nvSpPr>
          <p:spPr>
            <a:xfrm>
              <a:off x="6182635" y="2233611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9" name="pt11099"/>
            <p:cNvSpPr/>
            <p:nvPr/>
          </p:nvSpPr>
          <p:spPr>
            <a:xfrm>
              <a:off x="5864874" y="200271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0" name="pt11100"/>
            <p:cNvSpPr/>
            <p:nvPr/>
          </p:nvSpPr>
          <p:spPr>
            <a:xfrm>
              <a:off x="6699625" y="1988420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1" name="pt11101"/>
            <p:cNvSpPr/>
            <p:nvPr/>
          </p:nvSpPr>
          <p:spPr>
            <a:xfrm>
              <a:off x="6120815" y="237116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2" name="pt11102"/>
            <p:cNvSpPr/>
            <p:nvPr/>
          </p:nvSpPr>
          <p:spPr>
            <a:xfrm>
              <a:off x="6047664" y="2427300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3" name="pt11103"/>
            <p:cNvSpPr/>
            <p:nvPr/>
          </p:nvSpPr>
          <p:spPr>
            <a:xfrm>
              <a:off x="4925846" y="2600283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4" name="pt11104"/>
            <p:cNvSpPr/>
            <p:nvPr/>
          </p:nvSpPr>
          <p:spPr>
            <a:xfrm>
              <a:off x="7284596" y="2039151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5" name="pt11105"/>
            <p:cNvSpPr/>
            <p:nvPr/>
          </p:nvSpPr>
          <p:spPr>
            <a:xfrm>
              <a:off x="5715524" y="2405389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6" name="pt11106"/>
            <p:cNvSpPr/>
            <p:nvPr/>
          </p:nvSpPr>
          <p:spPr>
            <a:xfrm>
              <a:off x="6111061" y="219761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7" name="pt11107"/>
            <p:cNvSpPr/>
            <p:nvPr/>
          </p:nvSpPr>
          <p:spPr>
            <a:xfrm>
              <a:off x="6582378" y="2167986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8" name="pt11108"/>
            <p:cNvSpPr/>
            <p:nvPr/>
          </p:nvSpPr>
          <p:spPr>
            <a:xfrm>
              <a:off x="6491749" y="221151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9" name="pt11109"/>
            <p:cNvSpPr/>
            <p:nvPr/>
          </p:nvSpPr>
          <p:spPr>
            <a:xfrm>
              <a:off x="5603212" y="2448741"/>
              <a:ext cx="16849" cy="16849"/>
            </a:xfrm>
            <a:prstGeom prst="ellipse">
              <a:avLst/>
            </a:prstGeom>
            <a:solidFill>
              <a:srgbClr val="55BA70">
                <a:alpha val="45098"/>
              </a:srgbClr>
            </a:solidFill>
            <a:ln w="7363" cap="rnd">
              <a:solidFill>
                <a:srgbClr val="55BA7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0" name="pt11110"/>
            <p:cNvSpPr/>
            <p:nvPr/>
          </p:nvSpPr>
          <p:spPr>
            <a:xfrm>
              <a:off x="6681350" y="212590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1" name="pt11111"/>
            <p:cNvSpPr/>
            <p:nvPr/>
          </p:nvSpPr>
          <p:spPr>
            <a:xfrm>
              <a:off x="6393630" y="226672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2" name="pt11112"/>
            <p:cNvSpPr/>
            <p:nvPr/>
          </p:nvSpPr>
          <p:spPr>
            <a:xfrm>
              <a:off x="6185889" y="2092670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3" name="pt11113"/>
            <p:cNvSpPr/>
            <p:nvPr/>
          </p:nvSpPr>
          <p:spPr>
            <a:xfrm>
              <a:off x="6097929" y="2297150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4" name="pt11114"/>
            <p:cNvSpPr/>
            <p:nvPr/>
          </p:nvSpPr>
          <p:spPr>
            <a:xfrm>
              <a:off x="6598507" y="2084975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5" name="pt11115"/>
            <p:cNvSpPr/>
            <p:nvPr/>
          </p:nvSpPr>
          <p:spPr>
            <a:xfrm>
              <a:off x="6726534" y="182471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6" name="pt11116"/>
            <p:cNvSpPr/>
            <p:nvPr/>
          </p:nvSpPr>
          <p:spPr>
            <a:xfrm>
              <a:off x="6679138" y="2095057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7" name="pt11117"/>
            <p:cNvSpPr/>
            <p:nvPr/>
          </p:nvSpPr>
          <p:spPr>
            <a:xfrm>
              <a:off x="6273446" y="2149426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8" name="pt11118"/>
            <p:cNvSpPr/>
            <p:nvPr/>
          </p:nvSpPr>
          <p:spPr>
            <a:xfrm>
              <a:off x="6464245" y="2012988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9" name="pt11119"/>
            <p:cNvSpPr/>
            <p:nvPr/>
          </p:nvSpPr>
          <p:spPr>
            <a:xfrm>
              <a:off x="5999285" y="234549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0" name="pt11120"/>
            <p:cNvSpPr/>
            <p:nvPr/>
          </p:nvSpPr>
          <p:spPr>
            <a:xfrm>
              <a:off x="5904728" y="2160144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1" name="pt11121"/>
            <p:cNvSpPr/>
            <p:nvPr/>
          </p:nvSpPr>
          <p:spPr>
            <a:xfrm>
              <a:off x="5662017" y="2360819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2" name="pt11122"/>
            <p:cNvSpPr/>
            <p:nvPr/>
          </p:nvSpPr>
          <p:spPr>
            <a:xfrm>
              <a:off x="6267198" y="233880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3" name="pt11123"/>
            <p:cNvSpPr/>
            <p:nvPr/>
          </p:nvSpPr>
          <p:spPr>
            <a:xfrm>
              <a:off x="6481381" y="2072437"/>
              <a:ext cx="16849" cy="16849"/>
            </a:xfrm>
            <a:prstGeom prst="ellipse">
              <a:avLst/>
            </a:prstGeom>
            <a:solidFill>
              <a:srgbClr val="59BC6D">
                <a:alpha val="45098"/>
              </a:srgbClr>
            </a:solidFill>
            <a:ln w="7363" cap="rnd">
              <a:solidFill>
                <a:srgbClr val="59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4" name="pt11124"/>
            <p:cNvSpPr/>
            <p:nvPr/>
          </p:nvSpPr>
          <p:spPr>
            <a:xfrm>
              <a:off x="6326574" y="2234823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5" name="pt11125"/>
            <p:cNvSpPr/>
            <p:nvPr/>
          </p:nvSpPr>
          <p:spPr>
            <a:xfrm>
              <a:off x="6825677" y="1719858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6" name="pt11126"/>
            <p:cNvSpPr/>
            <p:nvPr/>
          </p:nvSpPr>
          <p:spPr>
            <a:xfrm>
              <a:off x="6084302" y="2321191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7" name="pt11127"/>
            <p:cNvSpPr/>
            <p:nvPr/>
          </p:nvSpPr>
          <p:spPr>
            <a:xfrm>
              <a:off x="6087940" y="231882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8" name="pt11128"/>
            <p:cNvSpPr/>
            <p:nvPr/>
          </p:nvSpPr>
          <p:spPr>
            <a:xfrm>
              <a:off x="5541801" y="204084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9" name="pt11129"/>
            <p:cNvSpPr/>
            <p:nvPr/>
          </p:nvSpPr>
          <p:spPr>
            <a:xfrm>
              <a:off x="6389868" y="2158909"/>
              <a:ext cx="16849" cy="16849"/>
            </a:xfrm>
            <a:prstGeom prst="ellipse">
              <a:avLst/>
            </a:prstGeom>
            <a:solidFill>
              <a:srgbClr val="68C562">
                <a:alpha val="45098"/>
              </a:srgbClr>
            </a:solidFill>
            <a:ln w="7363" cap="rnd">
              <a:solidFill>
                <a:srgbClr val="68C56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0" name="pt11130"/>
            <p:cNvSpPr/>
            <p:nvPr/>
          </p:nvSpPr>
          <p:spPr>
            <a:xfrm>
              <a:off x="6566499" y="2144734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1" name="pt11131"/>
            <p:cNvSpPr/>
            <p:nvPr/>
          </p:nvSpPr>
          <p:spPr>
            <a:xfrm>
              <a:off x="6656477" y="1998051"/>
              <a:ext cx="16849" cy="16849"/>
            </a:xfrm>
            <a:prstGeom prst="ellipse">
              <a:avLst/>
            </a:prstGeom>
            <a:solidFill>
              <a:srgbClr val="8DD44D">
                <a:alpha val="45098"/>
              </a:srgbClr>
            </a:solidFill>
            <a:ln w="7363" cap="rnd">
              <a:solidFill>
                <a:srgbClr val="8D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2" name="pt11132"/>
            <p:cNvSpPr/>
            <p:nvPr/>
          </p:nvSpPr>
          <p:spPr>
            <a:xfrm>
              <a:off x="7238869" y="2012612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3" name="pt11133"/>
            <p:cNvSpPr/>
            <p:nvPr/>
          </p:nvSpPr>
          <p:spPr>
            <a:xfrm>
              <a:off x="6260764" y="240738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4" name="pt11134"/>
            <p:cNvSpPr/>
            <p:nvPr/>
          </p:nvSpPr>
          <p:spPr>
            <a:xfrm>
              <a:off x="6203951" y="2150815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5" name="pt11135"/>
            <p:cNvSpPr/>
            <p:nvPr/>
          </p:nvSpPr>
          <p:spPr>
            <a:xfrm>
              <a:off x="5136030" y="242075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6" name="pt11136"/>
            <p:cNvSpPr/>
            <p:nvPr/>
          </p:nvSpPr>
          <p:spPr>
            <a:xfrm>
              <a:off x="5810660" y="2112526"/>
              <a:ext cx="16849" cy="16849"/>
            </a:xfrm>
            <a:prstGeom prst="ellipse">
              <a:avLst/>
            </a:prstGeom>
            <a:solidFill>
              <a:srgbClr val="5CBE6B">
                <a:alpha val="45098"/>
              </a:srgbClr>
            </a:solidFill>
            <a:ln w="7363" cap="rnd">
              <a:solidFill>
                <a:srgbClr val="5CBE6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7" name="pt11137"/>
            <p:cNvSpPr/>
            <p:nvPr/>
          </p:nvSpPr>
          <p:spPr>
            <a:xfrm>
              <a:off x="6524921" y="2518781"/>
              <a:ext cx="16849" cy="16849"/>
            </a:xfrm>
            <a:prstGeom prst="ellipse">
              <a:avLst/>
            </a:prstGeom>
            <a:solidFill>
              <a:srgbClr val="DCE236">
                <a:alpha val="45098"/>
              </a:srgbClr>
            </a:solidFill>
            <a:ln w="7363" cap="rnd">
              <a:solidFill>
                <a:srgbClr val="DCE23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8" name="pt11138"/>
            <p:cNvSpPr/>
            <p:nvPr/>
          </p:nvSpPr>
          <p:spPr>
            <a:xfrm>
              <a:off x="6625287" y="2208160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9" name="pt11139"/>
            <p:cNvSpPr/>
            <p:nvPr/>
          </p:nvSpPr>
          <p:spPr>
            <a:xfrm>
              <a:off x="6196339" y="2185109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0" name="pt11140"/>
            <p:cNvSpPr/>
            <p:nvPr/>
          </p:nvSpPr>
          <p:spPr>
            <a:xfrm>
              <a:off x="6469015" y="2117167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1" name="pt11141"/>
            <p:cNvSpPr/>
            <p:nvPr/>
          </p:nvSpPr>
          <p:spPr>
            <a:xfrm>
              <a:off x="5909516" y="215980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2" name="pt11142"/>
            <p:cNvSpPr/>
            <p:nvPr/>
          </p:nvSpPr>
          <p:spPr>
            <a:xfrm>
              <a:off x="6493290" y="2145094"/>
              <a:ext cx="16849" cy="16849"/>
            </a:xfrm>
            <a:prstGeom prst="ellipse">
              <a:avLst/>
            </a:prstGeom>
            <a:solidFill>
              <a:srgbClr val="71CB5A">
                <a:alpha val="45098"/>
              </a:srgbClr>
            </a:solidFill>
            <a:ln w="7363" cap="rnd">
              <a:solidFill>
                <a:srgbClr val="71CB5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3" name="pt11143"/>
            <p:cNvSpPr/>
            <p:nvPr/>
          </p:nvSpPr>
          <p:spPr>
            <a:xfrm>
              <a:off x="5983192" y="2398403"/>
              <a:ext cx="16849" cy="16849"/>
            </a:xfrm>
            <a:prstGeom prst="ellipse">
              <a:avLst/>
            </a:prstGeom>
            <a:solidFill>
              <a:srgbClr val="C5DE3E">
                <a:alpha val="45098"/>
              </a:srgbClr>
            </a:solidFill>
            <a:ln w="7363" cap="rnd">
              <a:solidFill>
                <a:srgbClr val="C5DE3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4" name="pt11144"/>
            <p:cNvSpPr/>
            <p:nvPr/>
          </p:nvSpPr>
          <p:spPr>
            <a:xfrm>
              <a:off x="6173955" y="2271920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5" name="pt11145"/>
            <p:cNvSpPr/>
            <p:nvPr/>
          </p:nvSpPr>
          <p:spPr>
            <a:xfrm>
              <a:off x="6494579" y="2132308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6" name="pt11146"/>
            <p:cNvSpPr/>
            <p:nvPr/>
          </p:nvSpPr>
          <p:spPr>
            <a:xfrm>
              <a:off x="6090011" y="231368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7" name="pt11147"/>
            <p:cNvSpPr/>
            <p:nvPr/>
          </p:nvSpPr>
          <p:spPr>
            <a:xfrm>
              <a:off x="5699035" y="2473012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8" name="pt11148"/>
            <p:cNvSpPr/>
            <p:nvPr/>
          </p:nvSpPr>
          <p:spPr>
            <a:xfrm>
              <a:off x="6156443" y="2317422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9" name="pt11149"/>
            <p:cNvSpPr/>
            <p:nvPr/>
          </p:nvSpPr>
          <p:spPr>
            <a:xfrm>
              <a:off x="6036231" y="2285961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0" name="pt11150"/>
            <p:cNvSpPr/>
            <p:nvPr/>
          </p:nvSpPr>
          <p:spPr>
            <a:xfrm>
              <a:off x="6741451" y="1948784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1" name="pt11151"/>
            <p:cNvSpPr/>
            <p:nvPr/>
          </p:nvSpPr>
          <p:spPr>
            <a:xfrm>
              <a:off x="6068279" y="2392808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2" name="pt11152"/>
            <p:cNvSpPr/>
            <p:nvPr/>
          </p:nvSpPr>
          <p:spPr>
            <a:xfrm>
              <a:off x="6024418" y="2268972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3" name="pt11153"/>
            <p:cNvSpPr/>
            <p:nvPr/>
          </p:nvSpPr>
          <p:spPr>
            <a:xfrm>
              <a:off x="5067042" y="2242915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4" name="pt11154"/>
            <p:cNvSpPr/>
            <p:nvPr/>
          </p:nvSpPr>
          <p:spPr>
            <a:xfrm>
              <a:off x="6228414" y="2293251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5" name="pt11155"/>
            <p:cNvSpPr/>
            <p:nvPr/>
          </p:nvSpPr>
          <p:spPr>
            <a:xfrm>
              <a:off x="6175448" y="2243677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6" name="pt11156"/>
            <p:cNvSpPr/>
            <p:nvPr/>
          </p:nvSpPr>
          <p:spPr>
            <a:xfrm>
              <a:off x="6613141" y="2099604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7" name="pt11157"/>
            <p:cNvSpPr/>
            <p:nvPr/>
          </p:nvSpPr>
          <p:spPr>
            <a:xfrm>
              <a:off x="6591104" y="2175807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8" name="pt11158"/>
            <p:cNvSpPr/>
            <p:nvPr/>
          </p:nvSpPr>
          <p:spPr>
            <a:xfrm>
              <a:off x="5387364" y="2579478"/>
              <a:ext cx="16849" cy="16849"/>
            </a:xfrm>
            <a:prstGeom prst="ellipse">
              <a:avLst/>
            </a:prstGeom>
            <a:solidFill>
              <a:srgbClr val="66C364">
                <a:alpha val="45098"/>
              </a:srgbClr>
            </a:solidFill>
            <a:ln w="7363" cap="rnd">
              <a:solidFill>
                <a:srgbClr val="66C36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9" name="pt11159"/>
            <p:cNvSpPr/>
            <p:nvPr/>
          </p:nvSpPr>
          <p:spPr>
            <a:xfrm>
              <a:off x="5824721" y="2490976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0" name="pt11160"/>
            <p:cNvSpPr/>
            <p:nvPr/>
          </p:nvSpPr>
          <p:spPr>
            <a:xfrm>
              <a:off x="5592289" y="2449973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1" name="pt11161"/>
            <p:cNvSpPr/>
            <p:nvPr/>
          </p:nvSpPr>
          <p:spPr>
            <a:xfrm>
              <a:off x="6175308" y="235969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2" name="pt11162"/>
            <p:cNvSpPr/>
            <p:nvPr/>
          </p:nvSpPr>
          <p:spPr>
            <a:xfrm>
              <a:off x="5515959" y="2431682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3" name="pt11163"/>
            <p:cNvSpPr/>
            <p:nvPr/>
          </p:nvSpPr>
          <p:spPr>
            <a:xfrm>
              <a:off x="6817648" y="1853087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4" name="pt11164"/>
            <p:cNvSpPr/>
            <p:nvPr/>
          </p:nvSpPr>
          <p:spPr>
            <a:xfrm>
              <a:off x="6450287" y="210273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5" name="pt11165"/>
            <p:cNvSpPr/>
            <p:nvPr/>
          </p:nvSpPr>
          <p:spPr>
            <a:xfrm>
              <a:off x="5743113" y="214130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6" name="pt11166"/>
            <p:cNvSpPr/>
            <p:nvPr/>
          </p:nvSpPr>
          <p:spPr>
            <a:xfrm>
              <a:off x="6009426" y="214619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7" name="pt11167"/>
            <p:cNvSpPr/>
            <p:nvPr/>
          </p:nvSpPr>
          <p:spPr>
            <a:xfrm>
              <a:off x="6818454" y="1824589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8" name="pt11168"/>
            <p:cNvSpPr/>
            <p:nvPr/>
          </p:nvSpPr>
          <p:spPr>
            <a:xfrm>
              <a:off x="5777960" y="2077112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9" name="pt11169"/>
            <p:cNvSpPr/>
            <p:nvPr/>
          </p:nvSpPr>
          <p:spPr>
            <a:xfrm>
              <a:off x="6318212" y="2207145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0" name="pt11170"/>
            <p:cNvSpPr/>
            <p:nvPr/>
          </p:nvSpPr>
          <p:spPr>
            <a:xfrm>
              <a:off x="5689050" y="2346426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1" name="pt11171"/>
            <p:cNvSpPr/>
            <p:nvPr/>
          </p:nvSpPr>
          <p:spPr>
            <a:xfrm>
              <a:off x="6530953" y="2201986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2" name="pt11172"/>
            <p:cNvSpPr/>
            <p:nvPr/>
          </p:nvSpPr>
          <p:spPr>
            <a:xfrm>
              <a:off x="5864534" y="2156707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3" name="pt11173"/>
            <p:cNvSpPr/>
            <p:nvPr/>
          </p:nvSpPr>
          <p:spPr>
            <a:xfrm>
              <a:off x="5864962" y="197484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4" name="pt11174"/>
            <p:cNvSpPr/>
            <p:nvPr/>
          </p:nvSpPr>
          <p:spPr>
            <a:xfrm>
              <a:off x="5831788" y="2395972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5" name="pt11175"/>
            <p:cNvSpPr/>
            <p:nvPr/>
          </p:nvSpPr>
          <p:spPr>
            <a:xfrm>
              <a:off x="5869858" y="2139269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6" name="pt11176"/>
            <p:cNvSpPr/>
            <p:nvPr/>
          </p:nvSpPr>
          <p:spPr>
            <a:xfrm>
              <a:off x="6693238" y="2092133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7" name="pt11177"/>
            <p:cNvSpPr/>
            <p:nvPr/>
          </p:nvSpPr>
          <p:spPr>
            <a:xfrm>
              <a:off x="6239775" y="2329566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8" name="pt11178"/>
            <p:cNvSpPr/>
            <p:nvPr/>
          </p:nvSpPr>
          <p:spPr>
            <a:xfrm>
              <a:off x="6036714" y="2375990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9" name="pt11179"/>
            <p:cNvSpPr/>
            <p:nvPr/>
          </p:nvSpPr>
          <p:spPr>
            <a:xfrm>
              <a:off x="6309556" y="2262610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0" name="pt11180"/>
            <p:cNvSpPr/>
            <p:nvPr/>
          </p:nvSpPr>
          <p:spPr>
            <a:xfrm>
              <a:off x="6223701" y="229462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1" name="pt11181"/>
            <p:cNvSpPr/>
            <p:nvPr/>
          </p:nvSpPr>
          <p:spPr>
            <a:xfrm>
              <a:off x="6173454" y="2257221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2" name="pt11182"/>
            <p:cNvSpPr/>
            <p:nvPr/>
          </p:nvSpPr>
          <p:spPr>
            <a:xfrm>
              <a:off x="6372249" y="2323011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3" name="pt11183"/>
            <p:cNvSpPr/>
            <p:nvPr/>
          </p:nvSpPr>
          <p:spPr>
            <a:xfrm>
              <a:off x="6761296" y="2167141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4" name="pt11184"/>
            <p:cNvSpPr/>
            <p:nvPr/>
          </p:nvSpPr>
          <p:spPr>
            <a:xfrm>
              <a:off x="6000589" y="241573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5" name="pt11185"/>
            <p:cNvSpPr/>
            <p:nvPr/>
          </p:nvSpPr>
          <p:spPr>
            <a:xfrm>
              <a:off x="6322284" y="2198164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6" name="pt11186"/>
            <p:cNvSpPr/>
            <p:nvPr/>
          </p:nvSpPr>
          <p:spPr>
            <a:xfrm>
              <a:off x="6132692" y="2219160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7" name="pt11187"/>
            <p:cNvSpPr/>
            <p:nvPr/>
          </p:nvSpPr>
          <p:spPr>
            <a:xfrm>
              <a:off x="6574928" y="237422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8" name="pt11188"/>
            <p:cNvSpPr/>
            <p:nvPr/>
          </p:nvSpPr>
          <p:spPr>
            <a:xfrm>
              <a:off x="5997956" y="233948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9" name="pt11189"/>
            <p:cNvSpPr/>
            <p:nvPr/>
          </p:nvSpPr>
          <p:spPr>
            <a:xfrm>
              <a:off x="6403791" y="2146823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0" name="pt11190"/>
            <p:cNvSpPr/>
            <p:nvPr/>
          </p:nvSpPr>
          <p:spPr>
            <a:xfrm>
              <a:off x="5888008" y="2142958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1" name="pt11191"/>
            <p:cNvSpPr/>
            <p:nvPr/>
          </p:nvSpPr>
          <p:spPr>
            <a:xfrm>
              <a:off x="6568267" y="2294926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2" name="pt11192"/>
            <p:cNvSpPr/>
            <p:nvPr/>
          </p:nvSpPr>
          <p:spPr>
            <a:xfrm>
              <a:off x="6569609" y="2076504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3" name="pt11193"/>
            <p:cNvSpPr/>
            <p:nvPr/>
          </p:nvSpPr>
          <p:spPr>
            <a:xfrm>
              <a:off x="5563325" y="2569596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4" name="pt11194"/>
            <p:cNvSpPr/>
            <p:nvPr/>
          </p:nvSpPr>
          <p:spPr>
            <a:xfrm>
              <a:off x="6680188" y="2040054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5" name="pt11195"/>
            <p:cNvSpPr/>
            <p:nvPr/>
          </p:nvSpPr>
          <p:spPr>
            <a:xfrm>
              <a:off x="5812734" y="2087392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6" name="pt11196"/>
            <p:cNvSpPr/>
            <p:nvPr/>
          </p:nvSpPr>
          <p:spPr>
            <a:xfrm>
              <a:off x="5781367" y="1991019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7" name="pt11197"/>
            <p:cNvSpPr/>
            <p:nvPr/>
          </p:nvSpPr>
          <p:spPr>
            <a:xfrm>
              <a:off x="6198564" y="2216302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8" name="pt11198"/>
            <p:cNvSpPr/>
            <p:nvPr/>
          </p:nvSpPr>
          <p:spPr>
            <a:xfrm>
              <a:off x="5663678" y="2379455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9" name="pt11199"/>
            <p:cNvSpPr/>
            <p:nvPr/>
          </p:nvSpPr>
          <p:spPr>
            <a:xfrm>
              <a:off x="6094378" y="226464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0" name="pt11200"/>
            <p:cNvSpPr/>
            <p:nvPr/>
          </p:nvSpPr>
          <p:spPr>
            <a:xfrm>
              <a:off x="5989033" y="2512943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1" name="pt11201"/>
            <p:cNvSpPr/>
            <p:nvPr/>
          </p:nvSpPr>
          <p:spPr>
            <a:xfrm>
              <a:off x="6775639" y="1899344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2" name="pt11202"/>
            <p:cNvSpPr/>
            <p:nvPr/>
          </p:nvSpPr>
          <p:spPr>
            <a:xfrm>
              <a:off x="6192248" y="2266052"/>
              <a:ext cx="16849" cy="16849"/>
            </a:xfrm>
            <a:prstGeom prst="ellipse">
              <a:avLst/>
            </a:prstGeom>
            <a:solidFill>
              <a:srgbClr val="28A983">
                <a:alpha val="45098"/>
              </a:srgbClr>
            </a:solidFill>
            <a:ln w="7363" cap="rnd">
              <a:solidFill>
                <a:srgbClr val="28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3" name="pt11203"/>
            <p:cNvSpPr/>
            <p:nvPr/>
          </p:nvSpPr>
          <p:spPr>
            <a:xfrm>
              <a:off x="6216526" y="226542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4" name="pt11204"/>
            <p:cNvSpPr/>
            <p:nvPr/>
          </p:nvSpPr>
          <p:spPr>
            <a:xfrm>
              <a:off x="5579882" y="222570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5" name="pt11205"/>
            <p:cNvSpPr/>
            <p:nvPr/>
          </p:nvSpPr>
          <p:spPr>
            <a:xfrm>
              <a:off x="6004162" y="2524029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6" name="pt11206"/>
            <p:cNvSpPr/>
            <p:nvPr/>
          </p:nvSpPr>
          <p:spPr>
            <a:xfrm>
              <a:off x="6892811" y="1740377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7" name="pt11207"/>
            <p:cNvSpPr/>
            <p:nvPr/>
          </p:nvSpPr>
          <p:spPr>
            <a:xfrm>
              <a:off x="6123421" y="2309230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8" name="pt11208"/>
            <p:cNvSpPr/>
            <p:nvPr/>
          </p:nvSpPr>
          <p:spPr>
            <a:xfrm>
              <a:off x="6363068" y="227758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9" name="pt11209"/>
            <p:cNvSpPr/>
            <p:nvPr/>
          </p:nvSpPr>
          <p:spPr>
            <a:xfrm>
              <a:off x="6198039" y="227847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0" name="pt11210"/>
            <p:cNvSpPr/>
            <p:nvPr/>
          </p:nvSpPr>
          <p:spPr>
            <a:xfrm>
              <a:off x="5914752" y="2129910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1" name="pt11211"/>
            <p:cNvSpPr/>
            <p:nvPr/>
          </p:nvSpPr>
          <p:spPr>
            <a:xfrm>
              <a:off x="5689404" y="2420012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2" name="pt11212"/>
            <p:cNvSpPr/>
            <p:nvPr/>
          </p:nvSpPr>
          <p:spPr>
            <a:xfrm>
              <a:off x="7337321" y="207297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3" name="pt11213"/>
            <p:cNvSpPr/>
            <p:nvPr/>
          </p:nvSpPr>
          <p:spPr>
            <a:xfrm>
              <a:off x="6611575" y="2173497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4" name="pt11214"/>
            <p:cNvSpPr/>
            <p:nvPr/>
          </p:nvSpPr>
          <p:spPr>
            <a:xfrm>
              <a:off x="6558532" y="2211674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5" name="pt11215"/>
            <p:cNvSpPr/>
            <p:nvPr/>
          </p:nvSpPr>
          <p:spPr>
            <a:xfrm>
              <a:off x="6619434" y="2105265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6" name="pt11216"/>
            <p:cNvSpPr/>
            <p:nvPr/>
          </p:nvSpPr>
          <p:spPr>
            <a:xfrm>
              <a:off x="5924442" y="2164942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7" name="pt11217"/>
            <p:cNvSpPr/>
            <p:nvPr/>
          </p:nvSpPr>
          <p:spPr>
            <a:xfrm>
              <a:off x="5623411" y="2336239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8" name="pt11218"/>
            <p:cNvSpPr/>
            <p:nvPr/>
          </p:nvSpPr>
          <p:spPr>
            <a:xfrm>
              <a:off x="6585045" y="2162864"/>
              <a:ext cx="16849" cy="16849"/>
            </a:xfrm>
            <a:prstGeom prst="ellipse">
              <a:avLst/>
            </a:prstGeom>
            <a:solidFill>
              <a:srgbClr val="BBDC41">
                <a:alpha val="45098"/>
              </a:srgbClr>
            </a:solidFill>
            <a:ln w="7363" cap="rnd">
              <a:solidFill>
                <a:srgbClr val="BBDC4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9" name="pt11219"/>
            <p:cNvSpPr/>
            <p:nvPr/>
          </p:nvSpPr>
          <p:spPr>
            <a:xfrm>
              <a:off x="6193109" y="2086502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0" name="pt11220"/>
            <p:cNvSpPr/>
            <p:nvPr/>
          </p:nvSpPr>
          <p:spPr>
            <a:xfrm>
              <a:off x="6756093" y="2183654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1" name="pt11221"/>
            <p:cNvSpPr/>
            <p:nvPr/>
          </p:nvSpPr>
          <p:spPr>
            <a:xfrm>
              <a:off x="6249291" y="2292750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2" name="pt11222"/>
            <p:cNvSpPr/>
            <p:nvPr/>
          </p:nvSpPr>
          <p:spPr>
            <a:xfrm>
              <a:off x="5933917" y="1977733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3" name="pt11223"/>
            <p:cNvSpPr/>
            <p:nvPr/>
          </p:nvSpPr>
          <p:spPr>
            <a:xfrm>
              <a:off x="5901420" y="208792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4" name="pt11224"/>
            <p:cNvSpPr/>
            <p:nvPr/>
          </p:nvSpPr>
          <p:spPr>
            <a:xfrm>
              <a:off x="6451856" y="2018873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5" name="pt11225"/>
            <p:cNvSpPr/>
            <p:nvPr/>
          </p:nvSpPr>
          <p:spPr>
            <a:xfrm>
              <a:off x="6272085" y="2436678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6" name="pt11226"/>
            <p:cNvSpPr/>
            <p:nvPr/>
          </p:nvSpPr>
          <p:spPr>
            <a:xfrm>
              <a:off x="6488633" y="2188981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7" name="pt11227"/>
            <p:cNvSpPr/>
            <p:nvPr/>
          </p:nvSpPr>
          <p:spPr>
            <a:xfrm>
              <a:off x="6182647" y="220813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8" name="pt11228"/>
            <p:cNvSpPr/>
            <p:nvPr/>
          </p:nvSpPr>
          <p:spPr>
            <a:xfrm>
              <a:off x="6646881" y="232953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9" name="pt11229"/>
            <p:cNvSpPr/>
            <p:nvPr/>
          </p:nvSpPr>
          <p:spPr>
            <a:xfrm>
              <a:off x="5764728" y="200805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0" name="pt11230"/>
            <p:cNvSpPr/>
            <p:nvPr/>
          </p:nvSpPr>
          <p:spPr>
            <a:xfrm>
              <a:off x="6316631" y="2293345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1" name="pt11231"/>
            <p:cNvSpPr/>
            <p:nvPr/>
          </p:nvSpPr>
          <p:spPr>
            <a:xfrm>
              <a:off x="5865803" y="2181308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2" name="pt11232"/>
            <p:cNvSpPr/>
            <p:nvPr/>
          </p:nvSpPr>
          <p:spPr>
            <a:xfrm>
              <a:off x="5898890" y="2125054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3" name="pt11233"/>
            <p:cNvSpPr/>
            <p:nvPr/>
          </p:nvSpPr>
          <p:spPr>
            <a:xfrm>
              <a:off x="6639520" y="226504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4" name="pt11234"/>
            <p:cNvSpPr/>
            <p:nvPr/>
          </p:nvSpPr>
          <p:spPr>
            <a:xfrm>
              <a:off x="6589958" y="2152079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5" name="pt11235"/>
            <p:cNvSpPr/>
            <p:nvPr/>
          </p:nvSpPr>
          <p:spPr>
            <a:xfrm>
              <a:off x="5495171" y="2359424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6" name="pt11236"/>
            <p:cNvSpPr/>
            <p:nvPr/>
          </p:nvSpPr>
          <p:spPr>
            <a:xfrm>
              <a:off x="6111114" y="2253908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7" name="pt11237"/>
            <p:cNvSpPr/>
            <p:nvPr/>
          </p:nvSpPr>
          <p:spPr>
            <a:xfrm>
              <a:off x="6568288" y="2091829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8" name="pt11238"/>
            <p:cNvSpPr/>
            <p:nvPr/>
          </p:nvSpPr>
          <p:spPr>
            <a:xfrm>
              <a:off x="6638005" y="2110969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9" name="pt11239"/>
            <p:cNvSpPr/>
            <p:nvPr/>
          </p:nvSpPr>
          <p:spPr>
            <a:xfrm>
              <a:off x="6366900" y="2165765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0" name="pt11240"/>
            <p:cNvSpPr/>
            <p:nvPr/>
          </p:nvSpPr>
          <p:spPr>
            <a:xfrm>
              <a:off x="6012697" y="2460616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1" name="pt11241"/>
            <p:cNvSpPr/>
            <p:nvPr/>
          </p:nvSpPr>
          <p:spPr>
            <a:xfrm>
              <a:off x="5991139" y="2573076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2" name="pt11242"/>
            <p:cNvSpPr/>
            <p:nvPr/>
          </p:nvSpPr>
          <p:spPr>
            <a:xfrm>
              <a:off x="5278749" y="2381054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3" name="pt11243"/>
            <p:cNvSpPr/>
            <p:nvPr/>
          </p:nvSpPr>
          <p:spPr>
            <a:xfrm>
              <a:off x="6472108" y="215789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4" name="pt11244"/>
            <p:cNvSpPr/>
            <p:nvPr/>
          </p:nvSpPr>
          <p:spPr>
            <a:xfrm>
              <a:off x="6260950" y="2408428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5" name="pt11245"/>
            <p:cNvSpPr/>
            <p:nvPr/>
          </p:nvSpPr>
          <p:spPr>
            <a:xfrm>
              <a:off x="6393429" y="2161304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6" name="pt11246"/>
            <p:cNvSpPr/>
            <p:nvPr/>
          </p:nvSpPr>
          <p:spPr>
            <a:xfrm>
              <a:off x="6434148" y="1859197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7" name="pt11247"/>
            <p:cNvSpPr/>
            <p:nvPr/>
          </p:nvSpPr>
          <p:spPr>
            <a:xfrm>
              <a:off x="6120358" y="2280350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8" name="pt11248"/>
            <p:cNvSpPr/>
            <p:nvPr/>
          </p:nvSpPr>
          <p:spPr>
            <a:xfrm>
              <a:off x="6854376" y="1866505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9" name="pt11249"/>
            <p:cNvSpPr/>
            <p:nvPr/>
          </p:nvSpPr>
          <p:spPr>
            <a:xfrm>
              <a:off x="5781406" y="2162191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0" name="pt11250"/>
            <p:cNvSpPr/>
            <p:nvPr/>
          </p:nvSpPr>
          <p:spPr>
            <a:xfrm>
              <a:off x="5590572" y="2055657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1" name="pt11251"/>
            <p:cNvSpPr/>
            <p:nvPr/>
          </p:nvSpPr>
          <p:spPr>
            <a:xfrm>
              <a:off x="6904267" y="1869487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2" name="pt11252"/>
            <p:cNvSpPr/>
            <p:nvPr/>
          </p:nvSpPr>
          <p:spPr>
            <a:xfrm>
              <a:off x="5656232" y="2481818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3" name="pt11253"/>
            <p:cNvSpPr/>
            <p:nvPr/>
          </p:nvSpPr>
          <p:spPr>
            <a:xfrm>
              <a:off x="6322846" y="237086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4" name="pt11254"/>
            <p:cNvSpPr/>
            <p:nvPr/>
          </p:nvSpPr>
          <p:spPr>
            <a:xfrm>
              <a:off x="6178685" y="2217700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5" name="pt11255"/>
            <p:cNvSpPr/>
            <p:nvPr/>
          </p:nvSpPr>
          <p:spPr>
            <a:xfrm>
              <a:off x="5840823" y="2500060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6" name="pt11256"/>
            <p:cNvSpPr/>
            <p:nvPr/>
          </p:nvSpPr>
          <p:spPr>
            <a:xfrm>
              <a:off x="6484687" y="2179035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7" name="pt11257"/>
            <p:cNvSpPr/>
            <p:nvPr/>
          </p:nvSpPr>
          <p:spPr>
            <a:xfrm>
              <a:off x="6058927" y="2374000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8" name="pt11258"/>
            <p:cNvSpPr/>
            <p:nvPr/>
          </p:nvSpPr>
          <p:spPr>
            <a:xfrm>
              <a:off x="5786924" y="1918407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9" name="pt11259"/>
            <p:cNvSpPr/>
            <p:nvPr/>
          </p:nvSpPr>
          <p:spPr>
            <a:xfrm>
              <a:off x="6179546" y="2294441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0" name="pt11260"/>
            <p:cNvSpPr/>
            <p:nvPr/>
          </p:nvSpPr>
          <p:spPr>
            <a:xfrm>
              <a:off x="6254990" y="229071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1" name="pt11261"/>
            <p:cNvSpPr/>
            <p:nvPr/>
          </p:nvSpPr>
          <p:spPr>
            <a:xfrm>
              <a:off x="5590599" y="189159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2" name="pt11262"/>
            <p:cNvSpPr/>
            <p:nvPr/>
          </p:nvSpPr>
          <p:spPr>
            <a:xfrm>
              <a:off x="5710674" y="2358173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3" name="pt11263"/>
            <p:cNvSpPr/>
            <p:nvPr/>
          </p:nvSpPr>
          <p:spPr>
            <a:xfrm>
              <a:off x="5664267" y="240552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4" name="pt11264"/>
            <p:cNvSpPr/>
            <p:nvPr/>
          </p:nvSpPr>
          <p:spPr>
            <a:xfrm>
              <a:off x="5367067" y="2502323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5" name="pt11265"/>
            <p:cNvSpPr/>
            <p:nvPr/>
          </p:nvSpPr>
          <p:spPr>
            <a:xfrm>
              <a:off x="6059294" y="2382191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6" name="pt11266"/>
            <p:cNvSpPr/>
            <p:nvPr/>
          </p:nvSpPr>
          <p:spPr>
            <a:xfrm>
              <a:off x="5979572" y="233261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7" name="pt11267"/>
            <p:cNvSpPr/>
            <p:nvPr/>
          </p:nvSpPr>
          <p:spPr>
            <a:xfrm>
              <a:off x="5245658" y="1942617"/>
              <a:ext cx="16849" cy="16849"/>
            </a:xfrm>
            <a:prstGeom prst="ellipse">
              <a:avLst/>
            </a:prstGeom>
            <a:solidFill>
              <a:srgbClr val="76CE56">
                <a:alpha val="45098"/>
              </a:srgbClr>
            </a:solidFill>
            <a:ln w="7363" cap="rnd">
              <a:solidFill>
                <a:srgbClr val="76CE5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8" name="pt11268"/>
            <p:cNvSpPr/>
            <p:nvPr/>
          </p:nvSpPr>
          <p:spPr>
            <a:xfrm>
              <a:off x="6900003" y="1939312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9" name="pt11269"/>
            <p:cNvSpPr/>
            <p:nvPr/>
          </p:nvSpPr>
          <p:spPr>
            <a:xfrm>
              <a:off x="7119256" y="1518981"/>
              <a:ext cx="16849" cy="16849"/>
            </a:xfrm>
            <a:prstGeom prst="ellipse">
              <a:avLst/>
            </a:prstGeom>
            <a:solidFill>
              <a:srgbClr val="97D64B">
                <a:alpha val="45098"/>
              </a:srgbClr>
            </a:solidFill>
            <a:ln w="7363" cap="rnd">
              <a:solidFill>
                <a:srgbClr val="97D64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0" name="pt11270"/>
            <p:cNvSpPr/>
            <p:nvPr/>
          </p:nvSpPr>
          <p:spPr>
            <a:xfrm>
              <a:off x="4990331" y="2758288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1" name="pt11271"/>
            <p:cNvSpPr/>
            <p:nvPr/>
          </p:nvSpPr>
          <p:spPr>
            <a:xfrm>
              <a:off x="5676628" y="2459060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2" name="pt11272"/>
            <p:cNvSpPr/>
            <p:nvPr/>
          </p:nvSpPr>
          <p:spPr>
            <a:xfrm>
              <a:off x="5623718" y="2452663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3" name="pt11273"/>
            <p:cNvSpPr/>
            <p:nvPr/>
          </p:nvSpPr>
          <p:spPr>
            <a:xfrm>
              <a:off x="6216426" y="234228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4" name="pt11274"/>
            <p:cNvSpPr/>
            <p:nvPr/>
          </p:nvSpPr>
          <p:spPr>
            <a:xfrm>
              <a:off x="5575274" y="2147775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5" name="pt11275"/>
            <p:cNvSpPr/>
            <p:nvPr/>
          </p:nvSpPr>
          <p:spPr>
            <a:xfrm>
              <a:off x="5880776" y="2100960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6" name="pt11276"/>
            <p:cNvSpPr/>
            <p:nvPr/>
          </p:nvSpPr>
          <p:spPr>
            <a:xfrm>
              <a:off x="6284357" y="2149921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7" name="pt11277"/>
            <p:cNvSpPr/>
            <p:nvPr/>
          </p:nvSpPr>
          <p:spPr>
            <a:xfrm>
              <a:off x="6259531" y="2487760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8" name="pt11278"/>
            <p:cNvSpPr/>
            <p:nvPr/>
          </p:nvSpPr>
          <p:spPr>
            <a:xfrm>
              <a:off x="6118634" y="2077326"/>
              <a:ext cx="16849" cy="16849"/>
            </a:xfrm>
            <a:prstGeom prst="ellipse">
              <a:avLst/>
            </a:prstGeom>
            <a:solidFill>
              <a:srgbClr val="72CC59">
                <a:alpha val="45098"/>
              </a:srgbClr>
            </a:solidFill>
            <a:ln w="7363" cap="rnd">
              <a:solidFill>
                <a:srgbClr val="72CC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9" name="pt11279"/>
            <p:cNvSpPr/>
            <p:nvPr/>
          </p:nvSpPr>
          <p:spPr>
            <a:xfrm>
              <a:off x="5893820" y="2265997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0" name="pt11280"/>
            <p:cNvSpPr/>
            <p:nvPr/>
          </p:nvSpPr>
          <p:spPr>
            <a:xfrm>
              <a:off x="6436234" y="1918983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1" name="pt11281"/>
            <p:cNvSpPr/>
            <p:nvPr/>
          </p:nvSpPr>
          <p:spPr>
            <a:xfrm>
              <a:off x="6791915" y="1902243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2" name="pt11282"/>
            <p:cNvSpPr/>
            <p:nvPr/>
          </p:nvSpPr>
          <p:spPr>
            <a:xfrm>
              <a:off x="6175642" y="2136533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3" name="pt11283"/>
            <p:cNvSpPr/>
            <p:nvPr/>
          </p:nvSpPr>
          <p:spPr>
            <a:xfrm>
              <a:off x="6705546" y="2144728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4" name="pt11284"/>
            <p:cNvSpPr/>
            <p:nvPr/>
          </p:nvSpPr>
          <p:spPr>
            <a:xfrm>
              <a:off x="5958158" y="207832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5" name="pt11285"/>
            <p:cNvSpPr/>
            <p:nvPr/>
          </p:nvSpPr>
          <p:spPr>
            <a:xfrm>
              <a:off x="5343559" y="199829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6" name="pt11286"/>
            <p:cNvSpPr/>
            <p:nvPr/>
          </p:nvSpPr>
          <p:spPr>
            <a:xfrm>
              <a:off x="6000115" y="228922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7" name="pt11287"/>
            <p:cNvSpPr/>
            <p:nvPr/>
          </p:nvSpPr>
          <p:spPr>
            <a:xfrm>
              <a:off x="6588951" y="2073921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8" name="pt11288"/>
            <p:cNvSpPr/>
            <p:nvPr/>
          </p:nvSpPr>
          <p:spPr>
            <a:xfrm>
              <a:off x="6234252" y="2294739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9" name="pt11289"/>
            <p:cNvSpPr/>
            <p:nvPr/>
          </p:nvSpPr>
          <p:spPr>
            <a:xfrm>
              <a:off x="6408397" y="2121360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0" name="pt11290"/>
            <p:cNvSpPr/>
            <p:nvPr/>
          </p:nvSpPr>
          <p:spPr>
            <a:xfrm>
              <a:off x="6186896" y="2300652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1" name="pt11291"/>
            <p:cNvSpPr/>
            <p:nvPr/>
          </p:nvSpPr>
          <p:spPr>
            <a:xfrm>
              <a:off x="5586329" y="1990164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2" name="pt11292"/>
            <p:cNvSpPr/>
            <p:nvPr/>
          </p:nvSpPr>
          <p:spPr>
            <a:xfrm>
              <a:off x="6283787" y="2106107"/>
              <a:ext cx="16849" cy="16849"/>
            </a:xfrm>
            <a:prstGeom prst="ellipse">
              <a:avLst/>
            </a:prstGeom>
            <a:solidFill>
              <a:srgbClr val="299987">
                <a:alpha val="45098"/>
              </a:srgbClr>
            </a:solidFill>
            <a:ln w="7363" cap="rnd">
              <a:solidFill>
                <a:srgbClr val="2999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3" name="pt11293"/>
            <p:cNvSpPr/>
            <p:nvPr/>
          </p:nvSpPr>
          <p:spPr>
            <a:xfrm>
              <a:off x="6012214" y="2163036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4" name="pt11294"/>
            <p:cNvSpPr/>
            <p:nvPr/>
          </p:nvSpPr>
          <p:spPr>
            <a:xfrm>
              <a:off x="6422629" y="2277835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5" name="pt11295"/>
            <p:cNvSpPr/>
            <p:nvPr/>
          </p:nvSpPr>
          <p:spPr>
            <a:xfrm>
              <a:off x="6988983" y="1425502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6" name="pt11296"/>
            <p:cNvSpPr/>
            <p:nvPr/>
          </p:nvSpPr>
          <p:spPr>
            <a:xfrm>
              <a:off x="6367310" y="239077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7" name="pt11297"/>
            <p:cNvSpPr/>
            <p:nvPr/>
          </p:nvSpPr>
          <p:spPr>
            <a:xfrm>
              <a:off x="5043397" y="263147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8" name="pt11298"/>
            <p:cNvSpPr/>
            <p:nvPr/>
          </p:nvSpPr>
          <p:spPr>
            <a:xfrm>
              <a:off x="5673048" y="2511736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9" name="pt11299"/>
            <p:cNvSpPr/>
            <p:nvPr/>
          </p:nvSpPr>
          <p:spPr>
            <a:xfrm>
              <a:off x="6291042" y="2178405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0" name="pt11300"/>
            <p:cNvSpPr/>
            <p:nvPr/>
          </p:nvSpPr>
          <p:spPr>
            <a:xfrm>
              <a:off x="5439752" y="2368185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1" name="pt11301"/>
            <p:cNvSpPr/>
            <p:nvPr/>
          </p:nvSpPr>
          <p:spPr>
            <a:xfrm>
              <a:off x="6265852" y="2333559"/>
              <a:ext cx="16849" cy="16849"/>
            </a:xfrm>
            <a:prstGeom prst="ellipse">
              <a:avLst/>
            </a:prstGeom>
            <a:solidFill>
              <a:srgbClr val="5EBF6A">
                <a:alpha val="45098"/>
              </a:srgbClr>
            </a:solidFill>
            <a:ln w="7363" cap="rnd">
              <a:solidFill>
                <a:srgbClr val="5EBF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2" name="pt11302"/>
            <p:cNvSpPr/>
            <p:nvPr/>
          </p:nvSpPr>
          <p:spPr>
            <a:xfrm>
              <a:off x="5903608" y="2002176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3" name="pt11303"/>
            <p:cNvSpPr/>
            <p:nvPr/>
          </p:nvSpPr>
          <p:spPr>
            <a:xfrm>
              <a:off x="6010074" y="2449528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4" name="pt11304"/>
            <p:cNvSpPr/>
            <p:nvPr/>
          </p:nvSpPr>
          <p:spPr>
            <a:xfrm>
              <a:off x="7081904" y="1854395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5" name="pt11305"/>
            <p:cNvSpPr/>
            <p:nvPr/>
          </p:nvSpPr>
          <p:spPr>
            <a:xfrm>
              <a:off x="6376277" y="2095574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6" name="pt11306"/>
            <p:cNvSpPr/>
            <p:nvPr/>
          </p:nvSpPr>
          <p:spPr>
            <a:xfrm>
              <a:off x="5574770" y="234084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7" name="pt11307"/>
            <p:cNvSpPr/>
            <p:nvPr/>
          </p:nvSpPr>
          <p:spPr>
            <a:xfrm>
              <a:off x="6216718" y="2336988"/>
              <a:ext cx="16849" cy="16849"/>
            </a:xfrm>
            <a:prstGeom prst="ellipse">
              <a:avLst/>
            </a:prstGeom>
            <a:solidFill>
              <a:srgbClr val="26A983">
                <a:alpha val="45098"/>
              </a:srgbClr>
            </a:solidFill>
            <a:ln w="7363" cap="rnd">
              <a:solidFill>
                <a:srgbClr val="26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8" name="pt11308"/>
            <p:cNvSpPr/>
            <p:nvPr/>
          </p:nvSpPr>
          <p:spPr>
            <a:xfrm>
              <a:off x="5607893" y="2320327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9" name="pt11309"/>
            <p:cNvSpPr/>
            <p:nvPr/>
          </p:nvSpPr>
          <p:spPr>
            <a:xfrm>
              <a:off x="5875933" y="2179731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0" name="pt11310"/>
            <p:cNvSpPr/>
            <p:nvPr/>
          </p:nvSpPr>
          <p:spPr>
            <a:xfrm>
              <a:off x="6452317" y="1889555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1" name="pt11311"/>
            <p:cNvSpPr/>
            <p:nvPr/>
          </p:nvSpPr>
          <p:spPr>
            <a:xfrm>
              <a:off x="6580177" y="222559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2" name="pt11312"/>
            <p:cNvSpPr/>
            <p:nvPr/>
          </p:nvSpPr>
          <p:spPr>
            <a:xfrm>
              <a:off x="6385781" y="2210909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3" name="pt11313"/>
            <p:cNvSpPr/>
            <p:nvPr/>
          </p:nvSpPr>
          <p:spPr>
            <a:xfrm>
              <a:off x="5724840" y="2510178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4" name="pt11314"/>
            <p:cNvSpPr/>
            <p:nvPr/>
          </p:nvSpPr>
          <p:spPr>
            <a:xfrm>
              <a:off x="5768731" y="197850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5" name="pt11315"/>
            <p:cNvSpPr/>
            <p:nvPr/>
          </p:nvSpPr>
          <p:spPr>
            <a:xfrm>
              <a:off x="6197661" y="2319838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6" name="pt11316"/>
            <p:cNvSpPr/>
            <p:nvPr/>
          </p:nvSpPr>
          <p:spPr>
            <a:xfrm>
              <a:off x="6143095" y="2295202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7" name="pt11317"/>
            <p:cNvSpPr/>
            <p:nvPr/>
          </p:nvSpPr>
          <p:spPr>
            <a:xfrm>
              <a:off x="6375688" y="235804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8" name="pt11318"/>
            <p:cNvSpPr/>
            <p:nvPr/>
          </p:nvSpPr>
          <p:spPr>
            <a:xfrm>
              <a:off x="6656280" y="218044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9" name="pt11319"/>
            <p:cNvSpPr/>
            <p:nvPr/>
          </p:nvSpPr>
          <p:spPr>
            <a:xfrm>
              <a:off x="6025076" y="205797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0" name="pt11320"/>
            <p:cNvSpPr/>
            <p:nvPr/>
          </p:nvSpPr>
          <p:spPr>
            <a:xfrm>
              <a:off x="6532567" y="2261787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1" name="pt11321"/>
            <p:cNvSpPr/>
            <p:nvPr/>
          </p:nvSpPr>
          <p:spPr>
            <a:xfrm>
              <a:off x="5748412" y="2068765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2" name="pt11322"/>
            <p:cNvSpPr/>
            <p:nvPr/>
          </p:nvSpPr>
          <p:spPr>
            <a:xfrm>
              <a:off x="6893907" y="1866727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3" name="pt11323"/>
            <p:cNvSpPr/>
            <p:nvPr/>
          </p:nvSpPr>
          <p:spPr>
            <a:xfrm>
              <a:off x="5538488" y="2158810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4" name="pt11324"/>
            <p:cNvSpPr/>
            <p:nvPr/>
          </p:nvSpPr>
          <p:spPr>
            <a:xfrm>
              <a:off x="6016242" y="2431767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5" name="pt11325"/>
            <p:cNvSpPr/>
            <p:nvPr/>
          </p:nvSpPr>
          <p:spPr>
            <a:xfrm>
              <a:off x="6511904" y="213728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6" name="pt11326"/>
            <p:cNvSpPr/>
            <p:nvPr/>
          </p:nvSpPr>
          <p:spPr>
            <a:xfrm>
              <a:off x="6204164" y="2201661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7" name="pt11327"/>
            <p:cNvSpPr/>
            <p:nvPr/>
          </p:nvSpPr>
          <p:spPr>
            <a:xfrm>
              <a:off x="6064916" y="245602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8" name="pt11328"/>
            <p:cNvSpPr/>
            <p:nvPr/>
          </p:nvSpPr>
          <p:spPr>
            <a:xfrm>
              <a:off x="6643697" y="2183639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9" name="pt11329"/>
            <p:cNvSpPr/>
            <p:nvPr/>
          </p:nvSpPr>
          <p:spPr>
            <a:xfrm>
              <a:off x="6246415" y="227761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0" name="pt11330"/>
            <p:cNvSpPr/>
            <p:nvPr/>
          </p:nvSpPr>
          <p:spPr>
            <a:xfrm>
              <a:off x="5492377" y="2342880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1" name="pt11331"/>
            <p:cNvSpPr/>
            <p:nvPr/>
          </p:nvSpPr>
          <p:spPr>
            <a:xfrm>
              <a:off x="7057259" y="2034181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2" name="pt11332"/>
            <p:cNvSpPr/>
            <p:nvPr/>
          </p:nvSpPr>
          <p:spPr>
            <a:xfrm>
              <a:off x="6460598" y="1935144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3" name="pt11333"/>
            <p:cNvSpPr/>
            <p:nvPr/>
          </p:nvSpPr>
          <p:spPr>
            <a:xfrm>
              <a:off x="6394628" y="2141575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4" name="pt11334"/>
            <p:cNvSpPr/>
            <p:nvPr/>
          </p:nvSpPr>
          <p:spPr>
            <a:xfrm>
              <a:off x="5038352" y="291117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5" name="pt11335"/>
            <p:cNvSpPr/>
            <p:nvPr/>
          </p:nvSpPr>
          <p:spPr>
            <a:xfrm>
              <a:off x="5907788" y="201486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6" name="pt11336"/>
            <p:cNvSpPr/>
            <p:nvPr/>
          </p:nvSpPr>
          <p:spPr>
            <a:xfrm>
              <a:off x="6111190" y="229671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7" name="pt11337"/>
            <p:cNvSpPr/>
            <p:nvPr/>
          </p:nvSpPr>
          <p:spPr>
            <a:xfrm>
              <a:off x="6485146" y="2117461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8" name="pt11338"/>
            <p:cNvSpPr/>
            <p:nvPr/>
          </p:nvSpPr>
          <p:spPr>
            <a:xfrm>
              <a:off x="6449744" y="201604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9" name="pt11339"/>
            <p:cNvSpPr/>
            <p:nvPr/>
          </p:nvSpPr>
          <p:spPr>
            <a:xfrm>
              <a:off x="6343151" y="218536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0" name="pt11340"/>
            <p:cNvSpPr/>
            <p:nvPr/>
          </p:nvSpPr>
          <p:spPr>
            <a:xfrm>
              <a:off x="6728027" y="2010234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1" name="pt11341"/>
            <p:cNvSpPr/>
            <p:nvPr/>
          </p:nvSpPr>
          <p:spPr>
            <a:xfrm>
              <a:off x="6474972" y="2173874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2" name="pt11342"/>
            <p:cNvSpPr/>
            <p:nvPr/>
          </p:nvSpPr>
          <p:spPr>
            <a:xfrm>
              <a:off x="6468232" y="216670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3" name="pt11343"/>
            <p:cNvSpPr/>
            <p:nvPr/>
          </p:nvSpPr>
          <p:spPr>
            <a:xfrm>
              <a:off x="6689047" y="205583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4" name="pt11344"/>
            <p:cNvSpPr/>
            <p:nvPr/>
          </p:nvSpPr>
          <p:spPr>
            <a:xfrm>
              <a:off x="6489072" y="220865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5" name="pt11345"/>
            <p:cNvSpPr/>
            <p:nvPr/>
          </p:nvSpPr>
          <p:spPr>
            <a:xfrm>
              <a:off x="6513341" y="2271682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6" name="pt11346"/>
            <p:cNvSpPr/>
            <p:nvPr/>
          </p:nvSpPr>
          <p:spPr>
            <a:xfrm>
              <a:off x="5971384" y="2433948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7" name="pt11347"/>
            <p:cNvSpPr/>
            <p:nvPr/>
          </p:nvSpPr>
          <p:spPr>
            <a:xfrm>
              <a:off x="5494463" y="2447743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8" name="pt11348"/>
            <p:cNvSpPr/>
            <p:nvPr/>
          </p:nvSpPr>
          <p:spPr>
            <a:xfrm>
              <a:off x="6687283" y="2066826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9" name="pt11349"/>
            <p:cNvSpPr/>
            <p:nvPr/>
          </p:nvSpPr>
          <p:spPr>
            <a:xfrm>
              <a:off x="5799228" y="2009493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0" name="pt11350"/>
            <p:cNvSpPr/>
            <p:nvPr/>
          </p:nvSpPr>
          <p:spPr>
            <a:xfrm>
              <a:off x="5870307" y="2200422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1" name="pt11351"/>
            <p:cNvSpPr/>
            <p:nvPr/>
          </p:nvSpPr>
          <p:spPr>
            <a:xfrm>
              <a:off x="5829353" y="2428175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2" name="pt11352"/>
            <p:cNvSpPr/>
            <p:nvPr/>
          </p:nvSpPr>
          <p:spPr>
            <a:xfrm>
              <a:off x="6683231" y="2128740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3" name="pt11353"/>
            <p:cNvSpPr/>
            <p:nvPr/>
          </p:nvSpPr>
          <p:spPr>
            <a:xfrm>
              <a:off x="6060084" y="2373786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4" name="pt11354"/>
            <p:cNvSpPr/>
            <p:nvPr/>
          </p:nvSpPr>
          <p:spPr>
            <a:xfrm>
              <a:off x="6038761" y="2325884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5" name="pt11355"/>
            <p:cNvSpPr/>
            <p:nvPr/>
          </p:nvSpPr>
          <p:spPr>
            <a:xfrm>
              <a:off x="6312194" y="219825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6" name="pt11356"/>
            <p:cNvSpPr/>
            <p:nvPr/>
          </p:nvSpPr>
          <p:spPr>
            <a:xfrm>
              <a:off x="6098567" y="2263829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7" name="pt11357"/>
            <p:cNvSpPr/>
            <p:nvPr/>
          </p:nvSpPr>
          <p:spPr>
            <a:xfrm>
              <a:off x="6208420" y="2257752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8" name="pt11358"/>
            <p:cNvSpPr/>
            <p:nvPr/>
          </p:nvSpPr>
          <p:spPr>
            <a:xfrm>
              <a:off x="6484434" y="2197555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9" name="pt11359"/>
            <p:cNvSpPr/>
            <p:nvPr/>
          </p:nvSpPr>
          <p:spPr>
            <a:xfrm>
              <a:off x="6370834" y="2167640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0" name="pt11360"/>
            <p:cNvSpPr/>
            <p:nvPr/>
          </p:nvSpPr>
          <p:spPr>
            <a:xfrm>
              <a:off x="6200662" y="211180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1" name="pt11361"/>
            <p:cNvSpPr/>
            <p:nvPr/>
          </p:nvSpPr>
          <p:spPr>
            <a:xfrm>
              <a:off x="6683445" y="1975254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2" name="pt11362"/>
            <p:cNvSpPr/>
            <p:nvPr/>
          </p:nvSpPr>
          <p:spPr>
            <a:xfrm>
              <a:off x="6131998" y="2316810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3" name="pt11363"/>
            <p:cNvSpPr/>
            <p:nvPr/>
          </p:nvSpPr>
          <p:spPr>
            <a:xfrm>
              <a:off x="5485208" y="2645119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4" name="pt11364"/>
            <p:cNvSpPr/>
            <p:nvPr/>
          </p:nvSpPr>
          <p:spPr>
            <a:xfrm>
              <a:off x="6375436" y="2206338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5" name="pt11365"/>
            <p:cNvSpPr/>
            <p:nvPr/>
          </p:nvSpPr>
          <p:spPr>
            <a:xfrm>
              <a:off x="6563998" y="2166222"/>
              <a:ext cx="16849" cy="16849"/>
            </a:xfrm>
            <a:prstGeom prst="ellipse">
              <a:avLst/>
            </a:prstGeom>
            <a:solidFill>
              <a:srgbClr val="8DD44D">
                <a:alpha val="45098"/>
              </a:srgbClr>
            </a:solidFill>
            <a:ln w="7363" cap="rnd">
              <a:solidFill>
                <a:srgbClr val="8D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6" name="pt11366"/>
            <p:cNvSpPr/>
            <p:nvPr/>
          </p:nvSpPr>
          <p:spPr>
            <a:xfrm>
              <a:off x="5945769" y="2099253"/>
              <a:ext cx="16849" cy="16849"/>
            </a:xfrm>
            <a:prstGeom prst="ellipse">
              <a:avLst/>
            </a:prstGeom>
            <a:solidFill>
              <a:srgbClr val="336E8D">
                <a:alpha val="45098"/>
              </a:srgbClr>
            </a:solidFill>
            <a:ln w="7363" cap="rnd">
              <a:solidFill>
                <a:srgbClr val="336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7" name="pt11367"/>
            <p:cNvSpPr/>
            <p:nvPr/>
          </p:nvSpPr>
          <p:spPr>
            <a:xfrm>
              <a:off x="5419373" y="2401965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8" name="pt11368"/>
            <p:cNvSpPr/>
            <p:nvPr/>
          </p:nvSpPr>
          <p:spPr>
            <a:xfrm>
              <a:off x="5870731" y="2059614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9" name="pt11369"/>
            <p:cNvSpPr/>
            <p:nvPr/>
          </p:nvSpPr>
          <p:spPr>
            <a:xfrm>
              <a:off x="6408719" y="2060858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0" name="pt11370"/>
            <p:cNvSpPr/>
            <p:nvPr/>
          </p:nvSpPr>
          <p:spPr>
            <a:xfrm>
              <a:off x="6650975" y="2185928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1" name="pt11371"/>
            <p:cNvSpPr/>
            <p:nvPr/>
          </p:nvSpPr>
          <p:spPr>
            <a:xfrm>
              <a:off x="6818123" y="1777617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2" name="pt11372"/>
            <p:cNvSpPr/>
            <p:nvPr/>
          </p:nvSpPr>
          <p:spPr>
            <a:xfrm>
              <a:off x="5458105" y="2554737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3" name="pt11373"/>
            <p:cNvSpPr/>
            <p:nvPr/>
          </p:nvSpPr>
          <p:spPr>
            <a:xfrm>
              <a:off x="6280333" y="2172644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4" name="pt11374"/>
            <p:cNvSpPr/>
            <p:nvPr/>
          </p:nvSpPr>
          <p:spPr>
            <a:xfrm>
              <a:off x="4808655" y="2640187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5" name="pt11375"/>
            <p:cNvSpPr/>
            <p:nvPr/>
          </p:nvSpPr>
          <p:spPr>
            <a:xfrm>
              <a:off x="6404940" y="2123343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6" name="pt11376"/>
            <p:cNvSpPr/>
            <p:nvPr/>
          </p:nvSpPr>
          <p:spPr>
            <a:xfrm>
              <a:off x="6565172" y="2249147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7" name="pt11377"/>
            <p:cNvSpPr/>
            <p:nvPr/>
          </p:nvSpPr>
          <p:spPr>
            <a:xfrm>
              <a:off x="5587138" y="1861149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8" name="pt11378"/>
            <p:cNvSpPr/>
            <p:nvPr/>
          </p:nvSpPr>
          <p:spPr>
            <a:xfrm>
              <a:off x="6426189" y="2182448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9" name="pt11379"/>
            <p:cNvSpPr/>
            <p:nvPr/>
          </p:nvSpPr>
          <p:spPr>
            <a:xfrm>
              <a:off x="6471101" y="1893052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0" name="pt11380"/>
            <p:cNvSpPr/>
            <p:nvPr/>
          </p:nvSpPr>
          <p:spPr>
            <a:xfrm>
              <a:off x="6833488" y="1929866"/>
              <a:ext cx="16849" cy="16849"/>
            </a:xfrm>
            <a:prstGeom prst="ellipse">
              <a:avLst/>
            </a:prstGeom>
            <a:solidFill>
              <a:srgbClr val="6EC85D">
                <a:alpha val="45098"/>
              </a:srgbClr>
            </a:solidFill>
            <a:ln w="7363" cap="rnd">
              <a:solidFill>
                <a:srgbClr val="6EC8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1" name="pt11381"/>
            <p:cNvSpPr/>
            <p:nvPr/>
          </p:nvSpPr>
          <p:spPr>
            <a:xfrm>
              <a:off x="6799514" y="179516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2" name="pt11382"/>
            <p:cNvSpPr/>
            <p:nvPr/>
          </p:nvSpPr>
          <p:spPr>
            <a:xfrm>
              <a:off x="5712784" y="2434199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3" name="pt11383"/>
            <p:cNvSpPr/>
            <p:nvPr/>
          </p:nvSpPr>
          <p:spPr>
            <a:xfrm>
              <a:off x="6908533" y="1923208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4" name="pt11384"/>
            <p:cNvSpPr/>
            <p:nvPr/>
          </p:nvSpPr>
          <p:spPr>
            <a:xfrm>
              <a:off x="6408534" y="222463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5" name="pt11385"/>
            <p:cNvSpPr/>
            <p:nvPr/>
          </p:nvSpPr>
          <p:spPr>
            <a:xfrm>
              <a:off x="7334087" y="1939272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6" name="pt11386"/>
            <p:cNvSpPr/>
            <p:nvPr/>
          </p:nvSpPr>
          <p:spPr>
            <a:xfrm>
              <a:off x="4745590" y="2571065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7" name="pt11387"/>
            <p:cNvSpPr/>
            <p:nvPr/>
          </p:nvSpPr>
          <p:spPr>
            <a:xfrm>
              <a:off x="5604426" y="2568510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8" name="pt11388"/>
            <p:cNvSpPr/>
            <p:nvPr/>
          </p:nvSpPr>
          <p:spPr>
            <a:xfrm>
              <a:off x="5502659" y="2520532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9" name="pt11389"/>
            <p:cNvSpPr/>
            <p:nvPr/>
          </p:nvSpPr>
          <p:spPr>
            <a:xfrm>
              <a:off x="6602884" y="2116803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0" name="pt11390"/>
            <p:cNvSpPr/>
            <p:nvPr/>
          </p:nvSpPr>
          <p:spPr>
            <a:xfrm>
              <a:off x="6577939" y="228787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1" name="pt11391"/>
            <p:cNvSpPr/>
            <p:nvPr/>
          </p:nvSpPr>
          <p:spPr>
            <a:xfrm>
              <a:off x="5878992" y="1988728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2" name="pt11392"/>
            <p:cNvSpPr/>
            <p:nvPr/>
          </p:nvSpPr>
          <p:spPr>
            <a:xfrm>
              <a:off x="6396648" y="2163305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3" name="pt11393"/>
            <p:cNvSpPr/>
            <p:nvPr/>
          </p:nvSpPr>
          <p:spPr>
            <a:xfrm>
              <a:off x="5894504" y="198809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4" name="pt11394"/>
            <p:cNvSpPr/>
            <p:nvPr/>
          </p:nvSpPr>
          <p:spPr>
            <a:xfrm>
              <a:off x="6875690" y="1703546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5" name="pt11395"/>
            <p:cNvSpPr/>
            <p:nvPr/>
          </p:nvSpPr>
          <p:spPr>
            <a:xfrm>
              <a:off x="6269487" y="241578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6" name="pt11396"/>
            <p:cNvSpPr/>
            <p:nvPr/>
          </p:nvSpPr>
          <p:spPr>
            <a:xfrm>
              <a:off x="6340715" y="2050146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7" name="pt11397"/>
            <p:cNvSpPr/>
            <p:nvPr/>
          </p:nvSpPr>
          <p:spPr>
            <a:xfrm>
              <a:off x="5767687" y="2108152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8" name="pt11398"/>
            <p:cNvSpPr/>
            <p:nvPr/>
          </p:nvSpPr>
          <p:spPr>
            <a:xfrm>
              <a:off x="6748780" y="1964003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9" name="pt11399"/>
            <p:cNvSpPr/>
            <p:nvPr/>
          </p:nvSpPr>
          <p:spPr>
            <a:xfrm>
              <a:off x="5753036" y="219086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0" name="pt11400"/>
            <p:cNvSpPr/>
            <p:nvPr/>
          </p:nvSpPr>
          <p:spPr>
            <a:xfrm>
              <a:off x="6640549" y="2087195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1" name="pt11401"/>
            <p:cNvSpPr/>
            <p:nvPr/>
          </p:nvSpPr>
          <p:spPr>
            <a:xfrm>
              <a:off x="6139490" y="240499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2" name="pt11402"/>
            <p:cNvSpPr/>
            <p:nvPr/>
          </p:nvSpPr>
          <p:spPr>
            <a:xfrm>
              <a:off x="5531201" y="2512554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3" name="pt11403"/>
            <p:cNvSpPr/>
            <p:nvPr/>
          </p:nvSpPr>
          <p:spPr>
            <a:xfrm>
              <a:off x="6978851" y="1686662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4" name="pt11404"/>
            <p:cNvSpPr/>
            <p:nvPr/>
          </p:nvSpPr>
          <p:spPr>
            <a:xfrm>
              <a:off x="5996762" y="259982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5" name="pt11405"/>
            <p:cNvSpPr/>
            <p:nvPr/>
          </p:nvSpPr>
          <p:spPr>
            <a:xfrm>
              <a:off x="6784134" y="1784379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6" name="pt11406"/>
            <p:cNvSpPr/>
            <p:nvPr/>
          </p:nvSpPr>
          <p:spPr>
            <a:xfrm>
              <a:off x="6077412" y="235382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7" name="pt11407"/>
            <p:cNvSpPr/>
            <p:nvPr/>
          </p:nvSpPr>
          <p:spPr>
            <a:xfrm>
              <a:off x="7171232" y="163166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8" name="pt11408"/>
            <p:cNvSpPr/>
            <p:nvPr/>
          </p:nvSpPr>
          <p:spPr>
            <a:xfrm>
              <a:off x="6032249" y="208406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9" name="pt11409"/>
            <p:cNvSpPr/>
            <p:nvPr/>
          </p:nvSpPr>
          <p:spPr>
            <a:xfrm>
              <a:off x="6261213" y="2453223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0" name="pt11410"/>
            <p:cNvSpPr/>
            <p:nvPr/>
          </p:nvSpPr>
          <p:spPr>
            <a:xfrm>
              <a:off x="6527186" y="2280125"/>
              <a:ext cx="16849" cy="16849"/>
            </a:xfrm>
            <a:prstGeom prst="ellipse">
              <a:avLst/>
            </a:prstGeom>
            <a:solidFill>
              <a:srgbClr val="89D34E">
                <a:alpha val="45098"/>
              </a:srgbClr>
            </a:solidFill>
            <a:ln w="7363" cap="rnd">
              <a:solidFill>
                <a:srgbClr val="89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1" name="pt11411"/>
            <p:cNvSpPr/>
            <p:nvPr/>
          </p:nvSpPr>
          <p:spPr>
            <a:xfrm>
              <a:off x="6260515" y="2396668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2" name="pt11412"/>
            <p:cNvSpPr/>
            <p:nvPr/>
          </p:nvSpPr>
          <p:spPr>
            <a:xfrm>
              <a:off x="6126356" y="2320251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3" name="pt11413"/>
            <p:cNvSpPr/>
            <p:nvPr/>
          </p:nvSpPr>
          <p:spPr>
            <a:xfrm>
              <a:off x="6788101" y="1917827"/>
              <a:ext cx="16849" cy="16849"/>
            </a:xfrm>
            <a:prstGeom prst="ellipse">
              <a:avLst/>
            </a:prstGeom>
            <a:solidFill>
              <a:srgbClr val="9CD74A">
                <a:alpha val="45098"/>
              </a:srgbClr>
            </a:solidFill>
            <a:ln w="7363" cap="rnd">
              <a:solidFill>
                <a:srgbClr val="9CD7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4" name="pt11414"/>
            <p:cNvSpPr/>
            <p:nvPr/>
          </p:nvSpPr>
          <p:spPr>
            <a:xfrm>
              <a:off x="6305455" y="2118462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5" name="pt11415"/>
            <p:cNvSpPr/>
            <p:nvPr/>
          </p:nvSpPr>
          <p:spPr>
            <a:xfrm>
              <a:off x="5786594" y="2080116"/>
              <a:ext cx="16849" cy="16849"/>
            </a:xfrm>
            <a:prstGeom prst="ellipse">
              <a:avLst/>
            </a:prstGeom>
            <a:solidFill>
              <a:srgbClr val="38AE7E">
                <a:alpha val="45098"/>
              </a:srgbClr>
            </a:solidFill>
            <a:ln w="7363" cap="rnd">
              <a:solidFill>
                <a:srgbClr val="38AE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6" name="pt11416"/>
            <p:cNvSpPr/>
            <p:nvPr/>
          </p:nvSpPr>
          <p:spPr>
            <a:xfrm>
              <a:off x="5956654" y="2266557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7" name="pt11417"/>
            <p:cNvSpPr/>
            <p:nvPr/>
          </p:nvSpPr>
          <p:spPr>
            <a:xfrm>
              <a:off x="6400219" y="2141341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8" name="pt11418"/>
            <p:cNvSpPr/>
            <p:nvPr/>
          </p:nvSpPr>
          <p:spPr>
            <a:xfrm>
              <a:off x="6085753" y="242629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9" name="pt11419"/>
            <p:cNvSpPr/>
            <p:nvPr/>
          </p:nvSpPr>
          <p:spPr>
            <a:xfrm>
              <a:off x="6298590" y="1982293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0" name="pt11420"/>
            <p:cNvSpPr/>
            <p:nvPr/>
          </p:nvSpPr>
          <p:spPr>
            <a:xfrm>
              <a:off x="6221900" y="2358977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1" name="pt11421"/>
            <p:cNvSpPr/>
            <p:nvPr/>
          </p:nvSpPr>
          <p:spPr>
            <a:xfrm>
              <a:off x="6490299" y="2082356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2" name="pt11422"/>
            <p:cNvSpPr/>
            <p:nvPr/>
          </p:nvSpPr>
          <p:spPr>
            <a:xfrm>
              <a:off x="6262321" y="245423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3" name="pt11423"/>
            <p:cNvSpPr/>
            <p:nvPr/>
          </p:nvSpPr>
          <p:spPr>
            <a:xfrm>
              <a:off x="6956108" y="1777179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4" name="pt11424"/>
            <p:cNvSpPr/>
            <p:nvPr/>
          </p:nvSpPr>
          <p:spPr>
            <a:xfrm>
              <a:off x="5559490" y="2378728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5" name="pt11425"/>
            <p:cNvSpPr/>
            <p:nvPr/>
          </p:nvSpPr>
          <p:spPr>
            <a:xfrm>
              <a:off x="5881230" y="2278815"/>
              <a:ext cx="16849" cy="16849"/>
            </a:xfrm>
            <a:prstGeom prst="ellipse">
              <a:avLst/>
            </a:prstGeom>
            <a:solidFill>
              <a:srgbClr val="5EBF6A">
                <a:alpha val="45098"/>
              </a:srgbClr>
            </a:solidFill>
            <a:ln w="7363" cap="rnd">
              <a:solidFill>
                <a:srgbClr val="5EBF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6" name="pt11426"/>
            <p:cNvSpPr/>
            <p:nvPr/>
          </p:nvSpPr>
          <p:spPr>
            <a:xfrm>
              <a:off x="6150123" y="2259031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7" name="pt11427"/>
            <p:cNvSpPr/>
            <p:nvPr/>
          </p:nvSpPr>
          <p:spPr>
            <a:xfrm>
              <a:off x="5813700" y="2154349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8" name="pt11428"/>
            <p:cNvSpPr/>
            <p:nvPr/>
          </p:nvSpPr>
          <p:spPr>
            <a:xfrm>
              <a:off x="6347563" y="2097452"/>
              <a:ext cx="16849" cy="16849"/>
            </a:xfrm>
            <a:prstGeom prst="ellipse">
              <a:avLst/>
            </a:prstGeom>
            <a:solidFill>
              <a:srgbClr val="6EC95D">
                <a:alpha val="45098"/>
              </a:srgbClr>
            </a:solidFill>
            <a:ln w="7363" cap="rnd">
              <a:solidFill>
                <a:srgbClr val="6E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9" name="pt11429"/>
            <p:cNvSpPr/>
            <p:nvPr/>
          </p:nvSpPr>
          <p:spPr>
            <a:xfrm>
              <a:off x="6338800" y="2195835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0" name="pt11430"/>
            <p:cNvSpPr/>
            <p:nvPr/>
          </p:nvSpPr>
          <p:spPr>
            <a:xfrm>
              <a:off x="5253317" y="2517239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1" name="pt11431"/>
            <p:cNvSpPr/>
            <p:nvPr/>
          </p:nvSpPr>
          <p:spPr>
            <a:xfrm>
              <a:off x="6995635" y="172013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2" name="pt11432"/>
            <p:cNvSpPr/>
            <p:nvPr/>
          </p:nvSpPr>
          <p:spPr>
            <a:xfrm>
              <a:off x="6329367" y="2234726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3" name="pt11433"/>
            <p:cNvSpPr/>
            <p:nvPr/>
          </p:nvSpPr>
          <p:spPr>
            <a:xfrm>
              <a:off x="6293865" y="219279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4" name="pt11434"/>
            <p:cNvSpPr/>
            <p:nvPr/>
          </p:nvSpPr>
          <p:spPr>
            <a:xfrm>
              <a:off x="5913106" y="201257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5" name="pt11435"/>
            <p:cNvSpPr/>
            <p:nvPr/>
          </p:nvSpPr>
          <p:spPr>
            <a:xfrm>
              <a:off x="5706791" y="248359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6" name="pt11436"/>
            <p:cNvSpPr/>
            <p:nvPr/>
          </p:nvSpPr>
          <p:spPr>
            <a:xfrm>
              <a:off x="6407320" y="2184469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7" name="pt11437"/>
            <p:cNvSpPr/>
            <p:nvPr/>
          </p:nvSpPr>
          <p:spPr>
            <a:xfrm>
              <a:off x="5414588" y="2451618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8" name="pt11438"/>
            <p:cNvSpPr/>
            <p:nvPr/>
          </p:nvSpPr>
          <p:spPr>
            <a:xfrm>
              <a:off x="6197216" y="218921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9" name="pt11439"/>
            <p:cNvSpPr/>
            <p:nvPr/>
          </p:nvSpPr>
          <p:spPr>
            <a:xfrm>
              <a:off x="5943148" y="2106472"/>
              <a:ext cx="16849" cy="16849"/>
            </a:xfrm>
            <a:prstGeom prst="ellipse">
              <a:avLst/>
            </a:prstGeom>
            <a:solidFill>
              <a:srgbClr val="3AAE7D">
                <a:alpha val="45098"/>
              </a:srgbClr>
            </a:solidFill>
            <a:ln w="7363" cap="rnd">
              <a:solidFill>
                <a:srgbClr val="3AAE7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0" name="pt11440"/>
            <p:cNvSpPr/>
            <p:nvPr/>
          </p:nvSpPr>
          <p:spPr>
            <a:xfrm>
              <a:off x="6161432" y="234697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1" name="pt11441"/>
            <p:cNvSpPr/>
            <p:nvPr/>
          </p:nvSpPr>
          <p:spPr>
            <a:xfrm>
              <a:off x="6290295" y="216512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2" name="pt11442"/>
            <p:cNvSpPr/>
            <p:nvPr/>
          </p:nvSpPr>
          <p:spPr>
            <a:xfrm>
              <a:off x="5995816" y="2619038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3" name="pt11443"/>
            <p:cNvSpPr/>
            <p:nvPr/>
          </p:nvSpPr>
          <p:spPr>
            <a:xfrm>
              <a:off x="6295804" y="1960628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4" name="pt11444"/>
            <p:cNvSpPr/>
            <p:nvPr/>
          </p:nvSpPr>
          <p:spPr>
            <a:xfrm>
              <a:off x="6497580" y="220149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5" name="pt11445"/>
            <p:cNvSpPr/>
            <p:nvPr/>
          </p:nvSpPr>
          <p:spPr>
            <a:xfrm>
              <a:off x="5540338" y="1831666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6" name="pt11446"/>
            <p:cNvSpPr/>
            <p:nvPr/>
          </p:nvSpPr>
          <p:spPr>
            <a:xfrm>
              <a:off x="6355279" y="2216183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7" name="pt11447"/>
            <p:cNvSpPr/>
            <p:nvPr/>
          </p:nvSpPr>
          <p:spPr>
            <a:xfrm>
              <a:off x="6477897" y="187571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8" name="pt11448"/>
            <p:cNvSpPr/>
            <p:nvPr/>
          </p:nvSpPr>
          <p:spPr>
            <a:xfrm>
              <a:off x="7142539" y="1031503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9" name="pt11449"/>
            <p:cNvSpPr/>
            <p:nvPr/>
          </p:nvSpPr>
          <p:spPr>
            <a:xfrm>
              <a:off x="6868873" y="1882792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0" name="pt11450"/>
            <p:cNvSpPr/>
            <p:nvPr/>
          </p:nvSpPr>
          <p:spPr>
            <a:xfrm>
              <a:off x="6557124" y="222703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1" name="pt11451"/>
            <p:cNvSpPr/>
            <p:nvPr/>
          </p:nvSpPr>
          <p:spPr>
            <a:xfrm>
              <a:off x="5770492" y="2147471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2" name="pt11452"/>
            <p:cNvSpPr/>
            <p:nvPr/>
          </p:nvSpPr>
          <p:spPr>
            <a:xfrm>
              <a:off x="6031339" y="203794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3" name="pt11453"/>
            <p:cNvSpPr/>
            <p:nvPr/>
          </p:nvSpPr>
          <p:spPr>
            <a:xfrm>
              <a:off x="6584607" y="2091994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4" name="pt11454"/>
            <p:cNvSpPr/>
            <p:nvPr/>
          </p:nvSpPr>
          <p:spPr>
            <a:xfrm>
              <a:off x="6519605" y="2198282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5" name="pt11455"/>
            <p:cNvSpPr/>
            <p:nvPr/>
          </p:nvSpPr>
          <p:spPr>
            <a:xfrm>
              <a:off x="6415656" y="2205660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6" name="pt11456"/>
            <p:cNvSpPr/>
            <p:nvPr/>
          </p:nvSpPr>
          <p:spPr>
            <a:xfrm>
              <a:off x="6676087" y="2193970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7" name="pt11457"/>
            <p:cNvSpPr/>
            <p:nvPr/>
          </p:nvSpPr>
          <p:spPr>
            <a:xfrm>
              <a:off x="6586156" y="2061396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8" name="pt11458"/>
            <p:cNvSpPr/>
            <p:nvPr/>
          </p:nvSpPr>
          <p:spPr>
            <a:xfrm>
              <a:off x="6460471" y="214074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9" name="pt11459"/>
            <p:cNvSpPr/>
            <p:nvPr/>
          </p:nvSpPr>
          <p:spPr>
            <a:xfrm>
              <a:off x="5529354" y="2500263"/>
              <a:ext cx="16849" cy="16849"/>
            </a:xfrm>
            <a:prstGeom prst="ellipse">
              <a:avLst/>
            </a:prstGeom>
            <a:solidFill>
              <a:srgbClr val="2A9488">
                <a:alpha val="45098"/>
              </a:srgbClr>
            </a:solidFill>
            <a:ln w="7363" cap="rnd">
              <a:solidFill>
                <a:srgbClr val="2A94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0" name="pt11460"/>
            <p:cNvSpPr/>
            <p:nvPr/>
          </p:nvSpPr>
          <p:spPr>
            <a:xfrm>
              <a:off x="6806262" y="180889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1" name="pt11461"/>
            <p:cNvSpPr/>
            <p:nvPr/>
          </p:nvSpPr>
          <p:spPr>
            <a:xfrm>
              <a:off x="5844328" y="235365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2" name="pt11462"/>
            <p:cNvSpPr/>
            <p:nvPr/>
          </p:nvSpPr>
          <p:spPr>
            <a:xfrm>
              <a:off x="5399879" y="245007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3" name="pt11463"/>
            <p:cNvSpPr/>
            <p:nvPr/>
          </p:nvSpPr>
          <p:spPr>
            <a:xfrm>
              <a:off x="5510375" y="2516485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4" name="pt11464"/>
            <p:cNvSpPr/>
            <p:nvPr/>
          </p:nvSpPr>
          <p:spPr>
            <a:xfrm>
              <a:off x="6559673" y="2092668"/>
              <a:ext cx="16849" cy="16849"/>
            </a:xfrm>
            <a:prstGeom prst="ellipse">
              <a:avLst/>
            </a:prstGeom>
            <a:solidFill>
              <a:srgbClr val="2DAB81">
                <a:alpha val="45098"/>
              </a:srgbClr>
            </a:solidFill>
            <a:ln w="7363" cap="rnd">
              <a:solidFill>
                <a:srgbClr val="2D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5" name="pt11465"/>
            <p:cNvSpPr/>
            <p:nvPr/>
          </p:nvSpPr>
          <p:spPr>
            <a:xfrm>
              <a:off x="6437621" y="1990803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6" name="pt11466"/>
            <p:cNvSpPr/>
            <p:nvPr/>
          </p:nvSpPr>
          <p:spPr>
            <a:xfrm>
              <a:off x="6206764" y="226432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7" name="pt11467"/>
            <p:cNvSpPr/>
            <p:nvPr/>
          </p:nvSpPr>
          <p:spPr>
            <a:xfrm>
              <a:off x="6696358" y="2035180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8" name="pt11468"/>
            <p:cNvSpPr/>
            <p:nvPr/>
          </p:nvSpPr>
          <p:spPr>
            <a:xfrm>
              <a:off x="6292672" y="1932394"/>
              <a:ext cx="16849" cy="16849"/>
            </a:xfrm>
            <a:prstGeom prst="ellipse">
              <a:avLst/>
            </a:prstGeom>
            <a:solidFill>
              <a:srgbClr val="78CF53">
                <a:alpha val="45098"/>
              </a:srgbClr>
            </a:solidFill>
            <a:ln w="7363" cap="rnd">
              <a:solidFill>
                <a:srgbClr val="78CF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9" name="pt11469"/>
            <p:cNvSpPr/>
            <p:nvPr/>
          </p:nvSpPr>
          <p:spPr>
            <a:xfrm>
              <a:off x="5558449" y="238010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0" name="pt11470"/>
            <p:cNvSpPr/>
            <p:nvPr/>
          </p:nvSpPr>
          <p:spPr>
            <a:xfrm>
              <a:off x="6030821" y="2328452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1" name="pt11471"/>
            <p:cNvSpPr/>
            <p:nvPr/>
          </p:nvSpPr>
          <p:spPr>
            <a:xfrm>
              <a:off x="5992499" y="2625685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2" name="pt11472"/>
            <p:cNvSpPr/>
            <p:nvPr/>
          </p:nvSpPr>
          <p:spPr>
            <a:xfrm>
              <a:off x="7058757" y="1742146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3" name="pt11473"/>
            <p:cNvSpPr/>
            <p:nvPr/>
          </p:nvSpPr>
          <p:spPr>
            <a:xfrm>
              <a:off x="6876642" y="1930824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4" name="pt11474"/>
            <p:cNvSpPr/>
            <p:nvPr/>
          </p:nvSpPr>
          <p:spPr>
            <a:xfrm>
              <a:off x="5692111" y="234791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5" name="pt11475"/>
            <p:cNvSpPr/>
            <p:nvPr/>
          </p:nvSpPr>
          <p:spPr>
            <a:xfrm>
              <a:off x="6647561" y="2091694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6" name="pt11476"/>
            <p:cNvSpPr/>
            <p:nvPr/>
          </p:nvSpPr>
          <p:spPr>
            <a:xfrm>
              <a:off x="6104251" y="215971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7" name="pt11477"/>
            <p:cNvSpPr/>
            <p:nvPr/>
          </p:nvSpPr>
          <p:spPr>
            <a:xfrm>
              <a:off x="6786956" y="1813021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8" name="pt11478"/>
            <p:cNvSpPr/>
            <p:nvPr/>
          </p:nvSpPr>
          <p:spPr>
            <a:xfrm>
              <a:off x="6195662" y="2167435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9" name="pt11479"/>
            <p:cNvSpPr/>
            <p:nvPr/>
          </p:nvSpPr>
          <p:spPr>
            <a:xfrm>
              <a:off x="6152338" y="2400549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0" name="pt11480"/>
            <p:cNvSpPr/>
            <p:nvPr/>
          </p:nvSpPr>
          <p:spPr>
            <a:xfrm>
              <a:off x="5407862" y="2445863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1" name="pt11481"/>
            <p:cNvSpPr/>
            <p:nvPr/>
          </p:nvSpPr>
          <p:spPr>
            <a:xfrm>
              <a:off x="6486182" y="2132395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2" name="pt11482"/>
            <p:cNvSpPr/>
            <p:nvPr/>
          </p:nvSpPr>
          <p:spPr>
            <a:xfrm>
              <a:off x="5828480" y="2357627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3" name="pt11483"/>
            <p:cNvSpPr/>
            <p:nvPr/>
          </p:nvSpPr>
          <p:spPr>
            <a:xfrm>
              <a:off x="6085877" y="2429078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4" name="pt11484"/>
            <p:cNvSpPr/>
            <p:nvPr/>
          </p:nvSpPr>
          <p:spPr>
            <a:xfrm>
              <a:off x="6451905" y="203022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5" name="pt11485"/>
            <p:cNvSpPr/>
            <p:nvPr/>
          </p:nvSpPr>
          <p:spPr>
            <a:xfrm>
              <a:off x="6345127" y="225275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6" name="pt11486"/>
            <p:cNvSpPr/>
            <p:nvPr/>
          </p:nvSpPr>
          <p:spPr>
            <a:xfrm>
              <a:off x="6760403" y="2079115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7" name="pt11487"/>
            <p:cNvSpPr/>
            <p:nvPr/>
          </p:nvSpPr>
          <p:spPr>
            <a:xfrm>
              <a:off x="5989295" y="2399553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8" name="pt11488"/>
            <p:cNvSpPr/>
            <p:nvPr/>
          </p:nvSpPr>
          <p:spPr>
            <a:xfrm>
              <a:off x="6214078" y="233328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9" name="pt11489"/>
            <p:cNvSpPr/>
            <p:nvPr/>
          </p:nvSpPr>
          <p:spPr>
            <a:xfrm>
              <a:off x="6082879" y="2433535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0" name="pt11490"/>
            <p:cNvSpPr/>
            <p:nvPr/>
          </p:nvSpPr>
          <p:spPr>
            <a:xfrm>
              <a:off x="6718385" y="1991711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1" name="pt11491"/>
            <p:cNvSpPr/>
            <p:nvPr/>
          </p:nvSpPr>
          <p:spPr>
            <a:xfrm>
              <a:off x="6589992" y="229172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2" name="pt11492"/>
            <p:cNvSpPr/>
            <p:nvPr/>
          </p:nvSpPr>
          <p:spPr>
            <a:xfrm>
              <a:off x="6344714" y="2182300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3" name="pt11493"/>
            <p:cNvSpPr/>
            <p:nvPr/>
          </p:nvSpPr>
          <p:spPr>
            <a:xfrm>
              <a:off x="6263728" y="2458764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4" name="pt11494"/>
            <p:cNvSpPr/>
            <p:nvPr/>
          </p:nvSpPr>
          <p:spPr>
            <a:xfrm>
              <a:off x="6134589" y="2337595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5" name="pt11495"/>
            <p:cNvSpPr/>
            <p:nvPr/>
          </p:nvSpPr>
          <p:spPr>
            <a:xfrm>
              <a:off x="6088750" y="2186476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6" name="pt11496"/>
            <p:cNvSpPr/>
            <p:nvPr/>
          </p:nvSpPr>
          <p:spPr>
            <a:xfrm>
              <a:off x="6580568" y="2162377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7" name="pt11497"/>
            <p:cNvSpPr/>
            <p:nvPr/>
          </p:nvSpPr>
          <p:spPr>
            <a:xfrm>
              <a:off x="6122064" y="2287709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8" name="pt11498"/>
            <p:cNvSpPr/>
            <p:nvPr/>
          </p:nvSpPr>
          <p:spPr>
            <a:xfrm>
              <a:off x="6468309" y="2141102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9" name="pt11499"/>
            <p:cNvSpPr/>
            <p:nvPr/>
          </p:nvSpPr>
          <p:spPr>
            <a:xfrm>
              <a:off x="6333483" y="2183231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0" name="pt11500"/>
            <p:cNvSpPr/>
            <p:nvPr/>
          </p:nvSpPr>
          <p:spPr>
            <a:xfrm>
              <a:off x="6329252" y="2214385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1" name="pt11501"/>
            <p:cNvSpPr/>
            <p:nvPr/>
          </p:nvSpPr>
          <p:spPr>
            <a:xfrm>
              <a:off x="6494148" y="2110929"/>
              <a:ext cx="16849" cy="16849"/>
            </a:xfrm>
            <a:prstGeom prst="ellipse">
              <a:avLst/>
            </a:prstGeom>
            <a:solidFill>
              <a:srgbClr val="64C265">
                <a:alpha val="45098"/>
              </a:srgbClr>
            </a:solidFill>
            <a:ln w="7363" cap="rnd">
              <a:solidFill>
                <a:srgbClr val="64C2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2" name="pt11502"/>
            <p:cNvSpPr/>
            <p:nvPr/>
          </p:nvSpPr>
          <p:spPr>
            <a:xfrm>
              <a:off x="5913517" y="2199738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3" name="pt11503"/>
            <p:cNvSpPr/>
            <p:nvPr/>
          </p:nvSpPr>
          <p:spPr>
            <a:xfrm>
              <a:off x="6139477" y="239283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4" name="pt11504"/>
            <p:cNvSpPr/>
            <p:nvPr/>
          </p:nvSpPr>
          <p:spPr>
            <a:xfrm>
              <a:off x="5086201" y="2800723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5" name="pt11505"/>
            <p:cNvSpPr/>
            <p:nvPr/>
          </p:nvSpPr>
          <p:spPr>
            <a:xfrm>
              <a:off x="5511394" y="2547973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6" name="pt11506"/>
            <p:cNvSpPr/>
            <p:nvPr/>
          </p:nvSpPr>
          <p:spPr>
            <a:xfrm>
              <a:off x="6298166" y="206560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7" name="pt11507"/>
            <p:cNvSpPr/>
            <p:nvPr/>
          </p:nvSpPr>
          <p:spPr>
            <a:xfrm>
              <a:off x="6680149" y="2105491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8" name="pt11508"/>
            <p:cNvSpPr/>
            <p:nvPr/>
          </p:nvSpPr>
          <p:spPr>
            <a:xfrm>
              <a:off x="7149735" y="1644796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9" name="pt11509"/>
            <p:cNvSpPr/>
            <p:nvPr/>
          </p:nvSpPr>
          <p:spPr>
            <a:xfrm>
              <a:off x="5317938" y="2124400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0" name="pt11510"/>
            <p:cNvSpPr/>
            <p:nvPr/>
          </p:nvSpPr>
          <p:spPr>
            <a:xfrm>
              <a:off x="6105184" y="236400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1" name="pt11511"/>
            <p:cNvSpPr/>
            <p:nvPr/>
          </p:nvSpPr>
          <p:spPr>
            <a:xfrm>
              <a:off x="6975640" y="1762186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2" name="pt11512"/>
            <p:cNvSpPr/>
            <p:nvPr/>
          </p:nvSpPr>
          <p:spPr>
            <a:xfrm>
              <a:off x="6017890" y="2458554"/>
              <a:ext cx="16849" cy="16849"/>
            </a:xfrm>
            <a:prstGeom prst="ellipse">
              <a:avLst/>
            </a:prstGeom>
            <a:solidFill>
              <a:srgbClr val="55BA70">
                <a:alpha val="45098"/>
              </a:srgbClr>
            </a:solidFill>
            <a:ln w="7363" cap="rnd">
              <a:solidFill>
                <a:srgbClr val="55BA7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3" name="pt11513"/>
            <p:cNvSpPr/>
            <p:nvPr/>
          </p:nvSpPr>
          <p:spPr>
            <a:xfrm>
              <a:off x="6228224" y="2276589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4" name="pt11514"/>
            <p:cNvSpPr/>
            <p:nvPr/>
          </p:nvSpPr>
          <p:spPr>
            <a:xfrm>
              <a:off x="5257327" y="2114671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5" name="pt11515"/>
            <p:cNvSpPr/>
            <p:nvPr/>
          </p:nvSpPr>
          <p:spPr>
            <a:xfrm>
              <a:off x="7008640" y="1679955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6" name="pt11516"/>
            <p:cNvSpPr/>
            <p:nvPr/>
          </p:nvSpPr>
          <p:spPr>
            <a:xfrm>
              <a:off x="6595982" y="2113029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7" name="pt11517"/>
            <p:cNvSpPr/>
            <p:nvPr/>
          </p:nvSpPr>
          <p:spPr>
            <a:xfrm>
              <a:off x="6244001" y="2355522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8" name="pt11518"/>
            <p:cNvSpPr/>
            <p:nvPr/>
          </p:nvSpPr>
          <p:spPr>
            <a:xfrm>
              <a:off x="5726658" y="2547958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9" name="pt11519"/>
            <p:cNvSpPr/>
            <p:nvPr/>
          </p:nvSpPr>
          <p:spPr>
            <a:xfrm>
              <a:off x="7066171" y="1656207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0" name="pt11520"/>
            <p:cNvSpPr/>
            <p:nvPr/>
          </p:nvSpPr>
          <p:spPr>
            <a:xfrm>
              <a:off x="5366452" y="2233259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1" name="pt11521"/>
            <p:cNvSpPr/>
            <p:nvPr/>
          </p:nvSpPr>
          <p:spPr>
            <a:xfrm>
              <a:off x="6473324" y="226083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2" name="pt11522"/>
            <p:cNvSpPr/>
            <p:nvPr/>
          </p:nvSpPr>
          <p:spPr>
            <a:xfrm>
              <a:off x="5786223" y="2175709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3" name="pt11523"/>
            <p:cNvSpPr/>
            <p:nvPr/>
          </p:nvSpPr>
          <p:spPr>
            <a:xfrm>
              <a:off x="5745517" y="205324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4" name="pt11524"/>
            <p:cNvSpPr/>
            <p:nvPr/>
          </p:nvSpPr>
          <p:spPr>
            <a:xfrm>
              <a:off x="5458120" y="2351288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5" name="pt11525"/>
            <p:cNvSpPr/>
            <p:nvPr/>
          </p:nvSpPr>
          <p:spPr>
            <a:xfrm>
              <a:off x="6169059" y="2256130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6" name="pt11526"/>
            <p:cNvSpPr/>
            <p:nvPr/>
          </p:nvSpPr>
          <p:spPr>
            <a:xfrm>
              <a:off x="6412133" y="2171714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7" name="pt11527"/>
            <p:cNvSpPr/>
            <p:nvPr/>
          </p:nvSpPr>
          <p:spPr>
            <a:xfrm>
              <a:off x="5633851" y="2347869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8" name="pt11528"/>
            <p:cNvSpPr/>
            <p:nvPr/>
          </p:nvSpPr>
          <p:spPr>
            <a:xfrm>
              <a:off x="6293748" y="1915692"/>
              <a:ext cx="16849" cy="16849"/>
            </a:xfrm>
            <a:prstGeom prst="ellipse">
              <a:avLst/>
            </a:prstGeom>
            <a:solidFill>
              <a:srgbClr val="8DD44D">
                <a:alpha val="45098"/>
              </a:srgbClr>
            </a:solidFill>
            <a:ln w="7363" cap="rnd">
              <a:solidFill>
                <a:srgbClr val="8D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9" name="pt11529"/>
            <p:cNvSpPr/>
            <p:nvPr/>
          </p:nvSpPr>
          <p:spPr>
            <a:xfrm>
              <a:off x="5979149" y="2441023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0" name="pt11530"/>
            <p:cNvSpPr/>
            <p:nvPr/>
          </p:nvSpPr>
          <p:spPr>
            <a:xfrm>
              <a:off x="6834692" y="1849102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1" name="pt11531"/>
            <p:cNvSpPr/>
            <p:nvPr/>
          </p:nvSpPr>
          <p:spPr>
            <a:xfrm>
              <a:off x="6217148" y="231668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2" name="pt11532"/>
            <p:cNvSpPr/>
            <p:nvPr/>
          </p:nvSpPr>
          <p:spPr>
            <a:xfrm>
              <a:off x="5829376" y="251323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3" name="pt11533"/>
            <p:cNvSpPr/>
            <p:nvPr/>
          </p:nvSpPr>
          <p:spPr>
            <a:xfrm>
              <a:off x="6041731" y="214956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4" name="pt11534"/>
            <p:cNvSpPr/>
            <p:nvPr/>
          </p:nvSpPr>
          <p:spPr>
            <a:xfrm>
              <a:off x="6471512" y="217496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5" name="pt11535"/>
            <p:cNvSpPr/>
            <p:nvPr/>
          </p:nvSpPr>
          <p:spPr>
            <a:xfrm>
              <a:off x="4966875" y="2808600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6" name="pt11536"/>
            <p:cNvSpPr/>
            <p:nvPr/>
          </p:nvSpPr>
          <p:spPr>
            <a:xfrm>
              <a:off x="6611301" y="2150429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7" name="pt11537"/>
            <p:cNvSpPr/>
            <p:nvPr/>
          </p:nvSpPr>
          <p:spPr>
            <a:xfrm>
              <a:off x="5903302" y="2095830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8" name="pt11538"/>
            <p:cNvSpPr/>
            <p:nvPr/>
          </p:nvSpPr>
          <p:spPr>
            <a:xfrm>
              <a:off x="6511038" y="2064220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9" name="pt11539"/>
            <p:cNvSpPr/>
            <p:nvPr/>
          </p:nvSpPr>
          <p:spPr>
            <a:xfrm>
              <a:off x="5069419" y="2825058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0" name="pt11540"/>
            <p:cNvSpPr/>
            <p:nvPr/>
          </p:nvSpPr>
          <p:spPr>
            <a:xfrm>
              <a:off x="6150528" y="2296048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1" name="pt11541"/>
            <p:cNvSpPr/>
            <p:nvPr/>
          </p:nvSpPr>
          <p:spPr>
            <a:xfrm>
              <a:off x="6475402" y="2460113"/>
              <a:ext cx="16849" cy="16849"/>
            </a:xfrm>
            <a:prstGeom prst="ellipse">
              <a:avLst/>
            </a:prstGeom>
            <a:solidFill>
              <a:srgbClr val="DCE236">
                <a:alpha val="45098"/>
              </a:srgbClr>
            </a:solidFill>
            <a:ln w="7363" cap="rnd">
              <a:solidFill>
                <a:srgbClr val="DCE23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2" name="pt11542"/>
            <p:cNvSpPr/>
            <p:nvPr/>
          </p:nvSpPr>
          <p:spPr>
            <a:xfrm>
              <a:off x="6045854" y="221036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3" name="pt11543"/>
            <p:cNvSpPr/>
            <p:nvPr/>
          </p:nvSpPr>
          <p:spPr>
            <a:xfrm>
              <a:off x="6281483" y="2107270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4" name="pt11544"/>
            <p:cNvSpPr/>
            <p:nvPr/>
          </p:nvSpPr>
          <p:spPr>
            <a:xfrm>
              <a:off x="6480660" y="2087583"/>
              <a:ext cx="16849" cy="16849"/>
            </a:xfrm>
            <a:prstGeom prst="ellipse">
              <a:avLst/>
            </a:prstGeom>
            <a:solidFill>
              <a:srgbClr val="336E8D">
                <a:alpha val="45098"/>
              </a:srgbClr>
            </a:solidFill>
            <a:ln w="7363" cap="rnd">
              <a:solidFill>
                <a:srgbClr val="336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5" name="pt11545"/>
            <p:cNvSpPr/>
            <p:nvPr/>
          </p:nvSpPr>
          <p:spPr>
            <a:xfrm>
              <a:off x="6487136" y="2254468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6" name="pt11546"/>
            <p:cNvSpPr/>
            <p:nvPr/>
          </p:nvSpPr>
          <p:spPr>
            <a:xfrm>
              <a:off x="5942603" y="1827832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7" name="pt11547"/>
            <p:cNvSpPr/>
            <p:nvPr/>
          </p:nvSpPr>
          <p:spPr>
            <a:xfrm>
              <a:off x="6847091" y="1817225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8" name="pt11548"/>
            <p:cNvSpPr/>
            <p:nvPr/>
          </p:nvSpPr>
          <p:spPr>
            <a:xfrm>
              <a:off x="5893723" y="2136094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9" name="pt11549"/>
            <p:cNvSpPr/>
            <p:nvPr/>
          </p:nvSpPr>
          <p:spPr>
            <a:xfrm>
              <a:off x="6512059" y="234325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0" name="pt11550"/>
            <p:cNvSpPr/>
            <p:nvPr/>
          </p:nvSpPr>
          <p:spPr>
            <a:xfrm>
              <a:off x="6443565" y="200151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1" name="pt11551"/>
            <p:cNvSpPr/>
            <p:nvPr/>
          </p:nvSpPr>
          <p:spPr>
            <a:xfrm>
              <a:off x="6773076" y="2125342"/>
              <a:ext cx="16849" cy="16849"/>
            </a:xfrm>
            <a:prstGeom prst="ellipse">
              <a:avLst/>
            </a:prstGeom>
            <a:solidFill>
              <a:srgbClr val="2AAA82">
                <a:alpha val="45098"/>
              </a:srgbClr>
            </a:solidFill>
            <a:ln w="7363" cap="rnd">
              <a:solidFill>
                <a:srgbClr val="2A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2" name="pt11552"/>
            <p:cNvSpPr/>
            <p:nvPr/>
          </p:nvSpPr>
          <p:spPr>
            <a:xfrm>
              <a:off x="6417298" y="225585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3" name="pt11553"/>
            <p:cNvSpPr/>
            <p:nvPr/>
          </p:nvSpPr>
          <p:spPr>
            <a:xfrm>
              <a:off x="6282724" y="225773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4" name="pt11554"/>
            <p:cNvSpPr/>
            <p:nvPr/>
          </p:nvSpPr>
          <p:spPr>
            <a:xfrm>
              <a:off x="6882942" y="1973042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5" name="pt11555"/>
            <p:cNvSpPr/>
            <p:nvPr/>
          </p:nvSpPr>
          <p:spPr>
            <a:xfrm>
              <a:off x="6099184" y="2254810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6" name="pt11556"/>
            <p:cNvSpPr/>
            <p:nvPr/>
          </p:nvSpPr>
          <p:spPr>
            <a:xfrm>
              <a:off x="5957146" y="2282888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7" name="pt11557"/>
            <p:cNvSpPr/>
            <p:nvPr/>
          </p:nvSpPr>
          <p:spPr>
            <a:xfrm>
              <a:off x="6017329" y="2467425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8" name="pt11558"/>
            <p:cNvSpPr/>
            <p:nvPr/>
          </p:nvSpPr>
          <p:spPr>
            <a:xfrm>
              <a:off x="5910784" y="198155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9" name="pt11559"/>
            <p:cNvSpPr/>
            <p:nvPr/>
          </p:nvSpPr>
          <p:spPr>
            <a:xfrm>
              <a:off x="6918876" y="1827120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0" name="pt11560"/>
            <p:cNvSpPr/>
            <p:nvPr/>
          </p:nvSpPr>
          <p:spPr>
            <a:xfrm>
              <a:off x="6079489" y="2316977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1" name="pt11561"/>
            <p:cNvSpPr/>
            <p:nvPr/>
          </p:nvSpPr>
          <p:spPr>
            <a:xfrm>
              <a:off x="5665952" y="2488466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2" name="pt11562"/>
            <p:cNvSpPr/>
            <p:nvPr/>
          </p:nvSpPr>
          <p:spPr>
            <a:xfrm>
              <a:off x="5622713" y="2531723"/>
              <a:ext cx="16849" cy="16849"/>
            </a:xfrm>
            <a:prstGeom prst="ellipse">
              <a:avLst/>
            </a:prstGeom>
            <a:solidFill>
              <a:srgbClr val="64C265">
                <a:alpha val="45098"/>
              </a:srgbClr>
            </a:solidFill>
            <a:ln w="7363" cap="rnd">
              <a:solidFill>
                <a:srgbClr val="64C2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3" name="pt11563"/>
            <p:cNvSpPr/>
            <p:nvPr/>
          </p:nvSpPr>
          <p:spPr>
            <a:xfrm>
              <a:off x="6829395" y="1781578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4" name="pt11564"/>
            <p:cNvSpPr/>
            <p:nvPr/>
          </p:nvSpPr>
          <p:spPr>
            <a:xfrm>
              <a:off x="6233298" y="229381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5" name="pt11565"/>
            <p:cNvSpPr/>
            <p:nvPr/>
          </p:nvSpPr>
          <p:spPr>
            <a:xfrm>
              <a:off x="7011954" y="1485111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6" name="pt11566"/>
            <p:cNvSpPr/>
            <p:nvPr/>
          </p:nvSpPr>
          <p:spPr>
            <a:xfrm>
              <a:off x="5468040" y="2413056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7" name="pt11567"/>
            <p:cNvSpPr/>
            <p:nvPr/>
          </p:nvSpPr>
          <p:spPr>
            <a:xfrm>
              <a:off x="6316328" y="2189934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8" name="pt11568"/>
            <p:cNvSpPr/>
            <p:nvPr/>
          </p:nvSpPr>
          <p:spPr>
            <a:xfrm>
              <a:off x="6389233" y="2153689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9" name="pt11569"/>
            <p:cNvSpPr/>
            <p:nvPr/>
          </p:nvSpPr>
          <p:spPr>
            <a:xfrm>
              <a:off x="6320549" y="2060674"/>
              <a:ext cx="16849" cy="16849"/>
            </a:xfrm>
            <a:prstGeom prst="ellipse">
              <a:avLst/>
            </a:prstGeom>
            <a:solidFill>
              <a:srgbClr val="6FC95C">
                <a:alpha val="45098"/>
              </a:srgbClr>
            </a:solidFill>
            <a:ln w="7363" cap="rnd">
              <a:solidFill>
                <a:srgbClr val="6FC95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0" name="pt11570"/>
            <p:cNvSpPr/>
            <p:nvPr/>
          </p:nvSpPr>
          <p:spPr>
            <a:xfrm>
              <a:off x="6158050" y="238930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1" name="pt11571"/>
            <p:cNvSpPr/>
            <p:nvPr/>
          </p:nvSpPr>
          <p:spPr>
            <a:xfrm>
              <a:off x="6246084" y="2306530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2" name="pt11572"/>
            <p:cNvSpPr/>
            <p:nvPr/>
          </p:nvSpPr>
          <p:spPr>
            <a:xfrm>
              <a:off x="6075446" y="239627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3" name="pt11573"/>
            <p:cNvSpPr/>
            <p:nvPr/>
          </p:nvSpPr>
          <p:spPr>
            <a:xfrm>
              <a:off x="6789635" y="1768800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4" name="pt11574"/>
            <p:cNvSpPr/>
            <p:nvPr/>
          </p:nvSpPr>
          <p:spPr>
            <a:xfrm>
              <a:off x="5846908" y="234586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5" name="pt11575"/>
            <p:cNvSpPr/>
            <p:nvPr/>
          </p:nvSpPr>
          <p:spPr>
            <a:xfrm>
              <a:off x="6055484" y="2458435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6" name="pt11576"/>
            <p:cNvSpPr/>
            <p:nvPr/>
          </p:nvSpPr>
          <p:spPr>
            <a:xfrm>
              <a:off x="6823413" y="178567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7" name="pt11577"/>
            <p:cNvSpPr/>
            <p:nvPr/>
          </p:nvSpPr>
          <p:spPr>
            <a:xfrm>
              <a:off x="5325887" y="1824248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8" name="pt11578"/>
            <p:cNvSpPr/>
            <p:nvPr/>
          </p:nvSpPr>
          <p:spPr>
            <a:xfrm>
              <a:off x="6641458" y="2127257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9" name="pt11579"/>
            <p:cNvSpPr/>
            <p:nvPr/>
          </p:nvSpPr>
          <p:spPr>
            <a:xfrm>
              <a:off x="6332575" y="2147620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0" name="pt11580"/>
            <p:cNvSpPr/>
            <p:nvPr/>
          </p:nvSpPr>
          <p:spPr>
            <a:xfrm>
              <a:off x="6495436" y="217203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1" name="pt11581"/>
            <p:cNvSpPr/>
            <p:nvPr/>
          </p:nvSpPr>
          <p:spPr>
            <a:xfrm>
              <a:off x="5595186" y="2565386"/>
              <a:ext cx="16849" cy="16849"/>
            </a:xfrm>
            <a:prstGeom prst="ellipse">
              <a:avLst/>
            </a:prstGeom>
            <a:solidFill>
              <a:srgbClr val="6AC661">
                <a:alpha val="45098"/>
              </a:srgbClr>
            </a:solidFill>
            <a:ln w="7363" cap="rnd">
              <a:solidFill>
                <a:srgbClr val="6AC66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2" name="pt11582"/>
            <p:cNvSpPr/>
            <p:nvPr/>
          </p:nvSpPr>
          <p:spPr>
            <a:xfrm>
              <a:off x="5836693" y="2371279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3" name="pt11583"/>
            <p:cNvSpPr/>
            <p:nvPr/>
          </p:nvSpPr>
          <p:spPr>
            <a:xfrm>
              <a:off x="5721153" y="2436555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4" name="pt11584"/>
            <p:cNvSpPr/>
            <p:nvPr/>
          </p:nvSpPr>
          <p:spPr>
            <a:xfrm>
              <a:off x="6950010" y="1990381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5" name="pt11585"/>
            <p:cNvSpPr/>
            <p:nvPr/>
          </p:nvSpPr>
          <p:spPr>
            <a:xfrm>
              <a:off x="6094708" y="224176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6" name="pt11586"/>
            <p:cNvSpPr/>
            <p:nvPr/>
          </p:nvSpPr>
          <p:spPr>
            <a:xfrm>
              <a:off x="5870048" y="2071304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7" name="pt11587"/>
            <p:cNvSpPr/>
            <p:nvPr/>
          </p:nvSpPr>
          <p:spPr>
            <a:xfrm>
              <a:off x="5903350" y="2005160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8" name="pt11588"/>
            <p:cNvSpPr/>
            <p:nvPr/>
          </p:nvSpPr>
          <p:spPr>
            <a:xfrm>
              <a:off x="6502275" y="2031823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9" name="pt11589"/>
            <p:cNvSpPr/>
            <p:nvPr/>
          </p:nvSpPr>
          <p:spPr>
            <a:xfrm>
              <a:off x="6489685" y="2083806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0" name="pt11590"/>
            <p:cNvSpPr/>
            <p:nvPr/>
          </p:nvSpPr>
          <p:spPr>
            <a:xfrm>
              <a:off x="6814374" y="1738556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1" name="pt11591"/>
            <p:cNvSpPr/>
            <p:nvPr/>
          </p:nvSpPr>
          <p:spPr>
            <a:xfrm>
              <a:off x="6543753" y="2121483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2" name="pt11592"/>
            <p:cNvSpPr/>
            <p:nvPr/>
          </p:nvSpPr>
          <p:spPr>
            <a:xfrm>
              <a:off x="5915852" y="2251103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3" name="pt11593"/>
            <p:cNvSpPr/>
            <p:nvPr/>
          </p:nvSpPr>
          <p:spPr>
            <a:xfrm>
              <a:off x="6435875" y="1847519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4" name="pt11594"/>
            <p:cNvSpPr/>
            <p:nvPr/>
          </p:nvSpPr>
          <p:spPr>
            <a:xfrm>
              <a:off x="5417792" y="2498664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5" name="pt11595"/>
            <p:cNvSpPr/>
            <p:nvPr/>
          </p:nvSpPr>
          <p:spPr>
            <a:xfrm>
              <a:off x="6490574" y="221068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6" name="pt11596"/>
            <p:cNvSpPr/>
            <p:nvPr/>
          </p:nvSpPr>
          <p:spPr>
            <a:xfrm>
              <a:off x="5918111" y="2143452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7" name="pt11597"/>
            <p:cNvSpPr/>
            <p:nvPr/>
          </p:nvSpPr>
          <p:spPr>
            <a:xfrm>
              <a:off x="6619867" y="226134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8" name="pt11598"/>
            <p:cNvSpPr/>
            <p:nvPr/>
          </p:nvSpPr>
          <p:spPr>
            <a:xfrm>
              <a:off x="6519883" y="2201266"/>
              <a:ext cx="16849" cy="16849"/>
            </a:xfrm>
            <a:prstGeom prst="ellipse">
              <a:avLst/>
            </a:prstGeom>
            <a:solidFill>
              <a:srgbClr val="5EBF6A">
                <a:alpha val="45098"/>
              </a:srgbClr>
            </a:solidFill>
            <a:ln w="7363" cap="rnd">
              <a:solidFill>
                <a:srgbClr val="5EBF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9" name="pt11599"/>
            <p:cNvSpPr/>
            <p:nvPr/>
          </p:nvSpPr>
          <p:spPr>
            <a:xfrm>
              <a:off x="5620595" y="2449248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0" name="pt11600"/>
            <p:cNvSpPr/>
            <p:nvPr/>
          </p:nvSpPr>
          <p:spPr>
            <a:xfrm>
              <a:off x="6867718" y="1894696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1" name="pt11601"/>
            <p:cNvSpPr/>
            <p:nvPr/>
          </p:nvSpPr>
          <p:spPr>
            <a:xfrm>
              <a:off x="6413223" y="220584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2" name="pt11602"/>
            <p:cNvSpPr/>
            <p:nvPr/>
          </p:nvSpPr>
          <p:spPr>
            <a:xfrm>
              <a:off x="6287641" y="2039108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3" name="pt11603"/>
            <p:cNvSpPr/>
            <p:nvPr/>
          </p:nvSpPr>
          <p:spPr>
            <a:xfrm>
              <a:off x="6484981" y="2230149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4" name="pt11604"/>
            <p:cNvSpPr/>
            <p:nvPr/>
          </p:nvSpPr>
          <p:spPr>
            <a:xfrm>
              <a:off x="6539773" y="228389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5" name="pt11605"/>
            <p:cNvSpPr/>
            <p:nvPr/>
          </p:nvSpPr>
          <p:spPr>
            <a:xfrm>
              <a:off x="6765325" y="1917140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6" name="pt11606"/>
            <p:cNvSpPr/>
            <p:nvPr/>
          </p:nvSpPr>
          <p:spPr>
            <a:xfrm>
              <a:off x="6647080" y="211528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7" name="pt11607"/>
            <p:cNvSpPr/>
            <p:nvPr/>
          </p:nvSpPr>
          <p:spPr>
            <a:xfrm>
              <a:off x="6329231" y="229850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8" name="pt11608"/>
            <p:cNvSpPr/>
            <p:nvPr/>
          </p:nvSpPr>
          <p:spPr>
            <a:xfrm>
              <a:off x="7015146" y="1758636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9" name="pt11609"/>
            <p:cNvSpPr/>
            <p:nvPr/>
          </p:nvSpPr>
          <p:spPr>
            <a:xfrm>
              <a:off x="5917534" y="196523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0" name="pt11610"/>
            <p:cNvSpPr/>
            <p:nvPr/>
          </p:nvSpPr>
          <p:spPr>
            <a:xfrm>
              <a:off x="6492892" y="2301898"/>
              <a:ext cx="16849" cy="16849"/>
            </a:xfrm>
            <a:prstGeom prst="ellipse">
              <a:avLst/>
            </a:prstGeom>
            <a:solidFill>
              <a:srgbClr val="A5D848">
                <a:alpha val="45098"/>
              </a:srgbClr>
            </a:solidFill>
            <a:ln w="7363" cap="rnd">
              <a:solidFill>
                <a:srgbClr val="A5D84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1" name="pt11611"/>
            <p:cNvSpPr/>
            <p:nvPr/>
          </p:nvSpPr>
          <p:spPr>
            <a:xfrm>
              <a:off x="6273568" y="2239939"/>
              <a:ext cx="16849" cy="16849"/>
            </a:xfrm>
            <a:prstGeom prst="ellipse">
              <a:avLst/>
            </a:prstGeom>
            <a:solidFill>
              <a:srgbClr val="26A983">
                <a:alpha val="45098"/>
              </a:srgbClr>
            </a:solidFill>
            <a:ln w="7363" cap="rnd">
              <a:solidFill>
                <a:srgbClr val="26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2" name="pt11612"/>
            <p:cNvSpPr/>
            <p:nvPr/>
          </p:nvSpPr>
          <p:spPr>
            <a:xfrm>
              <a:off x="5698604" y="2436129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3" name="pt11613"/>
            <p:cNvSpPr/>
            <p:nvPr/>
          </p:nvSpPr>
          <p:spPr>
            <a:xfrm>
              <a:off x="6787418" y="190886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4" name="pt11614"/>
            <p:cNvSpPr/>
            <p:nvPr/>
          </p:nvSpPr>
          <p:spPr>
            <a:xfrm>
              <a:off x="4936653" y="2574826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5" name="pt11615"/>
            <p:cNvSpPr/>
            <p:nvPr/>
          </p:nvSpPr>
          <p:spPr>
            <a:xfrm>
              <a:off x="5710503" y="2552629"/>
              <a:ext cx="16849" cy="16849"/>
            </a:xfrm>
            <a:prstGeom prst="ellipse">
              <a:avLst/>
            </a:prstGeom>
            <a:solidFill>
              <a:srgbClr val="6EC85D">
                <a:alpha val="45098"/>
              </a:srgbClr>
            </a:solidFill>
            <a:ln w="7363" cap="rnd">
              <a:solidFill>
                <a:srgbClr val="6EC8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6" name="pt11616"/>
            <p:cNvSpPr/>
            <p:nvPr/>
          </p:nvSpPr>
          <p:spPr>
            <a:xfrm>
              <a:off x="5746198" y="213243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7" name="pt11617"/>
            <p:cNvSpPr/>
            <p:nvPr/>
          </p:nvSpPr>
          <p:spPr>
            <a:xfrm>
              <a:off x="6078318" y="2451146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8" name="pt11618"/>
            <p:cNvSpPr/>
            <p:nvPr/>
          </p:nvSpPr>
          <p:spPr>
            <a:xfrm>
              <a:off x="6233879" y="228030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9" name="pt11619"/>
            <p:cNvSpPr/>
            <p:nvPr/>
          </p:nvSpPr>
          <p:spPr>
            <a:xfrm>
              <a:off x="6128937" y="2349749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0" name="pt11620"/>
            <p:cNvSpPr/>
            <p:nvPr/>
          </p:nvSpPr>
          <p:spPr>
            <a:xfrm>
              <a:off x="6045122" y="2374924"/>
              <a:ext cx="16849" cy="16849"/>
            </a:xfrm>
            <a:prstGeom prst="ellipse">
              <a:avLst/>
            </a:prstGeom>
            <a:solidFill>
              <a:srgbClr val="28A983">
                <a:alpha val="45098"/>
              </a:srgbClr>
            </a:solidFill>
            <a:ln w="7363" cap="rnd">
              <a:solidFill>
                <a:srgbClr val="28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1" name="pt11621"/>
            <p:cNvSpPr/>
            <p:nvPr/>
          </p:nvSpPr>
          <p:spPr>
            <a:xfrm>
              <a:off x="6333820" y="2127999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2" name="pt11622"/>
            <p:cNvSpPr/>
            <p:nvPr/>
          </p:nvSpPr>
          <p:spPr>
            <a:xfrm>
              <a:off x="7413356" y="1625584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3" name="pt11623"/>
            <p:cNvSpPr/>
            <p:nvPr/>
          </p:nvSpPr>
          <p:spPr>
            <a:xfrm>
              <a:off x="6292526" y="2150700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4" name="pt11624"/>
            <p:cNvSpPr/>
            <p:nvPr/>
          </p:nvSpPr>
          <p:spPr>
            <a:xfrm>
              <a:off x="6485040" y="2162392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5" name="pt11625"/>
            <p:cNvSpPr/>
            <p:nvPr/>
          </p:nvSpPr>
          <p:spPr>
            <a:xfrm>
              <a:off x="5612082" y="2193069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6" name="pt11626"/>
            <p:cNvSpPr/>
            <p:nvPr/>
          </p:nvSpPr>
          <p:spPr>
            <a:xfrm>
              <a:off x="6853011" y="1874231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7" name="pt11627"/>
            <p:cNvSpPr/>
            <p:nvPr/>
          </p:nvSpPr>
          <p:spPr>
            <a:xfrm>
              <a:off x="5195034" y="2149982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8" name="pt11628"/>
            <p:cNvSpPr/>
            <p:nvPr/>
          </p:nvSpPr>
          <p:spPr>
            <a:xfrm>
              <a:off x="5878032" y="2175311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9" name="pt11629"/>
            <p:cNvSpPr/>
            <p:nvPr/>
          </p:nvSpPr>
          <p:spPr>
            <a:xfrm>
              <a:off x="6170070" y="2034731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0" name="pt11630"/>
            <p:cNvSpPr/>
            <p:nvPr/>
          </p:nvSpPr>
          <p:spPr>
            <a:xfrm>
              <a:off x="6214917" y="226433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1" name="pt11631"/>
            <p:cNvSpPr/>
            <p:nvPr/>
          </p:nvSpPr>
          <p:spPr>
            <a:xfrm>
              <a:off x="5889700" y="2198285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2" name="pt11632"/>
            <p:cNvSpPr/>
            <p:nvPr/>
          </p:nvSpPr>
          <p:spPr>
            <a:xfrm>
              <a:off x="6928760" y="200769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3" name="pt11633"/>
            <p:cNvSpPr/>
            <p:nvPr/>
          </p:nvSpPr>
          <p:spPr>
            <a:xfrm>
              <a:off x="5103683" y="2511352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4" name="pt11634"/>
            <p:cNvSpPr/>
            <p:nvPr/>
          </p:nvSpPr>
          <p:spPr>
            <a:xfrm>
              <a:off x="6596839" y="2067974"/>
              <a:ext cx="16849" cy="16849"/>
            </a:xfrm>
            <a:prstGeom prst="ellipse">
              <a:avLst/>
            </a:prstGeom>
            <a:solidFill>
              <a:srgbClr val="6EC95D">
                <a:alpha val="45098"/>
              </a:srgbClr>
            </a:solidFill>
            <a:ln w="7363" cap="rnd">
              <a:solidFill>
                <a:srgbClr val="6E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5" name="pt11635"/>
            <p:cNvSpPr/>
            <p:nvPr/>
          </p:nvSpPr>
          <p:spPr>
            <a:xfrm>
              <a:off x="5963557" y="2365326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6" name="pt11636"/>
            <p:cNvSpPr/>
            <p:nvPr/>
          </p:nvSpPr>
          <p:spPr>
            <a:xfrm>
              <a:off x="6845426" y="1805732"/>
              <a:ext cx="16849" cy="16849"/>
            </a:xfrm>
            <a:prstGeom prst="ellipse">
              <a:avLst/>
            </a:prstGeom>
            <a:solidFill>
              <a:srgbClr val="2DAB81">
                <a:alpha val="45098"/>
              </a:srgbClr>
            </a:solidFill>
            <a:ln w="7363" cap="rnd">
              <a:solidFill>
                <a:srgbClr val="2D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7" name="pt11637"/>
            <p:cNvSpPr/>
            <p:nvPr/>
          </p:nvSpPr>
          <p:spPr>
            <a:xfrm>
              <a:off x="6010729" y="2392203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8" name="pt11638"/>
            <p:cNvSpPr/>
            <p:nvPr/>
          </p:nvSpPr>
          <p:spPr>
            <a:xfrm>
              <a:off x="6480168" y="2117043"/>
              <a:ext cx="16849" cy="16849"/>
            </a:xfrm>
            <a:prstGeom prst="ellipse">
              <a:avLst/>
            </a:prstGeom>
            <a:solidFill>
              <a:srgbClr val="8DD44D">
                <a:alpha val="45098"/>
              </a:srgbClr>
            </a:solidFill>
            <a:ln w="7363" cap="rnd">
              <a:solidFill>
                <a:srgbClr val="8D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9" name="pt11639"/>
            <p:cNvSpPr/>
            <p:nvPr/>
          </p:nvSpPr>
          <p:spPr>
            <a:xfrm>
              <a:off x="6285939" y="2027320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0" name="pt11640"/>
            <p:cNvSpPr/>
            <p:nvPr/>
          </p:nvSpPr>
          <p:spPr>
            <a:xfrm>
              <a:off x="6354865" y="2207017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1" name="pt11641"/>
            <p:cNvSpPr/>
            <p:nvPr/>
          </p:nvSpPr>
          <p:spPr>
            <a:xfrm>
              <a:off x="6563269" y="2278239"/>
              <a:ext cx="16849" cy="16849"/>
            </a:xfrm>
            <a:prstGeom prst="ellipse">
              <a:avLst/>
            </a:prstGeom>
            <a:solidFill>
              <a:srgbClr val="FDE725">
                <a:alpha val="45098"/>
              </a:srgbClr>
            </a:solidFill>
            <a:ln w="7363" cap="rnd">
              <a:solidFill>
                <a:srgbClr val="FDE72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2" name="pt11642"/>
            <p:cNvSpPr/>
            <p:nvPr/>
          </p:nvSpPr>
          <p:spPr>
            <a:xfrm>
              <a:off x="6337864" y="224756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3" name="pt11643"/>
            <p:cNvSpPr/>
            <p:nvPr/>
          </p:nvSpPr>
          <p:spPr>
            <a:xfrm>
              <a:off x="5763333" y="2137754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4" name="pt11644"/>
            <p:cNvSpPr/>
            <p:nvPr/>
          </p:nvSpPr>
          <p:spPr>
            <a:xfrm>
              <a:off x="6436457" y="1881317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5" name="pt11645"/>
            <p:cNvSpPr/>
            <p:nvPr/>
          </p:nvSpPr>
          <p:spPr>
            <a:xfrm>
              <a:off x="5606701" y="2432953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6" name="pt11646"/>
            <p:cNvSpPr/>
            <p:nvPr/>
          </p:nvSpPr>
          <p:spPr>
            <a:xfrm>
              <a:off x="5823128" y="239866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7" name="pt11647"/>
            <p:cNvSpPr/>
            <p:nvPr/>
          </p:nvSpPr>
          <p:spPr>
            <a:xfrm>
              <a:off x="6867575" y="1911902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8" name="pt11648"/>
            <p:cNvSpPr/>
            <p:nvPr/>
          </p:nvSpPr>
          <p:spPr>
            <a:xfrm>
              <a:off x="6666529" y="2102108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9" name="pt11649"/>
            <p:cNvSpPr/>
            <p:nvPr/>
          </p:nvSpPr>
          <p:spPr>
            <a:xfrm>
              <a:off x="6224206" y="2091256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0" name="pt11650"/>
            <p:cNvSpPr/>
            <p:nvPr/>
          </p:nvSpPr>
          <p:spPr>
            <a:xfrm>
              <a:off x="6268614" y="2428587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1" name="pt11651"/>
            <p:cNvSpPr/>
            <p:nvPr/>
          </p:nvSpPr>
          <p:spPr>
            <a:xfrm>
              <a:off x="5884772" y="2241738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2" name="pt11652"/>
            <p:cNvSpPr/>
            <p:nvPr/>
          </p:nvSpPr>
          <p:spPr>
            <a:xfrm>
              <a:off x="5541930" y="2272016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3" name="pt11653"/>
            <p:cNvSpPr/>
            <p:nvPr/>
          </p:nvSpPr>
          <p:spPr>
            <a:xfrm>
              <a:off x="5594992" y="245204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4" name="pt11654"/>
            <p:cNvSpPr/>
            <p:nvPr/>
          </p:nvSpPr>
          <p:spPr>
            <a:xfrm>
              <a:off x="5493629" y="2500364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5" name="pt11655"/>
            <p:cNvSpPr/>
            <p:nvPr/>
          </p:nvSpPr>
          <p:spPr>
            <a:xfrm>
              <a:off x="6488248" y="226260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6" name="pt11656"/>
            <p:cNvSpPr/>
            <p:nvPr/>
          </p:nvSpPr>
          <p:spPr>
            <a:xfrm>
              <a:off x="6521151" y="2299678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7" name="pt11657"/>
            <p:cNvSpPr/>
            <p:nvPr/>
          </p:nvSpPr>
          <p:spPr>
            <a:xfrm>
              <a:off x="6300252" y="1937961"/>
              <a:ext cx="16849" cy="16849"/>
            </a:xfrm>
            <a:prstGeom prst="ellipse">
              <a:avLst/>
            </a:prstGeom>
            <a:solidFill>
              <a:srgbClr val="5EBE6A">
                <a:alpha val="45098"/>
              </a:srgbClr>
            </a:solidFill>
            <a:ln w="7363" cap="rnd">
              <a:solidFill>
                <a:srgbClr val="5EBE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8" name="pt11658"/>
            <p:cNvSpPr/>
            <p:nvPr/>
          </p:nvSpPr>
          <p:spPr>
            <a:xfrm>
              <a:off x="6246846" y="2271996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9" name="pt11659"/>
            <p:cNvSpPr/>
            <p:nvPr/>
          </p:nvSpPr>
          <p:spPr>
            <a:xfrm>
              <a:off x="6782539" y="203303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0" name="pt11660"/>
            <p:cNvSpPr/>
            <p:nvPr/>
          </p:nvSpPr>
          <p:spPr>
            <a:xfrm>
              <a:off x="6665134" y="1970223"/>
              <a:ext cx="16849" cy="16849"/>
            </a:xfrm>
            <a:prstGeom prst="ellipse">
              <a:avLst/>
            </a:prstGeom>
            <a:solidFill>
              <a:srgbClr val="336E8D">
                <a:alpha val="45098"/>
              </a:srgbClr>
            </a:solidFill>
            <a:ln w="7363" cap="rnd">
              <a:solidFill>
                <a:srgbClr val="336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1" name="pt11661"/>
            <p:cNvSpPr/>
            <p:nvPr/>
          </p:nvSpPr>
          <p:spPr>
            <a:xfrm>
              <a:off x="5497661" y="2497759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2" name="pt11662"/>
            <p:cNvSpPr/>
            <p:nvPr/>
          </p:nvSpPr>
          <p:spPr>
            <a:xfrm>
              <a:off x="6821186" y="1839199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3" name="pt11663"/>
            <p:cNvSpPr/>
            <p:nvPr/>
          </p:nvSpPr>
          <p:spPr>
            <a:xfrm>
              <a:off x="6027288" y="2279306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4" name="pt11664"/>
            <p:cNvSpPr/>
            <p:nvPr/>
          </p:nvSpPr>
          <p:spPr>
            <a:xfrm>
              <a:off x="5266358" y="2321054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5" name="pt11665"/>
            <p:cNvSpPr/>
            <p:nvPr/>
          </p:nvSpPr>
          <p:spPr>
            <a:xfrm>
              <a:off x="6527580" y="2233901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6" name="pt11666"/>
            <p:cNvSpPr/>
            <p:nvPr/>
          </p:nvSpPr>
          <p:spPr>
            <a:xfrm>
              <a:off x="6500728" y="2041090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7" name="pt11667"/>
            <p:cNvSpPr/>
            <p:nvPr/>
          </p:nvSpPr>
          <p:spPr>
            <a:xfrm>
              <a:off x="6444318" y="213930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8" name="pt11668"/>
            <p:cNvSpPr/>
            <p:nvPr/>
          </p:nvSpPr>
          <p:spPr>
            <a:xfrm>
              <a:off x="6452264" y="2038649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9" name="pt11669"/>
            <p:cNvSpPr/>
            <p:nvPr/>
          </p:nvSpPr>
          <p:spPr>
            <a:xfrm>
              <a:off x="6646400" y="2121099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0" name="pt11670"/>
            <p:cNvSpPr/>
            <p:nvPr/>
          </p:nvSpPr>
          <p:spPr>
            <a:xfrm>
              <a:off x="6037472" y="2390310"/>
              <a:ext cx="16849" cy="16849"/>
            </a:xfrm>
            <a:prstGeom prst="ellipse">
              <a:avLst/>
            </a:prstGeom>
            <a:solidFill>
              <a:srgbClr val="44B279">
                <a:alpha val="45098"/>
              </a:srgbClr>
            </a:solidFill>
            <a:ln w="7363" cap="rnd">
              <a:solidFill>
                <a:srgbClr val="44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1" name="pt11671"/>
            <p:cNvSpPr/>
            <p:nvPr/>
          </p:nvSpPr>
          <p:spPr>
            <a:xfrm>
              <a:off x="6065234" y="241499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2" name="pt11672"/>
            <p:cNvSpPr/>
            <p:nvPr/>
          </p:nvSpPr>
          <p:spPr>
            <a:xfrm>
              <a:off x="5640696" y="2345225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3" name="pt11673"/>
            <p:cNvSpPr/>
            <p:nvPr/>
          </p:nvSpPr>
          <p:spPr>
            <a:xfrm>
              <a:off x="5792987" y="2185392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4" name="pt11674"/>
            <p:cNvSpPr/>
            <p:nvPr/>
          </p:nvSpPr>
          <p:spPr>
            <a:xfrm>
              <a:off x="5555658" y="2556036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5" name="pt11675"/>
            <p:cNvSpPr/>
            <p:nvPr/>
          </p:nvSpPr>
          <p:spPr>
            <a:xfrm>
              <a:off x="6071510" y="2373195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6" name="pt11676"/>
            <p:cNvSpPr/>
            <p:nvPr/>
          </p:nvSpPr>
          <p:spPr>
            <a:xfrm>
              <a:off x="6202380" y="1936912"/>
              <a:ext cx="16849" cy="16849"/>
            </a:xfrm>
            <a:prstGeom prst="ellipse">
              <a:avLst/>
            </a:prstGeom>
            <a:solidFill>
              <a:srgbClr val="68C563">
                <a:alpha val="45098"/>
              </a:srgbClr>
            </a:solidFill>
            <a:ln w="7363" cap="rnd">
              <a:solidFill>
                <a:srgbClr val="68C5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7" name="pt11677"/>
            <p:cNvSpPr/>
            <p:nvPr/>
          </p:nvSpPr>
          <p:spPr>
            <a:xfrm>
              <a:off x="5892254" y="2112443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8" name="pt11678"/>
            <p:cNvSpPr/>
            <p:nvPr/>
          </p:nvSpPr>
          <p:spPr>
            <a:xfrm>
              <a:off x="6665874" y="1975509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9" name="pt11679"/>
            <p:cNvSpPr/>
            <p:nvPr/>
          </p:nvSpPr>
          <p:spPr>
            <a:xfrm>
              <a:off x="6008498" y="2228269"/>
              <a:ext cx="16849" cy="16849"/>
            </a:xfrm>
            <a:prstGeom prst="ellipse">
              <a:avLst/>
            </a:prstGeom>
            <a:solidFill>
              <a:srgbClr val="68C562">
                <a:alpha val="45098"/>
              </a:srgbClr>
            </a:solidFill>
            <a:ln w="7363" cap="rnd">
              <a:solidFill>
                <a:srgbClr val="68C56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0" name="pt11680"/>
            <p:cNvSpPr/>
            <p:nvPr/>
          </p:nvSpPr>
          <p:spPr>
            <a:xfrm>
              <a:off x="6174123" y="2133933"/>
              <a:ext cx="16849" cy="16849"/>
            </a:xfrm>
            <a:prstGeom prst="ellipse">
              <a:avLst/>
            </a:prstGeom>
            <a:solidFill>
              <a:srgbClr val="A5D848">
                <a:alpha val="45098"/>
              </a:srgbClr>
            </a:solidFill>
            <a:ln w="7363" cap="rnd">
              <a:solidFill>
                <a:srgbClr val="A5D84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1" name="pt11681"/>
            <p:cNvSpPr/>
            <p:nvPr/>
          </p:nvSpPr>
          <p:spPr>
            <a:xfrm>
              <a:off x="6843266" y="1867717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2" name="pt11682"/>
            <p:cNvSpPr/>
            <p:nvPr/>
          </p:nvSpPr>
          <p:spPr>
            <a:xfrm>
              <a:off x="5992035" y="2714688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3" name="pt11683"/>
            <p:cNvSpPr/>
            <p:nvPr/>
          </p:nvSpPr>
          <p:spPr>
            <a:xfrm>
              <a:off x="6168517" y="2239196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4" name="pt11684"/>
            <p:cNvSpPr/>
            <p:nvPr/>
          </p:nvSpPr>
          <p:spPr>
            <a:xfrm>
              <a:off x="5560986" y="2580936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5" name="pt11685"/>
            <p:cNvSpPr/>
            <p:nvPr/>
          </p:nvSpPr>
          <p:spPr>
            <a:xfrm>
              <a:off x="6950324" y="1641214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6" name="pt11686"/>
            <p:cNvSpPr/>
            <p:nvPr/>
          </p:nvSpPr>
          <p:spPr>
            <a:xfrm>
              <a:off x="5175940" y="2383319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7" name="pt11687"/>
            <p:cNvSpPr/>
            <p:nvPr/>
          </p:nvSpPr>
          <p:spPr>
            <a:xfrm>
              <a:off x="6280876" y="2096239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8" name="pt11688"/>
            <p:cNvSpPr/>
            <p:nvPr/>
          </p:nvSpPr>
          <p:spPr>
            <a:xfrm>
              <a:off x="6321353" y="2179460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9" name="pt11689"/>
            <p:cNvSpPr/>
            <p:nvPr/>
          </p:nvSpPr>
          <p:spPr>
            <a:xfrm>
              <a:off x="6266827" y="2457377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0" name="pt11690"/>
            <p:cNvSpPr/>
            <p:nvPr/>
          </p:nvSpPr>
          <p:spPr>
            <a:xfrm>
              <a:off x="5932331" y="2061849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1" name="pt11691"/>
            <p:cNvSpPr/>
            <p:nvPr/>
          </p:nvSpPr>
          <p:spPr>
            <a:xfrm>
              <a:off x="5551579" y="2290598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2" name="pt11692"/>
            <p:cNvSpPr/>
            <p:nvPr/>
          </p:nvSpPr>
          <p:spPr>
            <a:xfrm>
              <a:off x="5539570" y="2122659"/>
              <a:ext cx="16849" cy="16849"/>
            </a:xfrm>
            <a:prstGeom prst="ellipse">
              <a:avLst/>
            </a:prstGeom>
            <a:solidFill>
              <a:srgbClr val="AEDA45">
                <a:alpha val="45098"/>
              </a:srgbClr>
            </a:solidFill>
            <a:ln w="7363" cap="rnd">
              <a:solidFill>
                <a:srgbClr val="AEDA4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3" name="pt11693"/>
            <p:cNvSpPr/>
            <p:nvPr/>
          </p:nvSpPr>
          <p:spPr>
            <a:xfrm>
              <a:off x="6522683" y="2128383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4" name="pt11694"/>
            <p:cNvSpPr/>
            <p:nvPr/>
          </p:nvSpPr>
          <p:spPr>
            <a:xfrm>
              <a:off x="6285732" y="217178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5" name="pt11695"/>
            <p:cNvSpPr/>
            <p:nvPr/>
          </p:nvSpPr>
          <p:spPr>
            <a:xfrm>
              <a:off x="5743004" y="2007721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6" name="pt11696"/>
            <p:cNvSpPr/>
            <p:nvPr/>
          </p:nvSpPr>
          <p:spPr>
            <a:xfrm>
              <a:off x="6379437" y="2259495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7" name="pt11697"/>
            <p:cNvSpPr/>
            <p:nvPr/>
          </p:nvSpPr>
          <p:spPr>
            <a:xfrm>
              <a:off x="6077679" y="2379932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8" name="pt11698"/>
            <p:cNvSpPr/>
            <p:nvPr/>
          </p:nvSpPr>
          <p:spPr>
            <a:xfrm>
              <a:off x="6223858" y="2242383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9" name="pt11699"/>
            <p:cNvSpPr/>
            <p:nvPr/>
          </p:nvSpPr>
          <p:spPr>
            <a:xfrm>
              <a:off x="5001534" y="2606785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0" name="pt11700"/>
            <p:cNvSpPr/>
            <p:nvPr/>
          </p:nvSpPr>
          <p:spPr>
            <a:xfrm>
              <a:off x="6289003" y="2021251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1" name="pt11701"/>
            <p:cNvSpPr/>
            <p:nvPr/>
          </p:nvSpPr>
          <p:spPr>
            <a:xfrm>
              <a:off x="6846232" y="1885485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2" name="pt11702"/>
            <p:cNvSpPr/>
            <p:nvPr/>
          </p:nvSpPr>
          <p:spPr>
            <a:xfrm>
              <a:off x="6774283" y="1895007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3" name="pt11703"/>
            <p:cNvSpPr/>
            <p:nvPr/>
          </p:nvSpPr>
          <p:spPr>
            <a:xfrm>
              <a:off x="6668901" y="2176269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4" name="pt11704"/>
            <p:cNvSpPr/>
            <p:nvPr/>
          </p:nvSpPr>
          <p:spPr>
            <a:xfrm>
              <a:off x="6827595" y="191461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5" name="pt11705"/>
            <p:cNvSpPr/>
            <p:nvPr/>
          </p:nvSpPr>
          <p:spPr>
            <a:xfrm>
              <a:off x="5953124" y="2303655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6" name="pt11706"/>
            <p:cNvSpPr/>
            <p:nvPr/>
          </p:nvSpPr>
          <p:spPr>
            <a:xfrm>
              <a:off x="5667484" y="228575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7" name="pt11707"/>
            <p:cNvSpPr/>
            <p:nvPr/>
          </p:nvSpPr>
          <p:spPr>
            <a:xfrm>
              <a:off x="6306240" y="2160760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8" name="pt11708"/>
            <p:cNvSpPr/>
            <p:nvPr/>
          </p:nvSpPr>
          <p:spPr>
            <a:xfrm>
              <a:off x="6342707" y="2203088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9" name="pt11709"/>
            <p:cNvSpPr/>
            <p:nvPr/>
          </p:nvSpPr>
          <p:spPr>
            <a:xfrm>
              <a:off x="6327981" y="2190418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0" name="pt11710"/>
            <p:cNvSpPr/>
            <p:nvPr/>
          </p:nvSpPr>
          <p:spPr>
            <a:xfrm>
              <a:off x="6010213" y="2415597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1" name="pt11711"/>
            <p:cNvSpPr/>
            <p:nvPr/>
          </p:nvSpPr>
          <p:spPr>
            <a:xfrm>
              <a:off x="6073962" y="238076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2" name="pt11712"/>
            <p:cNvSpPr/>
            <p:nvPr/>
          </p:nvSpPr>
          <p:spPr>
            <a:xfrm>
              <a:off x="6195039" y="226227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3" name="pt11713"/>
            <p:cNvSpPr/>
            <p:nvPr/>
          </p:nvSpPr>
          <p:spPr>
            <a:xfrm>
              <a:off x="5588216" y="1987928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4" name="pt11714"/>
            <p:cNvSpPr/>
            <p:nvPr/>
          </p:nvSpPr>
          <p:spPr>
            <a:xfrm>
              <a:off x="5102350" y="2591813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5" name="pt11715"/>
            <p:cNvSpPr/>
            <p:nvPr/>
          </p:nvSpPr>
          <p:spPr>
            <a:xfrm>
              <a:off x="5750904" y="2162344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6" name="pt11716"/>
            <p:cNvSpPr/>
            <p:nvPr/>
          </p:nvSpPr>
          <p:spPr>
            <a:xfrm>
              <a:off x="6538569" y="2136471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7" name="pt11717"/>
            <p:cNvSpPr/>
            <p:nvPr/>
          </p:nvSpPr>
          <p:spPr>
            <a:xfrm>
              <a:off x="6527031" y="2297741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8" name="pt11718"/>
            <p:cNvSpPr/>
            <p:nvPr/>
          </p:nvSpPr>
          <p:spPr>
            <a:xfrm>
              <a:off x="6454826" y="2054817"/>
              <a:ext cx="16849" cy="16849"/>
            </a:xfrm>
            <a:prstGeom prst="ellipse">
              <a:avLst/>
            </a:prstGeom>
            <a:solidFill>
              <a:srgbClr val="5EBE6A">
                <a:alpha val="45098"/>
              </a:srgbClr>
            </a:solidFill>
            <a:ln w="7363" cap="rnd">
              <a:solidFill>
                <a:srgbClr val="5EBE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9" name="pt11719"/>
            <p:cNvSpPr/>
            <p:nvPr/>
          </p:nvSpPr>
          <p:spPr>
            <a:xfrm>
              <a:off x="5128089" y="2114980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0" name="pt11720"/>
            <p:cNvSpPr/>
            <p:nvPr/>
          </p:nvSpPr>
          <p:spPr>
            <a:xfrm>
              <a:off x="5802388" y="201067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1" name="pt11721"/>
            <p:cNvSpPr/>
            <p:nvPr/>
          </p:nvSpPr>
          <p:spPr>
            <a:xfrm>
              <a:off x="5719483" y="2532214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2" name="pt11722"/>
            <p:cNvSpPr/>
            <p:nvPr/>
          </p:nvSpPr>
          <p:spPr>
            <a:xfrm>
              <a:off x="6259216" y="2417438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3" name="pt11723"/>
            <p:cNvSpPr/>
            <p:nvPr/>
          </p:nvSpPr>
          <p:spPr>
            <a:xfrm>
              <a:off x="5464790" y="2457794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4" name="pt11724"/>
            <p:cNvSpPr/>
            <p:nvPr/>
          </p:nvSpPr>
          <p:spPr>
            <a:xfrm>
              <a:off x="6194831" y="210802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5" name="pt11725"/>
            <p:cNvSpPr/>
            <p:nvPr/>
          </p:nvSpPr>
          <p:spPr>
            <a:xfrm>
              <a:off x="5717919" y="2366513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6" name="pt11726"/>
            <p:cNvSpPr/>
            <p:nvPr/>
          </p:nvSpPr>
          <p:spPr>
            <a:xfrm>
              <a:off x="6234224" y="227005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7" name="pt11727"/>
            <p:cNvSpPr/>
            <p:nvPr/>
          </p:nvSpPr>
          <p:spPr>
            <a:xfrm>
              <a:off x="6463862" y="2127220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8" name="pt11728"/>
            <p:cNvSpPr/>
            <p:nvPr/>
          </p:nvSpPr>
          <p:spPr>
            <a:xfrm>
              <a:off x="6246760" y="2310267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9" name="pt11729"/>
            <p:cNvSpPr/>
            <p:nvPr/>
          </p:nvSpPr>
          <p:spPr>
            <a:xfrm>
              <a:off x="7063348" y="1731876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0" name="pt11730"/>
            <p:cNvSpPr/>
            <p:nvPr/>
          </p:nvSpPr>
          <p:spPr>
            <a:xfrm>
              <a:off x="6303537" y="2008117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1" name="pt11731"/>
            <p:cNvSpPr/>
            <p:nvPr/>
          </p:nvSpPr>
          <p:spPr>
            <a:xfrm>
              <a:off x="5848741" y="253489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2" name="pt11732"/>
            <p:cNvSpPr/>
            <p:nvPr/>
          </p:nvSpPr>
          <p:spPr>
            <a:xfrm>
              <a:off x="7016764" y="1763646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3" name="pt11733"/>
            <p:cNvSpPr/>
            <p:nvPr/>
          </p:nvSpPr>
          <p:spPr>
            <a:xfrm>
              <a:off x="6249508" y="2304412"/>
              <a:ext cx="16849" cy="16849"/>
            </a:xfrm>
            <a:prstGeom prst="ellipse">
              <a:avLst/>
            </a:prstGeom>
            <a:solidFill>
              <a:srgbClr val="28A983">
                <a:alpha val="45098"/>
              </a:srgbClr>
            </a:solidFill>
            <a:ln w="7363" cap="rnd">
              <a:solidFill>
                <a:srgbClr val="28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4" name="pt11734"/>
            <p:cNvSpPr/>
            <p:nvPr/>
          </p:nvSpPr>
          <p:spPr>
            <a:xfrm>
              <a:off x="6324654" y="2231948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5" name="pt11735"/>
            <p:cNvSpPr/>
            <p:nvPr/>
          </p:nvSpPr>
          <p:spPr>
            <a:xfrm>
              <a:off x="5453626" y="2537198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6" name="pt11736"/>
            <p:cNvSpPr/>
            <p:nvPr/>
          </p:nvSpPr>
          <p:spPr>
            <a:xfrm>
              <a:off x="6102171" y="2200883"/>
              <a:ext cx="16849" cy="16849"/>
            </a:xfrm>
            <a:prstGeom prst="ellipse">
              <a:avLst/>
            </a:prstGeom>
            <a:solidFill>
              <a:srgbClr val="32AC80">
                <a:alpha val="45098"/>
              </a:srgbClr>
            </a:solidFill>
            <a:ln w="7363" cap="rnd">
              <a:solidFill>
                <a:srgbClr val="32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7" name="pt11737"/>
            <p:cNvSpPr/>
            <p:nvPr/>
          </p:nvSpPr>
          <p:spPr>
            <a:xfrm>
              <a:off x="6086370" y="2378925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8" name="pt11738"/>
            <p:cNvSpPr/>
            <p:nvPr/>
          </p:nvSpPr>
          <p:spPr>
            <a:xfrm>
              <a:off x="6027790" y="2259821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9" name="pt11739"/>
            <p:cNvSpPr/>
            <p:nvPr/>
          </p:nvSpPr>
          <p:spPr>
            <a:xfrm>
              <a:off x="6184575" y="2081402"/>
              <a:ext cx="16849" cy="16849"/>
            </a:xfrm>
            <a:prstGeom prst="ellipse">
              <a:avLst/>
            </a:prstGeom>
            <a:solidFill>
              <a:srgbClr val="299987">
                <a:alpha val="45098"/>
              </a:srgbClr>
            </a:solidFill>
            <a:ln w="7363" cap="rnd">
              <a:solidFill>
                <a:srgbClr val="2999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0" name="pt11740"/>
            <p:cNvSpPr/>
            <p:nvPr/>
          </p:nvSpPr>
          <p:spPr>
            <a:xfrm>
              <a:off x="5586798" y="1937205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1" name="pt11741"/>
            <p:cNvSpPr/>
            <p:nvPr/>
          </p:nvSpPr>
          <p:spPr>
            <a:xfrm>
              <a:off x="6112233" y="2310390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2" name="pt11742"/>
            <p:cNvSpPr/>
            <p:nvPr/>
          </p:nvSpPr>
          <p:spPr>
            <a:xfrm>
              <a:off x="6063744" y="2420342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3" name="pt11743"/>
            <p:cNvSpPr/>
            <p:nvPr/>
          </p:nvSpPr>
          <p:spPr>
            <a:xfrm>
              <a:off x="5651415" y="2276117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4" name="pt11744"/>
            <p:cNvSpPr/>
            <p:nvPr/>
          </p:nvSpPr>
          <p:spPr>
            <a:xfrm>
              <a:off x="6350168" y="2200061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5" name="pt11745"/>
            <p:cNvSpPr/>
            <p:nvPr/>
          </p:nvSpPr>
          <p:spPr>
            <a:xfrm>
              <a:off x="6549932" y="2041226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6" name="pt11746"/>
            <p:cNvSpPr/>
            <p:nvPr/>
          </p:nvSpPr>
          <p:spPr>
            <a:xfrm>
              <a:off x="6291925" y="211595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7" name="pt11747"/>
            <p:cNvSpPr/>
            <p:nvPr/>
          </p:nvSpPr>
          <p:spPr>
            <a:xfrm>
              <a:off x="6881749" y="194515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8" name="pt11748"/>
            <p:cNvSpPr/>
            <p:nvPr/>
          </p:nvSpPr>
          <p:spPr>
            <a:xfrm>
              <a:off x="6636300" y="2152225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9" name="pt11749"/>
            <p:cNvSpPr/>
            <p:nvPr/>
          </p:nvSpPr>
          <p:spPr>
            <a:xfrm>
              <a:off x="6366111" y="2069642"/>
              <a:ext cx="16849" cy="16849"/>
            </a:xfrm>
            <a:prstGeom prst="ellipse">
              <a:avLst/>
            </a:prstGeom>
            <a:solidFill>
              <a:srgbClr val="C0DD40">
                <a:alpha val="45098"/>
              </a:srgbClr>
            </a:solidFill>
            <a:ln w="7363" cap="rnd">
              <a:solidFill>
                <a:srgbClr val="C0DD4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0" name="pt11750"/>
            <p:cNvSpPr/>
            <p:nvPr/>
          </p:nvSpPr>
          <p:spPr>
            <a:xfrm>
              <a:off x="6440795" y="1773064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1" name="pt11751"/>
            <p:cNvSpPr/>
            <p:nvPr/>
          </p:nvSpPr>
          <p:spPr>
            <a:xfrm>
              <a:off x="6248033" y="2321896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2" name="pt11752"/>
            <p:cNvSpPr/>
            <p:nvPr/>
          </p:nvSpPr>
          <p:spPr>
            <a:xfrm>
              <a:off x="5918827" y="196147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3" name="pt11753"/>
            <p:cNvSpPr/>
            <p:nvPr/>
          </p:nvSpPr>
          <p:spPr>
            <a:xfrm>
              <a:off x="6523751" y="2172002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4" name="pt11754"/>
            <p:cNvSpPr/>
            <p:nvPr/>
          </p:nvSpPr>
          <p:spPr>
            <a:xfrm>
              <a:off x="6055340" y="2357153"/>
              <a:ext cx="16849" cy="16849"/>
            </a:xfrm>
            <a:prstGeom prst="ellipse">
              <a:avLst/>
            </a:prstGeom>
            <a:solidFill>
              <a:srgbClr val="6EC95D">
                <a:alpha val="45098"/>
              </a:srgbClr>
            </a:solidFill>
            <a:ln w="7363" cap="rnd">
              <a:solidFill>
                <a:srgbClr val="6E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5" name="pt11755"/>
            <p:cNvSpPr/>
            <p:nvPr/>
          </p:nvSpPr>
          <p:spPr>
            <a:xfrm>
              <a:off x="5515634" y="2356039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6" name="pt11756"/>
            <p:cNvSpPr/>
            <p:nvPr/>
          </p:nvSpPr>
          <p:spPr>
            <a:xfrm>
              <a:off x="6124548" y="233201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7" name="pt11757"/>
            <p:cNvSpPr/>
            <p:nvPr/>
          </p:nvSpPr>
          <p:spPr>
            <a:xfrm>
              <a:off x="6784767" y="1792604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8" name="pt11758"/>
            <p:cNvSpPr/>
            <p:nvPr/>
          </p:nvSpPr>
          <p:spPr>
            <a:xfrm>
              <a:off x="5305016" y="231250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9" name="pt11759"/>
            <p:cNvSpPr/>
            <p:nvPr/>
          </p:nvSpPr>
          <p:spPr>
            <a:xfrm>
              <a:off x="5124223" y="2521927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0" name="pt11760"/>
            <p:cNvSpPr/>
            <p:nvPr/>
          </p:nvSpPr>
          <p:spPr>
            <a:xfrm>
              <a:off x="6512583" y="2163843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1" name="pt11761"/>
            <p:cNvSpPr/>
            <p:nvPr/>
          </p:nvSpPr>
          <p:spPr>
            <a:xfrm>
              <a:off x="5647292" y="2428599"/>
              <a:ext cx="16849" cy="16849"/>
            </a:xfrm>
            <a:prstGeom prst="ellipse">
              <a:avLst/>
            </a:prstGeom>
            <a:solidFill>
              <a:srgbClr val="9CD74A">
                <a:alpha val="45098"/>
              </a:srgbClr>
            </a:solidFill>
            <a:ln w="7363" cap="rnd">
              <a:solidFill>
                <a:srgbClr val="9CD7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2" name="pt11762"/>
            <p:cNvSpPr/>
            <p:nvPr/>
          </p:nvSpPr>
          <p:spPr>
            <a:xfrm>
              <a:off x="5693727" y="2503594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3" name="pt11763"/>
            <p:cNvSpPr/>
            <p:nvPr/>
          </p:nvSpPr>
          <p:spPr>
            <a:xfrm>
              <a:off x="6619225" y="2105741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4" name="pt11764"/>
            <p:cNvSpPr/>
            <p:nvPr/>
          </p:nvSpPr>
          <p:spPr>
            <a:xfrm>
              <a:off x="6403300" y="208612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5" name="pt11765"/>
            <p:cNvSpPr/>
            <p:nvPr/>
          </p:nvSpPr>
          <p:spPr>
            <a:xfrm>
              <a:off x="6570884" y="2113802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6" name="pt11766"/>
            <p:cNvSpPr/>
            <p:nvPr/>
          </p:nvSpPr>
          <p:spPr>
            <a:xfrm>
              <a:off x="6744458" y="200921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7" name="pt11767"/>
            <p:cNvSpPr/>
            <p:nvPr/>
          </p:nvSpPr>
          <p:spPr>
            <a:xfrm>
              <a:off x="5119373" y="2090002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8" name="pt11768"/>
            <p:cNvSpPr/>
            <p:nvPr/>
          </p:nvSpPr>
          <p:spPr>
            <a:xfrm>
              <a:off x="6429055" y="1890306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9" name="pt11769"/>
            <p:cNvSpPr/>
            <p:nvPr/>
          </p:nvSpPr>
          <p:spPr>
            <a:xfrm>
              <a:off x="5638130" y="2425258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0" name="pt11770"/>
            <p:cNvSpPr/>
            <p:nvPr/>
          </p:nvSpPr>
          <p:spPr>
            <a:xfrm>
              <a:off x="6751237" y="205256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1" name="pt11771"/>
            <p:cNvSpPr/>
            <p:nvPr/>
          </p:nvSpPr>
          <p:spPr>
            <a:xfrm>
              <a:off x="5920685" y="189648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2" name="pt11772"/>
            <p:cNvSpPr/>
            <p:nvPr/>
          </p:nvSpPr>
          <p:spPr>
            <a:xfrm>
              <a:off x="6584210" y="233835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3" name="pt11773"/>
            <p:cNvSpPr/>
            <p:nvPr/>
          </p:nvSpPr>
          <p:spPr>
            <a:xfrm>
              <a:off x="6419968" y="2176745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4" name="pt11774"/>
            <p:cNvSpPr/>
            <p:nvPr/>
          </p:nvSpPr>
          <p:spPr>
            <a:xfrm>
              <a:off x="6131521" y="2150569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5" name="pt11775"/>
            <p:cNvSpPr/>
            <p:nvPr/>
          </p:nvSpPr>
          <p:spPr>
            <a:xfrm>
              <a:off x="6235617" y="231428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6" name="pt11776"/>
            <p:cNvSpPr/>
            <p:nvPr/>
          </p:nvSpPr>
          <p:spPr>
            <a:xfrm>
              <a:off x="6151867" y="2293630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7" name="pt11777"/>
            <p:cNvSpPr/>
            <p:nvPr/>
          </p:nvSpPr>
          <p:spPr>
            <a:xfrm>
              <a:off x="6143290" y="2401775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8" name="pt11778"/>
            <p:cNvSpPr/>
            <p:nvPr/>
          </p:nvSpPr>
          <p:spPr>
            <a:xfrm>
              <a:off x="6081264" y="237968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9" name="pt11779"/>
            <p:cNvSpPr/>
            <p:nvPr/>
          </p:nvSpPr>
          <p:spPr>
            <a:xfrm>
              <a:off x="5861840" y="1969294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0" name="pt11780"/>
            <p:cNvSpPr/>
            <p:nvPr/>
          </p:nvSpPr>
          <p:spPr>
            <a:xfrm>
              <a:off x="6131862" y="2302693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1" name="pt11781"/>
            <p:cNvSpPr/>
            <p:nvPr/>
          </p:nvSpPr>
          <p:spPr>
            <a:xfrm>
              <a:off x="5827205" y="2569015"/>
              <a:ext cx="16849" cy="16849"/>
            </a:xfrm>
            <a:prstGeom prst="ellipse">
              <a:avLst/>
            </a:prstGeom>
            <a:solidFill>
              <a:srgbClr val="78CF53">
                <a:alpha val="45098"/>
              </a:srgbClr>
            </a:solidFill>
            <a:ln w="7363" cap="rnd">
              <a:solidFill>
                <a:srgbClr val="78CF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2" name="pt11782"/>
            <p:cNvSpPr/>
            <p:nvPr/>
          </p:nvSpPr>
          <p:spPr>
            <a:xfrm>
              <a:off x="6192721" y="2258751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3" name="pt11783"/>
            <p:cNvSpPr/>
            <p:nvPr/>
          </p:nvSpPr>
          <p:spPr>
            <a:xfrm>
              <a:off x="6741402" y="2080820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4" name="pt11784"/>
            <p:cNvSpPr/>
            <p:nvPr/>
          </p:nvSpPr>
          <p:spPr>
            <a:xfrm>
              <a:off x="5692549" y="2418492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5" name="pt11785"/>
            <p:cNvSpPr/>
            <p:nvPr/>
          </p:nvSpPr>
          <p:spPr>
            <a:xfrm>
              <a:off x="6144096" y="2363089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6" name="pt11786"/>
            <p:cNvSpPr/>
            <p:nvPr/>
          </p:nvSpPr>
          <p:spPr>
            <a:xfrm>
              <a:off x="6708021" y="2148537"/>
              <a:ext cx="16849" cy="16849"/>
            </a:xfrm>
            <a:prstGeom prst="ellipse">
              <a:avLst/>
            </a:prstGeom>
            <a:solidFill>
              <a:srgbClr val="9CD74A">
                <a:alpha val="45098"/>
              </a:srgbClr>
            </a:solidFill>
            <a:ln w="7363" cap="rnd">
              <a:solidFill>
                <a:srgbClr val="9CD7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7" name="pt11787"/>
            <p:cNvSpPr/>
            <p:nvPr/>
          </p:nvSpPr>
          <p:spPr>
            <a:xfrm>
              <a:off x="6260387" y="237133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8" name="pt11788"/>
            <p:cNvSpPr/>
            <p:nvPr/>
          </p:nvSpPr>
          <p:spPr>
            <a:xfrm>
              <a:off x="5959163" y="2198827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9" name="pt11789"/>
            <p:cNvSpPr/>
            <p:nvPr/>
          </p:nvSpPr>
          <p:spPr>
            <a:xfrm>
              <a:off x="6217399" y="2277247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0" name="pt11790"/>
            <p:cNvSpPr/>
            <p:nvPr/>
          </p:nvSpPr>
          <p:spPr>
            <a:xfrm>
              <a:off x="6980544" y="1712488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1" name="pt11791"/>
            <p:cNvSpPr/>
            <p:nvPr/>
          </p:nvSpPr>
          <p:spPr>
            <a:xfrm>
              <a:off x="6652811" y="217504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2" name="pt11792"/>
            <p:cNvSpPr/>
            <p:nvPr/>
          </p:nvSpPr>
          <p:spPr>
            <a:xfrm>
              <a:off x="6896348" y="1849519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3" name="pt11793"/>
            <p:cNvSpPr/>
            <p:nvPr/>
          </p:nvSpPr>
          <p:spPr>
            <a:xfrm>
              <a:off x="6334338" y="222543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4" name="pt11794"/>
            <p:cNvSpPr/>
            <p:nvPr/>
          </p:nvSpPr>
          <p:spPr>
            <a:xfrm>
              <a:off x="7089465" y="1402963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5" name="pt11795"/>
            <p:cNvSpPr/>
            <p:nvPr/>
          </p:nvSpPr>
          <p:spPr>
            <a:xfrm>
              <a:off x="5260217" y="2569700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6" name="pt11796"/>
            <p:cNvSpPr/>
            <p:nvPr/>
          </p:nvSpPr>
          <p:spPr>
            <a:xfrm>
              <a:off x="6277850" y="2284377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7" name="pt11797"/>
            <p:cNvSpPr/>
            <p:nvPr/>
          </p:nvSpPr>
          <p:spPr>
            <a:xfrm>
              <a:off x="5543181" y="1993253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8" name="pt11798"/>
            <p:cNvSpPr/>
            <p:nvPr/>
          </p:nvSpPr>
          <p:spPr>
            <a:xfrm>
              <a:off x="6180427" y="233559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9" name="pt11799"/>
            <p:cNvSpPr/>
            <p:nvPr/>
          </p:nvSpPr>
          <p:spPr>
            <a:xfrm>
              <a:off x="5634832" y="2443403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0" name="pt11800"/>
            <p:cNvSpPr/>
            <p:nvPr/>
          </p:nvSpPr>
          <p:spPr>
            <a:xfrm>
              <a:off x="6633253" y="2069227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1" name="pt11801"/>
            <p:cNvSpPr/>
            <p:nvPr/>
          </p:nvSpPr>
          <p:spPr>
            <a:xfrm>
              <a:off x="7383114" y="1599534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2" name="pt11802"/>
            <p:cNvSpPr/>
            <p:nvPr/>
          </p:nvSpPr>
          <p:spPr>
            <a:xfrm>
              <a:off x="6123788" y="226665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3" name="pt11803"/>
            <p:cNvSpPr/>
            <p:nvPr/>
          </p:nvSpPr>
          <p:spPr>
            <a:xfrm>
              <a:off x="5311957" y="1964266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4" name="pt11804"/>
            <p:cNvSpPr/>
            <p:nvPr/>
          </p:nvSpPr>
          <p:spPr>
            <a:xfrm>
              <a:off x="5398855" y="2542989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5" name="pt11805"/>
            <p:cNvSpPr/>
            <p:nvPr/>
          </p:nvSpPr>
          <p:spPr>
            <a:xfrm>
              <a:off x="6300782" y="213035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6" name="pt11806"/>
            <p:cNvSpPr/>
            <p:nvPr/>
          </p:nvSpPr>
          <p:spPr>
            <a:xfrm>
              <a:off x="5982388" y="230937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7" name="pt11807"/>
            <p:cNvSpPr/>
            <p:nvPr/>
          </p:nvSpPr>
          <p:spPr>
            <a:xfrm>
              <a:off x="4980732" y="2321559"/>
              <a:ext cx="16849" cy="16849"/>
            </a:xfrm>
            <a:prstGeom prst="ellipse">
              <a:avLst/>
            </a:prstGeom>
            <a:solidFill>
              <a:srgbClr val="AEDA45">
                <a:alpha val="45098"/>
              </a:srgbClr>
            </a:solidFill>
            <a:ln w="7363" cap="rnd">
              <a:solidFill>
                <a:srgbClr val="AEDA4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8" name="pt11808"/>
            <p:cNvSpPr/>
            <p:nvPr/>
          </p:nvSpPr>
          <p:spPr>
            <a:xfrm>
              <a:off x="6233835" y="2289733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9" name="pt11809"/>
            <p:cNvSpPr/>
            <p:nvPr/>
          </p:nvSpPr>
          <p:spPr>
            <a:xfrm>
              <a:off x="5767845" y="211167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0" name="pt11810"/>
            <p:cNvSpPr/>
            <p:nvPr/>
          </p:nvSpPr>
          <p:spPr>
            <a:xfrm>
              <a:off x="5645705" y="2389571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1" name="pt11811"/>
            <p:cNvSpPr/>
            <p:nvPr/>
          </p:nvSpPr>
          <p:spPr>
            <a:xfrm>
              <a:off x="6332016" y="2070691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2" name="pt11812"/>
            <p:cNvSpPr/>
            <p:nvPr/>
          </p:nvSpPr>
          <p:spPr>
            <a:xfrm>
              <a:off x="5940554" y="2054676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3" name="pt11813"/>
            <p:cNvSpPr/>
            <p:nvPr/>
          </p:nvSpPr>
          <p:spPr>
            <a:xfrm>
              <a:off x="6036743" y="214202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4" name="pt11814"/>
            <p:cNvSpPr/>
            <p:nvPr/>
          </p:nvSpPr>
          <p:spPr>
            <a:xfrm>
              <a:off x="7006961" y="1741462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5" name="pt11815"/>
            <p:cNvSpPr/>
            <p:nvPr/>
          </p:nvSpPr>
          <p:spPr>
            <a:xfrm>
              <a:off x="6711322" y="2174246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6" name="pt11816"/>
            <p:cNvSpPr/>
            <p:nvPr/>
          </p:nvSpPr>
          <p:spPr>
            <a:xfrm>
              <a:off x="5726916" y="2449319"/>
              <a:ext cx="16849" cy="16849"/>
            </a:xfrm>
            <a:prstGeom prst="ellipse">
              <a:avLst/>
            </a:prstGeom>
            <a:solidFill>
              <a:srgbClr val="4FB773">
                <a:alpha val="45098"/>
              </a:srgbClr>
            </a:solidFill>
            <a:ln w="7363" cap="rnd">
              <a:solidFill>
                <a:srgbClr val="4FB7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7" name="pt11817"/>
            <p:cNvSpPr/>
            <p:nvPr/>
          </p:nvSpPr>
          <p:spPr>
            <a:xfrm>
              <a:off x="5832043" y="2515693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8" name="pt11818"/>
            <p:cNvSpPr/>
            <p:nvPr/>
          </p:nvSpPr>
          <p:spPr>
            <a:xfrm>
              <a:off x="5992040" y="2386360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9" name="pt11819"/>
            <p:cNvSpPr/>
            <p:nvPr/>
          </p:nvSpPr>
          <p:spPr>
            <a:xfrm>
              <a:off x="6757857" y="2022736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0" name="pt11820"/>
            <p:cNvSpPr/>
            <p:nvPr/>
          </p:nvSpPr>
          <p:spPr>
            <a:xfrm>
              <a:off x="4906774" y="2593742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1" name="pt11821"/>
            <p:cNvSpPr/>
            <p:nvPr/>
          </p:nvSpPr>
          <p:spPr>
            <a:xfrm>
              <a:off x="5971218" y="222257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2" name="pt11822"/>
            <p:cNvSpPr/>
            <p:nvPr/>
          </p:nvSpPr>
          <p:spPr>
            <a:xfrm>
              <a:off x="7273630" y="1814947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3" name="pt11823"/>
            <p:cNvSpPr/>
            <p:nvPr/>
          </p:nvSpPr>
          <p:spPr>
            <a:xfrm>
              <a:off x="6554722" y="2125317"/>
              <a:ext cx="16849" cy="16849"/>
            </a:xfrm>
            <a:prstGeom prst="ellipse">
              <a:avLst/>
            </a:prstGeom>
            <a:solidFill>
              <a:srgbClr val="6FC95D">
                <a:alpha val="45098"/>
              </a:srgbClr>
            </a:solidFill>
            <a:ln w="7363" cap="rnd">
              <a:solidFill>
                <a:srgbClr val="6F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4" name="pt11824"/>
            <p:cNvSpPr/>
            <p:nvPr/>
          </p:nvSpPr>
          <p:spPr>
            <a:xfrm>
              <a:off x="6738383" y="1818677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5" name="pt11825"/>
            <p:cNvSpPr/>
            <p:nvPr/>
          </p:nvSpPr>
          <p:spPr>
            <a:xfrm>
              <a:off x="5762355" y="2173117"/>
              <a:ext cx="16849" cy="16849"/>
            </a:xfrm>
            <a:prstGeom prst="ellipse">
              <a:avLst/>
            </a:prstGeom>
            <a:solidFill>
              <a:srgbClr val="C5DE3E">
                <a:alpha val="45098"/>
              </a:srgbClr>
            </a:solidFill>
            <a:ln w="7363" cap="rnd">
              <a:solidFill>
                <a:srgbClr val="C5DE3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6" name="pt11826"/>
            <p:cNvSpPr/>
            <p:nvPr/>
          </p:nvSpPr>
          <p:spPr>
            <a:xfrm>
              <a:off x="6183472" y="2287664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7" name="pt11827"/>
            <p:cNvSpPr/>
            <p:nvPr/>
          </p:nvSpPr>
          <p:spPr>
            <a:xfrm>
              <a:off x="5585522" y="1856613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8" name="pt11828"/>
            <p:cNvSpPr/>
            <p:nvPr/>
          </p:nvSpPr>
          <p:spPr>
            <a:xfrm>
              <a:off x="6470324" y="2038723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9" name="pt11829"/>
            <p:cNvSpPr/>
            <p:nvPr/>
          </p:nvSpPr>
          <p:spPr>
            <a:xfrm>
              <a:off x="6150785" y="2311759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0" name="pt11830"/>
            <p:cNvSpPr/>
            <p:nvPr/>
          </p:nvSpPr>
          <p:spPr>
            <a:xfrm>
              <a:off x="5871302" y="2050393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1" name="pt11831"/>
            <p:cNvSpPr/>
            <p:nvPr/>
          </p:nvSpPr>
          <p:spPr>
            <a:xfrm>
              <a:off x="6217383" y="2137162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2" name="pt11832"/>
            <p:cNvSpPr/>
            <p:nvPr/>
          </p:nvSpPr>
          <p:spPr>
            <a:xfrm>
              <a:off x="6478449" y="214036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3" name="pt11833"/>
            <p:cNvSpPr/>
            <p:nvPr/>
          </p:nvSpPr>
          <p:spPr>
            <a:xfrm>
              <a:off x="5544909" y="2431185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4" name="pt11834"/>
            <p:cNvSpPr/>
            <p:nvPr/>
          </p:nvSpPr>
          <p:spPr>
            <a:xfrm>
              <a:off x="5302180" y="2230375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5" name="pt11835"/>
            <p:cNvSpPr/>
            <p:nvPr/>
          </p:nvSpPr>
          <p:spPr>
            <a:xfrm>
              <a:off x="6347340" y="2335553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6" name="pt11836"/>
            <p:cNvSpPr/>
            <p:nvPr/>
          </p:nvSpPr>
          <p:spPr>
            <a:xfrm>
              <a:off x="6506229" y="224676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7" name="pt11837"/>
            <p:cNvSpPr/>
            <p:nvPr/>
          </p:nvSpPr>
          <p:spPr>
            <a:xfrm>
              <a:off x="5023998" y="258369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8" name="pt11838"/>
            <p:cNvSpPr/>
            <p:nvPr/>
          </p:nvSpPr>
          <p:spPr>
            <a:xfrm>
              <a:off x="6358293" y="2239288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9" name="pt11839"/>
            <p:cNvSpPr/>
            <p:nvPr/>
          </p:nvSpPr>
          <p:spPr>
            <a:xfrm>
              <a:off x="6316288" y="227597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0" name="pt11840"/>
            <p:cNvSpPr/>
            <p:nvPr/>
          </p:nvSpPr>
          <p:spPr>
            <a:xfrm>
              <a:off x="5521724" y="2101953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1" name="pt11841"/>
            <p:cNvSpPr/>
            <p:nvPr/>
          </p:nvSpPr>
          <p:spPr>
            <a:xfrm>
              <a:off x="5836301" y="2453875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2" name="pt11842"/>
            <p:cNvSpPr/>
            <p:nvPr/>
          </p:nvSpPr>
          <p:spPr>
            <a:xfrm>
              <a:off x="6128215" y="240754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3" name="pt11843"/>
            <p:cNvSpPr/>
            <p:nvPr/>
          </p:nvSpPr>
          <p:spPr>
            <a:xfrm>
              <a:off x="6886576" y="1865062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4" name="pt11844"/>
            <p:cNvSpPr/>
            <p:nvPr/>
          </p:nvSpPr>
          <p:spPr>
            <a:xfrm>
              <a:off x="6945269" y="1954385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5" name="pt11845"/>
            <p:cNvSpPr/>
            <p:nvPr/>
          </p:nvSpPr>
          <p:spPr>
            <a:xfrm>
              <a:off x="6076738" y="2327596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6" name="pt11846"/>
            <p:cNvSpPr/>
            <p:nvPr/>
          </p:nvSpPr>
          <p:spPr>
            <a:xfrm>
              <a:off x="5805528" y="2088157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7" name="pt11847"/>
            <p:cNvSpPr/>
            <p:nvPr/>
          </p:nvSpPr>
          <p:spPr>
            <a:xfrm>
              <a:off x="6009612" y="2415918"/>
              <a:ext cx="16849" cy="16849"/>
            </a:xfrm>
            <a:prstGeom prst="ellipse">
              <a:avLst/>
            </a:prstGeom>
            <a:solidFill>
              <a:srgbClr val="26A983">
                <a:alpha val="45098"/>
              </a:srgbClr>
            </a:solidFill>
            <a:ln w="7363" cap="rnd">
              <a:solidFill>
                <a:srgbClr val="26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8" name="pt11848"/>
            <p:cNvSpPr/>
            <p:nvPr/>
          </p:nvSpPr>
          <p:spPr>
            <a:xfrm>
              <a:off x="6482384" y="2118766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9" name="pt11849"/>
            <p:cNvSpPr/>
            <p:nvPr/>
          </p:nvSpPr>
          <p:spPr>
            <a:xfrm>
              <a:off x="6398272" y="2089119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0" name="pt11850"/>
            <p:cNvSpPr/>
            <p:nvPr/>
          </p:nvSpPr>
          <p:spPr>
            <a:xfrm>
              <a:off x="6581758" y="237685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1" name="pt11851"/>
            <p:cNvSpPr/>
            <p:nvPr/>
          </p:nvSpPr>
          <p:spPr>
            <a:xfrm>
              <a:off x="5722719" y="2621155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2" name="pt11852"/>
            <p:cNvSpPr/>
            <p:nvPr/>
          </p:nvSpPr>
          <p:spPr>
            <a:xfrm>
              <a:off x="5862392" y="2180033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3" name="pt11853"/>
            <p:cNvSpPr/>
            <p:nvPr/>
          </p:nvSpPr>
          <p:spPr>
            <a:xfrm>
              <a:off x="6644555" y="2116542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4" name="pt11854"/>
            <p:cNvSpPr/>
            <p:nvPr/>
          </p:nvSpPr>
          <p:spPr>
            <a:xfrm>
              <a:off x="6047759" y="2380203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5" name="pt11855"/>
            <p:cNvSpPr/>
            <p:nvPr/>
          </p:nvSpPr>
          <p:spPr>
            <a:xfrm>
              <a:off x="6560136" y="218686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6" name="pt11856"/>
            <p:cNvSpPr/>
            <p:nvPr/>
          </p:nvSpPr>
          <p:spPr>
            <a:xfrm>
              <a:off x="6805944" y="169665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7" name="pt11857"/>
            <p:cNvSpPr/>
            <p:nvPr/>
          </p:nvSpPr>
          <p:spPr>
            <a:xfrm>
              <a:off x="6220379" y="2106718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8" name="pt11858"/>
            <p:cNvSpPr/>
            <p:nvPr/>
          </p:nvSpPr>
          <p:spPr>
            <a:xfrm>
              <a:off x="7230868" y="2021478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9" name="pt11859"/>
            <p:cNvSpPr/>
            <p:nvPr/>
          </p:nvSpPr>
          <p:spPr>
            <a:xfrm>
              <a:off x="6323289" y="2186160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0" name="pt11860"/>
            <p:cNvSpPr/>
            <p:nvPr/>
          </p:nvSpPr>
          <p:spPr>
            <a:xfrm>
              <a:off x="5825468" y="2600044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1" name="pt11861"/>
            <p:cNvSpPr/>
            <p:nvPr/>
          </p:nvSpPr>
          <p:spPr>
            <a:xfrm>
              <a:off x="5998568" y="2576444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2" name="pt11862"/>
            <p:cNvSpPr/>
            <p:nvPr/>
          </p:nvSpPr>
          <p:spPr>
            <a:xfrm>
              <a:off x="6476365" y="2415983"/>
              <a:ext cx="16849" cy="16849"/>
            </a:xfrm>
            <a:prstGeom prst="ellipse">
              <a:avLst/>
            </a:prstGeom>
            <a:solidFill>
              <a:srgbClr val="FDE725">
                <a:alpha val="45098"/>
              </a:srgbClr>
            </a:solidFill>
            <a:ln w="7363" cap="rnd">
              <a:solidFill>
                <a:srgbClr val="FDE72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3" name="pt11863"/>
            <p:cNvSpPr/>
            <p:nvPr/>
          </p:nvSpPr>
          <p:spPr>
            <a:xfrm>
              <a:off x="6208485" y="2300902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4" name="pt11864"/>
            <p:cNvSpPr/>
            <p:nvPr/>
          </p:nvSpPr>
          <p:spPr>
            <a:xfrm>
              <a:off x="6333011" y="2092437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5" name="pt11865"/>
            <p:cNvSpPr/>
            <p:nvPr/>
          </p:nvSpPr>
          <p:spPr>
            <a:xfrm>
              <a:off x="6603205" y="2217956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6" name="pt11866"/>
            <p:cNvSpPr/>
            <p:nvPr/>
          </p:nvSpPr>
          <p:spPr>
            <a:xfrm>
              <a:off x="7542475" y="1661726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7" name="pt11867"/>
            <p:cNvSpPr/>
            <p:nvPr/>
          </p:nvSpPr>
          <p:spPr>
            <a:xfrm>
              <a:off x="5317698" y="2472827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8" name="pt11868"/>
            <p:cNvSpPr/>
            <p:nvPr/>
          </p:nvSpPr>
          <p:spPr>
            <a:xfrm>
              <a:off x="5395543" y="2208196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9" name="pt11869"/>
            <p:cNvSpPr/>
            <p:nvPr/>
          </p:nvSpPr>
          <p:spPr>
            <a:xfrm>
              <a:off x="6241639" y="2361325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0" name="pt11870"/>
            <p:cNvSpPr/>
            <p:nvPr/>
          </p:nvSpPr>
          <p:spPr>
            <a:xfrm>
              <a:off x="4630543" y="2390643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1" name="pt11871"/>
            <p:cNvSpPr/>
            <p:nvPr/>
          </p:nvSpPr>
          <p:spPr>
            <a:xfrm>
              <a:off x="6267183" y="243866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2" name="pt11872"/>
            <p:cNvSpPr/>
            <p:nvPr/>
          </p:nvSpPr>
          <p:spPr>
            <a:xfrm>
              <a:off x="5669832" y="2446103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3" name="pt11873"/>
            <p:cNvSpPr/>
            <p:nvPr/>
          </p:nvSpPr>
          <p:spPr>
            <a:xfrm>
              <a:off x="5181734" y="2010929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4" name="pt11874"/>
            <p:cNvSpPr/>
            <p:nvPr/>
          </p:nvSpPr>
          <p:spPr>
            <a:xfrm>
              <a:off x="5633121" y="242779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5" name="pt11875"/>
            <p:cNvSpPr/>
            <p:nvPr/>
          </p:nvSpPr>
          <p:spPr>
            <a:xfrm>
              <a:off x="5462872" y="243124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6" name="pt11876"/>
            <p:cNvSpPr/>
            <p:nvPr/>
          </p:nvSpPr>
          <p:spPr>
            <a:xfrm>
              <a:off x="5967416" y="225785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7" name="pt11877"/>
            <p:cNvSpPr/>
            <p:nvPr/>
          </p:nvSpPr>
          <p:spPr>
            <a:xfrm>
              <a:off x="5858893" y="2161451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8" name="pt11878"/>
            <p:cNvSpPr/>
            <p:nvPr/>
          </p:nvSpPr>
          <p:spPr>
            <a:xfrm>
              <a:off x="6496050" y="226497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9" name="pt11879"/>
            <p:cNvSpPr/>
            <p:nvPr/>
          </p:nvSpPr>
          <p:spPr>
            <a:xfrm>
              <a:off x="5354067" y="2389040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0" name="pt11880"/>
            <p:cNvSpPr/>
            <p:nvPr/>
          </p:nvSpPr>
          <p:spPr>
            <a:xfrm>
              <a:off x="6328989" y="2191353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1" name="pt11881"/>
            <p:cNvSpPr/>
            <p:nvPr/>
          </p:nvSpPr>
          <p:spPr>
            <a:xfrm>
              <a:off x="6536025" y="214580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2" name="pt11882"/>
            <p:cNvSpPr/>
            <p:nvPr/>
          </p:nvSpPr>
          <p:spPr>
            <a:xfrm>
              <a:off x="6881373" y="1952522"/>
              <a:ext cx="16849" cy="16849"/>
            </a:xfrm>
            <a:prstGeom prst="ellipse">
              <a:avLst/>
            </a:prstGeom>
            <a:solidFill>
              <a:srgbClr val="6EC85E">
                <a:alpha val="45098"/>
              </a:srgbClr>
            </a:solidFill>
            <a:ln w="7363" cap="rnd">
              <a:solidFill>
                <a:srgbClr val="6EC85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3" name="pt11883"/>
            <p:cNvSpPr/>
            <p:nvPr/>
          </p:nvSpPr>
          <p:spPr>
            <a:xfrm>
              <a:off x="6821883" y="1988073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4" name="pt11884"/>
            <p:cNvSpPr/>
            <p:nvPr/>
          </p:nvSpPr>
          <p:spPr>
            <a:xfrm>
              <a:off x="6623162" y="2090211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5" name="pt11885"/>
            <p:cNvSpPr/>
            <p:nvPr/>
          </p:nvSpPr>
          <p:spPr>
            <a:xfrm>
              <a:off x="5296968" y="1913074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6" name="pt11886"/>
            <p:cNvSpPr/>
            <p:nvPr/>
          </p:nvSpPr>
          <p:spPr>
            <a:xfrm>
              <a:off x="5926431" y="2005811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7" name="pt11887"/>
            <p:cNvSpPr/>
            <p:nvPr/>
          </p:nvSpPr>
          <p:spPr>
            <a:xfrm>
              <a:off x="5950593" y="229604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8" name="pt11888"/>
            <p:cNvSpPr/>
            <p:nvPr/>
          </p:nvSpPr>
          <p:spPr>
            <a:xfrm>
              <a:off x="6038183" y="240437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9" name="pt11889"/>
            <p:cNvSpPr/>
            <p:nvPr/>
          </p:nvSpPr>
          <p:spPr>
            <a:xfrm>
              <a:off x="5972875" y="2337796"/>
              <a:ext cx="16849" cy="16849"/>
            </a:xfrm>
            <a:prstGeom prst="ellipse">
              <a:avLst/>
            </a:prstGeom>
            <a:solidFill>
              <a:srgbClr val="68C562">
                <a:alpha val="45098"/>
              </a:srgbClr>
            </a:solidFill>
            <a:ln w="7363" cap="rnd">
              <a:solidFill>
                <a:srgbClr val="68C56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0" name="pt11890"/>
            <p:cNvSpPr/>
            <p:nvPr/>
          </p:nvSpPr>
          <p:spPr>
            <a:xfrm>
              <a:off x="5667167" y="2362246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1" name="pt11891"/>
            <p:cNvSpPr/>
            <p:nvPr/>
          </p:nvSpPr>
          <p:spPr>
            <a:xfrm>
              <a:off x="6001668" y="2508673"/>
              <a:ext cx="16849" cy="16849"/>
            </a:xfrm>
            <a:prstGeom prst="ellipse">
              <a:avLst/>
            </a:prstGeom>
            <a:solidFill>
              <a:srgbClr val="76CE56">
                <a:alpha val="45098"/>
              </a:srgbClr>
            </a:solidFill>
            <a:ln w="7363" cap="rnd">
              <a:solidFill>
                <a:srgbClr val="76CE5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2" name="pt11892"/>
            <p:cNvSpPr/>
            <p:nvPr/>
          </p:nvSpPr>
          <p:spPr>
            <a:xfrm>
              <a:off x="5810924" y="2050415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3" name="pt11893"/>
            <p:cNvSpPr/>
            <p:nvPr/>
          </p:nvSpPr>
          <p:spPr>
            <a:xfrm>
              <a:off x="6394570" y="2120983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4" name="pt11894"/>
            <p:cNvSpPr/>
            <p:nvPr/>
          </p:nvSpPr>
          <p:spPr>
            <a:xfrm>
              <a:off x="7107646" y="117716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5" name="pt11895"/>
            <p:cNvSpPr/>
            <p:nvPr/>
          </p:nvSpPr>
          <p:spPr>
            <a:xfrm>
              <a:off x="5533826" y="2116710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6" name="pt11896"/>
            <p:cNvSpPr/>
            <p:nvPr/>
          </p:nvSpPr>
          <p:spPr>
            <a:xfrm>
              <a:off x="6085420" y="2439682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7" name="pt11897"/>
            <p:cNvSpPr/>
            <p:nvPr/>
          </p:nvSpPr>
          <p:spPr>
            <a:xfrm>
              <a:off x="5981301" y="2523804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8" name="pt11898"/>
            <p:cNvSpPr/>
            <p:nvPr/>
          </p:nvSpPr>
          <p:spPr>
            <a:xfrm>
              <a:off x="5662007" y="2241043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9" name="pt11899"/>
            <p:cNvSpPr/>
            <p:nvPr/>
          </p:nvSpPr>
          <p:spPr>
            <a:xfrm>
              <a:off x="5478619" y="231038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0" name="pt11900"/>
            <p:cNvSpPr/>
            <p:nvPr/>
          </p:nvSpPr>
          <p:spPr>
            <a:xfrm>
              <a:off x="6352886" y="229612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1" name="pt11901"/>
            <p:cNvSpPr/>
            <p:nvPr/>
          </p:nvSpPr>
          <p:spPr>
            <a:xfrm>
              <a:off x="6122038" y="2185672"/>
              <a:ext cx="16849" cy="16849"/>
            </a:xfrm>
            <a:prstGeom prst="ellipse">
              <a:avLst/>
            </a:prstGeom>
            <a:solidFill>
              <a:srgbClr val="336E8D">
                <a:alpha val="45098"/>
              </a:srgbClr>
            </a:solidFill>
            <a:ln w="7363" cap="rnd">
              <a:solidFill>
                <a:srgbClr val="336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2" name="pt11902"/>
            <p:cNvSpPr/>
            <p:nvPr/>
          </p:nvSpPr>
          <p:spPr>
            <a:xfrm>
              <a:off x="6334312" y="2257078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3" name="pt11903"/>
            <p:cNvSpPr/>
            <p:nvPr/>
          </p:nvSpPr>
          <p:spPr>
            <a:xfrm>
              <a:off x="5720544" y="2533382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4" name="pt11904"/>
            <p:cNvSpPr/>
            <p:nvPr/>
          </p:nvSpPr>
          <p:spPr>
            <a:xfrm>
              <a:off x="5409693" y="237391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5" name="pt11905"/>
            <p:cNvSpPr/>
            <p:nvPr/>
          </p:nvSpPr>
          <p:spPr>
            <a:xfrm>
              <a:off x="6414478" y="2311197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6" name="pt11906"/>
            <p:cNvSpPr/>
            <p:nvPr/>
          </p:nvSpPr>
          <p:spPr>
            <a:xfrm>
              <a:off x="6545326" y="2090208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7" name="pt11907"/>
            <p:cNvSpPr/>
            <p:nvPr/>
          </p:nvSpPr>
          <p:spPr>
            <a:xfrm>
              <a:off x="5472729" y="2546402"/>
              <a:ext cx="16849" cy="16849"/>
            </a:xfrm>
            <a:prstGeom prst="ellipse">
              <a:avLst/>
            </a:prstGeom>
            <a:solidFill>
              <a:srgbClr val="78CF53">
                <a:alpha val="45098"/>
              </a:srgbClr>
            </a:solidFill>
            <a:ln w="7363" cap="rnd">
              <a:solidFill>
                <a:srgbClr val="78CF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8" name="pt11908"/>
            <p:cNvSpPr/>
            <p:nvPr/>
          </p:nvSpPr>
          <p:spPr>
            <a:xfrm>
              <a:off x="7200166" y="1638622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9" name="pt11909"/>
            <p:cNvSpPr/>
            <p:nvPr/>
          </p:nvSpPr>
          <p:spPr>
            <a:xfrm>
              <a:off x="5853876" y="208828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0" name="pt11910"/>
            <p:cNvSpPr/>
            <p:nvPr/>
          </p:nvSpPr>
          <p:spPr>
            <a:xfrm>
              <a:off x="6265330" y="2463920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1" name="pt11911"/>
            <p:cNvSpPr/>
            <p:nvPr/>
          </p:nvSpPr>
          <p:spPr>
            <a:xfrm>
              <a:off x="5843534" y="2578936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2" name="pt11912"/>
            <p:cNvSpPr/>
            <p:nvPr/>
          </p:nvSpPr>
          <p:spPr>
            <a:xfrm>
              <a:off x="6502431" y="235788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3" name="pt11913"/>
            <p:cNvSpPr/>
            <p:nvPr/>
          </p:nvSpPr>
          <p:spPr>
            <a:xfrm>
              <a:off x="6423750" y="202604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4" name="pt11914"/>
            <p:cNvSpPr/>
            <p:nvPr/>
          </p:nvSpPr>
          <p:spPr>
            <a:xfrm>
              <a:off x="6275081" y="2271297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5" name="pt11915"/>
            <p:cNvSpPr/>
            <p:nvPr/>
          </p:nvSpPr>
          <p:spPr>
            <a:xfrm>
              <a:off x="5908978" y="1929973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6" name="pt11916"/>
            <p:cNvSpPr/>
            <p:nvPr/>
          </p:nvSpPr>
          <p:spPr>
            <a:xfrm>
              <a:off x="6418215" y="2142401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7" name="pt11917"/>
            <p:cNvSpPr/>
            <p:nvPr/>
          </p:nvSpPr>
          <p:spPr>
            <a:xfrm>
              <a:off x="6858243" y="2031925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8" name="pt11918"/>
            <p:cNvSpPr/>
            <p:nvPr/>
          </p:nvSpPr>
          <p:spPr>
            <a:xfrm>
              <a:off x="5270309" y="2113940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9" name="pt11919"/>
            <p:cNvSpPr/>
            <p:nvPr/>
          </p:nvSpPr>
          <p:spPr>
            <a:xfrm>
              <a:off x="6660184" y="225116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0" name="pt11920"/>
            <p:cNvSpPr/>
            <p:nvPr/>
          </p:nvSpPr>
          <p:spPr>
            <a:xfrm>
              <a:off x="5940702" y="2121701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1" name="pt11921"/>
            <p:cNvSpPr/>
            <p:nvPr/>
          </p:nvSpPr>
          <p:spPr>
            <a:xfrm>
              <a:off x="6315598" y="2183776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2" name="pt11922"/>
            <p:cNvSpPr/>
            <p:nvPr/>
          </p:nvSpPr>
          <p:spPr>
            <a:xfrm>
              <a:off x="5775031" y="192034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3" name="pt11923"/>
            <p:cNvSpPr/>
            <p:nvPr/>
          </p:nvSpPr>
          <p:spPr>
            <a:xfrm>
              <a:off x="6082524" y="2350560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4" name="pt11924"/>
            <p:cNvSpPr/>
            <p:nvPr/>
          </p:nvSpPr>
          <p:spPr>
            <a:xfrm>
              <a:off x="5833409" y="2475217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5" name="pt11925"/>
            <p:cNvSpPr/>
            <p:nvPr/>
          </p:nvSpPr>
          <p:spPr>
            <a:xfrm>
              <a:off x="6290104" y="2045305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6" name="pt11926"/>
            <p:cNvSpPr/>
            <p:nvPr/>
          </p:nvSpPr>
          <p:spPr>
            <a:xfrm>
              <a:off x="7394214" y="1805399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7" name="pt11927"/>
            <p:cNvSpPr/>
            <p:nvPr/>
          </p:nvSpPr>
          <p:spPr>
            <a:xfrm>
              <a:off x="6102708" y="2239276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8" name="pt11928"/>
            <p:cNvSpPr/>
            <p:nvPr/>
          </p:nvSpPr>
          <p:spPr>
            <a:xfrm>
              <a:off x="5590217" y="193355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9" name="pt11929"/>
            <p:cNvSpPr/>
            <p:nvPr/>
          </p:nvSpPr>
          <p:spPr>
            <a:xfrm>
              <a:off x="6420408" y="234338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0" name="pt11930"/>
            <p:cNvSpPr/>
            <p:nvPr/>
          </p:nvSpPr>
          <p:spPr>
            <a:xfrm>
              <a:off x="5989905" y="2408406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1" name="pt11931"/>
            <p:cNvSpPr/>
            <p:nvPr/>
          </p:nvSpPr>
          <p:spPr>
            <a:xfrm>
              <a:off x="5417143" y="2454714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2" name="pt11932"/>
            <p:cNvSpPr/>
            <p:nvPr/>
          </p:nvSpPr>
          <p:spPr>
            <a:xfrm>
              <a:off x="6517847" y="2383375"/>
              <a:ext cx="16849" cy="16849"/>
            </a:xfrm>
            <a:prstGeom prst="ellipse">
              <a:avLst/>
            </a:prstGeom>
            <a:solidFill>
              <a:srgbClr val="C0DD40">
                <a:alpha val="45098"/>
              </a:srgbClr>
            </a:solidFill>
            <a:ln w="7363" cap="rnd">
              <a:solidFill>
                <a:srgbClr val="C0DD4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3" name="pt11933"/>
            <p:cNvSpPr/>
            <p:nvPr/>
          </p:nvSpPr>
          <p:spPr>
            <a:xfrm>
              <a:off x="5565929" y="238766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4" name="pt11934"/>
            <p:cNvSpPr/>
            <p:nvPr/>
          </p:nvSpPr>
          <p:spPr>
            <a:xfrm>
              <a:off x="5333590" y="1744981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5" name="pt11935"/>
            <p:cNvSpPr/>
            <p:nvPr/>
          </p:nvSpPr>
          <p:spPr>
            <a:xfrm>
              <a:off x="6357663" y="2311615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6" name="pt11936"/>
            <p:cNvSpPr/>
            <p:nvPr/>
          </p:nvSpPr>
          <p:spPr>
            <a:xfrm>
              <a:off x="6118834" y="2296303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7" name="pt11937"/>
            <p:cNvSpPr/>
            <p:nvPr/>
          </p:nvSpPr>
          <p:spPr>
            <a:xfrm>
              <a:off x="6463639" y="2112392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8" name="pt11938"/>
            <p:cNvSpPr/>
            <p:nvPr/>
          </p:nvSpPr>
          <p:spPr>
            <a:xfrm>
              <a:off x="6373320" y="240873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9" name="pt11939"/>
            <p:cNvSpPr/>
            <p:nvPr/>
          </p:nvSpPr>
          <p:spPr>
            <a:xfrm>
              <a:off x="5685659" y="2436418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0" name="pt11940"/>
            <p:cNvSpPr/>
            <p:nvPr/>
          </p:nvSpPr>
          <p:spPr>
            <a:xfrm>
              <a:off x="5642341" y="2452337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1" name="pt11941"/>
            <p:cNvSpPr/>
            <p:nvPr/>
          </p:nvSpPr>
          <p:spPr>
            <a:xfrm>
              <a:off x="6322871" y="2123504"/>
              <a:ext cx="16849" cy="16849"/>
            </a:xfrm>
            <a:prstGeom prst="ellipse">
              <a:avLst/>
            </a:prstGeom>
            <a:solidFill>
              <a:srgbClr val="26A983">
                <a:alpha val="45098"/>
              </a:srgbClr>
            </a:solidFill>
            <a:ln w="7363" cap="rnd">
              <a:solidFill>
                <a:srgbClr val="26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2" name="pt11942"/>
            <p:cNvSpPr/>
            <p:nvPr/>
          </p:nvSpPr>
          <p:spPr>
            <a:xfrm>
              <a:off x="6794042" y="1795464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3" name="pt11943"/>
            <p:cNvSpPr/>
            <p:nvPr/>
          </p:nvSpPr>
          <p:spPr>
            <a:xfrm>
              <a:off x="5497598" y="2500559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4" name="pt11944"/>
            <p:cNvSpPr/>
            <p:nvPr/>
          </p:nvSpPr>
          <p:spPr>
            <a:xfrm>
              <a:off x="5931930" y="1726268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5" name="pt11945"/>
            <p:cNvSpPr/>
            <p:nvPr/>
          </p:nvSpPr>
          <p:spPr>
            <a:xfrm>
              <a:off x="5871814" y="2023685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6" name="pt11946"/>
            <p:cNvSpPr/>
            <p:nvPr/>
          </p:nvSpPr>
          <p:spPr>
            <a:xfrm>
              <a:off x="6271458" y="243681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7" name="pt11947"/>
            <p:cNvSpPr/>
            <p:nvPr/>
          </p:nvSpPr>
          <p:spPr>
            <a:xfrm>
              <a:off x="5371622" y="2445058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8" name="pt11948"/>
            <p:cNvSpPr/>
            <p:nvPr/>
          </p:nvSpPr>
          <p:spPr>
            <a:xfrm>
              <a:off x="6186021" y="2231358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9" name="pt11949"/>
            <p:cNvSpPr/>
            <p:nvPr/>
          </p:nvSpPr>
          <p:spPr>
            <a:xfrm>
              <a:off x="6190802" y="220324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0" name="pt11950"/>
            <p:cNvSpPr/>
            <p:nvPr/>
          </p:nvSpPr>
          <p:spPr>
            <a:xfrm>
              <a:off x="6360260" y="228422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1" name="pt11951"/>
            <p:cNvSpPr/>
            <p:nvPr/>
          </p:nvSpPr>
          <p:spPr>
            <a:xfrm>
              <a:off x="6405117" y="219793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2" name="pt11952"/>
            <p:cNvSpPr/>
            <p:nvPr/>
          </p:nvSpPr>
          <p:spPr>
            <a:xfrm>
              <a:off x="6703037" y="2019372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3" name="pt11953"/>
            <p:cNvSpPr/>
            <p:nvPr/>
          </p:nvSpPr>
          <p:spPr>
            <a:xfrm>
              <a:off x="6002912" y="2554105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4" name="pt11954"/>
            <p:cNvSpPr/>
            <p:nvPr/>
          </p:nvSpPr>
          <p:spPr>
            <a:xfrm>
              <a:off x="6393385" y="2170280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5" name="pt11955"/>
            <p:cNvSpPr/>
            <p:nvPr/>
          </p:nvSpPr>
          <p:spPr>
            <a:xfrm>
              <a:off x="6863602" y="1879971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6" name="pt11956"/>
            <p:cNvSpPr/>
            <p:nvPr/>
          </p:nvSpPr>
          <p:spPr>
            <a:xfrm>
              <a:off x="5977724" y="2435110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7" name="pt11957"/>
            <p:cNvSpPr/>
            <p:nvPr/>
          </p:nvSpPr>
          <p:spPr>
            <a:xfrm>
              <a:off x="6288756" y="2012582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8" name="pt11958"/>
            <p:cNvSpPr/>
            <p:nvPr/>
          </p:nvSpPr>
          <p:spPr>
            <a:xfrm>
              <a:off x="5413498" y="2461289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9" name="pt11959"/>
            <p:cNvSpPr/>
            <p:nvPr/>
          </p:nvSpPr>
          <p:spPr>
            <a:xfrm>
              <a:off x="6103187" y="214588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0" name="pt11960"/>
            <p:cNvSpPr/>
            <p:nvPr/>
          </p:nvSpPr>
          <p:spPr>
            <a:xfrm>
              <a:off x="6617684" y="2175692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1" name="pt11961"/>
            <p:cNvSpPr/>
            <p:nvPr/>
          </p:nvSpPr>
          <p:spPr>
            <a:xfrm>
              <a:off x="5866881" y="2090355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2" name="pt11962"/>
            <p:cNvSpPr/>
            <p:nvPr/>
          </p:nvSpPr>
          <p:spPr>
            <a:xfrm>
              <a:off x="5638889" y="2522325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3" name="pt11963"/>
            <p:cNvSpPr/>
            <p:nvPr/>
          </p:nvSpPr>
          <p:spPr>
            <a:xfrm>
              <a:off x="6170770" y="234269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4" name="pt11964"/>
            <p:cNvSpPr/>
            <p:nvPr/>
          </p:nvSpPr>
          <p:spPr>
            <a:xfrm>
              <a:off x="6606977" y="2151990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5" name="pt11965"/>
            <p:cNvSpPr/>
            <p:nvPr/>
          </p:nvSpPr>
          <p:spPr>
            <a:xfrm>
              <a:off x="6632560" y="224424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6" name="pt11966"/>
            <p:cNvSpPr/>
            <p:nvPr/>
          </p:nvSpPr>
          <p:spPr>
            <a:xfrm>
              <a:off x="5633839" y="2439349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7" name="pt11967"/>
            <p:cNvSpPr/>
            <p:nvPr/>
          </p:nvSpPr>
          <p:spPr>
            <a:xfrm>
              <a:off x="6413992" y="231429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8" name="pt11968"/>
            <p:cNvSpPr/>
            <p:nvPr/>
          </p:nvSpPr>
          <p:spPr>
            <a:xfrm>
              <a:off x="6254537" y="2314618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9" name="pt11969"/>
            <p:cNvSpPr/>
            <p:nvPr/>
          </p:nvSpPr>
          <p:spPr>
            <a:xfrm>
              <a:off x="5786393" y="2076281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0" name="pt11970"/>
            <p:cNvSpPr/>
            <p:nvPr/>
          </p:nvSpPr>
          <p:spPr>
            <a:xfrm>
              <a:off x="6453382" y="2214936"/>
              <a:ext cx="16849" cy="16849"/>
            </a:xfrm>
            <a:prstGeom prst="ellipse">
              <a:avLst/>
            </a:prstGeom>
            <a:solidFill>
              <a:srgbClr val="BBDC41">
                <a:alpha val="45098"/>
              </a:srgbClr>
            </a:solidFill>
            <a:ln w="7363" cap="rnd">
              <a:solidFill>
                <a:srgbClr val="BBDC4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1" name="pt11971"/>
            <p:cNvSpPr/>
            <p:nvPr/>
          </p:nvSpPr>
          <p:spPr>
            <a:xfrm>
              <a:off x="5283014" y="2275456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2" name="pt11972"/>
            <p:cNvSpPr/>
            <p:nvPr/>
          </p:nvSpPr>
          <p:spPr>
            <a:xfrm>
              <a:off x="5973448" y="2448317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3" name="pt11973"/>
            <p:cNvSpPr/>
            <p:nvPr/>
          </p:nvSpPr>
          <p:spPr>
            <a:xfrm>
              <a:off x="6505667" y="2137346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4" name="pt11974"/>
            <p:cNvSpPr/>
            <p:nvPr/>
          </p:nvSpPr>
          <p:spPr>
            <a:xfrm>
              <a:off x="6325585" y="2346160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5" name="pt11975"/>
            <p:cNvSpPr/>
            <p:nvPr/>
          </p:nvSpPr>
          <p:spPr>
            <a:xfrm>
              <a:off x="6559816" y="220583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6" name="pt11976"/>
            <p:cNvSpPr/>
            <p:nvPr/>
          </p:nvSpPr>
          <p:spPr>
            <a:xfrm>
              <a:off x="5501556" y="2718414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7" name="pt11977"/>
            <p:cNvSpPr/>
            <p:nvPr/>
          </p:nvSpPr>
          <p:spPr>
            <a:xfrm>
              <a:off x="6700112" y="2157180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8" name="pt11978"/>
            <p:cNvSpPr/>
            <p:nvPr/>
          </p:nvSpPr>
          <p:spPr>
            <a:xfrm>
              <a:off x="6717991" y="1995118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9" name="pt11979"/>
            <p:cNvSpPr/>
            <p:nvPr/>
          </p:nvSpPr>
          <p:spPr>
            <a:xfrm>
              <a:off x="5958724" y="2285802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0" name="pt11980"/>
            <p:cNvSpPr/>
            <p:nvPr/>
          </p:nvSpPr>
          <p:spPr>
            <a:xfrm>
              <a:off x="5677708" y="2517219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1" name="pt11981"/>
            <p:cNvSpPr/>
            <p:nvPr/>
          </p:nvSpPr>
          <p:spPr>
            <a:xfrm>
              <a:off x="6889893" y="1827688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2" name="pt11982"/>
            <p:cNvSpPr/>
            <p:nvPr/>
          </p:nvSpPr>
          <p:spPr>
            <a:xfrm>
              <a:off x="7109628" y="1611567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3" name="pt11983"/>
            <p:cNvSpPr/>
            <p:nvPr/>
          </p:nvSpPr>
          <p:spPr>
            <a:xfrm>
              <a:off x="6411032" y="2171796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4" name="pt11984"/>
            <p:cNvSpPr/>
            <p:nvPr/>
          </p:nvSpPr>
          <p:spPr>
            <a:xfrm>
              <a:off x="6163558" y="2273520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5" name="pt11985"/>
            <p:cNvSpPr/>
            <p:nvPr/>
          </p:nvSpPr>
          <p:spPr>
            <a:xfrm>
              <a:off x="6233195" y="2089075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6" name="pt11986"/>
            <p:cNvSpPr/>
            <p:nvPr/>
          </p:nvSpPr>
          <p:spPr>
            <a:xfrm>
              <a:off x="6396497" y="2196444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7" name="pt11987"/>
            <p:cNvSpPr/>
            <p:nvPr/>
          </p:nvSpPr>
          <p:spPr>
            <a:xfrm>
              <a:off x="5296610" y="2221735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8" name="pt11988"/>
            <p:cNvSpPr/>
            <p:nvPr/>
          </p:nvSpPr>
          <p:spPr>
            <a:xfrm>
              <a:off x="6342041" y="1846239"/>
              <a:ext cx="16849" cy="16849"/>
            </a:xfrm>
            <a:prstGeom prst="ellipse">
              <a:avLst/>
            </a:prstGeom>
            <a:solidFill>
              <a:srgbClr val="FDE725">
                <a:alpha val="45098"/>
              </a:srgbClr>
            </a:solidFill>
            <a:ln w="7363" cap="rnd">
              <a:solidFill>
                <a:srgbClr val="FDE72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9" name="pt11989"/>
            <p:cNvSpPr/>
            <p:nvPr/>
          </p:nvSpPr>
          <p:spPr>
            <a:xfrm>
              <a:off x="6920600" y="1942252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0" name="pt11990"/>
            <p:cNvSpPr/>
            <p:nvPr/>
          </p:nvSpPr>
          <p:spPr>
            <a:xfrm>
              <a:off x="6212028" y="2287807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1" name="pt11991"/>
            <p:cNvSpPr/>
            <p:nvPr/>
          </p:nvSpPr>
          <p:spPr>
            <a:xfrm>
              <a:off x="5722932" y="249007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2" name="pt11992"/>
            <p:cNvSpPr/>
            <p:nvPr/>
          </p:nvSpPr>
          <p:spPr>
            <a:xfrm>
              <a:off x="5955747" y="2354802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3" name="pt11993"/>
            <p:cNvSpPr/>
            <p:nvPr/>
          </p:nvSpPr>
          <p:spPr>
            <a:xfrm>
              <a:off x="6261319" y="2409338"/>
              <a:ext cx="16849" cy="16849"/>
            </a:xfrm>
            <a:prstGeom prst="ellipse">
              <a:avLst/>
            </a:prstGeom>
            <a:solidFill>
              <a:srgbClr val="336E8D">
                <a:alpha val="45098"/>
              </a:srgbClr>
            </a:solidFill>
            <a:ln w="7363" cap="rnd">
              <a:solidFill>
                <a:srgbClr val="336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4" name="pt11994"/>
            <p:cNvSpPr/>
            <p:nvPr/>
          </p:nvSpPr>
          <p:spPr>
            <a:xfrm>
              <a:off x="6055425" y="2450998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5" name="pt11995"/>
            <p:cNvSpPr/>
            <p:nvPr/>
          </p:nvSpPr>
          <p:spPr>
            <a:xfrm>
              <a:off x="6534097" y="236497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6" name="pt11996"/>
            <p:cNvSpPr/>
            <p:nvPr/>
          </p:nvSpPr>
          <p:spPr>
            <a:xfrm>
              <a:off x="5369296" y="1999909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7" name="pt11997"/>
            <p:cNvSpPr/>
            <p:nvPr/>
          </p:nvSpPr>
          <p:spPr>
            <a:xfrm>
              <a:off x="6435850" y="1851675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8" name="pt11998"/>
            <p:cNvSpPr/>
            <p:nvPr/>
          </p:nvSpPr>
          <p:spPr>
            <a:xfrm>
              <a:off x="6103006" y="2233541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9" name="pt11999"/>
            <p:cNvSpPr/>
            <p:nvPr/>
          </p:nvSpPr>
          <p:spPr>
            <a:xfrm>
              <a:off x="5866809" y="2182861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0" name="pt12000"/>
            <p:cNvSpPr/>
            <p:nvPr/>
          </p:nvSpPr>
          <p:spPr>
            <a:xfrm>
              <a:off x="6900106" y="174920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1" name="pt12001"/>
            <p:cNvSpPr/>
            <p:nvPr/>
          </p:nvSpPr>
          <p:spPr>
            <a:xfrm>
              <a:off x="5920989" y="2092201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2" name="pt12002"/>
            <p:cNvSpPr/>
            <p:nvPr/>
          </p:nvSpPr>
          <p:spPr>
            <a:xfrm>
              <a:off x="5972390" y="208917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3" name="pt12003"/>
            <p:cNvSpPr/>
            <p:nvPr/>
          </p:nvSpPr>
          <p:spPr>
            <a:xfrm>
              <a:off x="6488171" y="227276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4" name="pt12004"/>
            <p:cNvSpPr/>
            <p:nvPr/>
          </p:nvSpPr>
          <p:spPr>
            <a:xfrm>
              <a:off x="7117266" y="1492803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5" name="pt12005"/>
            <p:cNvSpPr/>
            <p:nvPr/>
          </p:nvSpPr>
          <p:spPr>
            <a:xfrm>
              <a:off x="6213325" y="2294338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6" name="pt12006"/>
            <p:cNvSpPr/>
            <p:nvPr/>
          </p:nvSpPr>
          <p:spPr>
            <a:xfrm>
              <a:off x="5997861" y="2643135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7" name="pt12007"/>
            <p:cNvSpPr/>
            <p:nvPr/>
          </p:nvSpPr>
          <p:spPr>
            <a:xfrm>
              <a:off x="6209931" y="231630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8" name="pt12008"/>
            <p:cNvSpPr/>
            <p:nvPr/>
          </p:nvSpPr>
          <p:spPr>
            <a:xfrm>
              <a:off x="6801020" y="1856176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9" name="pt12009"/>
            <p:cNvSpPr/>
            <p:nvPr/>
          </p:nvSpPr>
          <p:spPr>
            <a:xfrm>
              <a:off x="6068216" y="2424569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0" name="pt12010"/>
            <p:cNvSpPr/>
            <p:nvPr/>
          </p:nvSpPr>
          <p:spPr>
            <a:xfrm>
              <a:off x="6746867" y="197030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1" name="pt12011"/>
            <p:cNvSpPr/>
            <p:nvPr/>
          </p:nvSpPr>
          <p:spPr>
            <a:xfrm>
              <a:off x="6195034" y="2240145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2" name="pt12012"/>
            <p:cNvSpPr/>
            <p:nvPr/>
          </p:nvSpPr>
          <p:spPr>
            <a:xfrm>
              <a:off x="5603234" y="2367972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3" name="pt12013"/>
            <p:cNvSpPr/>
            <p:nvPr/>
          </p:nvSpPr>
          <p:spPr>
            <a:xfrm>
              <a:off x="6318680" y="1948604"/>
              <a:ext cx="16849" cy="16849"/>
            </a:xfrm>
            <a:prstGeom prst="ellipse">
              <a:avLst/>
            </a:prstGeom>
            <a:solidFill>
              <a:srgbClr val="BBDC41">
                <a:alpha val="45098"/>
              </a:srgbClr>
            </a:solidFill>
            <a:ln w="7363" cap="rnd">
              <a:solidFill>
                <a:srgbClr val="BBDC4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4" name="pt12014"/>
            <p:cNvSpPr/>
            <p:nvPr/>
          </p:nvSpPr>
          <p:spPr>
            <a:xfrm>
              <a:off x="7028610" y="1497793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5" name="pt12015"/>
            <p:cNvSpPr/>
            <p:nvPr/>
          </p:nvSpPr>
          <p:spPr>
            <a:xfrm>
              <a:off x="6314748" y="237833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6" name="pt12016"/>
            <p:cNvSpPr/>
            <p:nvPr/>
          </p:nvSpPr>
          <p:spPr>
            <a:xfrm>
              <a:off x="6145010" y="2311895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7" name="pt12017"/>
            <p:cNvSpPr/>
            <p:nvPr/>
          </p:nvSpPr>
          <p:spPr>
            <a:xfrm>
              <a:off x="6481174" y="220078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8" name="pt12018"/>
            <p:cNvSpPr/>
            <p:nvPr/>
          </p:nvSpPr>
          <p:spPr>
            <a:xfrm>
              <a:off x="6712663" y="2057699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9" name="pt12019"/>
            <p:cNvSpPr/>
            <p:nvPr/>
          </p:nvSpPr>
          <p:spPr>
            <a:xfrm>
              <a:off x="5195975" y="2338386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0" name="pt12020"/>
            <p:cNvSpPr/>
            <p:nvPr/>
          </p:nvSpPr>
          <p:spPr>
            <a:xfrm>
              <a:off x="5999901" y="2587358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1" name="pt12021"/>
            <p:cNvSpPr/>
            <p:nvPr/>
          </p:nvSpPr>
          <p:spPr>
            <a:xfrm>
              <a:off x="6527268" y="236982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2" name="pt12022"/>
            <p:cNvSpPr/>
            <p:nvPr/>
          </p:nvSpPr>
          <p:spPr>
            <a:xfrm>
              <a:off x="6077568" y="2395051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3" name="pt12023"/>
            <p:cNvSpPr/>
            <p:nvPr/>
          </p:nvSpPr>
          <p:spPr>
            <a:xfrm>
              <a:off x="6187482" y="223607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4" name="pt12024"/>
            <p:cNvSpPr/>
            <p:nvPr/>
          </p:nvSpPr>
          <p:spPr>
            <a:xfrm>
              <a:off x="5859077" y="2061652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5" name="pt12025"/>
            <p:cNvSpPr/>
            <p:nvPr/>
          </p:nvSpPr>
          <p:spPr>
            <a:xfrm>
              <a:off x="4808188" y="2857469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6" name="pt12026"/>
            <p:cNvSpPr/>
            <p:nvPr/>
          </p:nvSpPr>
          <p:spPr>
            <a:xfrm>
              <a:off x="6046702" y="2357510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7" name="pt12027"/>
            <p:cNvSpPr/>
            <p:nvPr/>
          </p:nvSpPr>
          <p:spPr>
            <a:xfrm>
              <a:off x="6246563" y="2306133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8" name="pt12028"/>
            <p:cNvSpPr/>
            <p:nvPr/>
          </p:nvSpPr>
          <p:spPr>
            <a:xfrm>
              <a:off x="6498025" y="232688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9" name="pt12029"/>
            <p:cNvSpPr/>
            <p:nvPr/>
          </p:nvSpPr>
          <p:spPr>
            <a:xfrm>
              <a:off x="5695197" y="237257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0" name="pt12030"/>
            <p:cNvSpPr/>
            <p:nvPr/>
          </p:nvSpPr>
          <p:spPr>
            <a:xfrm>
              <a:off x="6485749" y="220952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1" name="pt12031"/>
            <p:cNvSpPr/>
            <p:nvPr/>
          </p:nvSpPr>
          <p:spPr>
            <a:xfrm>
              <a:off x="5199516" y="2357413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2" name="pt12032"/>
            <p:cNvSpPr/>
            <p:nvPr/>
          </p:nvSpPr>
          <p:spPr>
            <a:xfrm>
              <a:off x="5343229" y="2252909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3" name="pt12033"/>
            <p:cNvSpPr/>
            <p:nvPr/>
          </p:nvSpPr>
          <p:spPr>
            <a:xfrm>
              <a:off x="6937901" y="158931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4" name="pt12034"/>
            <p:cNvSpPr/>
            <p:nvPr/>
          </p:nvSpPr>
          <p:spPr>
            <a:xfrm>
              <a:off x="6352165" y="2221481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5" name="pt12035"/>
            <p:cNvSpPr/>
            <p:nvPr/>
          </p:nvSpPr>
          <p:spPr>
            <a:xfrm>
              <a:off x="6685953" y="222749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6" name="pt12036"/>
            <p:cNvSpPr/>
            <p:nvPr/>
          </p:nvSpPr>
          <p:spPr>
            <a:xfrm>
              <a:off x="5657296" y="2420939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7" name="pt12037"/>
            <p:cNvSpPr/>
            <p:nvPr/>
          </p:nvSpPr>
          <p:spPr>
            <a:xfrm>
              <a:off x="5622243" y="2390761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8" name="pt12038"/>
            <p:cNvSpPr/>
            <p:nvPr/>
          </p:nvSpPr>
          <p:spPr>
            <a:xfrm>
              <a:off x="6685224" y="2153694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9" name="pt12039"/>
            <p:cNvSpPr/>
            <p:nvPr/>
          </p:nvSpPr>
          <p:spPr>
            <a:xfrm>
              <a:off x="5455455" y="2245276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0" name="pt12040"/>
            <p:cNvSpPr/>
            <p:nvPr/>
          </p:nvSpPr>
          <p:spPr>
            <a:xfrm>
              <a:off x="6256733" y="241823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1" name="pt12041"/>
            <p:cNvSpPr/>
            <p:nvPr/>
          </p:nvSpPr>
          <p:spPr>
            <a:xfrm>
              <a:off x="6304802" y="1824863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2" name="pt12042"/>
            <p:cNvSpPr/>
            <p:nvPr/>
          </p:nvSpPr>
          <p:spPr>
            <a:xfrm>
              <a:off x="6744298" y="2060932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3" name="pt12043"/>
            <p:cNvSpPr/>
            <p:nvPr/>
          </p:nvSpPr>
          <p:spPr>
            <a:xfrm>
              <a:off x="5640922" y="2445618"/>
              <a:ext cx="16849" cy="16849"/>
            </a:xfrm>
            <a:prstGeom prst="ellipse">
              <a:avLst/>
            </a:prstGeom>
            <a:solidFill>
              <a:srgbClr val="4FB773">
                <a:alpha val="45098"/>
              </a:srgbClr>
            </a:solidFill>
            <a:ln w="7363" cap="rnd">
              <a:solidFill>
                <a:srgbClr val="4FB7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4" name="pt12044"/>
            <p:cNvSpPr/>
            <p:nvPr/>
          </p:nvSpPr>
          <p:spPr>
            <a:xfrm>
              <a:off x="5676259" y="2234809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5" name="pt12045"/>
            <p:cNvSpPr/>
            <p:nvPr/>
          </p:nvSpPr>
          <p:spPr>
            <a:xfrm>
              <a:off x="5763335" y="2228959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6" name="pt12046"/>
            <p:cNvSpPr/>
            <p:nvPr/>
          </p:nvSpPr>
          <p:spPr>
            <a:xfrm>
              <a:off x="6768246" y="2024259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7" name="pt12047"/>
            <p:cNvSpPr/>
            <p:nvPr/>
          </p:nvSpPr>
          <p:spPr>
            <a:xfrm>
              <a:off x="5607669" y="2561380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8" name="pt12048"/>
            <p:cNvSpPr/>
            <p:nvPr/>
          </p:nvSpPr>
          <p:spPr>
            <a:xfrm>
              <a:off x="6029773" y="2291944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9" name="pt12049"/>
            <p:cNvSpPr/>
            <p:nvPr/>
          </p:nvSpPr>
          <p:spPr>
            <a:xfrm>
              <a:off x="6336560" y="230980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0" name="pt12050"/>
            <p:cNvSpPr/>
            <p:nvPr/>
          </p:nvSpPr>
          <p:spPr>
            <a:xfrm>
              <a:off x="5751108" y="2042669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1" name="pt12051"/>
            <p:cNvSpPr/>
            <p:nvPr/>
          </p:nvSpPr>
          <p:spPr>
            <a:xfrm>
              <a:off x="6220405" y="2270203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2" name="pt12052"/>
            <p:cNvSpPr/>
            <p:nvPr/>
          </p:nvSpPr>
          <p:spPr>
            <a:xfrm>
              <a:off x="6621476" y="2265638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3" name="pt12053"/>
            <p:cNvSpPr/>
            <p:nvPr/>
          </p:nvSpPr>
          <p:spPr>
            <a:xfrm>
              <a:off x="5557642" y="2483054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4" name="pt12054"/>
            <p:cNvSpPr/>
            <p:nvPr/>
          </p:nvSpPr>
          <p:spPr>
            <a:xfrm>
              <a:off x="6296155" y="201667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5" name="pt12055"/>
            <p:cNvSpPr/>
            <p:nvPr/>
          </p:nvSpPr>
          <p:spPr>
            <a:xfrm>
              <a:off x="6243824" y="2295743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6" name="pt12056"/>
            <p:cNvSpPr/>
            <p:nvPr/>
          </p:nvSpPr>
          <p:spPr>
            <a:xfrm>
              <a:off x="6710577" y="205466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7" name="pt12057"/>
            <p:cNvSpPr/>
            <p:nvPr/>
          </p:nvSpPr>
          <p:spPr>
            <a:xfrm>
              <a:off x="6486618" y="223229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8" name="pt12058"/>
            <p:cNvSpPr/>
            <p:nvPr/>
          </p:nvSpPr>
          <p:spPr>
            <a:xfrm>
              <a:off x="5929806" y="180115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9" name="pt12059"/>
            <p:cNvSpPr/>
            <p:nvPr/>
          </p:nvSpPr>
          <p:spPr>
            <a:xfrm>
              <a:off x="6149494" y="2088550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0" name="pt12060"/>
            <p:cNvSpPr/>
            <p:nvPr/>
          </p:nvSpPr>
          <p:spPr>
            <a:xfrm>
              <a:off x="6700571" y="2157541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1" name="pt12061"/>
            <p:cNvSpPr/>
            <p:nvPr/>
          </p:nvSpPr>
          <p:spPr>
            <a:xfrm>
              <a:off x="6788295" y="1959751"/>
              <a:ext cx="16849" cy="16849"/>
            </a:xfrm>
            <a:prstGeom prst="ellipse">
              <a:avLst/>
            </a:prstGeom>
            <a:solidFill>
              <a:srgbClr val="59BC6D">
                <a:alpha val="45098"/>
              </a:srgbClr>
            </a:solidFill>
            <a:ln w="7363" cap="rnd">
              <a:solidFill>
                <a:srgbClr val="59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2" name="pt12062"/>
            <p:cNvSpPr/>
            <p:nvPr/>
          </p:nvSpPr>
          <p:spPr>
            <a:xfrm>
              <a:off x="6839204" y="1733233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3" name="pt12063"/>
            <p:cNvSpPr/>
            <p:nvPr/>
          </p:nvSpPr>
          <p:spPr>
            <a:xfrm>
              <a:off x="6127407" y="2043607"/>
              <a:ext cx="16849" cy="16849"/>
            </a:xfrm>
            <a:prstGeom prst="ellipse">
              <a:avLst/>
            </a:prstGeom>
            <a:solidFill>
              <a:srgbClr val="6EC95D">
                <a:alpha val="45098"/>
              </a:srgbClr>
            </a:solidFill>
            <a:ln w="7363" cap="rnd">
              <a:solidFill>
                <a:srgbClr val="6E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4" name="pt12064"/>
            <p:cNvSpPr/>
            <p:nvPr/>
          </p:nvSpPr>
          <p:spPr>
            <a:xfrm>
              <a:off x="5303348" y="2112716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5" name="pt12065"/>
            <p:cNvSpPr/>
            <p:nvPr/>
          </p:nvSpPr>
          <p:spPr>
            <a:xfrm>
              <a:off x="6601269" y="2153329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6" name="pt12066"/>
            <p:cNvSpPr/>
            <p:nvPr/>
          </p:nvSpPr>
          <p:spPr>
            <a:xfrm>
              <a:off x="6488681" y="2087829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7" name="pt12067"/>
            <p:cNvSpPr/>
            <p:nvPr/>
          </p:nvSpPr>
          <p:spPr>
            <a:xfrm>
              <a:off x="6225143" y="2309094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8" name="pt12068"/>
            <p:cNvSpPr/>
            <p:nvPr/>
          </p:nvSpPr>
          <p:spPr>
            <a:xfrm>
              <a:off x="6355052" y="2247849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9" name="pt12069"/>
            <p:cNvSpPr/>
            <p:nvPr/>
          </p:nvSpPr>
          <p:spPr>
            <a:xfrm>
              <a:off x="6501894" y="217482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0" name="pt12070"/>
            <p:cNvSpPr/>
            <p:nvPr/>
          </p:nvSpPr>
          <p:spPr>
            <a:xfrm>
              <a:off x="6397720" y="2176032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1" name="pt12071"/>
            <p:cNvSpPr/>
            <p:nvPr/>
          </p:nvSpPr>
          <p:spPr>
            <a:xfrm>
              <a:off x="6201808" y="1930052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2" name="pt12072"/>
            <p:cNvSpPr/>
            <p:nvPr/>
          </p:nvSpPr>
          <p:spPr>
            <a:xfrm>
              <a:off x="5684741" y="2380251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3" name="pt12073"/>
            <p:cNvSpPr/>
            <p:nvPr/>
          </p:nvSpPr>
          <p:spPr>
            <a:xfrm>
              <a:off x="5933709" y="2071440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4" name="pt12074"/>
            <p:cNvSpPr/>
            <p:nvPr/>
          </p:nvSpPr>
          <p:spPr>
            <a:xfrm>
              <a:off x="6277393" y="2131254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5" name="pt12075"/>
            <p:cNvSpPr/>
            <p:nvPr/>
          </p:nvSpPr>
          <p:spPr>
            <a:xfrm>
              <a:off x="5522224" y="2394823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6" name="pt12076"/>
            <p:cNvSpPr/>
            <p:nvPr/>
          </p:nvSpPr>
          <p:spPr>
            <a:xfrm>
              <a:off x="6178751" y="2208609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7" name="pt12077"/>
            <p:cNvSpPr/>
            <p:nvPr/>
          </p:nvSpPr>
          <p:spPr>
            <a:xfrm>
              <a:off x="5897952" y="2204893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8" name="pt12078"/>
            <p:cNvSpPr/>
            <p:nvPr/>
          </p:nvSpPr>
          <p:spPr>
            <a:xfrm>
              <a:off x="6236222" y="2273630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9" name="pt12079"/>
            <p:cNvSpPr/>
            <p:nvPr/>
          </p:nvSpPr>
          <p:spPr>
            <a:xfrm>
              <a:off x="5937282" y="186184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0" name="pt12080"/>
            <p:cNvSpPr/>
            <p:nvPr/>
          </p:nvSpPr>
          <p:spPr>
            <a:xfrm>
              <a:off x="6508819" y="2294554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1" name="pt12081"/>
            <p:cNvSpPr/>
            <p:nvPr/>
          </p:nvSpPr>
          <p:spPr>
            <a:xfrm>
              <a:off x="5973701" y="2249857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2" name="pt12082"/>
            <p:cNvSpPr/>
            <p:nvPr/>
          </p:nvSpPr>
          <p:spPr>
            <a:xfrm>
              <a:off x="5509931" y="2497649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3" name="pt12083"/>
            <p:cNvSpPr/>
            <p:nvPr/>
          </p:nvSpPr>
          <p:spPr>
            <a:xfrm>
              <a:off x="5457977" y="2350045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4" name="pt12084"/>
            <p:cNvSpPr/>
            <p:nvPr/>
          </p:nvSpPr>
          <p:spPr>
            <a:xfrm>
              <a:off x="6741383" y="2093189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5" name="pt12085"/>
            <p:cNvSpPr/>
            <p:nvPr/>
          </p:nvSpPr>
          <p:spPr>
            <a:xfrm>
              <a:off x="5723582" y="2348505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6" name="pt12086"/>
            <p:cNvSpPr/>
            <p:nvPr/>
          </p:nvSpPr>
          <p:spPr>
            <a:xfrm>
              <a:off x="5275981" y="2206401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7" name="pt12087"/>
            <p:cNvSpPr/>
            <p:nvPr/>
          </p:nvSpPr>
          <p:spPr>
            <a:xfrm>
              <a:off x="6032707" y="205564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8" name="pt12088"/>
            <p:cNvSpPr/>
            <p:nvPr/>
          </p:nvSpPr>
          <p:spPr>
            <a:xfrm>
              <a:off x="6635233" y="218562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9" name="pt12089"/>
            <p:cNvSpPr/>
            <p:nvPr/>
          </p:nvSpPr>
          <p:spPr>
            <a:xfrm>
              <a:off x="6083292" y="243020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0" name="pt12090"/>
            <p:cNvSpPr/>
            <p:nvPr/>
          </p:nvSpPr>
          <p:spPr>
            <a:xfrm>
              <a:off x="6802414" y="1921448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1" name="pt12091"/>
            <p:cNvSpPr/>
            <p:nvPr/>
          </p:nvSpPr>
          <p:spPr>
            <a:xfrm>
              <a:off x="6013248" y="2494801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2" name="pt12092"/>
            <p:cNvSpPr/>
            <p:nvPr/>
          </p:nvSpPr>
          <p:spPr>
            <a:xfrm>
              <a:off x="5653074" y="2342385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3" name="pt12093"/>
            <p:cNvSpPr/>
            <p:nvPr/>
          </p:nvSpPr>
          <p:spPr>
            <a:xfrm>
              <a:off x="6336319" y="2218680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4" name="pt12094"/>
            <p:cNvSpPr/>
            <p:nvPr/>
          </p:nvSpPr>
          <p:spPr>
            <a:xfrm>
              <a:off x="6750702" y="1971464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5" name="pt12095"/>
            <p:cNvSpPr/>
            <p:nvPr/>
          </p:nvSpPr>
          <p:spPr>
            <a:xfrm>
              <a:off x="6503514" y="2052049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6" name="pt12096"/>
            <p:cNvSpPr/>
            <p:nvPr/>
          </p:nvSpPr>
          <p:spPr>
            <a:xfrm>
              <a:off x="6686063" y="2106484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7" name="pt12097"/>
            <p:cNvSpPr/>
            <p:nvPr/>
          </p:nvSpPr>
          <p:spPr>
            <a:xfrm>
              <a:off x="5927484" y="2067474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8" name="pt12098"/>
            <p:cNvSpPr/>
            <p:nvPr/>
          </p:nvSpPr>
          <p:spPr>
            <a:xfrm>
              <a:off x="6328186" y="225731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9" name="pt12099"/>
            <p:cNvSpPr/>
            <p:nvPr/>
          </p:nvSpPr>
          <p:spPr>
            <a:xfrm>
              <a:off x="6492631" y="222205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0" name="pt12100"/>
            <p:cNvSpPr/>
            <p:nvPr/>
          </p:nvSpPr>
          <p:spPr>
            <a:xfrm>
              <a:off x="6283368" y="2228882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1" name="pt12101"/>
            <p:cNvSpPr/>
            <p:nvPr/>
          </p:nvSpPr>
          <p:spPr>
            <a:xfrm>
              <a:off x="6274665" y="2149329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2" name="pt12102"/>
            <p:cNvSpPr/>
            <p:nvPr/>
          </p:nvSpPr>
          <p:spPr>
            <a:xfrm>
              <a:off x="6987775" y="1832445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3" name="pt12103"/>
            <p:cNvSpPr/>
            <p:nvPr/>
          </p:nvSpPr>
          <p:spPr>
            <a:xfrm>
              <a:off x="6639015" y="2073145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4" name="pt12104"/>
            <p:cNvSpPr/>
            <p:nvPr/>
          </p:nvSpPr>
          <p:spPr>
            <a:xfrm>
              <a:off x="6588278" y="2131342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5" name="pt12105"/>
            <p:cNvSpPr/>
            <p:nvPr/>
          </p:nvSpPr>
          <p:spPr>
            <a:xfrm>
              <a:off x="6403870" y="220686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6" name="pt12106"/>
            <p:cNvSpPr/>
            <p:nvPr/>
          </p:nvSpPr>
          <p:spPr>
            <a:xfrm>
              <a:off x="5764086" y="2065461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7" name="pt12107"/>
            <p:cNvSpPr/>
            <p:nvPr/>
          </p:nvSpPr>
          <p:spPr>
            <a:xfrm>
              <a:off x="6283139" y="221201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8" name="pt12108"/>
            <p:cNvSpPr/>
            <p:nvPr/>
          </p:nvSpPr>
          <p:spPr>
            <a:xfrm>
              <a:off x="6006335" y="2569510"/>
              <a:ext cx="16849" cy="16849"/>
            </a:xfrm>
            <a:prstGeom prst="ellipse">
              <a:avLst/>
            </a:prstGeom>
            <a:solidFill>
              <a:srgbClr val="72CC59">
                <a:alpha val="45098"/>
              </a:srgbClr>
            </a:solidFill>
            <a:ln w="7363" cap="rnd">
              <a:solidFill>
                <a:srgbClr val="72CC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9" name="pt12109"/>
            <p:cNvSpPr/>
            <p:nvPr/>
          </p:nvSpPr>
          <p:spPr>
            <a:xfrm>
              <a:off x="6273126" y="2264475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0" name="pt12110"/>
            <p:cNvSpPr/>
            <p:nvPr/>
          </p:nvSpPr>
          <p:spPr>
            <a:xfrm>
              <a:off x="6336656" y="2101263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1" name="pt12111"/>
            <p:cNvSpPr/>
            <p:nvPr/>
          </p:nvSpPr>
          <p:spPr>
            <a:xfrm>
              <a:off x="6098787" y="2204603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2" name="pt12112"/>
            <p:cNvSpPr/>
            <p:nvPr/>
          </p:nvSpPr>
          <p:spPr>
            <a:xfrm>
              <a:off x="6211122" y="227336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3" name="pt12113"/>
            <p:cNvSpPr/>
            <p:nvPr/>
          </p:nvSpPr>
          <p:spPr>
            <a:xfrm>
              <a:off x="5420488" y="2532834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4" name="pt12114"/>
            <p:cNvSpPr/>
            <p:nvPr/>
          </p:nvSpPr>
          <p:spPr>
            <a:xfrm>
              <a:off x="6031569" y="210927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5" name="pt12115"/>
            <p:cNvSpPr/>
            <p:nvPr/>
          </p:nvSpPr>
          <p:spPr>
            <a:xfrm>
              <a:off x="6181772" y="2222722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6" name="pt12116"/>
            <p:cNvSpPr/>
            <p:nvPr/>
          </p:nvSpPr>
          <p:spPr>
            <a:xfrm>
              <a:off x="6362090" y="2161436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7" name="pt12117"/>
            <p:cNvSpPr/>
            <p:nvPr/>
          </p:nvSpPr>
          <p:spPr>
            <a:xfrm>
              <a:off x="6005616" y="230745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8" name="pt12118"/>
            <p:cNvSpPr/>
            <p:nvPr/>
          </p:nvSpPr>
          <p:spPr>
            <a:xfrm>
              <a:off x="6212193" y="2305952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9" name="pt12119"/>
            <p:cNvSpPr/>
            <p:nvPr/>
          </p:nvSpPr>
          <p:spPr>
            <a:xfrm>
              <a:off x="6563221" y="2081069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0" name="pt12120"/>
            <p:cNvSpPr/>
            <p:nvPr/>
          </p:nvSpPr>
          <p:spPr>
            <a:xfrm>
              <a:off x="6104302" y="2299359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1" name="pt12121"/>
            <p:cNvSpPr/>
            <p:nvPr/>
          </p:nvSpPr>
          <p:spPr>
            <a:xfrm>
              <a:off x="6027483" y="198768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2" name="pt12122"/>
            <p:cNvSpPr/>
            <p:nvPr/>
          </p:nvSpPr>
          <p:spPr>
            <a:xfrm>
              <a:off x="5600093" y="2534523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3" name="pt12123"/>
            <p:cNvSpPr/>
            <p:nvPr/>
          </p:nvSpPr>
          <p:spPr>
            <a:xfrm>
              <a:off x="5902475" y="2094069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4" name="pt12124"/>
            <p:cNvSpPr/>
            <p:nvPr/>
          </p:nvSpPr>
          <p:spPr>
            <a:xfrm>
              <a:off x="5578336" y="2403063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5" name="pt12125"/>
            <p:cNvSpPr/>
            <p:nvPr/>
          </p:nvSpPr>
          <p:spPr>
            <a:xfrm>
              <a:off x="6141850" y="2280123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6" name="pt12126"/>
            <p:cNvSpPr/>
            <p:nvPr/>
          </p:nvSpPr>
          <p:spPr>
            <a:xfrm>
              <a:off x="6291743" y="207515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7" name="pt12127"/>
            <p:cNvSpPr/>
            <p:nvPr/>
          </p:nvSpPr>
          <p:spPr>
            <a:xfrm>
              <a:off x="5891035" y="203267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8" name="pt12128"/>
            <p:cNvSpPr/>
            <p:nvPr/>
          </p:nvSpPr>
          <p:spPr>
            <a:xfrm>
              <a:off x="5700263" y="241451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9" name="pt12129"/>
            <p:cNvSpPr/>
            <p:nvPr/>
          </p:nvSpPr>
          <p:spPr>
            <a:xfrm>
              <a:off x="6640168" y="205156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0" name="pt12130"/>
            <p:cNvSpPr/>
            <p:nvPr/>
          </p:nvSpPr>
          <p:spPr>
            <a:xfrm>
              <a:off x="6748040" y="2133301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1" name="pt12131"/>
            <p:cNvSpPr/>
            <p:nvPr/>
          </p:nvSpPr>
          <p:spPr>
            <a:xfrm>
              <a:off x="6514954" y="2210752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2" name="pt12132"/>
            <p:cNvSpPr/>
            <p:nvPr/>
          </p:nvSpPr>
          <p:spPr>
            <a:xfrm>
              <a:off x="6452113" y="204130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3" name="pt12133"/>
            <p:cNvSpPr/>
            <p:nvPr/>
          </p:nvSpPr>
          <p:spPr>
            <a:xfrm>
              <a:off x="6665423" y="1935141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4" name="pt12134"/>
            <p:cNvSpPr/>
            <p:nvPr/>
          </p:nvSpPr>
          <p:spPr>
            <a:xfrm>
              <a:off x="5222661" y="2388607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5" name="pt12135"/>
            <p:cNvSpPr/>
            <p:nvPr/>
          </p:nvSpPr>
          <p:spPr>
            <a:xfrm>
              <a:off x="6592606" y="2138832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6" name="pt12136"/>
            <p:cNvSpPr/>
            <p:nvPr/>
          </p:nvSpPr>
          <p:spPr>
            <a:xfrm>
              <a:off x="5931715" y="1958018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7" name="pt12137"/>
            <p:cNvSpPr/>
            <p:nvPr/>
          </p:nvSpPr>
          <p:spPr>
            <a:xfrm>
              <a:off x="6988903" y="1802991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8" name="pt12138"/>
            <p:cNvSpPr/>
            <p:nvPr/>
          </p:nvSpPr>
          <p:spPr>
            <a:xfrm>
              <a:off x="6469581" y="215069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9" name="pt12139"/>
            <p:cNvSpPr/>
            <p:nvPr/>
          </p:nvSpPr>
          <p:spPr>
            <a:xfrm>
              <a:off x="5995587" y="2647700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0" name="pt12140"/>
            <p:cNvSpPr/>
            <p:nvPr/>
          </p:nvSpPr>
          <p:spPr>
            <a:xfrm>
              <a:off x="6122467" y="2247508"/>
              <a:ext cx="16849" cy="16849"/>
            </a:xfrm>
            <a:prstGeom prst="ellipse">
              <a:avLst/>
            </a:prstGeom>
            <a:solidFill>
              <a:srgbClr val="33AC80">
                <a:alpha val="45098"/>
              </a:srgbClr>
            </a:solidFill>
            <a:ln w="7363" cap="rnd">
              <a:solidFill>
                <a:srgbClr val="33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1" name="pt12141"/>
            <p:cNvSpPr/>
            <p:nvPr/>
          </p:nvSpPr>
          <p:spPr>
            <a:xfrm>
              <a:off x="5892309" y="204729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2" name="pt12142"/>
            <p:cNvSpPr/>
            <p:nvPr/>
          </p:nvSpPr>
          <p:spPr>
            <a:xfrm>
              <a:off x="5809783" y="2275833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3" name="pt12143"/>
            <p:cNvSpPr/>
            <p:nvPr/>
          </p:nvSpPr>
          <p:spPr>
            <a:xfrm>
              <a:off x="7001800" y="1731682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4" name="pt12144"/>
            <p:cNvSpPr/>
            <p:nvPr/>
          </p:nvSpPr>
          <p:spPr>
            <a:xfrm>
              <a:off x="6754480" y="2006970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5" name="pt12145"/>
            <p:cNvSpPr/>
            <p:nvPr/>
          </p:nvSpPr>
          <p:spPr>
            <a:xfrm>
              <a:off x="6036298" y="2179217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6" name="pt12146"/>
            <p:cNvSpPr/>
            <p:nvPr/>
          </p:nvSpPr>
          <p:spPr>
            <a:xfrm>
              <a:off x="5797878" y="2180079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7" name="pt12147"/>
            <p:cNvSpPr/>
            <p:nvPr/>
          </p:nvSpPr>
          <p:spPr>
            <a:xfrm>
              <a:off x="6722254" y="1999289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8" name="pt12148"/>
            <p:cNvSpPr/>
            <p:nvPr/>
          </p:nvSpPr>
          <p:spPr>
            <a:xfrm>
              <a:off x="6264857" y="2419451"/>
              <a:ext cx="16849" cy="16849"/>
            </a:xfrm>
            <a:prstGeom prst="ellipse">
              <a:avLst/>
            </a:prstGeom>
            <a:solidFill>
              <a:srgbClr val="2AAA82">
                <a:alpha val="45098"/>
              </a:srgbClr>
            </a:solidFill>
            <a:ln w="7363" cap="rnd">
              <a:solidFill>
                <a:srgbClr val="2A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9" name="pt12149"/>
            <p:cNvSpPr/>
            <p:nvPr/>
          </p:nvSpPr>
          <p:spPr>
            <a:xfrm>
              <a:off x="6570967" y="2036737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0" name="pt12150"/>
            <p:cNvSpPr/>
            <p:nvPr/>
          </p:nvSpPr>
          <p:spPr>
            <a:xfrm>
              <a:off x="5701597" y="2512423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1" name="pt12151"/>
            <p:cNvSpPr/>
            <p:nvPr/>
          </p:nvSpPr>
          <p:spPr>
            <a:xfrm>
              <a:off x="7250073" y="2162136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2" name="pt12152"/>
            <p:cNvSpPr/>
            <p:nvPr/>
          </p:nvSpPr>
          <p:spPr>
            <a:xfrm>
              <a:off x="6681553" y="203055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3" name="pt12153"/>
            <p:cNvSpPr/>
            <p:nvPr/>
          </p:nvSpPr>
          <p:spPr>
            <a:xfrm>
              <a:off x="5773856" y="2020995"/>
              <a:ext cx="16849" cy="16849"/>
            </a:xfrm>
            <a:prstGeom prst="ellipse">
              <a:avLst/>
            </a:prstGeom>
            <a:solidFill>
              <a:srgbClr val="45B279">
                <a:alpha val="45098"/>
              </a:srgbClr>
            </a:solidFill>
            <a:ln w="7363" cap="rnd">
              <a:solidFill>
                <a:srgbClr val="45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4" name="pt12154"/>
            <p:cNvSpPr/>
            <p:nvPr/>
          </p:nvSpPr>
          <p:spPr>
            <a:xfrm>
              <a:off x="6461459" y="2063581"/>
              <a:ext cx="16849" cy="16849"/>
            </a:xfrm>
            <a:prstGeom prst="ellipse">
              <a:avLst/>
            </a:prstGeom>
            <a:solidFill>
              <a:srgbClr val="2DAB81">
                <a:alpha val="45098"/>
              </a:srgbClr>
            </a:solidFill>
            <a:ln w="7363" cap="rnd">
              <a:solidFill>
                <a:srgbClr val="2D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5" name="pt12155"/>
            <p:cNvSpPr/>
            <p:nvPr/>
          </p:nvSpPr>
          <p:spPr>
            <a:xfrm>
              <a:off x="6657229" y="2094073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6" name="pt12156"/>
            <p:cNvSpPr/>
            <p:nvPr/>
          </p:nvSpPr>
          <p:spPr>
            <a:xfrm>
              <a:off x="6318105" y="2219011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7" name="pt12157"/>
            <p:cNvSpPr/>
            <p:nvPr/>
          </p:nvSpPr>
          <p:spPr>
            <a:xfrm>
              <a:off x="5415994" y="2501361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8" name="pt12158"/>
            <p:cNvSpPr/>
            <p:nvPr/>
          </p:nvSpPr>
          <p:spPr>
            <a:xfrm>
              <a:off x="6239839" y="213990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9" name="pt12159"/>
            <p:cNvSpPr/>
            <p:nvPr/>
          </p:nvSpPr>
          <p:spPr>
            <a:xfrm>
              <a:off x="6560775" y="219698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0" name="pt12160"/>
            <p:cNvSpPr/>
            <p:nvPr/>
          </p:nvSpPr>
          <p:spPr>
            <a:xfrm>
              <a:off x="6451242" y="2041779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1" name="pt12161"/>
            <p:cNvSpPr/>
            <p:nvPr/>
          </p:nvSpPr>
          <p:spPr>
            <a:xfrm>
              <a:off x="6219480" y="2161076"/>
              <a:ext cx="16849" cy="16849"/>
            </a:xfrm>
            <a:prstGeom prst="ellipse">
              <a:avLst/>
            </a:prstGeom>
            <a:solidFill>
              <a:srgbClr val="72CC59">
                <a:alpha val="45098"/>
              </a:srgbClr>
            </a:solidFill>
            <a:ln w="7363" cap="rnd">
              <a:solidFill>
                <a:srgbClr val="72CC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2" name="pt12162"/>
            <p:cNvSpPr/>
            <p:nvPr/>
          </p:nvSpPr>
          <p:spPr>
            <a:xfrm>
              <a:off x="5734127" y="2251379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3" name="pt12163"/>
            <p:cNvSpPr/>
            <p:nvPr/>
          </p:nvSpPr>
          <p:spPr>
            <a:xfrm>
              <a:off x="6025781" y="2293981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4" name="pt12164"/>
            <p:cNvSpPr/>
            <p:nvPr/>
          </p:nvSpPr>
          <p:spPr>
            <a:xfrm>
              <a:off x="6223925" y="2394606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5" name="pt12165"/>
            <p:cNvSpPr/>
            <p:nvPr/>
          </p:nvSpPr>
          <p:spPr>
            <a:xfrm>
              <a:off x="6228601" y="2289740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6" name="pt12166"/>
            <p:cNvSpPr/>
            <p:nvPr/>
          </p:nvSpPr>
          <p:spPr>
            <a:xfrm>
              <a:off x="6311807" y="229548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7" name="pt12167"/>
            <p:cNvSpPr/>
            <p:nvPr/>
          </p:nvSpPr>
          <p:spPr>
            <a:xfrm>
              <a:off x="5944545" y="1986223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8" name="pt12168"/>
            <p:cNvSpPr/>
            <p:nvPr/>
          </p:nvSpPr>
          <p:spPr>
            <a:xfrm>
              <a:off x="6656000" y="2091525"/>
              <a:ext cx="16849" cy="16849"/>
            </a:xfrm>
            <a:prstGeom prst="ellipse">
              <a:avLst/>
            </a:prstGeom>
            <a:solidFill>
              <a:srgbClr val="68C562">
                <a:alpha val="45098"/>
              </a:srgbClr>
            </a:solidFill>
            <a:ln w="7363" cap="rnd">
              <a:solidFill>
                <a:srgbClr val="68C56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9" name="pt12169"/>
            <p:cNvSpPr/>
            <p:nvPr/>
          </p:nvSpPr>
          <p:spPr>
            <a:xfrm>
              <a:off x="6125014" y="234796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0" name="pt12170"/>
            <p:cNvSpPr/>
            <p:nvPr/>
          </p:nvSpPr>
          <p:spPr>
            <a:xfrm>
              <a:off x="6543607" y="2079638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1" name="pt12171"/>
            <p:cNvSpPr/>
            <p:nvPr/>
          </p:nvSpPr>
          <p:spPr>
            <a:xfrm>
              <a:off x="6260318" y="2367790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2" name="pt12172"/>
            <p:cNvSpPr/>
            <p:nvPr/>
          </p:nvSpPr>
          <p:spPr>
            <a:xfrm>
              <a:off x="6126949" y="2322203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3" name="pt12173"/>
            <p:cNvSpPr/>
            <p:nvPr/>
          </p:nvSpPr>
          <p:spPr>
            <a:xfrm>
              <a:off x="6372367" y="2271787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4" name="pt12174"/>
            <p:cNvSpPr/>
            <p:nvPr/>
          </p:nvSpPr>
          <p:spPr>
            <a:xfrm>
              <a:off x="6713463" y="2124722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5" name="pt12175"/>
            <p:cNvSpPr/>
            <p:nvPr/>
          </p:nvSpPr>
          <p:spPr>
            <a:xfrm>
              <a:off x="6200278" y="2226274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6" name="pt12176"/>
            <p:cNvSpPr/>
            <p:nvPr/>
          </p:nvSpPr>
          <p:spPr>
            <a:xfrm>
              <a:off x="6925093" y="176785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7" name="pt12177"/>
            <p:cNvSpPr/>
            <p:nvPr/>
          </p:nvSpPr>
          <p:spPr>
            <a:xfrm>
              <a:off x="6198743" y="225516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8" name="pt12178"/>
            <p:cNvSpPr/>
            <p:nvPr/>
          </p:nvSpPr>
          <p:spPr>
            <a:xfrm>
              <a:off x="6219076" y="2287324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9" name="pt12179"/>
            <p:cNvSpPr/>
            <p:nvPr/>
          </p:nvSpPr>
          <p:spPr>
            <a:xfrm>
              <a:off x="5992718" y="2615980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0" name="pt12180"/>
            <p:cNvSpPr/>
            <p:nvPr/>
          </p:nvSpPr>
          <p:spPr>
            <a:xfrm>
              <a:off x="5450276" y="263262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1" name="pt12181"/>
            <p:cNvSpPr/>
            <p:nvPr/>
          </p:nvSpPr>
          <p:spPr>
            <a:xfrm>
              <a:off x="6088337" y="2273567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2" name="pt12182"/>
            <p:cNvSpPr/>
            <p:nvPr/>
          </p:nvSpPr>
          <p:spPr>
            <a:xfrm>
              <a:off x="5507289" y="2505927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3" name="pt12183"/>
            <p:cNvSpPr/>
            <p:nvPr/>
          </p:nvSpPr>
          <p:spPr>
            <a:xfrm>
              <a:off x="6247706" y="2265731"/>
              <a:ext cx="16849" cy="16849"/>
            </a:xfrm>
            <a:prstGeom prst="ellipse">
              <a:avLst/>
            </a:prstGeom>
            <a:solidFill>
              <a:srgbClr val="71CB5A">
                <a:alpha val="45098"/>
              </a:srgbClr>
            </a:solidFill>
            <a:ln w="7363" cap="rnd">
              <a:solidFill>
                <a:srgbClr val="71CB5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4" name="pt12184"/>
            <p:cNvSpPr/>
            <p:nvPr/>
          </p:nvSpPr>
          <p:spPr>
            <a:xfrm>
              <a:off x="5882486" y="203121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5" name="pt12185"/>
            <p:cNvSpPr/>
            <p:nvPr/>
          </p:nvSpPr>
          <p:spPr>
            <a:xfrm>
              <a:off x="5500067" y="2509544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6" name="pt12186"/>
            <p:cNvSpPr/>
            <p:nvPr/>
          </p:nvSpPr>
          <p:spPr>
            <a:xfrm>
              <a:off x="5428049" y="2282954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7" name="pt12187"/>
            <p:cNvSpPr/>
            <p:nvPr/>
          </p:nvSpPr>
          <p:spPr>
            <a:xfrm>
              <a:off x="6047149" y="2340372"/>
              <a:ext cx="16849" cy="16849"/>
            </a:xfrm>
            <a:prstGeom prst="ellipse">
              <a:avLst/>
            </a:prstGeom>
            <a:solidFill>
              <a:srgbClr val="71CB5A">
                <a:alpha val="45098"/>
              </a:srgbClr>
            </a:solidFill>
            <a:ln w="7363" cap="rnd">
              <a:solidFill>
                <a:srgbClr val="71CB5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8" name="pt12188"/>
            <p:cNvSpPr/>
            <p:nvPr/>
          </p:nvSpPr>
          <p:spPr>
            <a:xfrm>
              <a:off x="5979798" y="2501670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9" name="pt12189"/>
            <p:cNvSpPr/>
            <p:nvPr/>
          </p:nvSpPr>
          <p:spPr>
            <a:xfrm>
              <a:off x="7066185" y="1806557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0" name="pt12190"/>
            <p:cNvSpPr/>
            <p:nvPr/>
          </p:nvSpPr>
          <p:spPr>
            <a:xfrm>
              <a:off x="6033777" y="2296715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1" name="pt12191"/>
            <p:cNvSpPr/>
            <p:nvPr/>
          </p:nvSpPr>
          <p:spPr>
            <a:xfrm>
              <a:off x="6114937" y="2258240"/>
              <a:ext cx="16849" cy="16849"/>
            </a:xfrm>
            <a:prstGeom prst="ellipse">
              <a:avLst/>
            </a:prstGeom>
            <a:solidFill>
              <a:srgbClr val="28A983">
                <a:alpha val="45098"/>
              </a:srgbClr>
            </a:solidFill>
            <a:ln w="7363" cap="rnd">
              <a:solidFill>
                <a:srgbClr val="28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2" name="pt12192"/>
            <p:cNvSpPr/>
            <p:nvPr/>
          </p:nvSpPr>
          <p:spPr>
            <a:xfrm>
              <a:off x="6634458" y="2073864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3" name="pt12193"/>
            <p:cNvSpPr/>
            <p:nvPr/>
          </p:nvSpPr>
          <p:spPr>
            <a:xfrm>
              <a:off x="6172155" y="2376599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4" name="pt12194"/>
            <p:cNvSpPr/>
            <p:nvPr/>
          </p:nvSpPr>
          <p:spPr>
            <a:xfrm>
              <a:off x="6524663" y="2281323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5" name="pt12195"/>
            <p:cNvSpPr/>
            <p:nvPr/>
          </p:nvSpPr>
          <p:spPr>
            <a:xfrm>
              <a:off x="6017976" y="2517627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6" name="pt12196"/>
            <p:cNvSpPr/>
            <p:nvPr/>
          </p:nvSpPr>
          <p:spPr>
            <a:xfrm>
              <a:off x="5880389" y="2195119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7" name="pt12197"/>
            <p:cNvSpPr/>
            <p:nvPr/>
          </p:nvSpPr>
          <p:spPr>
            <a:xfrm>
              <a:off x="5536726" y="206559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8" name="pt12198"/>
            <p:cNvSpPr/>
            <p:nvPr/>
          </p:nvSpPr>
          <p:spPr>
            <a:xfrm>
              <a:off x="6158021" y="2320059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9" name="pt12199"/>
            <p:cNvSpPr/>
            <p:nvPr/>
          </p:nvSpPr>
          <p:spPr>
            <a:xfrm>
              <a:off x="6952654" y="160371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0" name="pt12200"/>
            <p:cNvSpPr/>
            <p:nvPr/>
          </p:nvSpPr>
          <p:spPr>
            <a:xfrm>
              <a:off x="6096766" y="224333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1" name="pt12201"/>
            <p:cNvSpPr/>
            <p:nvPr/>
          </p:nvSpPr>
          <p:spPr>
            <a:xfrm>
              <a:off x="6369296" y="2326746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2" name="pt12202"/>
            <p:cNvSpPr/>
            <p:nvPr/>
          </p:nvSpPr>
          <p:spPr>
            <a:xfrm>
              <a:off x="6133572" y="2283453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3" name="pt12203"/>
            <p:cNvSpPr/>
            <p:nvPr/>
          </p:nvSpPr>
          <p:spPr>
            <a:xfrm>
              <a:off x="6138546" y="2326216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4" name="pt12204"/>
            <p:cNvSpPr/>
            <p:nvPr/>
          </p:nvSpPr>
          <p:spPr>
            <a:xfrm>
              <a:off x="6050794" y="2361431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5" name="pt12205"/>
            <p:cNvSpPr/>
            <p:nvPr/>
          </p:nvSpPr>
          <p:spPr>
            <a:xfrm>
              <a:off x="5883323" y="2091372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6" name="pt12206"/>
            <p:cNvSpPr/>
            <p:nvPr/>
          </p:nvSpPr>
          <p:spPr>
            <a:xfrm>
              <a:off x="5693505" y="253087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7" name="pt12207"/>
            <p:cNvSpPr/>
            <p:nvPr/>
          </p:nvSpPr>
          <p:spPr>
            <a:xfrm>
              <a:off x="5980567" y="2549132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8" name="pt12208"/>
            <p:cNvSpPr/>
            <p:nvPr/>
          </p:nvSpPr>
          <p:spPr>
            <a:xfrm>
              <a:off x="5843815" y="2514940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9" name="pt12209"/>
            <p:cNvSpPr/>
            <p:nvPr/>
          </p:nvSpPr>
          <p:spPr>
            <a:xfrm>
              <a:off x="6314713" y="232983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0" name="pt12210"/>
            <p:cNvSpPr/>
            <p:nvPr/>
          </p:nvSpPr>
          <p:spPr>
            <a:xfrm>
              <a:off x="6709588" y="1959451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1" name="pt12211"/>
            <p:cNvSpPr/>
            <p:nvPr/>
          </p:nvSpPr>
          <p:spPr>
            <a:xfrm>
              <a:off x="6180071" y="233434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2" name="pt12212"/>
            <p:cNvSpPr/>
            <p:nvPr/>
          </p:nvSpPr>
          <p:spPr>
            <a:xfrm>
              <a:off x="5989459" y="2404660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3" name="pt12213"/>
            <p:cNvSpPr/>
            <p:nvPr/>
          </p:nvSpPr>
          <p:spPr>
            <a:xfrm>
              <a:off x="6930647" y="1890447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4" name="pt12214"/>
            <p:cNvSpPr/>
            <p:nvPr/>
          </p:nvSpPr>
          <p:spPr>
            <a:xfrm>
              <a:off x="6287386" y="2121656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5" name="pt12215"/>
            <p:cNvSpPr/>
            <p:nvPr/>
          </p:nvSpPr>
          <p:spPr>
            <a:xfrm>
              <a:off x="6840384" y="1849102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6" name="pt12216"/>
            <p:cNvSpPr/>
            <p:nvPr/>
          </p:nvSpPr>
          <p:spPr>
            <a:xfrm>
              <a:off x="6834627" y="1757847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7" name="pt12217"/>
            <p:cNvSpPr/>
            <p:nvPr/>
          </p:nvSpPr>
          <p:spPr>
            <a:xfrm>
              <a:off x="6126971" y="2262637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8" name="pt12218"/>
            <p:cNvSpPr/>
            <p:nvPr/>
          </p:nvSpPr>
          <p:spPr>
            <a:xfrm>
              <a:off x="6249887" y="2440730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9" name="pt12219"/>
            <p:cNvSpPr/>
            <p:nvPr/>
          </p:nvSpPr>
          <p:spPr>
            <a:xfrm>
              <a:off x="6364269" y="2197541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0" name="pt12220"/>
            <p:cNvSpPr/>
            <p:nvPr/>
          </p:nvSpPr>
          <p:spPr>
            <a:xfrm>
              <a:off x="6105970" y="235564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1" name="pt12221"/>
            <p:cNvSpPr/>
            <p:nvPr/>
          </p:nvSpPr>
          <p:spPr>
            <a:xfrm>
              <a:off x="6852219" y="1788257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2" name="pt12222"/>
            <p:cNvSpPr/>
            <p:nvPr/>
          </p:nvSpPr>
          <p:spPr>
            <a:xfrm>
              <a:off x="6933918" y="191301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3" name="pt12223"/>
            <p:cNvSpPr/>
            <p:nvPr/>
          </p:nvSpPr>
          <p:spPr>
            <a:xfrm>
              <a:off x="6693759" y="2052810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4" name="pt12224"/>
            <p:cNvSpPr/>
            <p:nvPr/>
          </p:nvSpPr>
          <p:spPr>
            <a:xfrm>
              <a:off x="5865943" y="2156031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5" name="pt12225"/>
            <p:cNvSpPr/>
            <p:nvPr/>
          </p:nvSpPr>
          <p:spPr>
            <a:xfrm>
              <a:off x="6270820" y="2449300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6" name="pt12226"/>
            <p:cNvSpPr/>
            <p:nvPr/>
          </p:nvSpPr>
          <p:spPr>
            <a:xfrm>
              <a:off x="6612850" y="2054849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7" name="pt12227"/>
            <p:cNvSpPr/>
            <p:nvPr/>
          </p:nvSpPr>
          <p:spPr>
            <a:xfrm>
              <a:off x="5837265" y="2323847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8" name="pt12228"/>
            <p:cNvSpPr/>
            <p:nvPr/>
          </p:nvSpPr>
          <p:spPr>
            <a:xfrm>
              <a:off x="6006464" y="262539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9" name="pt12229"/>
            <p:cNvSpPr/>
            <p:nvPr/>
          </p:nvSpPr>
          <p:spPr>
            <a:xfrm>
              <a:off x="6107507" y="2222519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0" name="pt12230"/>
            <p:cNvSpPr/>
            <p:nvPr/>
          </p:nvSpPr>
          <p:spPr>
            <a:xfrm>
              <a:off x="6728908" y="1967560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1" name="pt12231"/>
            <p:cNvSpPr/>
            <p:nvPr/>
          </p:nvSpPr>
          <p:spPr>
            <a:xfrm>
              <a:off x="5646122" y="2345629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2" name="pt12232"/>
            <p:cNvSpPr/>
            <p:nvPr/>
          </p:nvSpPr>
          <p:spPr>
            <a:xfrm>
              <a:off x="6324919" y="223606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3" name="pt12233"/>
            <p:cNvSpPr/>
            <p:nvPr/>
          </p:nvSpPr>
          <p:spPr>
            <a:xfrm>
              <a:off x="5139149" y="2226108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4" name="pt12234"/>
            <p:cNvSpPr/>
            <p:nvPr/>
          </p:nvSpPr>
          <p:spPr>
            <a:xfrm>
              <a:off x="6216115" y="2267601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5" name="pt12235"/>
            <p:cNvSpPr/>
            <p:nvPr/>
          </p:nvSpPr>
          <p:spPr>
            <a:xfrm>
              <a:off x="6036526" y="217338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6" name="pt12236"/>
            <p:cNvSpPr/>
            <p:nvPr/>
          </p:nvSpPr>
          <p:spPr>
            <a:xfrm>
              <a:off x="6201203" y="2094525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7" name="pt12237"/>
            <p:cNvSpPr/>
            <p:nvPr/>
          </p:nvSpPr>
          <p:spPr>
            <a:xfrm>
              <a:off x="6119209" y="2322871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8" name="pt12238"/>
            <p:cNvSpPr/>
            <p:nvPr/>
          </p:nvSpPr>
          <p:spPr>
            <a:xfrm>
              <a:off x="6480303" y="219554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9" name="pt12239"/>
            <p:cNvSpPr/>
            <p:nvPr/>
          </p:nvSpPr>
          <p:spPr>
            <a:xfrm>
              <a:off x="5996418" y="2549163"/>
              <a:ext cx="16849" cy="16849"/>
            </a:xfrm>
            <a:prstGeom prst="ellipse">
              <a:avLst/>
            </a:prstGeom>
            <a:solidFill>
              <a:srgbClr val="72CC59">
                <a:alpha val="45098"/>
              </a:srgbClr>
            </a:solidFill>
            <a:ln w="7363" cap="rnd">
              <a:solidFill>
                <a:srgbClr val="72CC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0" name="pt12240"/>
            <p:cNvSpPr/>
            <p:nvPr/>
          </p:nvSpPr>
          <p:spPr>
            <a:xfrm>
              <a:off x="6048156" y="2311571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1" name="pt12241"/>
            <p:cNvSpPr/>
            <p:nvPr/>
          </p:nvSpPr>
          <p:spPr>
            <a:xfrm>
              <a:off x="6422671" y="235730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2" name="pt12242"/>
            <p:cNvSpPr/>
            <p:nvPr/>
          </p:nvSpPr>
          <p:spPr>
            <a:xfrm>
              <a:off x="6134524" y="2359263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3" name="pt12243"/>
            <p:cNvSpPr/>
            <p:nvPr/>
          </p:nvSpPr>
          <p:spPr>
            <a:xfrm>
              <a:off x="5147438" y="2568005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4" name="pt12244"/>
            <p:cNvSpPr/>
            <p:nvPr/>
          </p:nvSpPr>
          <p:spPr>
            <a:xfrm>
              <a:off x="6437213" y="2029117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5" name="pt12245"/>
            <p:cNvSpPr/>
            <p:nvPr/>
          </p:nvSpPr>
          <p:spPr>
            <a:xfrm>
              <a:off x="6220603" y="2304702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6" name="pt12246"/>
            <p:cNvSpPr/>
            <p:nvPr/>
          </p:nvSpPr>
          <p:spPr>
            <a:xfrm>
              <a:off x="6596227" y="233826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7" name="pt12247"/>
            <p:cNvSpPr/>
            <p:nvPr/>
          </p:nvSpPr>
          <p:spPr>
            <a:xfrm>
              <a:off x="5587583" y="1931006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8" name="pt12248"/>
            <p:cNvSpPr/>
            <p:nvPr/>
          </p:nvSpPr>
          <p:spPr>
            <a:xfrm>
              <a:off x="5552628" y="237072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9" name="pt12249"/>
            <p:cNvSpPr/>
            <p:nvPr/>
          </p:nvSpPr>
          <p:spPr>
            <a:xfrm>
              <a:off x="7093309" y="1426153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0" name="pt12250"/>
            <p:cNvSpPr/>
            <p:nvPr/>
          </p:nvSpPr>
          <p:spPr>
            <a:xfrm>
              <a:off x="6694739" y="2046150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1" name="pt12251"/>
            <p:cNvSpPr/>
            <p:nvPr/>
          </p:nvSpPr>
          <p:spPr>
            <a:xfrm>
              <a:off x="6547295" y="213287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2" name="pt12252"/>
            <p:cNvSpPr/>
            <p:nvPr/>
          </p:nvSpPr>
          <p:spPr>
            <a:xfrm>
              <a:off x="6567046" y="2255906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3" name="pt12253"/>
            <p:cNvSpPr/>
            <p:nvPr/>
          </p:nvSpPr>
          <p:spPr>
            <a:xfrm>
              <a:off x="6655075" y="2063340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4" name="pt12254"/>
            <p:cNvSpPr/>
            <p:nvPr/>
          </p:nvSpPr>
          <p:spPr>
            <a:xfrm>
              <a:off x="6182606" y="2099391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5" name="pt12255"/>
            <p:cNvSpPr/>
            <p:nvPr/>
          </p:nvSpPr>
          <p:spPr>
            <a:xfrm>
              <a:off x="6523230" y="2281203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6" name="pt12256"/>
            <p:cNvSpPr/>
            <p:nvPr/>
          </p:nvSpPr>
          <p:spPr>
            <a:xfrm>
              <a:off x="6076905" y="2395758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7" name="pt12257"/>
            <p:cNvSpPr/>
            <p:nvPr/>
          </p:nvSpPr>
          <p:spPr>
            <a:xfrm>
              <a:off x="7403592" y="1262409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8" name="pt12258"/>
            <p:cNvSpPr/>
            <p:nvPr/>
          </p:nvSpPr>
          <p:spPr>
            <a:xfrm>
              <a:off x="6615251" y="2194290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9" name="pt12259"/>
            <p:cNvSpPr/>
            <p:nvPr/>
          </p:nvSpPr>
          <p:spPr>
            <a:xfrm>
              <a:off x="6610893" y="2143929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0" name="pt12260"/>
            <p:cNvSpPr/>
            <p:nvPr/>
          </p:nvSpPr>
          <p:spPr>
            <a:xfrm>
              <a:off x="6063486" y="2470365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1" name="pt12261"/>
            <p:cNvSpPr/>
            <p:nvPr/>
          </p:nvSpPr>
          <p:spPr>
            <a:xfrm>
              <a:off x="6516755" y="233652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2" name="pt12262"/>
            <p:cNvSpPr/>
            <p:nvPr/>
          </p:nvSpPr>
          <p:spPr>
            <a:xfrm>
              <a:off x="6684398" y="2002840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3" name="pt12263"/>
            <p:cNvSpPr/>
            <p:nvPr/>
          </p:nvSpPr>
          <p:spPr>
            <a:xfrm>
              <a:off x="6477659" y="2117446"/>
              <a:ext cx="16849" cy="16849"/>
            </a:xfrm>
            <a:prstGeom prst="ellipse">
              <a:avLst/>
            </a:prstGeom>
            <a:solidFill>
              <a:srgbClr val="7BD151">
                <a:alpha val="45098"/>
              </a:srgbClr>
            </a:solidFill>
            <a:ln w="7363" cap="rnd">
              <a:solidFill>
                <a:srgbClr val="7BD15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4" name="pt12264"/>
            <p:cNvSpPr/>
            <p:nvPr/>
          </p:nvSpPr>
          <p:spPr>
            <a:xfrm>
              <a:off x="6553506" y="2163029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5" name="pt12265"/>
            <p:cNvSpPr/>
            <p:nvPr/>
          </p:nvSpPr>
          <p:spPr>
            <a:xfrm>
              <a:off x="6231186" y="2307280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6" name="pt12266"/>
            <p:cNvSpPr/>
            <p:nvPr/>
          </p:nvSpPr>
          <p:spPr>
            <a:xfrm>
              <a:off x="6818345" y="1800226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7" name="pt12267"/>
            <p:cNvSpPr/>
            <p:nvPr/>
          </p:nvSpPr>
          <p:spPr>
            <a:xfrm>
              <a:off x="6105995" y="228971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8" name="pt12268"/>
            <p:cNvSpPr/>
            <p:nvPr/>
          </p:nvSpPr>
          <p:spPr>
            <a:xfrm>
              <a:off x="6593390" y="228063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9" name="pt12269"/>
            <p:cNvSpPr/>
            <p:nvPr/>
          </p:nvSpPr>
          <p:spPr>
            <a:xfrm>
              <a:off x="6533737" y="221290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0" name="pt12270"/>
            <p:cNvSpPr/>
            <p:nvPr/>
          </p:nvSpPr>
          <p:spPr>
            <a:xfrm>
              <a:off x="5181301" y="1999494"/>
              <a:ext cx="16849" cy="16849"/>
            </a:xfrm>
            <a:prstGeom prst="ellipse">
              <a:avLst/>
            </a:prstGeom>
            <a:solidFill>
              <a:srgbClr val="AEDA45">
                <a:alpha val="45098"/>
              </a:srgbClr>
            </a:solidFill>
            <a:ln w="7363" cap="rnd">
              <a:solidFill>
                <a:srgbClr val="AEDA4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1" name="pt12271"/>
            <p:cNvSpPr/>
            <p:nvPr/>
          </p:nvSpPr>
          <p:spPr>
            <a:xfrm>
              <a:off x="6738520" y="191518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2" name="pt12272"/>
            <p:cNvSpPr/>
            <p:nvPr/>
          </p:nvSpPr>
          <p:spPr>
            <a:xfrm>
              <a:off x="5687906" y="2310873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3" name="pt12273"/>
            <p:cNvSpPr/>
            <p:nvPr/>
          </p:nvSpPr>
          <p:spPr>
            <a:xfrm>
              <a:off x="6640807" y="2272166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4" name="pt12274"/>
            <p:cNvSpPr/>
            <p:nvPr/>
          </p:nvSpPr>
          <p:spPr>
            <a:xfrm>
              <a:off x="6692738" y="2050005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5" name="pt12275"/>
            <p:cNvSpPr/>
            <p:nvPr/>
          </p:nvSpPr>
          <p:spPr>
            <a:xfrm>
              <a:off x="6389120" y="2202805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6" name="pt12276"/>
            <p:cNvSpPr/>
            <p:nvPr/>
          </p:nvSpPr>
          <p:spPr>
            <a:xfrm>
              <a:off x="5855584" y="2074929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7" name="pt12277"/>
            <p:cNvSpPr/>
            <p:nvPr/>
          </p:nvSpPr>
          <p:spPr>
            <a:xfrm>
              <a:off x="5795311" y="2042923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8" name="pt12278"/>
            <p:cNvSpPr/>
            <p:nvPr/>
          </p:nvSpPr>
          <p:spPr>
            <a:xfrm>
              <a:off x="7186595" y="1791528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9" name="pt12279"/>
            <p:cNvSpPr/>
            <p:nvPr/>
          </p:nvSpPr>
          <p:spPr>
            <a:xfrm>
              <a:off x="6796891" y="1693353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0" name="pt12280"/>
            <p:cNvSpPr/>
            <p:nvPr/>
          </p:nvSpPr>
          <p:spPr>
            <a:xfrm>
              <a:off x="7069957" y="1517190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1" name="pt12281"/>
            <p:cNvSpPr/>
            <p:nvPr/>
          </p:nvSpPr>
          <p:spPr>
            <a:xfrm>
              <a:off x="7124765" y="1378127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2" name="pt12282"/>
            <p:cNvSpPr/>
            <p:nvPr/>
          </p:nvSpPr>
          <p:spPr>
            <a:xfrm>
              <a:off x="5924875" y="1910187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3" name="pt12283"/>
            <p:cNvSpPr/>
            <p:nvPr/>
          </p:nvSpPr>
          <p:spPr>
            <a:xfrm>
              <a:off x="6011470" y="2375774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4" name="pt12284"/>
            <p:cNvSpPr/>
            <p:nvPr/>
          </p:nvSpPr>
          <p:spPr>
            <a:xfrm>
              <a:off x="5871492" y="198983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5" name="pt12285"/>
            <p:cNvSpPr/>
            <p:nvPr/>
          </p:nvSpPr>
          <p:spPr>
            <a:xfrm>
              <a:off x="6422201" y="2166704"/>
              <a:ext cx="16849" cy="16849"/>
            </a:xfrm>
            <a:prstGeom prst="ellipse">
              <a:avLst/>
            </a:prstGeom>
            <a:solidFill>
              <a:srgbClr val="25A485">
                <a:alpha val="45098"/>
              </a:srgbClr>
            </a:solidFill>
            <a:ln w="7363" cap="rnd">
              <a:solidFill>
                <a:srgbClr val="25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6" name="pt12286"/>
            <p:cNvSpPr/>
            <p:nvPr/>
          </p:nvSpPr>
          <p:spPr>
            <a:xfrm>
              <a:off x="6377954" y="2330341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7" name="pt12287"/>
            <p:cNvSpPr/>
            <p:nvPr/>
          </p:nvSpPr>
          <p:spPr>
            <a:xfrm>
              <a:off x="6281972" y="2083089"/>
              <a:ext cx="16849" cy="16849"/>
            </a:xfrm>
            <a:prstGeom prst="ellipse">
              <a:avLst/>
            </a:prstGeom>
            <a:solidFill>
              <a:srgbClr val="6EC95D">
                <a:alpha val="45098"/>
              </a:srgbClr>
            </a:solidFill>
            <a:ln w="7363" cap="rnd">
              <a:solidFill>
                <a:srgbClr val="6E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8" name="pt12288"/>
            <p:cNvSpPr/>
            <p:nvPr/>
          </p:nvSpPr>
          <p:spPr>
            <a:xfrm>
              <a:off x="6795819" y="1818699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9" name="pt12289"/>
            <p:cNvSpPr/>
            <p:nvPr/>
          </p:nvSpPr>
          <p:spPr>
            <a:xfrm>
              <a:off x="7030410" y="1759936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0" name="pt12290"/>
            <p:cNvSpPr/>
            <p:nvPr/>
          </p:nvSpPr>
          <p:spPr>
            <a:xfrm>
              <a:off x="6524232" y="2339478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1" name="pt12291"/>
            <p:cNvSpPr/>
            <p:nvPr/>
          </p:nvSpPr>
          <p:spPr>
            <a:xfrm>
              <a:off x="6311832" y="235253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2" name="pt12292"/>
            <p:cNvSpPr/>
            <p:nvPr/>
          </p:nvSpPr>
          <p:spPr>
            <a:xfrm>
              <a:off x="5850641" y="2102708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3" name="pt12293"/>
            <p:cNvSpPr/>
            <p:nvPr/>
          </p:nvSpPr>
          <p:spPr>
            <a:xfrm>
              <a:off x="6779150" y="1849159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4" name="pt12294"/>
            <p:cNvSpPr/>
            <p:nvPr/>
          </p:nvSpPr>
          <p:spPr>
            <a:xfrm>
              <a:off x="6820558" y="206390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5" name="pt12295"/>
            <p:cNvSpPr/>
            <p:nvPr/>
          </p:nvSpPr>
          <p:spPr>
            <a:xfrm>
              <a:off x="6638889" y="2126213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6" name="pt12296"/>
            <p:cNvSpPr/>
            <p:nvPr/>
          </p:nvSpPr>
          <p:spPr>
            <a:xfrm>
              <a:off x="5539198" y="184504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7" name="pt12297"/>
            <p:cNvSpPr/>
            <p:nvPr/>
          </p:nvSpPr>
          <p:spPr>
            <a:xfrm>
              <a:off x="5952176" y="217214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8" name="pt12298"/>
            <p:cNvSpPr/>
            <p:nvPr/>
          </p:nvSpPr>
          <p:spPr>
            <a:xfrm>
              <a:off x="6970639" y="1724798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9" name="pt12299"/>
            <p:cNvSpPr/>
            <p:nvPr/>
          </p:nvSpPr>
          <p:spPr>
            <a:xfrm>
              <a:off x="6760778" y="1999535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0" name="pt12300"/>
            <p:cNvSpPr/>
            <p:nvPr/>
          </p:nvSpPr>
          <p:spPr>
            <a:xfrm>
              <a:off x="6727806" y="199875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1" name="pt12301"/>
            <p:cNvSpPr/>
            <p:nvPr/>
          </p:nvSpPr>
          <p:spPr>
            <a:xfrm>
              <a:off x="6582922" y="235408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2" name="pt12302"/>
            <p:cNvSpPr/>
            <p:nvPr/>
          </p:nvSpPr>
          <p:spPr>
            <a:xfrm>
              <a:off x="5796195" y="2234962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3" name="pt12303"/>
            <p:cNvSpPr/>
            <p:nvPr/>
          </p:nvSpPr>
          <p:spPr>
            <a:xfrm>
              <a:off x="6431110" y="1920634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4" name="pt12304"/>
            <p:cNvSpPr/>
            <p:nvPr/>
          </p:nvSpPr>
          <p:spPr>
            <a:xfrm>
              <a:off x="6143524" y="2315645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5" name="pt12305"/>
            <p:cNvSpPr/>
            <p:nvPr/>
          </p:nvSpPr>
          <p:spPr>
            <a:xfrm>
              <a:off x="5689375" y="2545100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6" name="pt12306"/>
            <p:cNvSpPr/>
            <p:nvPr/>
          </p:nvSpPr>
          <p:spPr>
            <a:xfrm>
              <a:off x="6026527" y="210510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7" name="pt12307"/>
            <p:cNvSpPr/>
            <p:nvPr/>
          </p:nvSpPr>
          <p:spPr>
            <a:xfrm>
              <a:off x="6358963" y="2278552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8" name="pt12308"/>
            <p:cNvSpPr/>
            <p:nvPr/>
          </p:nvSpPr>
          <p:spPr>
            <a:xfrm>
              <a:off x="6502952" y="2188999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9" name="pt12309"/>
            <p:cNvSpPr/>
            <p:nvPr/>
          </p:nvSpPr>
          <p:spPr>
            <a:xfrm>
              <a:off x="6308432" y="2253751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0" name="pt12310"/>
            <p:cNvSpPr/>
            <p:nvPr/>
          </p:nvSpPr>
          <p:spPr>
            <a:xfrm>
              <a:off x="6786986" y="1729265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1" name="pt12311"/>
            <p:cNvSpPr/>
            <p:nvPr/>
          </p:nvSpPr>
          <p:spPr>
            <a:xfrm>
              <a:off x="5812595" y="2153734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2" name="pt12312"/>
            <p:cNvSpPr/>
            <p:nvPr/>
          </p:nvSpPr>
          <p:spPr>
            <a:xfrm>
              <a:off x="6184723" y="2201488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3" name="pt12313"/>
            <p:cNvSpPr/>
            <p:nvPr/>
          </p:nvSpPr>
          <p:spPr>
            <a:xfrm>
              <a:off x="5374630" y="2433951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4" name="pt12314"/>
            <p:cNvSpPr/>
            <p:nvPr/>
          </p:nvSpPr>
          <p:spPr>
            <a:xfrm>
              <a:off x="6511491" y="237753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5" name="pt12315"/>
            <p:cNvSpPr/>
            <p:nvPr/>
          </p:nvSpPr>
          <p:spPr>
            <a:xfrm>
              <a:off x="6366005" y="2251602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6" name="pt12316"/>
            <p:cNvSpPr/>
            <p:nvPr/>
          </p:nvSpPr>
          <p:spPr>
            <a:xfrm>
              <a:off x="6702625" y="2202315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7" name="pt12317"/>
            <p:cNvSpPr/>
            <p:nvPr/>
          </p:nvSpPr>
          <p:spPr>
            <a:xfrm>
              <a:off x="6103176" y="2285866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8" name="pt12318"/>
            <p:cNvSpPr/>
            <p:nvPr/>
          </p:nvSpPr>
          <p:spPr>
            <a:xfrm>
              <a:off x="6397490" y="219088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9" name="pt12319"/>
            <p:cNvSpPr/>
            <p:nvPr/>
          </p:nvSpPr>
          <p:spPr>
            <a:xfrm>
              <a:off x="6163417" y="2359244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0" name="pt12320"/>
            <p:cNvSpPr/>
            <p:nvPr/>
          </p:nvSpPr>
          <p:spPr>
            <a:xfrm>
              <a:off x="5739717" y="2138683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1" name="pt12321"/>
            <p:cNvSpPr/>
            <p:nvPr/>
          </p:nvSpPr>
          <p:spPr>
            <a:xfrm>
              <a:off x="6257530" y="2325008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2" name="pt12322"/>
            <p:cNvSpPr/>
            <p:nvPr/>
          </p:nvSpPr>
          <p:spPr>
            <a:xfrm>
              <a:off x="5918541" y="1973471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3" name="pt12323"/>
            <p:cNvSpPr/>
            <p:nvPr/>
          </p:nvSpPr>
          <p:spPr>
            <a:xfrm>
              <a:off x="5870523" y="1993219"/>
              <a:ext cx="16849" cy="16849"/>
            </a:xfrm>
            <a:prstGeom prst="ellipse">
              <a:avLst/>
            </a:prstGeom>
            <a:solidFill>
              <a:srgbClr val="38AE7E">
                <a:alpha val="45098"/>
              </a:srgbClr>
            </a:solidFill>
            <a:ln w="7363" cap="rnd">
              <a:solidFill>
                <a:srgbClr val="38AE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4" name="pt12324"/>
            <p:cNvSpPr/>
            <p:nvPr/>
          </p:nvSpPr>
          <p:spPr>
            <a:xfrm>
              <a:off x="6186078" y="2207274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5" name="pt12325"/>
            <p:cNvSpPr/>
            <p:nvPr/>
          </p:nvSpPr>
          <p:spPr>
            <a:xfrm>
              <a:off x="5914385" y="1938940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6" name="pt12326"/>
            <p:cNvSpPr/>
            <p:nvPr/>
          </p:nvSpPr>
          <p:spPr>
            <a:xfrm>
              <a:off x="6975566" y="1772914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7" name="pt12327"/>
            <p:cNvSpPr/>
            <p:nvPr/>
          </p:nvSpPr>
          <p:spPr>
            <a:xfrm>
              <a:off x="6183922" y="225572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8" name="pt12328"/>
            <p:cNvSpPr/>
            <p:nvPr/>
          </p:nvSpPr>
          <p:spPr>
            <a:xfrm>
              <a:off x="5937293" y="194142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9" name="pt12329"/>
            <p:cNvSpPr/>
            <p:nvPr/>
          </p:nvSpPr>
          <p:spPr>
            <a:xfrm>
              <a:off x="6342813" y="2123007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0" name="pt12330"/>
            <p:cNvSpPr/>
            <p:nvPr/>
          </p:nvSpPr>
          <p:spPr>
            <a:xfrm>
              <a:off x="5967100" y="216476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1" name="pt12331"/>
            <p:cNvSpPr/>
            <p:nvPr/>
          </p:nvSpPr>
          <p:spPr>
            <a:xfrm>
              <a:off x="6583228" y="2148475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2" name="pt12332"/>
            <p:cNvSpPr/>
            <p:nvPr/>
          </p:nvSpPr>
          <p:spPr>
            <a:xfrm>
              <a:off x="5870134" y="2147530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3" name="pt12333"/>
            <p:cNvSpPr/>
            <p:nvPr/>
          </p:nvSpPr>
          <p:spPr>
            <a:xfrm>
              <a:off x="5871400" y="2056934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4" name="pt12334"/>
            <p:cNvSpPr/>
            <p:nvPr/>
          </p:nvSpPr>
          <p:spPr>
            <a:xfrm>
              <a:off x="6536237" y="221397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5" name="pt12335"/>
            <p:cNvSpPr/>
            <p:nvPr/>
          </p:nvSpPr>
          <p:spPr>
            <a:xfrm>
              <a:off x="6329180" y="2182402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6" name="pt12336"/>
            <p:cNvSpPr/>
            <p:nvPr/>
          </p:nvSpPr>
          <p:spPr>
            <a:xfrm>
              <a:off x="5994568" y="2605791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7" name="pt12337"/>
            <p:cNvSpPr/>
            <p:nvPr/>
          </p:nvSpPr>
          <p:spPr>
            <a:xfrm>
              <a:off x="6308543" y="227881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8" name="pt12338"/>
            <p:cNvSpPr/>
            <p:nvPr/>
          </p:nvSpPr>
          <p:spPr>
            <a:xfrm>
              <a:off x="6055174" y="2444285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9" name="pt12339"/>
            <p:cNvSpPr/>
            <p:nvPr/>
          </p:nvSpPr>
          <p:spPr>
            <a:xfrm>
              <a:off x="6426371" y="1929265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0" name="pt12340"/>
            <p:cNvSpPr/>
            <p:nvPr/>
          </p:nvSpPr>
          <p:spPr>
            <a:xfrm>
              <a:off x="7004283" y="152695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1" name="pt12341"/>
            <p:cNvSpPr/>
            <p:nvPr/>
          </p:nvSpPr>
          <p:spPr>
            <a:xfrm>
              <a:off x="6141550" y="2231099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2" name="pt12342"/>
            <p:cNvSpPr/>
            <p:nvPr/>
          </p:nvSpPr>
          <p:spPr>
            <a:xfrm>
              <a:off x="6735865" y="2021247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3" name="pt12343"/>
            <p:cNvSpPr/>
            <p:nvPr/>
          </p:nvSpPr>
          <p:spPr>
            <a:xfrm>
              <a:off x="5127062" y="247370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4" name="pt12344"/>
            <p:cNvSpPr/>
            <p:nvPr/>
          </p:nvSpPr>
          <p:spPr>
            <a:xfrm>
              <a:off x="6523212" y="2128383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5" name="pt12345"/>
            <p:cNvSpPr/>
            <p:nvPr/>
          </p:nvSpPr>
          <p:spPr>
            <a:xfrm>
              <a:off x="6762657" y="213195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6" name="pt12346"/>
            <p:cNvSpPr/>
            <p:nvPr/>
          </p:nvSpPr>
          <p:spPr>
            <a:xfrm>
              <a:off x="6215513" y="2300447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7" name="pt12347"/>
            <p:cNvSpPr/>
            <p:nvPr/>
          </p:nvSpPr>
          <p:spPr>
            <a:xfrm>
              <a:off x="6999822" y="1749613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8" name="pt12348"/>
            <p:cNvSpPr/>
            <p:nvPr/>
          </p:nvSpPr>
          <p:spPr>
            <a:xfrm>
              <a:off x="6797699" y="179800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9" name="pt12349"/>
            <p:cNvSpPr/>
            <p:nvPr/>
          </p:nvSpPr>
          <p:spPr>
            <a:xfrm>
              <a:off x="6453519" y="1986761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0" name="pt12350"/>
            <p:cNvSpPr/>
            <p:nvPr/>
          </p:nvSpPr>
          <p:spPr>
            <a:xfrm>
              <a:off x="6080666" y="2387728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1" name="pt12351"/>
            <p:cNvSpPr/>
            <p:nvPr/>
          </p:nvSpPr>
          <p:spPr>
            <a:xfrm>
              <a:off x="6534994" y="2214913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2" name="pt12352"/>
            <p:cNvSpPr/>
            <p:nvPr/>
          </p:nvSpPr>
          <p:spPr>
            <a:xfrm>
              <a:off x="5823197" y="2465911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3" name="pt12353"/>
            <p:cNvSpPr/>
            <p:nvPr/>
          </p:nvSpPr>
          <p:spPr>
            <a:xfrm>
              <a:off x="6978637" y="1804257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4" name="pt12354"/>
            <p:cNvSpPr/>
            <p:nvPr/>
          </p:nvSpPr>
          <p:spPr>
            <a:xfrm>
              <a:off x="7091492" y="1399307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5" name="pt12355"/>
            <p:cNvSpPr/>
            <p:nvPr/>
          </p:nvSpPr>
          <p:spPr>
            <a:xfrm>
              <a:off x="5564883" y="2224836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6" name="pt12356"/>
            <p:cNvSpPr/>
            <p:nvPr/>
          </p:nvSpPr>
          <p:spPr>
            <a:xfrm>
              <a:off x="6360346" y="2206269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7" name="pt12357"/>
            <p:cNvSpPr/>
            <p:nvPr/>
          </p:nvSpPr>
          <p:spPr>
            <a:xfrm>
              <a:off x="6092433" y="227915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8" name="pt12358"/>
            <p:cNvSpPr/>
            <p:nvPr/>
          </p:nvSpPr>
          <p:spPr>
            <a:xfrm>
              <a:off x="6135968" y="2314683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9" name="pt12359"/>
            <p:cNvSpPr/>
            <p:nvPr/>
          </p:nvSpPr>
          <p:spPr>
            <a:xfrm>
              <a:off x="6512953" y="2170758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0" name="pt12360"/>
            <p:cNvSpPr/>
            <p:nvPr/>
          </p:nvSpPr>
          <p:spPr>
            <a:xfrm>
              <a:off x="6684344" y="214165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1" name="pt12361"/>
            <p:cNvSpPr/>
            <p:nvPr/>
          </p:nvSpPr>
          <p:spPr>
            <a:xfrm>
              <a:off x="6732291" y="1978361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2" name="pt12362"/>
            <p:cNvSpPr/>
            <p:nvPr/>
          </p:nvSpPr>
          <p:spPr>
            <a:xfrm>
              <a:off x="6426969" y="1893682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3" name="pt12363"/>
            <p:cNvSpPr/>
            <p:nvPr/>
          </p:nvSpPr>
          <p:spPr>
            <a:xfrm>
              <a:off x="7086931" y="1536819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4" name="pt12364"/>
            <p:cNvSpPr/>
            <p:nvPr/>
          </p:nvSpPr>
          <p:spPr>
            <a:xfrm>
              <a:off x="5855956" y="2086309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5" name="pt12365"/>
            <p:cNvSpPr/>
            <p:nvPr/>
          </p:nvSpPr>
          <p:spPr>
            <a:xfrm>
              <a:off x="6385437" y="2346581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6" name="pt12366"/>
            <p:cNvSpPr/>
            <p:nvPr/>
          </p:nvSpPr>
          <p:spPr>
            <a:xfrm>
              <a:off x="5051698" y="2742301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7" name="pt12367"/>
            <p:cNvSpPr/>
            <p:nvPr/>
          </p:nvSpPr>
          <p:spPr>
            <a:xfrm>
              <a:off x="6166113" y="2181221"/>
              <a:ext cx="16849" cy="16849"/>
            </a:xfrm>
            <a:prstGeom prst="ellipse">
              <a:avLst/>
            </a:prstGeom>
            <a:solidFill>
              <a:srgbClr val="62C167">
                <a:alpha val="45098"/>
              </a:srgbClr>
            </a:solidFill>
            <a:ln w="7363" cap="rnd">
              <a:solidFill>
                <a:srgbClr val="62C16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8" name="pt12368"/>
            <p:cNvSpPr/>
            <p:nvPr/>
          </p:nvSpPr>
          <p:spPr>
            <a:xfrm>
              <a:off x="6341467" y="211779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9" name="pt12369"/>
            <p:cNvSpPr/>
            <p:nvPr/>
          </p:nvSpPr>
          <p:spPr>
            <a:xfrm>
              <a:off x="6066467" y="2439281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0" name="pt12370"/>
            <p:cNvSpPr/>
            <p:nvPr/>
          </p:nvSpPr>
          <p:spPr>
            <a:xfrm>
              <a:off x="5813710" y="2154529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1" name="pt12371"/>
            <p:cNvSpPr/>
            <p:nvPr/>
          </p:nvSpPr>
          <p:spPr>
            <a:xfrm>
              <a:off x="6854111" y="2049170"/>
              <a:ext cx="16849" cy="16849"/>
            </a:xfrm>
            <a:prstGeom prst="ellipse">
              <a:avLst/>
            </a:prstGeom>
            <a:solidFill>
              <a:srgbClr val="71CB5A">
                <a:alpha val="45098"/>
              </a:srgbClr>
            </a:solidFill>
            <a:ln w="7363" cap="rnd">
              <a:solidFill>
                <a:srgbClr val="71CB5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2" name="pt12372"/>
            <p:cNvSpPr/>
            <p:nvPr/>
          </p:nvSpPr>
          <p:spPr>
            <a:xfrm>
              <a:off x="6075647" y="2458395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3" name="pt12373"/>
            <p:cNvSpPr/>
            <p:nvPr/>
          </p:nvSpPr>
          <p:spPr>
            <a:xfrm>
              <a:off x="6224188" y="2312909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4" name="pt12374"/>
            <p:cNvSpPr/>
            <p:nvPr/>
          </p:nvSpPr>
          <p:spPr>
            <a:xfrm>
              <a:off x="5952063" y="191601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5" name="pt12375"/>
            <p:cNvSpPr/>
            <p:nvPr/>
          </p:nvSpPr>
          <p:spPr>
            <a:xfrm>
              <a:off x="5546131" y="2324260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6" name="pt12376"/>
            <p:cNvSpPr/>
            <p:nvPr/>
          </p:nvSpPr>
          <p:spPr>
            <a:xfrm>
              <a:off x="6909695" y="177438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7" name="pt12377"/>
            <p:cNvSpPr/>
            <p:nvPr/>
          </p:nvSpPr>
          <p:spPr>
            <a:xfrm>
              <a:off x="5752757" y="2325128"/>
              <a:ext cx="16849" cy="16849"/>
            </a:xfrm>
            <a:prstGeom prst="ellipse">
              <a:avLst/>
            </a:prstGeom>
            <a:solidFill>
              <a:srgbClr val="86D34F">
                <a:alpha val="45098"/>
              </a:srgbClr>
            </a:solidFill>
            <a:ln w="7363" cap="rnd">
              <a:solidFill>
                <a:srgbClr val="86D34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8" name="pt12378"/>
            <p:cNvSpPr/>
            <p:nvPr/>
          </p:nvSpPr>
          <p:spPr>
            <a:xfrm>
              <a:off x="5761439" y="208566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9" name="pt12379"/>
            <p:cNvSpPr/>
            <p:nvPr/>
          </p:nvSpPr>
          <p:spPr>
            <a:xfrm>
              <a:off x="6334598" y="2151095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0" name="pt12380"/>
            <p:cNvSpPr/>
            <p:nvPr/>
          </p:nvSpPr>
          <p:spPr>
            <a:xfrm>
              <a:off x="6834202" y="186172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1" name="pt12381"/>
            <p:cNvSpPr/>
            <p:nvPr/>
          </p:nvSpPr>
          <p:spPr>
            <a:xfrm>
              <a:off x="6062070" y="2374272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2" name="pt12382"/>
            <p:cNvSpPr/>
            <p:nvPr/>
          </p:nvSpPr>
          <p:spPr>
            <a:xfrm>
              <a:off x="6232216" y="2297838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3" name="pt12383"/>
            <p:cNvSpPr/>
            <p:nvPr/>
          </p:nvSpPr>
          <p:spPr>
            <a:xfrm>
              <a:off x="6970480" y="2013758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4" name="pt12384"/>
            <p:cNvSpPr/>
            <p:nvPr/>
          </p:nvSpPr>
          <p:spPr>
            <a:xfrm>
              <a:off x="5923620" y="2031137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5" name="pt12385"/>
            <p:cNvSpPr/>
            <p:nvPr/>
          </p:nvSpPr>
          <p:spPr>
            <a:xfrm>
              <a:off x="6678169" y="1969137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6" name="pt12386"/>
            <p:cNvSpPr/>
            <p:nvPr/>
          </p:nvSpPr>
          <p:spPr>
            <a:xfrm>
              <a:off x="7322786" y="1931107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7" name="pt12387"/>
            <p:cNvSpPr/>
            <p:nvPr/>
          </p:nvSpPr>
          <p:spPr>
            <a:xfrm>
              <a:off x="6608676" y="2150177"/>
              <a:ext cx="16849" cy="16849"/>
            </a:xfrm>
            <a:prstGeom prst="ellipse">
              <a:avLst/>
            </a:prstGeom>
            <a:solidFill>
              <a:srgbClr val="68C563">
                <a:alpha val="45098"/>
              </a:srgbClr>
            </a:solidFill>
            <a:ln w="7363" cap="rnd">
              <a:solidFill>
                <a:srgbClr val="68C5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8" name="pt12388"/>
            <p:cNvSpPr/>
            <p:nvPr/>
          </p:nvSpPr>
          <p:spPr>
            <a:xfrm>
              <a:off x="5991887" y="2583077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9" name="pt12389"/>
            <p:cNvSpPr/>
            <p:nvPr/>
          </p:nvSpPr>
          <p:spPr>
            <a:xfrm>
              <a:off x="6311609" y="2255322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0" name="pt12390"/>
            <p:cNvSpPr/>
            <p:nvPr/>
          </p:nvSpPr>
          <p:spPr>
            <a:xfrm>
              <a:off x="6250252" y="2367880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1" name="pt12391"/>
            <p:cNvSpPr/>
            <p:nvPr/>
          </p:nvSpPr>
          <p:spPr>
            <a:xfrm>
              <a:off x="6437268" y="1868763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2" name="pt12392"/>
            <p:cNvSpPr/>
            <p:nvPr/>
          </p:nvSpPr>
          <p:spPr>
            <a:xfrm>
              <a:off x="6191216" y="227340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3" name="pt12393"/>
            <p:cNvSpPr/>
            <p:nvPr/>
          </p:nvSpPr>
          <p:spPr>
            <a:xfrm>
              <a:off x="5967661" y="227254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4" name="pt12394"/>
            <p:cNvSpPr/>
            <p:nvPr/>
          </p:nvSpPr>
          <p:spPr>
            <a:xfrm>
              <a:off x="6269608" y="2387117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5" name="pt12395"/>
            <p:cNvSpPr/>
            <p:nvPr/>
          </p:nvSpPr>
          <p:spPr>
            <a:xfrm>
              <a:off x="6079614" y="2416243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6" name="pt12396"/>
            <p:cNvSpPr/>
            <p:nvPr/>
          </p:nvSpPr>
          <p:spPr>
            <a:xfrm>
              <a:off x="6193892" y="2215519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7" name="pt12397"/>
            <p:cNvSpPr/>
            <p:nvPr/>
          </p:nvSpPr>
          <p:spPr>
            <a:xfrm>
              <a:off x="6299198" y="2132780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8" name="pt12398"/>
            <p:cNvSpPr/>
            <p:nvPr/>
          </p:nvSpPr>
          <p:spPr>
            <a:xfrm>
              <a:off x="6110494" y="230550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9" name="pt12399"/>
            <p:cNvSpPr/>
            <p:nvPr/>
          </p:nvSpPr>
          <p:spPr>
            <a:xfrm>
              <a:off x="6313508" y="235386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0" name="pt12400"/>
            <p:cNvSpPr/>
            <p:nvPr/>
          </p:nvSpPr>
          <p:spPr>
            <a:xfrm>
              <a:off x="6291919" y="2104833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1" name="pt12401"/>
            <p:cNvSpPr/>
            <p:nvPr/>
          </p:nvSpPr>
          <p:spPr>
            <a:xfrm>
              <a:off x="6100850" y="2139870"/>
              <a:ext cx="16849" cy="16849"/>
            </a:xfrm>
            <a:prstGeom prst="ellipse">
              <a:avLst/>
            </a:prstGeom>
            <a:solidFill>
              <a:srgbClr val="5EBE6A">
                <a:alpha val="45098"/>
              </a:srgbClr>
            </a:solidFill>
            <a:ln w="7363" cap="rnd">
              <a:solidFill>
                <a:srgbClr val="5EBE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2" name="pt12402"/>
            <p:cNvSpPr/>
            <p:nvPr/>
          </p:nvSpPr>
          <p:spPr>
            <a:xfrm>
              <a:off x="6506085" y="2013399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3" name="pt12403"/>
            <p:cNvSpPr/>
            <p:nvPr/>
          </p:nvSpPr>
          <p:spPr>
            <a:xfrm>
              <a:off x="6978079" y="1766268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4" name="pt12404"/>
            <p:cNvSpPr/>
            <p:nvPr/>
          </p:nvSpPr>
          <p:spPr>
            <a:xfrm>
              <a:off x="5687665" y="2435894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5" name="pt12405"/>
            <p:cNvSpPr/>
            <p:nvPr/>
          </p:nvSpPr>
          <p:spPr>
            <a:xfrm>
              <a:off x="6521571" y="2140338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6" name="pt12406"/>
            <p:cNvSpPr/>
            <p:nvPr/>
          </p:nvSpPr>
          <p:spPr>
            <a:xfrm>
              <a:off x="6729644" y="1878623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7" name="pt12407"/>
            <p:cNvSpPr/>
            <p:nvPr/>
          </p:nvSpPr>
          <p:spPr>
            <a:xfrm>
              <a:off x="5572925" y="2617455"/>
              <a:ext cx="16849" cy="16849"/>
            </a:xfrm>
            <a:prstGeom prst="ellipse">
              <a:avLst/>
            </a:prstGeom>
            <a:solidFill>
              <a:srgbClr val="5EBF6A">
                <a:alpha val="45098"/>
              </a:srgbClr>
            </a:solidFill>
            <a:ln w="7363" cap="rnd">
              <a:solidFill>
                <a:srgbClr val="5EBF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8" name="pt12408"/>
            <p:cNvSpPr/>
            <p:nvPr/>
          </p:nvSpPr>
          <p:spPr>
            <a:xfrm>
              <a:off x="5586140" y="1879151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9" name="pt12409"/>
            <p:cNvSpPr/>
            <p:nvPr/>
          </p:nvSpPr>
          <p:spPr>
            <a:xfrm>
              <a:off x="6444153" y="201432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0" name="pt12410"/>
            <p:cNvSpPr/>
            <p:nvPr/>
          </p:nvSpPr>
          <p:spPr>
            <a:xfrm>
              <a:off x="6447867" y="1967284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1" name="pt12411"/>
            <p:cNvSpPr/>
            <p:nvPr/>
          </p:nvSpPr>
          <p:spPr>
            <a:xfrm>
              <a:off x="6221302" y="2295793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2" name="pt12412"/>
            <p:cNvSpPr/>
            <p:nvPr/>
          </p:nvSpPr>
          <p:spPr>
            <a:xfrm>
              <a:off x="5763042" y="2197844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3" name="pt12413"/>
            <p:cNvSpPr/>
            <p:nvPr/>
          </p:nvSpPr>
          <p:spPr>
            <a:xfrm>
              <a:off x="6185552" y="2219405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4" name="pt12414"/>
            <p:cNvSpPr/>
            <p:nvPr/>
          </p:nvSpPr>
          <p:spPr>
            <a:xfrm>
              <a:off x="5989355" y="2280676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5" name="pt12415"/>
            <p:cNvSpPr/>
            <p:nvPr/>
          </p:nvSpPr>
          <p:spPr>
            <a:xfrm>
              <a:off x="4925621" y="2927774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6" name="pt12416"/>
            <p:cNvSpPr/>
            <p:nvPr/>
          </p:nvSpPr>
          <p:spPr>
            <a:xfrm>
              <a:off x="5859332" y="2147060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7" name="pt12417"/>
            <p:cNvSpPr/>
            <p:nvPr/>
          </p:nvSpPr>
          <p:spPr>
            <a:xfrm>
              <a:off x="5760466" y="209383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8" name="pt12418"/>
            <p:cNvSpPr/>
            <p:nvPr/>
          </p:nvSpPr>
          <p:spPr>
            <a:xfrm>
              <a:off x="6197718" y="2166770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9" name="pt12419"/>
            <p:cNvSpPr/>
            <p:nvPr/>
          </p:nvSpPr>
          <p:spPr>
            <a:xfrm>
              <a:off x="6358926" y="2263154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0" name="pt12420"/>
            <p:cNvSpPr/>
            <p:nvPr/>
          </p:nvSpPr>
          <p:spPr>
            <a:xfrm>
              <a:off x="6530453" y="240661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1" name="pt12421"/>
            <p:cNvSpPr/>
            <p:nvPr/>
          </p:nvSpPr>
          <p:spPr>
            <a:xfrm>
              <a:off x="5725489" y="2319024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2" name="pt12422"/>
            <p:cNvSpPr/>
            <p:nvPr/>
          </p:nvSpPr>
          <p:spPr>
            <a:xfrm>
              <a:off x="6544007" y="222497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3" name="pt12423"/>
            <p:cNvSpPr/>
            <p:nvPr/>
          </p:nvSpPr>
          <p:spPr>
            <a:xfrm>
              <a:off x="5669189" y="2419265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4" name="pt12424"/>
            <p:cNvSpPr/>
            <p:nvPr/>
          </p:nvSpPr>
          <p:spPr>
            <a:xfrm>
              <a:off x="6409679" y="218047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5" name="pt12425"/>
            <p:cNvSpPr/>
            <p:nvPr/>
          </p:nvSpPr>
          <p:spPr>
            <a:xfrm>
              <a:off x="6824651" y="2142155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6" name="pt12426"/>
            <p:cNvSpPr/>
            <p:nvPr/>
          </p:nvSpPr>
          <p:spPr>
            <a:xfrm>
              <a:off x="5472995" y="2530309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7" name="pt12427"/>
            <p:cNvSpPr/>
            <p:nvPr/>
          </p:nvSpPr>
          <p:spPr>
            <a:xfrm>
              <a:off x="6247774" y="2334490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8" name="pt12428"/>
            <p:cNvSpPr/>
            <p:nvPr/>
          </p:nvSpPr>
          <p:spPr>
            <a:xfrm>
              <a:off x="5698646" y="2466453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9" name="pt12429"/>
            <p:cNvSpPr/>
            <p:nvPr/>
          </p:nvSpPr>
          <p:spPr>
            <a:xfrm>
              <a:off x="6461737" y="2051294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0" name="pt12430"/>
            <p:cNvSpPr/>
            <p:nvPr/>
          </p:nvSpPr>
          <p:spPr>
            <a:xfrm>
              <a:off x="5666538" y="2276936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1" name="pt12431"/>
            <p:cNvSpPr/>
            <p:nvPr/>
          </p:nvSpPr>
          <p:spPr>
            <a:xfrm>
              <a:off x="6663862" y="206732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2" name="pt12432"/>
            <p:cNvSpPr/>
            <p:nvPr/>
          </p:nvSpPr>
          <p:spPr>
            <a:xfrm>
              <a:off x="6001823" y="2537013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3" name="pt12433"/>
            <p:cNvSpPr/>
            <p:nvPr/>
          </p:nvSpPr>
          <p:spPr>
            <a:xfrm>
              <a:off x="5808215" y="2207124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4" name="pt12434"/>
            <p:cNvSpPr/>
            <p:nvPr/>
          </p:nvSpPr>
          <p:spPr>
            <a:xfrm>
              <a:off x="6302736" y="2107183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5" name="pt12435"/>
            <p:cNvSpPr/>
            <p:nvPr/>
          </p:nvSpPr>
          <p:spPr>
            <a:xfrm>
              <a:off x="6288694" y="2007214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6" name="pt12436"/>
            <p:cNvSpPr/>
            <p:nvPr/>
          </p:nvSpPr>
          <p:spPr>
            <a:xfrm>
              <a:off x="6419947" y="2285303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7" name="pt12437"/>
            <p:cNvSpPr/>
            <p:nvPr/>
          </p:nvSpPr>
          <p:spPr>
            <a:xfrm>
              <a:off x="7040058" y="1847053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8" name="pt12438"/>
            <p:cNvSpPr/>
            <p:nvPr/>
          </p:nvSpPr>
          <p:spPr>
            <a:xfrm>
              <a:off x="6336530" y="224347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9" name="pt12439"/>
            <p:cNvSpPr/>
            <p:nvPr/>
          </p:nvSpPr>
          <p:spPr>
            <a:xfrm>
              <a:off x="5208412" y="2348248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0" name="pt12440"/>
            <p:cNvSpPr/>
            <p:nvPr/>
          </p:nvSpPr>
          <p:spPr>
            <a:xfrm>
              <a:off x="6242433" y="2287741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1" name="pt12441"/>
            <p:cNvSpPr/>
            <p:nvPr/>
          </p:nvSpPr>
          <p:spPr>
            <a:xfrm>
              <a:off x="6697738" y="2147720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2" name="pt12442"/>
            <p:cNvSpPr/>
            <p:nvPr/>
          </p:nvSpPr>
          <p:spPr>
            <a:xfrm>
              <a:off x="6044034" y="2222277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3" name="pt12443"/>
            <p:cNvSpPr/>
            <p:nvPr/>
          </p:nvSpPr>
          <p:spPr>
            <a:xfrm>
              <a:off x="6087988" y="2125073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4" name="pt12444"/>
            <p:cNvSpPr/>
            <p:nvPr/>
          </p:nvSpPr>
          <p:spPr>
            <a:xfrm>
              <a:off x="6003300" y="230235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5" name="pt12445"/>
            <p:cNvSpPr/>
            <p:nvPr/>
          </p:nvSpPr>
          <p:spPr>
            <a:xfrm>
              <a:off x="6315624" y="2227145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6" name="pt12446"/>
            <p:cNvSpPr/>
            <p:nvPr/>
          </p:nvSpPr>
          <p:spPr>
            <a:xfrm>
              <a:off x="6182961" y="2259856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7" name="pt12447"/>
            <p:cNvSpPr/>
            <p:nvPr/>
          </p:nvSpPr>
          <p:spPr>
            <a:xfrm>
              <a:off x="6921447" y="1715707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8" name="pt12448"/>
            <p:cNvSpPr/>
            <p:nvPr/>
          </p:nvSpPr>
          <p:spPr>
            <a:xfrm>
              <a:off x="6479505" y="210256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9" name="pt12449"/>
            <p:cNvSpPr/>
            <p:nvPr/>
          </p:nvSpPr>
          <p:spPr>
            <a:xfrm>
              <a:off x="6684837" y="2058242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0" name="pt12450"/>
            <p:cNvSpPr/>
            <p:nvPr/>
          </p:nvSpPr>
          <p:spPr>
            <a:xfrm>
              <a:off x="6255283" y="2297798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1" name="pt12451"/>
            <p:cNvSpPr/>
            <p:nvPr/>
          </p:nvSpPr>
          <p:spPr>
            <a:xfrm>
              <a:off x="6321555" y="2115693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2" name="pt12452"/>
            <p:cNvSpPr/>
            <p:nvPr/>
          </p:nvSpPr>
          <p:spPr>
            <a:xfrm>
              <a:off x="6266492" y="2412732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3" name="pt12453"/>
            <p:cNvSpPr/>
            <p:nvPr/>
          </p:nvSpPr>
          <p:spPr>
            <a:xfrm>
              <a:off x="6621139" y="2163668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4" name="pt12454"/>
            <p:cNvSpPr/>
            <p:nvPr/>
          </p:nvSpPr>
          <p:spPr>
            <a:xfrm>
              <a:off x="6080557" y="2355028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5" name="pt12455"/>
            <p:cNvSpPr/>
            <p:nvPr/>
          </p:nvSpPr>
          <p:spPr>
            <a:xfrm>
              <a:off x="6524246" y="2136012"/>
              <a:ext cx="16849" cy="16849"/>
            </a:xfrm>
            <a:prstGeom prst="ellipse">
              <a:avLst/>
            </a:prstGeom>
            <a:solidFill>
              <a:srgbClr val="28A983">
                <a:alpha val="45098"/>
              </a:srgbClr>
            </a:solidFill>
            <a:ln w="7363" cap="rnd">
              <a:solidFill>
                <a:srgbClr val="28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6" name="pt12456"/>
            <p:cNvSpPr/>
            <p:nvPr/>
          </p:nvSpPr>
          <p:spPr>
            <a:xfrm>
              <a:off x="5684304" y="2411009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7" name="pt12457"/>
            <p:cNvSpPr/>
            <p:nvPr/>
          </p:nvSpPr>
          <p:spPr>
            <a:xfrm>
              <a:off x="5731578" y="2234109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8" name="pt12458"/>
            <p:cNvSpPr/>
            <p:nvPr/>
          </p:nvSpPr>
          <p:spPr>
            <a:xfrm>
              <a:off x="6485647" y="2148465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9" name="pt12459"/>
            <p:cNvSpPr/>
            <p:nvPr/>
          </p:nvSpPr>
          <p:spPr>
            <a:xfrm>
              <a:off x="5746549" y="2299959"/>
              <a:ext cx="16849" cy="16849"/>
            </a:xfrm>
            <a:prstGeom prst="ellipse">
              <a:avLst/>
            </a:prstGeom>
            <a:solidFill>
              <a:srgbClr val="66C364">
                <a:alpha val="45098"/>
              </a:srgbClr>
            </a:solidFill>
            <a:ln w="7363" cap="rnd">
              <a:solidFill>
                <a:srgbClr val="66C36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0" name="pt12460"/>
            <p:cNvSpPr/>
            <p:nvPr/>
          </p:nvSpPr>
          <p:spPr>
            <a:xfrm>
              <a:off x="6246350" y="2257225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1" name="pt12461"/>
            <p:cNvSpPr/>
            <p:nvPr/>
          </p:nvSpPr>
          <p:spPr>
            <a:xfrm>
              <a:off x="6213234" y="223382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2" name="pt12462"/>
            <p:cNvSpPr/>
            <p:nvPr/>
          </p:nvSpPr>
          <p:spPr>
            <a:xfrm>
              <a:off x="6525716" y="2287265"/>
              <a:ext cx="16849" cy="16849"/>
            </a:xfrm>
            <a:prstGeom prst="ellipse">
              <a:avLst/>
            </a:prstGeom>
            <a:solidFill>
              <a:srgbClr val="68C562">
                <a:alpha val="45098"/>
              </a:srgbClr>
            </a:solidFill>
            <a:ln w="7363" cap="rnd">
              <a:solidFill>
                <a:srgbClr val="68C56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3" name="pt12463"/>
            <p:cNvSpPr/>
            <p:nvPr/>
          </p:nvSpPr>
          <p:spPr>
            <a:xfrm>
              <a:off x="6539369" y="224650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4" name="pt12464"/>
            <p:cNvSpPr/>
            <p:nvPr/>
          </p:nvSpPr>
          <p:spPr>
            <a:xfrm>
              <a:off x="6514809" y="232738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5" name="pt12465"/>
            <p:cNvSpPr/>
            <p:nvPr/>
          </p:nvSpPr>
          <p:spPr>
            <a:xfrm>
              <a:off x="4950841" y="2626525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6" name="pt12466"/>
            <p:cNvSpPr/>
            <p:nvPr/>
          </p:nvSpPr>
          <p:spPr>
            <a:xfrm>
              <a:off x="6547578" y="223182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7" name="pt12467"/>
            <p:cNvSpPr/>
            <p:nvPr/>
          </p:nvSpPr>
          <p:spPr>
            <a:xfrm>
              <a:off x="7186878" y="1776603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8" name="pt12468"/>
            <p:cNvSpPr/>
            <p:nvPr/>
          </p:nvSpPr>
          <p:spPr>
            <a:xfrm>
              <a:off x="6450087" y="2020916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9" name="pt12469"/>
            <p:cNvSpPr/>
            <p:nvPr/>
          </p:nvSpPr>
          <p:spPr>
            <a:xfrm>
              <a:off x="6709987" y="1886602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0" name="pt12470"/>
            <p:cNvSpPr/>
            <p:nvPr/>
          </p:nvSpPr>
          <p:spPr>
            <a:xfrm>
              <a:off x="6099099" y="2185379"/>
              <a:ext cx="16849" cy="16849"/>
            </a:xfrm>
            <a:prstGeom prst="ellipse">
              <a:avLst/>
            </a:prstGeom>
            <a:solidFill>
              <a:srgbClr val="C5DE3E">
                <a:alpha val="45098"/>
              </a:srgbClr>
            </a:solidFill>
            <a:ln w="7363" cap="rnd">
              <a:solidFill>
                <a:srgbClr val="C5DE3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1" name="pt12471"/>
            <p:cNvSpPr/>
            <p:nvPr/>
          </p:nvSpPr>
          <p:spPr>
            <a:xfrm>
              <a:off x="6718754" y="2000082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2" name="pt12472"/>
            <p:cNvSpPr/>
            <p:nvPr/>
          </p:nvSpPr>
          <p:spPr>
            <a:xfrm>
              <a:off x="5348890" y="1958299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3" name="pt12473"/>
            <p:cNvSpPr/>
            <p:nvPr/>
          </p:nvSpPr>
          <p:spPr>
            <a:xfrm>
              <a:off x="6503418" y="2169330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4" name="pt12474"/>
            <p:cNvSpPr/>
            <p:nvPr/>
          </p:nvSpPr>
          <p:spPr>
            <a:xfrm>
              <a:off x="5985429" y="210392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5" name="pt12475"/>
            <p:cNvSpPr/>
            <p:nvPr/>
          </p:nvSpPr>
          <p:spPr>
            <a:xfrm>
              <a:off x="6122429" y="2325273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6" name="pt12476"/>
            <p:cNvSpPr/>
            <p:nvPr/>
          </p:nvSpPr>
          <p:spPr>
            <a:xfrm>
              <a:off x="6824553" y="1958729"/>
              <a:ext cx="16849" cy="16849"/>
            </a:xfrm>
            <a:prstGeom prst="ellipse">
              <a:avLst/>
            </a:prstGeom>
            <a:solidFill>
              <a:srgbClr val="63C266">
                <a:alpha val="45098"/>
              </a:srgbClr>
            </a:solidFill>
            <a:ln w="7363" cap="rnd">
              <a:solidFill>
                <a:srgbClr val="63C26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7" name="pt12477"/>
            <p:cNvSpPr/>
            <p:nvPr/>
          </p:nvSpPr>
          <p:spPr>
            <a:xfrm>
              <a:off x="6363141" y="241092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8" name="pt12478"/>
            <p:cNvSpPr/>
            <p:nvPr/>
          </p:nvSpPr>
          <p:spPr>
            <a:xfrm>
              <a:off x="6655091" y="1969344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9" name="pt12479"/>
            <p:cNvSpPr/>
            <p:nvPr/>
          </p:nvSpPr>
          <p:spPr>
            <a:xfrm>
              <a:off x="5027086" y="2944139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0" name="pt12480"/>
            <p:cNvSpPr/>
            <p:nvPr/>
          </p:nvSpPr>
          <p:spPr>
            <a:xfrm>
              <a:off x="6623823" y="2125296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1" name="pt12481"/>
            <p:cNvSpPr/>
            <p:nvPr/>
          </p:nvSpPr>
          <p:spPr>
            <a:xfrm>
              <a:off x="6928818" y="1856949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2" name="pt12482"/>
            <p:cNvSpPr/>
            <p:nvPr/>
          </p:nvSpPr>
          <p:spPr>
            <a:xfrm>
              <a:off x="5997469" y="2666973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3" name="pt12483"/>
            <p:cNvSpPr/>
            <p:nvPr/>
          </p:nvSpPr>
          <p:spPr>
            <a:xfrm>
              <a:off x="6383252" y="2185699"/>
              <a:ext cx="16849" cy="16849"/>
            </a:xfrm>
            <a:prstGeom prst="ellipse">
              <a:avLst/>
            </a:prstGeom>
            <a:solidFill>
              <a:srgbClr val="6FC95C">
                <a:alpha val="45098"/>
              </a:srgbClr>
            </a:solidFill>
            <a:ln w="7363" cap="rnd">
              <a:solidFill>
                <a:srgbClr val="6FC95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4" name="pt12484"/>
            <p:cNvSpPr/>
            <p:nvPr/>
          </p:nvSpPr>
          <p:spPr>
            <a:xfrm>
              <a:off x="6225853" y="2240289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5" name="pt12485"/>
            <p:cNvSpPr/>
            <p:nvPr/>
          </p:nvSpPr>
          <p:spPr>
            <a:xfrm>
              <a:off x="6005871" y="235519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6" name="pt12486"/>
            <p:cNvSpPr/>
            <p:nvPr/>
          </p:nvSpPr>
          <p:spPr>
            <a:xfrm>
              <a:off x="6270577" y="234623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7" name="pt12487"/>
            <p:cNvSpPr/>
            <p:nvPr/>
          </p:nvSpPr>
          <p:spPr>
            <a:xfrm>
              <a:off x="6899034" y="1906692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8" name="pt12488"/>
            <p:cNvSpPr/>
            <p:nvPr/>
          </p:nvSpPr>
          <p:spPr>
            <a:xfrm>
              <a:off x="6423181" y="236406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9" name="pt12489"/>
            <p:cNvSpPr/>
            <p:nvPr/>
          </p:nvSpPr>
          <p:spPr>
            <a:xfrm>
              <a:off x="6133934" y="2189033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0" name="pt12490"/>
            <p:cNvSpPr/>
            <p:nvPr/>
          </p:nvSpPr>
          <p:spPr>
            <a:xfrm>
              <a:off x="5907913" y="2194761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1" name="pt12491"/>
            <p:cNvSpPr/>
            <p:nvPr/>
          </p:nvSpPr>
          <p:spPr>
            <a:xfrm>
              <a:off x="6170678" y="2260455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2" name="pt12492"/>
            <p:cNvSpPr/>
            <p:nvPr/>
          </p:nvSpPr>
          <p:spPr>
            <a:xfrm>
              <a:off x="6243467" y="2107955"/>
              <a:ext cx="16849" cy="16849"/>
            </a:xfrm>
            <a:prstGeom prst="ellipse">
              <a:avLst/>
            </a:prstGeom>
            <a:solidFill>
              <a:srgbClr val="DCE236">
                <a:alpha val="45098"/>
              </a:srgbClr>
            </a:solidFill>
            <a:ln w="7363" cap="rnd">
              <a:solidFill>
                <a:srgbClr val="DCE23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3" name="pt12493"/>
            <p:cNvSpPr/>
            <p:nvPr/>
          </p:nvSpPr>
          <p:spPr>
            <a:xfrm>
              <a:off x="5861662" y="2001409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4" name="pt12494"/>
            <p:cNvSpPr/>
            <p:nvPr/>
          </p:nvSpPr>
          <p:spPr>
            <a:xfrm>
              <a:off x="6791955" y="1806162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5" name="pt12495"/>
            <p:cNvSpPr/>
            <p:nvPr/>
          </p:nvSpPr>
          <p:spPr>
            <a:xfrm>
              <a:off x="6031787" y="2172244"/>
              <a:ext cx="16849" cy="16849"/>
            </a:xfrm>
            <a:prstGeom prst="ellipse">
              <a:avLst/>
            </a:prstGeom>
            <a:solidFill>
              <a:srgbClr val="C5DE3E">
                <a:alpha val="45098"/>
              </a:srgbClr>
            </a:solidFill>
            <a:ln w="7363" cap="rnd">
              <a:solidFill>
                <a:srgbClr val="C5DE3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6" name="pt12496"/>
            <p:cNvSpPr/>
            <p:nvPr/>
          </p:nvSpPr>
          <p:spPr>
            <a:xfrm>
              <a:off x="6495112" y="2114813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7" name="pt12497"/>
            <p:cNvSpPr/>
            <p:nvPr/>
          </p:nvSpPr>
          <p:spPr>
            <a:xfrm>
              <a:off x="5878673" y="2227805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8" name="pt12498"/>
            <p:cNvSpPr/>
            <p:nvPr/>
          </p:nvSpPr>
          <p:spPr>
            <a:xfrm>
              <a:off x="6553061" y="2117262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9" name="pt12499"/>
            <p:cNvSpPr/>
            <p:nvPr/>
          </p:nvSpPr>
          <p:spPr>
            <a:xfrm>
              <a:off x="6371991" y="2201018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0" name="pt12500"/>
            <p:cNvSpPr/>
            <p:nvPr/>
          </p:nvSpPr>
          <p:spPr>
            <a:xfrm>
              <a:off x="5551339" y="2350987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1" name="pt12501"/>
            <p:cNvSpPr/>
            <p:nvPr/>
          </p:nvSpPr>
          <p:spPr>
            <a:xfrm>
              <a:off x="6059672" y="2484616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2" name="pt12502"/>
            <p:cNvSpPr/>
            <p:nvPr/>
          </p:nvSpPr>
          <p:spPr>
            <a:xfrm>
              <a:off x="6085870" y="2347295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3" name="pt12503"/>
            <p:cNvSpPr/>
            <p:nvPr/>
          </p:nvSpPr>
          <p:spPr>
            <a:xfrm>
              <a:off x="6297476" y="205498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4" name="pt12504"/>
            <p:cNvSpPr/>
            <p:nvPr/>
          </p:nvSpPr>
          <p:spPr>
            <a:xfrm>
              <a:off x="5699349" y="2528257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5" name="pt12505"/>
            <p:cNvSpPr/>
            <p:nvPr/>
          </p:nvSpPr>
          <p:spPr>
            <a:xfrm>
              <a:off x="6462414" y="2058792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6" name="pt12506"/>
            <p:cNvSpPr/>
            <p:nvPr/>
          </p:nvSpPr>
          <p:spPr>
            <a:xfrm>
              <a:off x="5985680" y="2475909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7" name="pt12507"/>
            <p:cNvSpPr/>
            <p:nvPr/>
          </p:nvSpPr>
          <p:spPr>
            <a:xfrm>
              <a:off x="6130361" y="229500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8" name="pt12508"/>
            <p:cNvSpPr/>
            <p:nvPr/>
          </p:nvSpPr>
          <p:spPr>
            <a:xfrm>
              <a:off x="6268048" y="247394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9" name="pt12509"/>
            <p:cNvSpPr/>
            <p:nvPr/>
          </p:nvSpPr>
          <p:spPr>
            <a:xfrm>
              <a:off x="5593711" y="250556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0" name="pt12510"/>
            <p:cNvSpPr/>
            <p:nvPr/>
          </p:nvSpPr>
          <p:spPr>
            <a:xfrm>
              <a:off x="5125023" y="247759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1" name="pt12511"/>
            <p:cNvSpPr/>
            <p:nvPr/>
          </p:nvSpPr>
          <p:spPr>
            <a:xfrm>
              <a:off x="5784655" y="2012356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2" name="pt12512"/>
            <p:cNvSpPr/>
            <p:nvPr/>
          </p:nvSpPr>
          <p:spPr>
            <a:xfrm>
              <a:off x="7111857" y="1131612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3" name="pt12513"/>
            <p:cNvSpPr/>
            <p:nvPr/>
          </p:nvSpPr>
          <p:spPr>
            <a:xfrm>
              <a:off x="6533990" y="2208792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4" name="pt12514"/>
            <p:cNvSpPr/>
            <p:nvPr/>
          </p:nvSpPr>
          <p:spPr>
            <a:xfrm>
              <a:off x="6567464" y="2153635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5" name="pt12515"/>
            <p:cNvSpPr/>
            <p:nvPr/>
          </p:nvSpPr>
          <p:spPr>
            <a:xfrm>
              <a:off x="6786846" y="183518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6" name="pt12516"/>
            <p:cNvSpPr/>
            <p:nvPr/>
          </p:nvSpPr>
          <p:spPr>
            <a:xfrm>
              <a:off x="6118032" y="2399455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7" name="pt12517"/>
            <p:cNvSpPr/>
            <p:nvPr/>
          </p:nvSpPr>
          <p:spPr>
            <a:xfrm>
              <a:off x="6744089" y="1953530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8" name="pt12518"/>
            <p:cNvSpPr/>
            <p:nvPr/>
          </p:nvSpPr>
          <p:spPr>
            <a:xfrm>
              <a:off x="6515291" y="2315122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9" name="pt12519"/>
            <p:cNvSpPr/>
            <p:nvPr/>
          </p:nvSpPr>
          <p:spPr>
            <a:xfrm>
              <a:off x="6861258" y="1839799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0" name="pt12520"/>
            <p:cNvSpPr/>
            <p:nvPr/>
          </p:nvSpPr>
          <p:spPr>
            <a:xfrm>
              <a:off x="6314770" y="2196265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1" name="pt12521"/>
            <p:cNvSpPr/>
            <p:nvPr/>
          </p:nvSpPr>
          <p:spPr>
            <a:xfrm>
              <a:off x="6178327" y="2241155"/>
              <a:ext cx="16849" cy="16849"/>
            </a:xfrm>
            <a:prstGeom prst="ellipse">
              <a:avLst/>
            </a:prstGeom>
            <a:solidFill>
              <a:srgbClr val="3AAE7D">
                <a:alpha val="45098"/>
              </a:srgbClr>
            </a:solidFill>
            <a:ln w="7363" cap="rnd">
              <a:solidFill>
                <a:srgbClr val="3AAE7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2" name="pt12522"/>
            <p:cNvSpPr/>
            <p:nvPr/>
          </p:nvSpPr>
          <p:spPr>
            <a:xfrm>
              <a:off x="5688825" y="231455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3" name="pt12523"/>
            <p:cNvSpPr/>
            <p:nvPr/>
          </p:nvSpPr>
          <p:spPr>
            <a:xfrm>
              <a:off x="5839287" y="236537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4" name="pt12524"/>
            <p:cNvSpPr/>
            <p:nvPr/>
          </p:nvSpPr>
          <p:spPr>
            <a:xfrm>
              <a:off x="5876237" y="208680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5" name="pt12525"/>
            <p:cNvSpPr/>
            <p:nvPr/>
          </p:nvSpPr>
          <p:spPr>
            <a:xfrm>
              <a:off x="6225584" y="2276556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6" name="pt12526"/>
            <p:cNvSpPr/>
            <p:nvPr/>
          </p:nvSpPr>
          <p:spPr>
            <a:xfrm>
              <a:off x="6808318" y="176821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7" name="pt12527"/>
            <p:cNvSpPr/>
            <p:nvPr/>
          </p:nvSpPr>
          <p:spPr>
            <a:xfrm>
              <a:off x="6522107" y="2409782"/>
              <a:ext cx="16849" cy="16849"/>
            </a:xfrm>
            <a:prstGeom prst="ellipse">
              <a:avLst/>
            </a:prstGeom>
            <a:solidFill>
              <a:srgbClr val="BBDC41">
                <a:alpha val="45098"/>
              </a:srgbClr>
            </a:solidFill>
            <a:ln w="7363" cap="rnd">
              <a:solidFill>
                <a:srgbClr val="BBDC4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8" name="pt12528"/>
            <p:cNvSpPr/>
            <p:nvPr/>
          </p:nvSpPr>
          <p:spPr>
            <a:xfrm>
              <a:off x="6234310" y="229156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9" name="pt12529"/>
            <p:cNvSpPr/>
            <p:nvPr/>
          </p:nvSpPr>
          <p:spPr>
            <a:xfrm>
              <a:off x="6357836" y="2258087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0" name="pt12530"/>
            <p:cNvSpPr/>
            <p:nvPr/>
          </p:nvSpPr>
          <p:spPr>
            <a:xfrm>
              <a:off x="5664771" y="2271256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1" name="pt12531"/>
            <p:cNvSpPr/>
            <p:nvPr/>
          </p:nvSpPr>
          <p:spPr>
            <a:xfrm>
              <a:off x="5951498" y="2345198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2" name="pt12532"/>
            <p:cNvSpPr/>
            <p:nvPr/>
          </p:nvSpPr>
          <p:spPr>
            <a:xfrm>
              <a:off x="6522341" y="229630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3" name="pt12533"/>
            <p:cNvSpPr/>
            <p:nvPr/>
          </p:nvSpPr>
          <p:spPr>
            <a:xfrm>
              <a:off x="6617696" y="211368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4" name="pt12534"/>
            <p:cNvSpPr/>
            <p:nvPr/>
          </p:nvSpPr>
          <p:spPr>
            <a:xfrm>
              <a:off x="6978189" y="1933591"/>
              <a:ext cx="16849" cy="16849"/>
            </a:xfrm>
            <a:prstGeom prst="ellipse">
              <a:avLst/>
            </a:prstGeom>
            <a:solidFill>
              <a:srgbClr val="63C266">
                <a:alpha val="45098"/>
              </a:srgbClr>
            </a:solidFill>
            <a:ln w="7363" cap="rnd">
              <a:solidFill>
                <a:srgbClr val="63C26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5" name="pt12535"/>
            <p:cNvSpPr/>
            <p:nvPr/>
          </p:nvSpPr>
          <p:spPr>
            <a:xfrm>
              <a:off x="6951957" y="1834200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6" name="pt12536"/>
            <p:cNvSpPr/>
            <p:nvPr/>
          </p:nvSpPr>
          <p:spPr>
            <a:xfrm>
              <a:off x="6932009" y="2029521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7" name="pt12537"/>
            <p:cNvSpPr/>
            <p:nvPr/>
          </p:nvSpPr>
          <p:spPr>
            <a:xfrm>
              <a:off x="5799149" y="2098923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8" name="pt12538"/>
            <p:cNvSpPr/>
            <p:nvPr/>
          </p:nvSpPr>
          <p:spPr>
            <a:xfrm>
              <a:off x="6815939" y="1721349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9" name="pt12539"/>
            <p:cNvSpPr/>
            <p:nvPr/>
          </p:nvSpPr>
          <p:spPr>
            <a:xfrm>
              <a:off x="5987381" y="2493358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0" name="pt12540"/>
            <p:cNvSpPr/>
            <p:nvPr/>
          </p:nvSpPr>
          <p:spPr>
            <a:xfrm>
              <a:off x="5872320" y="2048925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1" name="pt12541"/>
            <p:cNvSpPr/>
            <p:nvPr/>
          </p:nvSpPr>
          <p:spPr>
            <a:xfrm>
              <a:off x="6498317" y="232497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2" name="pt12542"/>
            <p:cNvSpPr/>
            <p:nvPr/>
          </p:nvSpPr>
          <p:spPr>
            <a:xfrm>
              <a:off x="6332666" y="2196541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3" name="pt12543"/>
            <p:cNvSpPr/>
            <p:nvPr/>
          </p:nvSpPr>
          <p:spPr>
            <a:xfrm>
              <a:off x="6054924" y="2295123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4" name="pt12544"/>
            <p:cNvSpPr/>
            <p:nvPr/>
          </p:nvSpPr>
          <p:spPr>
            <a:xfrm>
              <a:off x="6194758" y="222416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5" name="pt12545"/>
            <p:cNvSpPr/>
            <p:nvPr/>
          </p:nvSpPr>
          <p:spPr>
            <a:xfrm>
              <a:off x="6586733" y="2230851"/>
              <a:ext cx="16849" cy="16849"/>
            </a:xfrm>
            <a:prstGeom prst="ellipse">
              <a:avLst/>
            </a:prstGeom>
            <a:solidFill>
              <a:srgbClr val="BBDC41">
                <a:alpha val="45098"/>
              </a:srgbClr>
            </a:solidFill>
            <a:ln w="7363" cap="rnd">
              <a:solidFill>
                <a:srgbClr val="BBDC4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6" name="pt12546"/>
            <p:cNvSpPr/>
            <p:nvPr/>
          </p:nvSpPr>
          <p:spPr>
            <a:xfrm>
              <a:off x="6096432" y="234024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7" name="pt12547"/>
            <p:cNvSpPr/>
            <p:nvPr/>
          </p:nvSpPr>
          <p:spPr>
            <a:xfrm>
              <a:off x="4851555" y="303027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8" name="pt12548"/>
            <p:cNvSpPr/>
            <p:nvPr/>
          </p:nvSpPr>
          <p:spPr>
            <a:xfrm>
              <a:off x="6046745" y="2388850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9" name="pt12549"/>
            <p:cNvSpPr/>
            <p:nvPr/>
          </p:nvSpPr>
          <p:spPr>
            <a:xfrm>
              <a:off x="6076808" y="2440530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0" name="pt12550"/>
            <p:cNvSpPr/>
            <p:nvPr/>
          </p:nvSpPr>
          <p:spPr>
            <a:xfrm>
              <a:off x="5892621" y="2188368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1" name="pt12551"/>
            <p:cNvSpPr/>
            <p:nvPr/>
          </p:nvSpPr>
          <p:spPr>
            <a:xfrm>
              <a:off x="6015458" y="2575663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2" name="pt12552"/>
            <p:cNvSpPr/>
            <p:nvPr/>
          </p:nvSpPr>
          <p:spPr>
            <a:xfrm>
              <a:off x="6010534" y="2335236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3" name="pt12553"/>
            <p:cNvSpPr/>
            <p:nvPr/>
          </p:nvSpPr>
          <p:spPr>
            <a:xfrm>
              <a:off x="5814314" y="2145769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4" name="pt12554"/>
            <p:cNvSpPr/>
            <p:nvPr/>
          </p:nvSpPr>
          <p:spPr>
            <a:xfrm>
              <a:off x="6164163" y="2350372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5" name="pt12555"/>
            <p:cNvSpPr/>
            <p:nvPr/>
          </p:nvSpPr>
          <p:spPr>
            <a:xfrm>
              <a:off x="5769826" y="2204025"/>
              <a:ext cx="16849" cy="16849"/>
            </a:xfrm>
            <a:prstGeom prst="ellipse">
              <a:avLst/>
            </a:prstGeom>
            <a:solidFill>
              <a:srgbClr val="66C364">
                <a:alpha val="45098"/>
              </a:srgbClr>
            </a:solidFill>
            <a:ln w="7363" cap="rnd">
              <a:solidFill>
                <a:srgbClr val="66C36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6" name="pt12556"/>
            <p:cNvSpPr/>
            <p:nvPr/>
          </p:nvSpPr>
          <p:spPr>
            <a:xfrm>
              <a:off x="6723736" y="1896506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7" name="pt12557"/>
            <p:cNvSpPr/>
            <p:nvPr/>
          </p:nvSpPr>
          <p:spPr>
            <a:xfrm>
              <a:off x="6492063" y="2127561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8" name="pt12558"/>
            <p:cNvSpPr/>
            <p:nvPr/>
          </p:nvSpPr>
          <p:spPr>
            <a:xfrm>
              <a:off x="6363722" y="2276547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9" name="pt12559"/>
            <p:cNvSpPr/>
            <p:nvPr/>
          </p:nvSpPr>
          <p:spPr>
            <a:xfrm>
              <a:off x="6707942" y="2096742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0" name="pt12560"/>
            <p:cNvSpPr/>
            <p:nvPr/>
          </p:nvSpPr>
          <p:spPr>
            <a:xfrm>
              <a:off x="5943987" y="1892429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1" name="pt12561"/>
            <p:cNvSpPr/>
            <p:nvPr/>
          </p:nvSpPr>
          <p:spPr>
            <a:xfrm>
              <a:off x="6070111" y="239728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2" name="pt12562"/>
            <p:cNvSpPr/>
            <p:nvPr/>
          </p:nvSpPr>
          <p:spPr>
            <a:xfrm>
              <a:off x="6486176" y="229277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3" name="pt12563"/>
            <p:cNvSpPr/>
            <p:nvPr/>
          </p:nvSpPr>
          <p:spPr>
            <a:xfrm>
              <a:off x="6320951" y="2250654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4" name="pt12564"/>
            <p:cNvSpPr/>
            <p:nvPr/>
          </p:nvSpPr>
          <p:spPr>
            <a:xfrm>
              <a:off x="5129900" y="2589733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5" name="pt12565"/>
            <p:cNvSpPr/>
            <p:nvPr/>
          </p:nvSpPr>
          <p:spPr>
            <a:xfrm>
              <a:off x="6174659" y="224353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6" name="pt12566"/>
            <p:cNvSpPr/>
            <p:nvPr/>
          </p:nvSpPr>
          <p:spPr>
            <a:xfrm>
              <a:off x="7273333" y="2217517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7" name="pt12567"/>
            <p:cNvSpPr/>
            <p:nvPr/>
          </p:nvSpPr>
          <p:spPr>
            <a:xfrm>
              <a:off x="6836640" y="1854634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8" name="pt12568"/>
            <p:cNvSpPr/>
            <p:nvPr/>
          </p:nvSpPr>
          <p:spPr>
            <a:xfrm>
              <a:off x="5564144" y="2398947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9" name="pt12569"/>
            <p:cNvSpPr/>
            <p:nvPr/>
          </p:nvSpPr>
          <p:spPr>
            <a:xfrm>
              <a:off x="5947013" y="187910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0" name="pt12570"/>
            <p:cNvSpPr/>
            <p:nvPr/>
          </p:nvSpPr>
          <p:spPr>
            <a:xfrm>
              <a:off x="6450222" y="2014443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1" name="pt12571"/>
            <p:cNvSpPr/>
            <p:nvPr/>
          </p:nvSpPr>
          <p:spPr>
            <a:xfrm>
              <a:off x="6150169" y="2275238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2" name="pt12572"/>
            <p:cNvSpPr/>
            <p:nvPr/>
          </p:nvSpPr>
          <p:spPr>
            <a:xfrm>
              <a:off x="6185165" y="2211821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3" name="pt12573"/>
            <p:cNvSpPr/>
            <p:nvPr/>
          </p:nvSpPr>
          <p:spPr>
            <a:xfrm>
              <a:off x="5876776" y="2173559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4" name="pt12574"/>
            <p:cNvSpPr/>
            <p:nvPr/>
          </p:nvSpPr>
          <p:spPr>
            <a:xfrm>
              <a:off x="5514849" y="2117243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5" name="pt12575"/>
            <p:cNvSpPr/>
            <p:nvPr/>
          </p:nvSpPr>
          <p:spPr>
            <a:xfrm>
              <a:off x="6150734" y="235214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6" name="pt12576"/>
            <p:cNvSpPr/>
            <p:nvPr/>
          </p:nvSpPr>
          <p:spPr>
            <a:xfrm>
              <a:off x="6267103" y="2422131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7" name="pt12577"/>
            <p:cNvSpPr/>
            <p:nvPr/>
          </p:nvSpPr>
          <p:spPr>
            <a:xfrm>
              <a:off x="6243011" y="2278753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8" name="pt12578"/>
            <p:cNvSpPr/>
            <p:nvPr/>
          </p:nvSpPr>
          <p:spPr>
            <a:xfrm>
              <a:off x="5467377" y="253772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9" name="pt12579"/>
            <p:cNvSpPr/>
            <p:nvPr/>
          </p:nvSpPr>
          <p:spPr>
            <a:xfrm>
              <a:off x="6474603" y="226034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0" name="pt12580"/>
            <p:cNvSpPr/>
            <p:nvPr/>
          </p:nvSpPr>
          <p:spPr>
            <a:xfrm>
              <a:off x="5493080" y="2470644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1" name="pt12581"/>
            <p:cNvSpPr/>
            <p:nvPr/>
          </p:nvSpPr>
          <p:spPr>
            <a:xfrm>
              <a:off x="6405766" y="2221226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2" name="pt12582"/>
            <p:cNvSpPr/>
            <p:nvPr/>
          </p:nvSpPr>
          <p:spPr>
            <a:xfrm>
              <a:off x="6154643" y="2269729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3" name="pt12583"/>
            <p:cNvSpPr/>
            <p:nvPr/>
          </p:nvSpPr>
          <p:spPr>
            <a:xfrm>
              <a:off x="5198055" y="258470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4" name="pt12584"/>
            <p:cNvSpPr/>
            <p:nvPr/>
          </p:nvSpPr>
          <p:spPr>
            <a:xfrm>
              <a:off x="5640684" y="239408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5" name="pt12585"/>
            <p:cNvSpPr/>
            <p:nvPr/>
          </p:nvSpPr>
          <p:spPr>
            <a:xfrm>
              <a:off x="6152992" y="2281205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6" name="pt12586"/>
            <p:cNvSpPr/>
            <p:nvPr/>
          </p:nvSpPr>
          <p:spPr>
            <a:xfrm>
              <a:off x="6443295" y="203046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7" name="pt12587"/>
            <p:cNvSpPr/>
            <p:nvPr/>
          </p:nvSpPr>
          <p:spPr>
            <a:xfrm>
              <a:off x="6761808" y="1895586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8" name="pt12588"/>
            <p:cNvSpPr/>
            <p:nvPr/>
          </p:nvSpPr>
          <p:spPr>
            <a:xfrm>
              <a:off x="6405198" y="2169295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9" name="pt12589"/>
            <p:cNvSpPr/>
            <p:nvPr/>
          </p:nvSpPr>
          <p:spPr>
            <a:xfrm>
              <a:off x="6070056" y="233938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0" name="pt12590"/>
            <p:cNvSpPr/>
            <p:nvPr/>
          </p:nvSpPr>
          <p:spPr>
            <a:xfrm>
              <a:off x="6284193" y="2316980"/>
              <a:ext cx="16849" cy="16849"/>
            </a:xfrm>
            <a:prstGeom prst="ellipse">
              <a:avLst/>
            </a:prstGeom>
            <a:solidFill>
              <a:srgbClr val="336E8D">
                <a:alpha val="45098"/>
              </a:srgbClr>
            </a:solidFill>
            <a:ln w="7363" cap="rnd">
              <a:solidFill>
                <a:srgbClr val="336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1" name="pt12591"/>
            <p:cNvSpPr/>
            <p:nvPr/>
          </p:nvSpPr>
          <p:spPr>
            <a:xfrm>
              <a:off x="6611623" y="2151664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2" name="pt12592"/>
            <p:cNvSpPr/>
            <p:nvPr/>
          </p:nvSpPr>
          <p:spPr>
            <a:xfrm>
              <a:off x="6236830" y="231532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3" name="pt12593"/>
            <p:cNvSpPr/>
            <p:nvPr/>
          </p:nvSpPr>
          <p:spPr>
            <a:xfrm>
              <a:off x="6599210" y="2065056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4" name="pt12594"/>
            <p:cNvSpPr/>
            <p:nvPr/>
          </p:nvSpPr>
          <p:spPr>
            <a:xfrm>
              <a:off x="6283082" y="227170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5" name="pt12595"/>
            <p:cNvSpPr/>
            <p:nvPr/>
          </p:nvSpPr>
          <p:spPr>
            <a:xfrm>
              <a:off x="6450518" y="1925579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6" name="pt12596"/>
            <p:cNvSpPr/>
            <p:nvPr/>
          </p:nvSpPr>
          <p:spPr>
            <a:xfrm>
              <a:off x="6570715" y="2175441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7" name="pt12597"/>
            <p:cNvSpPr/>
            <p:nvPr/>
          </p:nvSpPr>
          <p:spPr>
            <a:xfrm>
              <a:off x="5926418" y="1905432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8" name="pt12598"/>
            <p:cNvSpPr/>
            <p:nvPr/>
          </p:nvSpPr>
          <p:spPr>
            <a:xfrm>
              <a:off x="6690757" y="2090529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9" name="pt12599"/>
            <p:cNvSpPr/>
            <p:nvPr/>
          </p:nvSpPr>
          <p:spPr>
            <a:xfrm>
              <a:off x="6680903" y="2018972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0" name="pt12600"/>
            <p:cNvSpPr/>
            <p:nvPr/>
          </p:nvSpPr>
          <p:spPr>
            <a:xfrm>
              <a:off x="5987539" y="2492730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1" name="pt12601"/>
            <p:cNvSpPr/>
            <p:nvPr/>
          </p:nvSpPr>
          <p:spPr>
            <a:xfrm>
              <a:off x="7150179" y="1803781"/>
              <a:ext cx="16849" cy="16849"/>
            </a:xfrm>
            <a:prstGeom prst="ellipse">
              <a:avLst/>
            </a:prstGeom>
            <a:solidFill>
              <a:srgbClr val="6EC85E">
                <a:alpha val="45098"/>
              </a:srgbClr>
            </a:solidFill>
            <a:ln w="7363" cap="rnd">
              <a:solidFill>
                <a:srgbClr val="6EC85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2" name="pt12602"/>
            <p:cNvSpPr/>
            <p:nvPr/>
          </p:nvSpPr>
          <p:spPr>
            <a:xfrm>
              <a:off x="6788551" y="189362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3" name="pt12603"/>
            <p:cNvSpPr/>
            <p:nvPr/>
          </p:nvSpPr>
          <p:spPr>
            <a:xfrm>
              <a:off x="6064250" y="234760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4" name="pt12604"/>
            <p:cNvSpPr/>
            <p:nvPr/>
          </p:nvSpPr>
          <p:spPr>
            <a:xfrm>
              <a:off x="7099175" y="1581467"/>
              <a:ext cx="16849" cy="16849"/>
            </a:xfrm>
            <a:prstGeom prst="ellipse">
              <a:avLst/>
            </a:prstGeom>
            <a:solidFill>
              <a:srgbClr val="97D64B">
                <a:alpha val="45098"/>
              </a:srgbClr>
            </a:solidFill>
            <a:ln w="7363" cap="rnd">
              <a:solidFill>
                <a:srgbClr val="97D64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5" name="pt12605"/>
            <p:cNvSpPr/>
            <p:nvPr/>
          </p:nvSpPr>
          <p:spPr>
            <a:xfrm>
              <a:off x="6154263" y="2220478"/>
              <a:ext cx="16849" cy="16849"/>
            </a:xfrm>
            <a:prstGeom prst="ellipse">
              <a:avLst/>
            </a:prstGeom>
            <a:solidFill>
              <a:srgbClr val="C5DE3E">
                <a:alpha val="45098"/>
              </a:srgbClr>
            </a:solidFill>
            <a:ln w="7363" cap="rnd">
              <a:solidFill>
                <a:srgbClr val="C5DE3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6" name="pt12606"/>
            <p:cNvSpPr/>
            <p:nvPr/>
          </p:nvSpPr>
          <p:spPr>
            <a:xfrm>
              <a:off x="6606680" y="226608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7" name="pt12607"/>
            <p:cNvSpPr/>
            <p:nvPr/>
          </p:nvSpPr>
          <p:spPr>
            <a:xfrm>
              <a:off x="5829252" y="2458152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8" name="pt12608"/>
            <p:cNvSpPr/>
            <p:nvPr/>
          </p:nvSpPr>
          <p:spPr>
            <a:xfrm>
              <a:off x="6320024" y="2289076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9" name="pt12609"/>
            <p:cNvSpPr/>
            <p:nvPr/>
          </p:nvSpPr>
          <p:spPr>
            <a:xfrm>
              <a:off x="6094264" y="2144633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0" name="pt12610"/>
            <p:cNvSpPr/>
            <p:nvPr/>
          </p:nvSpPr>
          <p:spPr>
            <a:xfrm>
              <a:off x="6259737" y="240666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1" name="pt12611"/>
            <p:cNvSpPr/>
            <p:nvPr/>
          </p:nvSpPr>
          <p:spPr>
            <a:xfrm>
              <a:off x="5533403" y="2263216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2" name="pt12612"/>
            <p:cNvSpPr/>
            <p:nvPr/>
          </p:nvSpPr>
          <p:spPr>
            <a:xfrm>
              <a:off x="6041307" y="2376599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3" name="pt12613"/>
            <p:cNvSpPr/>
            <p:nvPr/>
          </p:nvSpPr>
          <p:spPr>
            <a:xfrm>
              <a:off x="5979637" y="2521498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4" name="pt12614"/>
            <p:cNvSpPr/>
            <p:nvPr/>
          </p:nvSpPr>
          <p:spPr>
            <a:xfrm>
              <a:off x="6935822" y="1907053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5" name="pt12615"/>
            <p:cNvSpPr/>
            <p:nvPr/>
          </p:nvSpPr>
          <p:spPr>
            <a:xfrm>
              <a:off x="6088308" y="224361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6" name="pt12616"/>
            <p:cNvSpPr/>
            <p:nvPr/>
          </p:nvSpPr>
          <p:spPr>
            <a:xfrm>
              <a:off x="6681816" y="2036367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7" name="pt12617"/>
            <p:cNvSpPr/>
            <p:nvPr/>
          </p:nvSpPr>
          <p:spPr>
            <a:xfrm>
              <a:off x="6097247" y="218275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8" name="pt12618"/>
            <p:cNvSpPr/>
            <p:nvPr/>
          </p:nvSpPr>
          <p:spPr>
            <a:xfrm>
              <a:off x="6097035" y="2212935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9" name="pt12619"/>
            <p:cNvSpPr/>
            <p:nvPr/>
          </p:nvSpPr>
          <p:spPr>
            <a:xfrm>
              <a:off x="5530019" y="2590146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0" name="pt12620"/>
            <p:cNvSpPr/>
            <p:nvPr/>
          </p:nvSpPr>
          <p:spPr>
            <a:xfrm>
              <a:off x="6255834" y="2297071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1" name="pt12621"/>
            <p:cNvSpPr/>
            <p:nvPr/>
          </p:nvSpPr>
          <p:spPr>
            <a:xfrm>
              <a:off x="6939926" y="2011970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2" name="pt12622"/>
            <p:cNvSpPr/>
            <p:nvPr/>
          </p:nvSpPr>
          <p:spPr>
            <a:xfrm>
              <a:off x="6250451" y="2195323"/>
              <a:ext cx="16849" cy="16849"/>
            </a:xfrm>
            <a:prstGeom prst="ellipse">
              <a:avLst/>
            </a:prstGeom>
            <a:solidFill>
              <a:srgbClr val="A5D848">
                <a:alpha val="45098"/>
              </a:srgbClr>
            </a:solidFill>
            <a:ln w="7363" cap="rnd">
              <a:solidFill>
                <a:srgbClr val="A5D84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3" name="pt12623"/>
            <p:cNvSpPr/>
            <p:nvPr/>
          </p:nvSpPr>
          <p:spPr>
            <a:xfrm>
              <a:off x="5922868" y="2212969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4" name="pt12624"/>
            <p:cNvSpPr/>
            <p:nvPr/>
          </p:nvSpPr>
          <p:spPr>
            <a:xfrm>
              <a:off x="5593956" y="2428594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5" name="pt12625"/>
            <p:cNvSpPr/>
            <p:nvPr/>
          </p:nvSpPr>
          <p:spPr>
            <a:xfrm>
              <a:off x="6183450" y="220890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6" name="pt12626"/>
            <p:cNvSpPr/>
            <p:nvPr/>
          </p:nvSpPr>
          <p:spPr>
            <a:xfrm>
              <a:off x="6768225" y="2072179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7" name="pt12627"/>
            <p:cNvSpPr/>
            <p:nvPr/>
          </p:nvSpPr>
          <p:spPr>
            <a:xfrm>
              <a:off x="5746061" y="2126188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8" name="pt12628"/>
            <p:cNvSpPr/>
            <p:nvPr/>
          </p:nvSpPr>
          <p:spPr>
            <a:xfrm>
              <a:off x="5603589" y="246424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9" name="pt12629"/>
            <p:cNvSpPr/>
            <p:nvPr/>
          </p:nvSpPr>
          <p:spPr>
            <a:xfrm>
              <a:off x="6489208" y="2048563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0" name="pt12630"/>
            <p:cNvSpPr/>
            <p:nvPr/>
          </p:nvSpPr>
          <p:spPr>
            <a:xfrm>
              <a:off x="6433834" y="204383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1" name="pt12631"/>
            <p:cNvSpPr/>
            <p:nvPr/>
          </p:nvSpPr>
          <p:spPr>
            <a:xfrm>
              <a:off x="6607671" y="2071640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2" name="pt12632"/>
            <p:cNvSpPr/>
            <p:nvPr/>
          </p:nvSpPr>
          <p:spPr>
            <a:xfrm>
              <a:off x="6400394" y="215934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3" name="pt12633"/>
            <p:cNvSpPr/>
            <p:nvPr/>
          </p:nvSpPr>
          <p:spPr>
            <a:xfrm>
              <a:off x="6340333" y="2077816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4" name="pt12634"/>
            <p:cNvSpPr/>
            <p:nvPr/>
          </p:nvSpPr>
          <p:spPr>
            <a:xfrm>
              <a:off x="6216644" y="2262257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5" name="pt12635"/>
            <p:cNvSpPr/>
            <p:nvPr/>
          </p:nvSpPr>
          <p:spPr>
            <a:xfrm>
              <a:off x="6420158" y="228597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6" name="pt12636"/>
            <p:cNvSpPr/>
            <p:nvPr/>
          </p:nvSpPr>
          <p:spPr>
            <a:xfrm>
              <a:off x="6322845" y="2242027"/>
              <a:ext cx="16849" cy="16849"/>
            </a:xfrm>
            <a:prstGeom prst="ellipse">
              <a:avLst/>
            </a:prstGeom>
            <a:solidFill>
              <a:srgbClr val="32AC80">
                <a:alpha val="45098"/>
              </a:srgbClr>
            </a:solidFill>
            <a:ln w="7363" cap="rnd">
              <a:solidFill>
                <a:srgbClr val="32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7" name="pt12637"/>
            <p:cNvSpPr/>
            <p:nvPr/>
          </p:nvSpPr>
          <p:spPr>
            <a:xfrm>
              <a:off x="5228926" y="2230806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8" name="pt12638"/>
            <p:cNvSpPr/>
            <p:nvPr/>
          </p:nvSpPr>
          <p:spPr>
            <a:xfrm>
              <a:off x="5157641" y="2456674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9" name="pt12639"/>
            <p:cNvSpPr/>
            <p:nvPr/>
          </p:nvSpPr>
          <p:spPr>
            <a:xfrm>
              <a:off x="5460931" y="238787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0" name="pt12640"/>
            <p:cNvSpPr/>
            <p:nvPr/>
          </p:nvSpPr>
          <p:spPr>
            <a:xfrm>
              <a:off x="6663072" y="2059888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1" name="pt12641"/>
            <p:cNvSpPr/>
            <p:nvPr/>
          </p:nvSpPr>
          <p:spPr>
            <a:xfrm>
              <a:off x="5458441" y="2466832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2" name="pt12642"/>
            <p:cNvSpPr/>
            <p:nvPr/>
          </p:nvSpPr>
          <p:spPr>
            <a:xfrm>
              <a:off x="6004999" y="2503742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3" name="pt12643"/>
            <p:cNvSpPr/>
            <p:nvPr/>
          </p:nvSpPr>
          <p:spPr>
            <a:xfrm>
              <a:off x="6915363" y="1778404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4" name="pt12644"/>
            <p:cNvSpPr/>
            <p:nvPr/>
          </p:nvSpPr>
          <p:spPr>
            <a:xfrm>
              <a:off x="6770928" y="2101252"/>
              <a:ext cx="16849" cy="16849"/>
            </a:xfrm>
            <a:prstGeom prst="ellipse">
              <a:avLst/>
            </a:prstGeom>
            <a:solidFill>
              <a:srgbClr val="63C266">
                <a:alpha val="45098"/>
              </a:srgbClr>
            </a:solidFill>
            <a:ln w="7363" cap="rnd">
              <a:solidFill>
                <a:srgbClr val="63C26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5" name="pt12645"/>
            <p:cNvSpPr/>
            <p:nvPr/>
          </p:nvSpPr>
          <p:spPr>
            <a:xfrm>
              <a:off x="6261968" y="2432127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6" name="pt12646"/>
            <p:cNvSpPr/>
            <p:nvPr/>
          </p:nvSpPr>
          <p:spPr>
            <a:xfrm>
              <a:off x="6529371" y="229304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7" name="pt12647"/>
            <p:cNvSpPr/>
            <p:nvPr/>
          </p:nvSpPr>
          <p:spPr>
            <a:xfrm>
              <a:off x="6220138" y="2298696"/>
              <a:ext cx="16849" cy="16849"/>
            </a:xfrm>
            <a:prstGeom prst="ellipse">
              <a:avLst/>
            </a:prstGeom>
            <a:solidFill>
              <a:srgbClr val="2DAB81">
                <a:alpha val="45098"/>
              </a:srgbClr>
            </a:solidFill>
            <a:ln w="7363" cap="rnd">
              <a:solidFill>
                <a:srgbClr val="2D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8" name="pt12648"/>
            <p:cNvSpPr/>
            <p:nvPr/>
          </p:nvSpPr>
          <p:spPr>
            <a:xfrm>
              <a:off x="5988571" y="229352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9" name="pt12649"/>
            <p:cNvSpPr/>
            <p:nvPr/>
          </p:nvSpPr>
          <p:spPr>
            <a:xfrm>
              <a:off x="6314865" y="232344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0" name="pt12650"/>
            <p:cNvSpPr/>
            <p:nvPr/>
          </p:nvSpPr>
          <p:spPr>
            <a:xfrm>
              <a:off x="6168817" y="2275429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1" name="pt12651"/>
            <p:cNvSpPr/>
            <p:nvPr/>
          </p:nvSpPr>
          <p:spPr>
            <a:xfrm>
              <a:off x="6795163" y="1821711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2" name="pt12652"/>
            <p:cNvSpPr/>
            <p:nvPr/>
          </p:nvSpPr>
          <p:spPr>
            <a:xfrm>
              <a:off x="6598879" y="227754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3" name="pt12653"/>
            <p:cNvSpPr/>
            <p:nvPr/>
          </p:nvSpPr>
          <p:spPr>
            <a:xfrm>
              <a:off x="6259455" y="2510147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4" name="pt12654"/>
            <p:cNvSpPr/>
            <p:nvPr/>
          </p:nvSpPr>
          <p:spPr>
            <a:xfrm>
              <a:off x="6068016" y="236851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5" name="pt12655"/>
            <p:cNvSpPr/>
            <p:nvPr/>
          </p:nvSpPr>
          <p:spPr>
            <a:xfrm>
              <a:off x="6456771" y="2064516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6" name="pt12656"/>
            <p:cNvSpPr/>
            <p:nvPr/>
          </p:nvSpPr>
          <p:spPr>
            <a:xfrm>
              <a:off x="5249546" y="268207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7" name="pt12657"/>
            <p:cNvSpPr/>
            <p:nvPr/>
          </p:nvSpPr>
          <p:spPr>
            <a:xfrm>
              <a:off x="6106699" y="2190222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8" name="pt12658"/>
            <p:cNvSpPr/>
            <p:nvPr/>
          </p:nvSpPr>
          <p:spPr>
            <a:xfrm>
              <a:off x="6023250" y="2311600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9" name="pt12659"/>
            <p:cNvSpPr/>
            <p:nvPr/>
          </p:nvSpPr>
          <p:spPr>
            <a:xfrm>
              <a:off x="6078965" y="2266810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0" name="pt12660"/>
            <p:cNvSpPr/>
            <p:nvPr/>
          </p:nvSpPr>
          <p:spPr>
            <a:xfrm>
              <a:off x="6313074" y="2239646"/>
              <a:ext cx="16849" cy="16849"/>
            </a:xfrm>
            <a:prstGeom prst="ellipse">
              <a:avLst/>
            </a:prstGeom>
            <a:solidFill>
              <a:srgbClr val="24A485">
                <a:alpha val="45098"/>
              </a:srgbClr>
            </a:solidFill>
            <a:ln w="7363" cap="rnd">
              <a:solidFill>
                <a:srgbClr val="24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1" name="pt12661"/>
            <p:cNvSpPr/>
            <p:nvPr/>
          </p:nvSpPr>
          <p:spPr>
            <a:xfrm>
              <a:off x="6643368" y="2023951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2" name="pt12662"/>
            <p:cNvSpPr/>
            <p:nvPr/>
          </p:nvSpPr>
          <p:spPr>
            <a:xfrm>
              <a:off x="6702094" y="2061531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3" name="pt12663"/>
            <p:cNvSpPr/>
            <p:nvPr/>
          </p:nvSpPr>
          <p:spPr>
            <a:xfrm>
              <a:off x="5639280" y="2412320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4" name="pt12664"/>
            <p:cNvSpPr/>
            <p:nvPr/>
          </p:nvSpPr>
          <p:spPr>
            <a:xfrm>
              <a:off x="6255788" y="2324253"/>
              <a:ext cx="16849" cy="16849"/>
            </a:xfrm>
            <a:prstGeom prst="ellipse">
              <a:avLst/>
            </a:prstGeom>
            <a:solidFill>
              <a:srgbClr val="2A9488">
                <a:alpha val="45098"/>
              </a:srgbClr>
            </a:solidFill>
            <a:ln w="7363" cap="rnd">
              <a:solidFill>
                <a:srgbClr val="2A94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5" name="pt12665"/>
            <p:cNvSpPr/>
            <p:nvPr/>
          </p:nvSpPr>
          <p:spPr>
            <a:xfrm>
              <a:off x="6050023" y="2345137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6" name="pt12666"/>
            <p:cNvSpPr/>
            <p:nvPr/>
          </p:nvSpPr>
          <p:spPr>
            <a:xfrm>
              <a:off x="5940197" y="2099360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7" name="pt12667"/>
            <p:cNvSpPr/>
            <p:nvPr/>
          </p:nvSpPr>
          <p:spPr>
            <a:xfrm>
              <a:off x="6684370" y="2154691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8" name="pt12668"/>
            <p:cNvSpPr/>
            <p:nvPr/>
          </p:nvSpPr>
          <p:spPr>
            <a:xfrm>
              <a:off x="5950199" y="2375550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9" name="pt12669"/>
            <p:cNvSpPr/>
            <p:nvPr/>
          </p:nvSpPr>
          <p:spPr>
            <a:xfrm>
              <a:off x="6590513" y="2131569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0" name="pt12670"/>
            <p:cNvSpPr/>
            <p:nvPr/>
          </p:nvSpPr>
          <p:spPr>
            <a:xfrm>
              <a:off x="6453668" y="2043436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1" name="pt12671"/>
            <p:cNvSpPr/>
            <p:nvPr/>
          </p:nvSpPr>
          <p:spPr>
            <a:xfrm>
              <a:off x="6376875" y="229077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2" name="pt12672"/>
            <p:cNvSpPr/>
            <p:nvPr/>
          </p:nvSpPr>
          <p:spPr>
            <a:xfrm>
              <a:off x="6524130" y="2254201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3" name="pt12673"/>
            <p:cNvSpPr/>
            <p:nvPr/>
          </p:nvSpPr>
          <p:spPr>
            <a:xfrm>
              <a:off x="6323592" y="2288979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4" name="pt12674"/>
            <p:cNvSpPr/>
            <p:nvPr/>
          </p:nvSpPr>
          <p:spPr>
            <a:xfrm>
              <a:off x="6859108" y="1929004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5" name="pt12675"/>
            <p:cNvSpPr/>
            <p:nvPr/>
          </p:nvSpPr>
          <p:spPr>
            <a:xfrm>
              <a:off x="6783616" y="1972327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6" name="pt12676"/>
            <p:cNvSpPr/>
            <p:nvPr/>
          </p:nvSpPr>
          <p:spPr>
            <a:xfrm>
              <a:off x="6388163" y="2293295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7" name="pt12677"/>
            <p:cNvSpPr/>
            <p:nvPr/>
          </p:nvSpPr>
          <p:spPr>
            <a:xfrm>
              <a:off x="6093337" y="2267635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8" name="pt12678"/>
            <p:cNvSpPr/>
            <p:nvPr/>
          </p:nvSpPr>
          <p:spPr>
            <a:xfrm>
              <a:off x="6141294" y="2291962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9" name="pt12679"/>
            <p:cNvSpPr/>
            <p:nvPr/>
          </p:nvSpPr>
          <p:spPr>
            <a:xfrm>
              <a:off x="5420410" y="234702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0" name="pt12680"/>
            <p:cNvSpPr/>
            <p:nvPr/>
          </p:nvSpPr>
          <p:spPr>
            <a:xfrm>
              <a:off x="6574133" y="223763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1" name="pt12681"/>
            <p:cNvSpPr/>
            <p:nvPr/>
          </p:nvSpPr>
          <p:spPr>
            <a:xfrm>
              <a:off x="6711041" y="2019368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2" name="pt12682"/>
            <p:cNvSpPr/>
            <p:nvPr/>
          </p:nvSpPr>
          <p:spPr>
            <a:xfrm>
              <a:off x="6117633" y="2289542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3" name="pt12683"/>
            <p:cNvSpPr/>
            <p:nvPr/>
          </p:nvSpPr>
          <p:spPr>
            <a:xfrm>
              <a:off x="6856746" y="190597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4" name="pt12684"/>
            <p:cNvSpPr/>
            <p:nvPr/>
          </p:nvSpPr>
          <p:spPr>
            <a:xfrm>
              <a:off x="5914970" y="2130915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5" name="pt12685"/>
            <p:cNvSpPr/>
            <p:nvPr/>
          </p:nvSpPr>
          <p:spPr>
            <a:xfrm>
              <a:off x="6747879" y="222705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6" name="pt12686"/>
            <p:cNvSpPr/>
            <p:nvPr/>
          </p:nvSpPr>
          <p:spPr>
            <a:xfrm>
              <a:off x="6090213" y="2237937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7" name="pt12687"/>
            <p:cNvSpPr/>
            <p:nvPr/>
          </p:nvSpPr>
          <p:spPr>
            <a:xfrm>
              <a:off x="6907280" y="196426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8" name="pt12688"/>
            <p:cNvSpPr/>
            <p:nvPr/>
          </p:nvSpPr>
          <p:spPr>
            <a:xfrm>
              <a:off x="5275893" y="1902710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9" name="pt12689"/>
            <p:cNvSpPr/>
            <p:nvPr/>
          </p:nvSpPr>
          <p:spPr>
            <a:xfrm>
              <a:off x="6124077" y="2333991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0" name="pt12690"/>
            <p:cNvSpPr/>
            <p:nvPr/>
          </p:nvSpPr>
          <p:spPr>
            <a:xfrm>
              <a:off x="5970300" y="2479163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1" name="pt12691"/>
            <p:cNvSpPr/>
            <p:nvPr/>
          </p:nvSpPr>
          <p:spPr>
            <a:xfrm>
              <a:off x="5897202" y="2201718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2" name="pt12692"/>
            <p:cNvSpPr/>
            <p:nvPr/>
          </p:nvSpPr>
          <p:spPr>
            <a:xfrm>
              <a:off x="6076439" y="236166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3" name="pt12693"/>
            <p:cNvSpPr/>
            <p:nvPr/>
          </p:nvSpPr>
          <p:spPr>
            <a:xfrm>
              <a:off x="5466920" y="233093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4" name="pt12694"/>
            <p:cNvSpPr/>
            <p:nvPr/>
          </p:nvSpPr>
          <p:spPr>
            <a:xfrm>
              <a:off x="6245389" y="2293919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5" name="pt12695"/>
            <p:cNvSpPr/>
            <p:nvPr/>
          </p:nvSpPr>
          <p:spPr>
            <a:xfrm>
              <a:off x="7056944" y="1801249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6" name="pt12696"/>
            <p:cNvSpPr/>
            <p:nvPr/>
          </p:nvSpPr>
          <p:spPr>
            <a:xfrm>
              <a:off x="6186327" y="2010541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7" name="pt12697"/>
            <p:cNvSpPr/>
            <p:nvPr/>
          </p:nvSpPr>
          <p:spPr>
            <a:xfrm>
              <a:off x="6866646" y="1923846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8" name="pt12698"/>
            <p:cNvSpPr/>
            <p:nvPr/>
          </p:nvSpPr>
          <p:spPr>
            <a:xfrm>
              <a:off x="6835146" y="179668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9" name="pt12699"/>
            <p:cNvSpPr/>
            <p:nvPr/>
          </p:nvSpPr>
          <p:spPr>
            <a:xfrm>
              <a:off x="6267075" y="2477855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0" name="pt12700"/>
            <p:cNvSpPr/>
            <p:nvPr/>
          </p:nvSpPr>
          <p:spPr>
            <a:xfrm>
              <a:off x="7133542" y="1355656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1" name="pt12701"/>
            <p:cNvSpPr/>
            <p:nvPr/>
          </p:nvSpPr>
          <p:spPr>
            <a:xfrm>
              <a:off x="6716672" y="1940602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2" name="pt12702"/>
            <p:cNvSpPr/>
            <p:nvPr/>
          </p:nvSpPr>
          <p:spPr>
            <a:xfrm>
              <a:off x="6361866" y="2258801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3" name="pt12703"/>
            <p:cNvSpPr/>
            <p:nvPr/>
          </p:nvSpPr>
          <p:spPr>
            <a:xfrm>
              <a:off x="6227329" y="2275701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4" name="pt12704"/>
            <p:cNvSpPr/>
            <p:nvPr/>
          </p:nvSpPr>
          <p:spPr>
            <a:xfrm>
              <a:off x="6319580" y="230607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5" name="pt12705"/>
            <p:cNvSpPr/>
            <p:nvPr/>
          </p:nvSpPr>
          <p:spPr>
            <a:xfrm>
              <a:off x="5667150" y="233457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6" name="pt12706"/>
            <p:cNvSpPr/>
            <p:nvPr/>
          </p:nvSpPr>
          <p:spPr>
            <a:xfrm>
              <a:off x="6055351" y="232073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7" name="pt12707"/>
            <p:cNvSpPr/>
            <p:nvPr/>
          </p:nvSpPr>
          <p:spPr>
            <a:xfrm>
              <a:off x="6452431" y="2074859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8" name="pt12708"/>
            <p:cNvSpPr/>
            <p:nvPr/>
          </p:nvSpPr>
          <p:spPr>
            <a:xfrm>
              <a:off x="6132479" y="2342995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9" name="pt12709"/>
            <p:cNvSpPr/>
            <p:nvPr/>
          </p:nvSpPr>
          <p:spPr>
            <a:xfrm>
              <a:off x="5435130" y="2231190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0" name="pt12710"/>
            <p:cNvSpPr/>
            <p:nvPr/>
          </p:nvSpPr>
          <p:spPr>
            <a:xfrm>
              <a:off x="6907725" y="2010031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1" name="pt12711"/>
            <p:cNvSpPr/>
            <p:nvPr/>
          </p:nvSpPr>
          <p:spPr>
            <a:xfrm>
              <a:off x="5560046" y="2475216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2" name="pt12712"/>
            <p:cNvSpPr/>
            <p:nvPr/>
          </p:nvSpPr>
          <p:spPr>
            <a:xfrm>
              <a:off x="5636367" y="2496547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3" name="pt12713"/>
            <p:cNvSpPr/>
            <p:nvPr/>
          </p:nvSpPr>
          <p:spPr>
            <a:xfrm>
              <a:off x="6034890" y="2296715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4" name="pt12714"/>
            <p:cNvSpPr/>
            <p:nvPr/>
          </p:nvSpPr>
          <p:spPr>
            <a:xfrm>
              <a:off x="5896409" y="2196102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5" name="pt12715"/>
            <p:cNvSpPr/>
            <p:nvPr/>
          </p:nvSpPr>
          <p:spPr>
            <a:xfrm>
              <a:off x="6179276" y="2328624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6" name="pt12716"/>
            <p:cNvSpPr/>
            <p:nvPr/>
          </p:nvSpPr>
          <p:spPr>
            <a:xfrm>
              <a:off x="5522959" y="2310559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7" name="pt12717"/>
            <p:cNvSpPr/>
            <p:nvPr/>
          </p:nvSpPr>
          <p:spPr>
            <a:xfrm>
              <a:off x="5765124" y="1953953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8" name="pt12718"/>
            <p:cNvSpPr/>
            <p:nvPr/>
          </p:nvSpPr>
          <p:spPr>
            <a:xfrm>
              <a:off x="6259667" y="2450879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9" name="pt12719"/>
            <p:cNvSpPr/>
            <p:nvPr/>
          </p:nvSpPr>
          <p:spPr>
            <a:xfrm>
              <a:off x="7183350" y="1495968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0" name="pt12720"/>
            <p:cNvSpPr/>
            <p:nvPr/>
          </p:nvSpPr>
          <p:spPr>
            <a:xfrm>
              <a:off x="5495105" y="2228836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1" name="pt12721"/>
            <p:cNvSpPr/>
            <p:nvPr/>
          </p:nvSpPr>
          <p:spPr>
            <a:xfrm>
              <a:off x="6618165" y="2094932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2" name="pt12722"/>
            <p:cNvSpPr/>
            <p:nvPr/>
          </p:nvSpPr>
          <p:spPr>
            <a:xfrm>
              <a:off x="5545384" y="2387166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3" name="pt12723"/>
            <p:cNvSpPr/>
            <p:nvPr/>
          </p:nvSpPr>
          <p:spPr>
            <a:xfrm>
              <a:off x="6115138" y="231221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4" name="pt12724"/>
            <p:cNvSpPr/>
            <p:nvPr/>
          </p:nvSpPr>
          <p:spPr>
            <a:xfrm>
              <a:off x="6244794" y="233323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5" name="pt12725"/>
            <p:cNvSpPr/>
            <p:nvPr/>
          </p:nvSpPr>
          <p:spPr>
            <a:xfrm>
              <a:off x="5819547" y="2537288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6" name="pt12726"/>
            <p:cNvSpPr/>
            <p:nvPr/>
          </p:nvSpPr>
          <p:spPr>
            <a:xfrm>
              <a:off x="6920542" y="186114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7" name="pt12727"/>
            <p:cNvSpPr/>
            <p:nvPr/>
          </p:nvSpPr>
          <p:spPr>
            <a:xfrm>
              <a:off x="6240065" y="2183143"/>
              <a:ext cx="16849" cy="16849"/>
            </a:xfrm>
            <a:prstGeom prst="ellipse">
              <a:avLst/>
            </a:prstGeom>
            <a:solidFill>
              <a:srgbClr val="72CC59">
                <a:alpha val="45098"/>
              </a:srgbClr>
            </a:solidFill>
            <a:ln w="7363" cap="rnd">
              <a:solidFill>
                <a:srgbClr val="72CC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8" name="pt12728"/>
            <p:cNvSpPr/>
            <p:nvPr/>
          </p:nvSpPr>
          <p:spPr>
            <a:xfrm>
              <a:off x="6309700" y="2240041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9" name="pt12729"/>
            <p:cNvSpPr/>
            <p:nvPr/>
          </p:nvSpPr>
          <p:spPr>
            <a:xfrm>
              <a:off x="5847481" y="243351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0" name="pt12730"/>
            <p:cNvSpPr/>
            <p:nvPr/>
          </p:nvSpPr>
          <p:spPr>
            <a:xfrm>
              <a:off x="6205505" y="226397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1" name="pt12731"/>
            <p:cNvSpPr/>
            <p:nvPr/>
          </p:nvSpPr>
          <p:spPr>
            <a:xfrm>
              <a:off x="6937969" y="1893661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2" name="pt12732"/>
            <p:cNvSpPr/>
            <p:nvPr/>
          </p:nvSpPr>
          <p:spPr>
            <a:xfrm>
              <a:off x="5995010" y="2569825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3" name="pt12733"/>
            <p:cNvSpPr/>
            <p:nvPr/>
          </p:nvSpPr>
          <p:spPr>
            <a:xfrm>
              <a:off x="6396621" y="2075395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4" name="pt12734"/>
            <p:cNvSpPr/>
            <p:nvPr/>
          </p:nvSpPr>
          <p:spPr>
            <a:xfrm>
              <a:off x="6110901" y="2261093"/>
              <a:ext cx="16849" cy="16849"/>
            </a:xfrm>
            <a:prstGeom prst="ellipse">
              <a:avLst/>
            </a:prstGeom>
            <a:solidFill>
              <a:srgbClr val="33AC80">
                <a:alpha val="45098"/>
              </a:srgbClr>
            </a:solidFill>
            <a:ln w="7363" cap="rnd">
              <a:solidFill>
                <a:srgbClr val="33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5" name="pt12735"/>
            <p:cNvSpPr/>
            <p:nvPr/>
          </p:nvSpPr>
          <p:spPr>
            <a:xfrm>
              <a:off x="6394086" y="214781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6" name="pt12736"/>
            <p:cNvSpPr/>
            <p:nvPr/>
          </p:nvSpPr>
          <p:spPr>
            <a:xfrm>
              <a:off x="5852058" y="2227054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7" name="pt12737"/>
            <p:cNvSpPr/>
            <p:nvPr/>
          </p:nvSpPr>
          <p:spPr>
            <a:xfrm>
              <a:off x="5955673" y="212540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8" name="pt12738"/>
            <p:cNvSpPr/>
            <p:nvPr/>
          </p:nvSpPr>
          <p:spPr>
            <a:xfrm>
              <a:off x="7110582" y="1364471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9" name="pt12739"/>
            <p:cNvSpPr/>
            <p:nvPr/>
          </p:nvSpPr>
          <p:spPr>
            <a:xfrm>
              <a:off x="5848933" y="2442001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0" name="pt12740"/>
            <p:cNvSpPr/>
            <p:nvPr/>
          </p:nvSpPr>
          <p:spPr>
            <a:xfrm>
              <a:off x="6318990" y="2210168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1" name="pt12741"/>
            <p:cNvSpPr/>
            <p:nvPr/>
          </p:nvSpPr>
          <p:spPr>
            <a:xfrm>
              <a:off x="6291802" y="2070545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2" name="pt12742"/>
            <p:cNvSpPr/>
            <p:nvPr/>
          </p:nvSpPr>
          <p:spPr>
            <a:xfrm>
              <a:off x="6731617" y="193184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3" name="pt12743"/>
            <p:cNvSpPr/>
            <p:nvPr/>
          </p:nvSpPr>
          <p:spPr>
            <a:xfrm>
              <a:off x="5586656" y="1854951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4" name="pt12744"/>
            <p:cNvSpPr/>
            <p:nvPr/>
          </p:nvSpPr>
          <p:spPr>
            <a:xfrm>
              <a:off x="6075901" y="2399215"/>
              <a:ext cx="16849" cy="16849"/>
            </a:xfrm>
            <a:prstGeom prst="ellipse">
              <a:avLst/>
            </a:prstGeom>
            <a:solidFill>
              <a:srgbClr val="5ABC6D">
                <a:alpha val="45098"/>
              </a:srgbClr>
            </a:solidFill>
            <a:ln w="7363" cap="rnd">
              <a:solidFill>
                <a:srgbClr val="5A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5" name="pt12745"/>
            <p:cNvSpPr/>
            <p:nvPr/>
          </p:nvSpPr>
          <p:spPr>
            <a:xfrm>
              <a:off x="6254806" y="2340808"/>
              <a:ext cx="16849" cy="16849"/>
            </a:xfrm>
            <a:prstGeom prst="ellipse">
              <a:avLst/>
            </a:prstGeom>
            <a:solidFill>
              <a:srgbClr val="45B279">
                <a:alpha val="45098"/>
              </a:srgbClr>
            </a:solidFill>
            <a:ln w="7363" cap="rnd">
              <a:solidFill>
                <a:srgbClr val="45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6" name="pt12746"/>
            <p:cNvSpPr/>
            <p:nvPr/>
          </p:nvSpPr>
          <p:spPr>
            <a:xfrm>
              <a:off x="5587467" y="2022139"/>
              <a:ext cx="16849" cy="16849"/>
            </a:xfrm>
            <a:prstGeom prst="ellipse">
              <a:avLst/>
            </a:prstGeom>
            <a:solidFill>
              <a:srgbClr val="2DAB81">
                <a:alpha val="45098"/>
              </a:srgbClr>
            </a:solidFill>
            <a:ln w="7363" cap="rnd">
              <a:solidFill>
                <a:srgbClr val="2D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7" name="pt12747"/>
            <p:cNvSpPr/>
            <p:nvPr/>
          </p:nvSpPr>
          <p:spPr>
            <a:xfrm>
              <a:off x="6567222" y="224323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8" name="pt12748"/>
            <p:cNvSpPr/>
            <p:nvPr/>
          </p:nvSpPr>
          <p:spPr>
            <a:xfrm>
              <a:off x="6249215" y="2262038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9" name="pt12749"/>
            <p:cNvSpPr/>
            <p:nvPr/>
          </p:nvSpPr>
          <p:spPr>
            <a:xfrm>
              <a:off x="6891771" y="182215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0" name="pt12750"/>
            <p:cNvSpPr/>
            <p:nvPr/>
          </p:nvSpPr>
          <p:spPr>
            <a:xfrm>
              <a:off x="5939904" y="184503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1" name="pt12751"/>
            <p:cNvSpPr/>
            <p:nvPr/>
          </p:nvSpPr>
          <p:spPr>
            <a:xfrm>
              <a:off x="5906338" y="2023852"/>
              <a:ext cx="16849" cy="16849"/>
            </a:xfrm>
            <a:prstGeom prst="ellipse">
              <a:avLst/>
            </a:prstGeom>
            <a:solidFill>
              <a:srgbClr val="AEDA45">
                <a:alpha val="45098"/>
              </a:srgbClr>
            </a:solidFill>
            <a:ln w="7363" cap="rnd">
              <a:solidFill>
                <a:srgbClr val="AEDA4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2" name="pt12752"/>
            <p:cNvSpPr/>
            <p:nvPr/>
          </p:nvSpPr>
          <p:spPr>
            <a:xfrm>
              <a:off x="6137164" y="2333917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3" name="pt12753"/>
            <p:cNvSpPr/>
            <p:nvPr/>
          </p:nvSpPr>
          <p:spPr>
            <a:xfrm>
              <a:off x="6476269" y="2210117"/>
              <a:ext cx="16849" cy="16849"/>
            </a:xfrm>
            <a:prstGeom prst="ellipse">
              <a:avLst/>
            </a:prstGeom>
            <a:solidFill>
              <a:srgbClr val="6FC95C">
                <a:alpha val="45098"/>
              </a:srgbClr>
            </a:solidFill>
            <a:ln w="7363" cap="rnd">
              <a:solidFill>
                <a:srgbClr val="6FC95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4" name="pt12754"/>
            <p:cNvSpPr/>
            <p:nvPr/>
          </p:nvSpPr>
          <p:spPr>
            <a:xfrm>
              <a:off x="5546965" y="2283004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5" name="pt12755"/>
            <p:cNvSpPr/>
            <p:nvPr/>
          </p:nvSpPr>
          <p:spPr>
            <a:xfrm>
              <a:off x="6816439" y="187546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6" name="pt12756"/>
            <p:cNvSpPr/>
            <p:nvPr/>
          </p:nvSpPr>
          <p:spPr>
            <a:xfrm>
              <a:off x="4834338" y="278033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7" name="pt12757"/>
            <p:cNvSpPr/>
            <p:nvPr/>
          </p:nvSpPr>
          <p:spPr>
            <a:xfrm>
              <a:off x="6507034" y="2032687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8" name="pt12758"/>
            <p:cNvSpPr/>
            <p:nvPr/>
          </p:nvSpPr>
          <p:spPr>
            <a:xfrm>
              <a:off x="5314026" y="2387395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9" name="pt12759"/>
            <p:cNvSpPr/>
            <p:nvPr/>
          </p:nvSpPr>
          <p:spPr>
            <a:xfrm>
              <a:off x="6775846" y="1887078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0" name="pt12760"/>
            <p:cNvSpPr/>
            <p:nvPr/>
          </p:nvSpPr>
          <p:spPr>
            <a:xfrm>
              <a:off x="6977054" y="1877444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1" name="pt12761"/>
            <p:cNvSpPr/>
            <p:nvPr/>
          </p:nvSpPr>
          <p:spPr>
            <a:xfrm>
              <a:off x="6860732" y="1806267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2" name="pt12762"/>
            <p:cNvSpPr/>
            <p:nvPr/>
          </p:nvSpPr>
          <p:spPr>
            <a:xfrm>
              <a:off x="5827281" y="2506955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3" name="pt12763"/>
            <p:cNvSpPr/>
            <p:nvPr/>
          </p:nvSpPr>
          <p:spPr>
            <a:xfrm>
              <a:off x="5298218" y="220880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4" name="pt12764"/>
            <p:cNvSpPr/>
            <p:nvPr/>
          </p:nvSpPr>
          <p:spPr>
            <a:xfrm>
              <a:off x="6745716" y="197950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5" name="pt12765"/>
            <p:cNvSpPr/>
            <p:nvPr/>
          </p:nvSpPr>
          <p:spPr>
            <a:xfrm>
              <a:off x="6530516" y="2142536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6" name="pt12766"/>
            <p:cNvSpPr/>
            <p:nvPr/>
          </p:nvSpPr>
          <p:spPr>
            <a:xfrm>
              <a:off x="6511628" y="2303272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7" name="pt12767"/>
            <p:cNvSpPr/>
            <p:nvPr/>
          </p:nvSpPr>
          <p:spPr>
            <a:xfrm>
              <a:off x="6652890" y="2072507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8" name="pt12768"/>
            <p:cNvSpPr/>
            <p:nvPr/>
          </p:nvSpPr>
          <p:spPr>
            <a:xfrm>
              <a:off x="6768774" y="2066643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9" name="pt12769"/>
            <p:cNvSpPr/>
            <p:nvPr/>
          </p:nvSpPr>
          <p:spPr>
            <a:xfrm>
              <a:off x="6696573" y="2060663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0" name="pt12770"/>
            <p:cNvSpPr/>
            <p:nvPr/>
          </p:nvSpPr>
          <p:spPr>
            <a:xfrm>
              <a:off x="6507480" y="2108605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1" name="pt12771"/>
            <p:cNvSpPr/>
            <p:nvPr/>
          </p:nvSpPr>
          <p:spPr>
            <a:xfrm>
              <a:off x="6748522" y="2013172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2" name="pt12772"/>
            <p:cNvSpPr/>
            <p:nvPr/>
          </p:nvSpPr>
          <p:spPr>
            <a:xfrm>
              <a:off x="6521706" y="2404281"/>
              <a:ext cx="16849" cy="16849"/>
            </a:xfrm>
            <a:prstGeom prst="ellipse">
              <a:avLst/>
            </a:prstGeom>
            <a:solidFill>
              <a:srgbClr val="C0DD40">
                <a:alpha val="45098"/>
              </a:srgbClr>
            </a:solidFill>
            <a:ln w="7363" cap="rnd">
              <a:solidFill>
                <a:srgbClr val="C0DD4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3" name="pt12773"/>
            <p:cNvSpPr/>
            <p:nvPr/>
          </p:nvSpPr>
          <p:spPr>
            <a:xfrm>
              <a:off x="6012310" y="2437015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4" name="pt12774"/>
            <p:cNvSpPr/>
            <p:nvPr/>
          </p:nvSpPr>
          <p:spPr>
            <a:xfrm>
              <a:off x="6213611" y="2290277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5" name="pt12775"/>
            <p:cNvSpPr/>
            <p:nvPr/>
          </p:nvSpPr>
          <p:spPr>
            <a:xfrm>
              <a:off x="6758986" y="2032940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6" name="pt12776"/>
            <p:cNvSpPr/>
            <p:nvPr/>
          </p:nvSpPr>
          <p:spPr>
            <a:xfrm>
              <a:off x="6497672" y="2071193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7" name="pt12777"/>
            <p:cNvSpPr/>
            <p:nvPr/>
          </p:nvSpPr>
          <p:spPr>
            <a:xfrm>
              <a:off x="6034603" y="2261952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8" name="pt12778"/>
            <p:cNvSpPr/>
            <p:nvPr/>
          </p:nvSpPr>
          <p:spPr>
            <a:xfrm>
              <a:off x="6239191" y="228491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9" name="pt12779"/>
            <p:cNvSpPr/>
            <p:nvPr/>
          </p:nvSpPr>
          <p:spPr>
            <a:xfrm>
              <a:off x="6792233" y="1799935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0" name="pt12780"/>
            <p:cNvSpPr/>
            <p:nvPr/>
          </p:nvSpPr>
          <p:spPr>
            <a:xfrm>
              <a:off x="6047016" y="214741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1" name="pt12781"/>
            <p:cNvSpPr/>
            <p:nvPr/>
          </p:nvSpPr>
          <p:spPr>
            <a:xfrm>
              <a:off x="6500264" y="2006108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2" name="pt12782"/>
            <p:cNvSpPr/>
            <p:nvPr/>
          </p:nvSpPr>
          <p:spPr>
            <a:xfrm>
              <a:off x="6044266" y="2411756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3" name="pt12783"/>
            <p:cNvSpPr/>
            <p:nvPr/>
          </p:nvSpPr>
          <p:spPr>
            <a:xfrm>
              <a:off x="5788690" y="2237345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4" name="pt12784"/>
            <p:cNvSpPr/>
            <p:nvPr/>
          </p:nvSpPr>
          <p:spPr>
            <a:xfrm>
              <a:off x="5662232" y="2386049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5" name="pt12785"/>
            <p:cNvSpPr/>
            <p:nvPr/>
          </p:nvSpPr>
          <p:spPr>
            <a:xfrm>
              <a:off x="6238147" y="2307744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6" name="pt12786"/>
            <p:cNvSpPr/>
            <p:nvPr/>
          </p:nvSpPr>
          <p:spPr>
            <a:xfrm>
              <a:off x="6174571" y="228995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7" name="pt12787"/>
            <p:cNvSpPr/>
            <p:nvPr/>
          </p:nvSpPr>
          <p:spPr>
            <a:xfrm>
              <a:off x="6823919" y="200001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8" name="pt12788"/>
            <p:cNvSpPr/>
            <p:nvPr/>
          </p:nvSpPr>
          <p:spPr>
            <a:xfrm>
              <a:off x="6235470" y="2295092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9" name="pt12789"/>
            <p:cNvSpPr/>
            <p:nvPr/>
          </p:nvSpPr>
          <p:spPr>
            <a:xfrm>
              <a:off x="6208870" y="2273066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0" name="pt12790"/>
            <p:cNvSpPr/>
            <p:nvPr/>
          </p:nvSpPr>
          <p:spPr>
            <a:xfrm>
              <a:off x="6332065" y="2181535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1" name="pt12791"/>
            <p:cNvSpPr/>
            <p:nvPr/>
          </p:nvSpPr>
          <p:spPr>
            <a:xfrm>
              <a:off x="6474168" y="218187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2" name="pt12792"/>
            <p:cNvSpPr/>
            <p:nvPr/>
          </p:nvSpPr>
          <p:spPr>
            <a:xfrm>
              <a:off x="6489431" y="224944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3" name="pt12793"/>
            <p:cNvSpPr/>
            <p:nvPr/>
          </p:nvSpPr>
          <p:spPr>
            <a:xfrm>
              <a:off x="6711414" y="1997860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4" name="pt12794"/>
            <p:cNvSpPr/>
            <p:nvPr/>
          </p:nvSpPr>
          <p:spPr>
            <a:xfrm>
              <a:off x="6616753" y="225279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5" name="pt12795"/>
            <p:cNvSpPr/>
            <p:nvPr/>
          </p:nvSpPr>
          <p:spPr>
            <a:xfrm>
              <a:off x="6168647" y="2363277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6" name="pt12796"/>
            <p:cNvSpPr/>
            <p:nvPr/>
          </p:nvSpPr>
          <p:spPr>
            <a:xfrm>
              <a:off x="6374765" y="2182788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7" name="pt12797"/>
            <p:cNvSpPr/>
            <p:nvPr/>
          </p:nvSpPr>
          <p:spPr>
            <a:xfrm>
              <a:off x="6000537" y="2565195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8" name="pt12798"/>
            <p:cNvSpPr/>
            <p:nvPr/>
          </p:nvSpPr>
          <p:spPr>
            <a:xfrm>
              <a:off x="7157773" y="1468053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9" name="pt12799"/>
            <p:cNvSpPr/>
            <p:nvPr/>
          </p:nvSpPr>
          <p:spPr>
            <a:xfrm>
              <a:off x="5546940" y="2459757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0" name="pt12800"/>
            <p:cNvSpPr/>
            <p:nvPr/>
          </p:nvSpPr>
          <p:spPr>
            <a:xfrm>
              <a:off x="6406572" y="226253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1" name="pt12801"/>
            <p:cNvSpPr/>
            <p:nvPr/>
          </p:nvSpPr>
          <p:spPr>
            <a:xfrm>
              <a:off x="6380789" y="2226694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2" name="pt12802"/>
            <p:cNvSpPr/>
            <p:nvPr/>
          </p:nvSpPr>
          <p:spPr>
            <a:xfrm>
              <a:off x="6296660" y="1816245"/>
              <a:ext cx="16849" cy="16849"/>
            </a:xfrm>
            <a:prstGeom prst="ellipse">
              <a:avLst/>
            </a:prstGeom>
            <a:solidFill>
              <a:srgbClr val="6EC95D">
                <a:alpha val="45098"/>
              </a:srgbClr>
            </a:solidFill>
            <a:ln w="7363" cap="rnd">
              <a:solidFill>
                <a:srgbClr val="6E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3" name="pt12803"/>
            <p:cNvSpPr/>
            <p:nvPr/>
          </p:nvSpPr>
          <p:spPr>
            <a:xfrm>
              <a:off x="5612560" y="2436428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4" name="pt12804"/>
            <p:cNvSpPr/>
            <p:nvPr/>
          </p:nvSpPr>
          <p:spPr>
            <a:xfrm>
              <a:off x="5526180" y="2465744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5" name="pt12805"/>
            <p:cNvSpPr/>
            <p:nvPr/>
          </p:nvSpPr>
          <p:spPr>
            <a:xfrm>
              <a:off x="6264312" y="2294334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6" name="pt12806"/>
            <p:cNvSpPr/>
            <p:nvPr/>
          </p:nvSpPr>
          <p:spPr>
            <a:xfrm>
              <a:off x="5837517" y="2463066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7" name="pt12807"/>
            <p:cNvSpPr/>
            <p:nvPr/>
          </p:nvSpPr>
          <p:spPr>
            <a:xfrm>
              <a:off x="5624711" y="2552826"/>
              <a:ext cx="16849" cy="16849"/>
            </a:xfrm>
            <a:prstGeom prst="ellipse">
              <a:avLst/>
            </a:prstGeom>
            <a:solidFill>
              <a:srgbClr val="299987">
                <a:alpha val="45098"/>
              </a:srgbClr>
            </a:solidFill>
            <a:ln w="7363" cap="rnd">
              <a:solidFill>
                <a:srgbClr val="2999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8" name="pt12808"/>
            <p:cNvSpPr/>
            <p:nvPr/>
          </p:nvSpPr>
          <p:spPr>
            <a:xfrm>
              <a:off x="5618670" y="2407138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9" name="pt12809"/>
            <p:cNvSpPr/>
            <p:nvPr/>
          </p:nvSpPr>
          <p:spPr>
            <a:xfrm>
              <a:off x="6278819" y="2089807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0" name="pt12810"/>
            <p:cNvSpPr/>
            <p:nvPr/>
          </p:nvSpPr>
          <p:spPr>
            <a:xfrm>
              <a:off x="6170424" y="233123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1" name="pt12811"/>
            <p:cNvSpPr/>
            <p:nvPr/>
          </p:nvSpPr>
          <p:spPr>
            <a:xfrm>
              <a:off x="5708965" y="2485672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2" name="pt12812"/>
            <p:cNvSpPr/>
            <p:nvPr/>
          </p:nvSpPr>
          <p:spPr>
            <a:xfrm>
              <a:off x="6375521" y="245436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3" name="pt12813"/>
            <p:cNvSpPr/>
            <p:nvPr/>
          </p:nvSpPr>
          <p:spPr>
            <a:xfrm>
              <a:off x="5772952" y="2232968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4" name="pt12814"/>
            <p:cNvSpPr/>
            <p:nvPr/>
          </p:nvSpPr>
          <p:spPr>
            <a:xfrm>
              <a:off x="5909392" y="2077893"/>
              <a:ext cx="16849" cy="16849"/>
            </a:xfrm>
            <a:prstGeom prst="ellipse">
              <a:avLst/>
            </a:prstGeom>
            <a:solidFill>
              <a:srgbClr val="45B279">
                <a:alpha val="45098"/>
              </a:srgbClr>
            </a:solidFill>
            <a:ln w="7363" cap="rnd">
              <a:solidFill>
                <a:srgbClr val="45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5" name="pt12815"/>
            <p:cNvSpPr/>
            <p:nvPr/>
          </p:nvSpPr>
          <p:spPr>
            <a:xfrm>
              <a:off x="6385711" y="2311059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6" name="pt12816"/>
            <p:cNvSpPr/>
            <p:nvPr/>
          </p:nvSpPr>
          <p:spPr>
            <a:xfrm>
              <a:off x="6436898" y="1833455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7" name="pt12817"/>
            <p:cNvSpPr/>
            <p:nvPr/>
          </p:nvSpPr>
          <p:spPr>
            <a:xfrm>
              <a:off x="6298215" y="1974603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8" name="pt12818"/>
            <p:cNvSpPr/>
            <p:nvPr/>
          </p:nvSpPr>
          <p:spPr>
            <a:xfrm>
              <a:off x="6154521" y="237641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9" name="pt12819"/>
            <p:cNvSpPr/>
            <p:nvPr/>
          </p:nvSpPr>
          <p:spPr>
            <a:xfrm>
              <a:off x="6134609" y="2290296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0" name="pt12820"/>
            <p:cNvSpPr/>
            <p:nvPr/>
          </p:nvSpPr>
          <p:spPr>
            <a:xfrm>
              <a:off x="6310138" y="236826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1" name="pt12821"/>
            <p:cNvSpPr/>
            <p:nvPr/>
          </p:nvSpPr>
          <p:spPr>
            <a:xfrm>
              <a:off x="5661302" y="2511710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2" name="pt12822"/>
            <p:cNvSpPr/>
            <p:nvPr/>
          </p:nvSpPr>
          <p:spPr>
            <a:xfrm>
              <a:off x="5987646" y="2335074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3" name="pt12823"/>
            <p:cNvSpPr/>
            <p:nvPr/>
          </p:nvSpPr>
          <p:spPr>
            <a:xfrm>
              <a:off x="6437098" y="1868456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4" name="pt12824"/>
            <p:cNvSpPr/>
            <p:nvPr/>
          </p:nvSpPr>
          <p:spPr>
            <a:xfrm>
              <a:off x="5918257" y="2192987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5" name="pt12825"/>
            <p:cNvSpPr/>
            <p:nvPr/>
          </p:nvSpPr>
          <p:spPr>
            <a:xfrm>
              <a:off x="6334273" y="2239502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6" name="pt12826"/>
            <p:cNvSpPr/>
            <p:nvPr/>
          </p:nvSpPr>
          <p:spPr>
            <a:xfrm>
              <a:off x="6288388" y="2043489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7" name="pt12827"/>
            <p:cNvSpPr/>
            <p:nvPr/>
          </p:nvSpPr>
          <p:spPr>
            <a:xfrm>
              <a:off x="6394675" y="2183641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8" name="pt12828"/>
            <p:cNvSpPr/>
            <p:nvPr/>
          </p:nvSpPr>
          <p:spPr>
            <a:xfrm>
              <a:off x="6291279" y="213812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9" name="pt12829"/>
            <p:cNvSpPr/>
            <p:nvPr/>
          </p:nvSpPr>
          <p:spPr>
            <a:xfrm>
              <a:off x="6176792" y="2246791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0" name="pt12830"/>
            <p:cNvSpPr/>
            <p:nvPr/>
          </p:nvSpPr>
          <p:spPr>
            <a:xfrm>
              <a:off x="6021246" y="223573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1" name="pt12831"/>
            <p:cNvSpPr/>
            <p:nvPr/>
          </p:nvSpPr>
          <p:spPr>
            <a:xfrm>
              <a:off x="5619589" y="2400991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2" name="pt12832"/>
            <p:cNvSpPr/>
            <p:nvPr/>
          </p:nvSpPr>
          <p:spPr>
            <a:xfrm>
              <a:off x="6751803" y="2210800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3" name="pt12833"/>
            <p:cNvSpPr/>
            <p:nvPr/>
          </p:nvSpPr>
          <p:spPr>
            <a:xfrm>
              <a:off x="5971305" y="2474057"/>
              <a:ext cx="16849" cy="16849"/>
            </a:xfrm>
            <a:prstGeom prst="ellipse">
              <a:avLst/>
            </a:prstGeom>
            <a:solidFill>
              <a:srgbClr val="4FB773">
                <a:alpha val="45098"/>
              </a:srgbClr>
            </a:solidFill>
            <a:ln w="7363" cap="rnd">
              <a:solidFill>
                <a:srgbClr val="4FB7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4" name="pt12834"/>
            <p:cNvSpPr/>
            <p:nvPr/>
          </p:nvSpPr>
          <p:spPr>
            <a:xfrm>
              <a:off x="6676592" y="1940115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5" name="pt12835"/>
            <p:cNvSpPr/>
            <p:nvPr/>
          </p:nvSpPr>
          <p:spPr>
            <a:xfrm>
              <a:off x="6167693" y="2294825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6" name="pt12836"/>
            <p:cNvSpPr/>
            <p:nvPr/>
          </p:nvSpPr>
          <p:spPr>
            <a:xfrm>
              <a:off x="6492593" y="2095845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7" name="pt12837"/>
            <p:cNvSpPr/>
            <p:nvPr/>
          </p:nvSpPr>
          <p:spPr>
            <a:xfrm>
              <a:off x="6365421" y="230931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8" name="pt12838"/>
            <p:cNvSpPr/>
            <p:nvPr/>
          </p:nvSpPr>
          <p:spPr>
            <a:xfrm>
              <a:off x="5405096" y="2377995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9" name="pt12839"/>
            <p:cNvSpPr/>
            <p:nvPr/>
          </p:nvSpPr>
          <p:spPr>
            <a:xfrm>
              <a:off x="6151526" y="2325054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0" name="pt12840"/>
            <p:cNvSpPr/>
            <p:nvPr/>
          </p:nvSpPr>
          <p:spPr>
            <a:xfrm>
              <a:off x="6441291" y="1791513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1" name="pt12841"/>
            <p:cNvSpPr/>
            <p:nvPr/>
          </p:nvSpPr>
          <p:spPr>
            <a:xfrm>
              <a:off x="6715665" y="2124137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2" name="pt12842"/>
            <p:cNvSpPr/>
            <p:nvPr/>
          </p:nvSpPr>
          <p:spPr>
            <a:xfrm>
              <a:off x="6071789" y="2402509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3" name="pt12843"/>
            <p:cNvSpPr/>
            <p:nvPr/>
          </p:nvSpPr>
          <p:spPr>
            <a:xfrm>
              <a:off x="6752944" y="2050953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4" name="pt12844"/>
            <p:cNvSpPr/>
            <p:nvPr/>
          </p:nvSpPr>
          <p:spPr>
            <a:xfrm>
              <a:off x="6010045" y="2394736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5" name="pt12845"/>
            <p:cNvSpPr/>
            <p:nvPr/>
          </p:nvSpPr>
          <p:spPr>
            <a:xfrm>
              <a:off x="5866899" y="2012811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6" name="pt12846"/>
            <p:cNvSpPr/>
            <p:nvPr/>
          </p:nvSpPr>
          <p:spPr>
            <a:xfrm>
              <a:off x="6105275" y="231746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7" name="pt12847"/>
            <p:cNvSpPr/>
            <p:nvPr/>
          </p:nvSpPr>
          <p:spPr>
            <a:xfrm>
              <a:off x="6806960" y="2014149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8" name="pt12848"/>
            <p:cNvSpPr/>
            <p:nvPr/>
          </p:nvSpPr>
          <p:spPr>
            <a:xfrm>
              <a:off x="6057509" y="2352207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9" name="pt12849"/>
            <p:cNvSpPr/>
            <p:nvPr/>
          </p:nvSpPr>
          <p:spPr>
            <a:xfrm>
              <a:off x="5898892" y="2214499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0" name="pt12850"/>
            <p:cNvSpPr/>
            <p:nvPr/>
          </p:nvSpPr>
          <p:spPr>
            <a:xfrm>
              <a:off x="6567271" y="2199447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1" name="pt12851"/>
            <p:cNvSpPr/>
            <p:nvPr/>
          </p:nvSpPr>
          <p:spPr>
            <a:xfrm>
              <a:off x="6412474" y="2133614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2" name="pt12852"/>
            <p:cNvSpPr/>
            <p:nvPr/>
          </p:nvSpPr>
          <p:spPr>
            <a:xfrm>
              <a:off x="6162728" y="2281816"/>
              <a:ext cx="16849" cy="16849"/>
            </a:xfrm>
            <a:prstGeom prst="ellipse">
              <a:avLst/>
            </a:prstGeom>
            <a:solidFill>
              <a:srgbClr val="38AE7E">
                <a:alpha val="45098"/>
              </a:srgbClr>
            </a:solidFill>
            <a:ln w="7363" cap="rnd">
              <a:solidFill>
                <a:srgbClr val="38AE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3" name="pt12853"/>
            <p:cNvSpPr/>
            <p:nvPr/>
          </p:nvSpPr>
          <p:spPr>
            <a:xfrm>
              <a:off x="5720471" y="2530650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4" name="pt12854"/>
            <p:cNvSpPr/>
            <p:nvPr/>
          </p:nvSpPr>
          <p:spPr>
            <a:xfrm>
              <a:off x="5962186" y="2390588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5" name="pt12855"/>
            <p:cNvSpPr/>
            <p:nvPr/>
          </p:nvSpPr>
          <p:spPr>
            <a:xfrm>
              <a:off x="5795758" y="2026152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6" name="pt12856"/>
            <p:cNvSpPr/>
            <p:nvPr/>
          </p:nvSpPr>
          <p:spPr>
            <a:xfrm>
              <a:off x="5963948" y="2378694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7" name="pt12857"/>
            <p:cNvSpPr/>
            <p:nvPr/>
          </p:nvSpPr>
          <p:spPr>
            <a:xfrm>
              <a:off x="5696475" y="245775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8" name="pt12858"/>
            <p:cNvSpPr/>
            <p:nvPr/>
          </p:nvSpPr>
          <p:spPr>
            <a:xfrm>
              <a:off x="5562921" y="2484978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9" name="pt12859"/>
            <p:cNvSpPr/>
            <p:nvPr/>
          </p:nvSpPr>
          <p:spPr>
            <a:xfrm>
              <a:off x="6787849" y="1687806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0" name="pt12860"/>
            <p:cNvSpPr/>
            <p:nvPr/>
          </p:nvSpPr>
          <p:spPr>
            <a:xfrm>
              <a:off x="6299848" y="2086569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1" name="pt12861"/>
            <p:cNvSpPr/>
            <p:nvPr/>
          </p:nvSpPr>
          <p:spPr>
            <a:xfrm>
              <a:off x="6548272" y="2124138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2" name="pt12862"/>
            <p:cNvSpPr/>
            <p:nvPr/>
          </p:nvSpPr>
          <p:spPr>
            <a:xfrm>
              <a:off x="6591591" y="223814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3" name="pt12863"/>
            <p:cNvSpPr/>
            <p:nvPr/>
          </p:nvSpPr>
          <p:spPr>
            <a:xfrm>
              <a:off x="6561458" y="2119850"/>
              <a:ext cx="16849" cy="16849"/>
            </a:xfrm>
            <a:prstGeom prst="ellipse">
              <a:avLst/>
            </a:prstGeom>
            <a:solidFill>
              <a:srgbClr val="71CB5A">
                <a:alpha val="45098"/>
              </a:srgbClr>
            </a:solidFill>
            <a:ln w="7363" cap="rnd">
              <a:solidFill>
                <a:srgbClr val="71CB5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4" name="pt12864"/>
            <p:cNvSpPr/>
            <p:nvPr/>
          </p:nvSpPr>
          <p:spPr>
            <a:xfrm>
              <a:off x="6614151" y="2088312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5" name="pt12865"/>
            <p:cNvSpPr/>
            <p:nvPr/>
          </p:nvSpPr>
          <p:spPr>
            <a:xfrm>
              <a:off x="6167744" y="234002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6" name="pt12866"/>
            <p:cNvSpPr/>
            <p:nvPr/>
          </p:nvSpPr>
          <p:spPr>
            <a:xfrm>
              <a:off x="6673375" y="219419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7" name="pt12867"/>
            <p:cNvSpPr/>
            <p:nvPr/>
          </p:nvSpPr>
          <p:spPr>
            <a:xfrm>
              <a:off x="5681914" y="239251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8" name="pt12868"/>
            <p:cNvSpPr/>
            <p:nvPr/>
          </p:nvSpPr>
          <p:spPr>
            <a:xfrm>
              <a:off x="6153064" y="2088542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9" name="pt12869"/>
            <p:cNvSpPr/>
            <p:nvPr/>
          </p:nvSpPr>
          <p:spPr>
            <a:xfrm>
              <a:off x="5625759" y="2399618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0" name="pt12870"/>
            <p:cNvSpPr/>
            <p:nvPr/>
          </p:nvSpPr>
          <p:spPr>
            <a:xfrm>
              <a:off x="5868530" y="2019890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1" name="pt12871"/>
            <p:cNvSpPr/>
            <p:nvPr/>
          </p:nvSpPr>
          <p:spPr>
            <a:xfrm>
              <a:off x="5854414" y="2148094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2" name="pt12872"/>
            <p:cNvSpPr/>
            <p:nvPr/>
          </p:nvSpPr>
          <p:spPr>
            <a:xfrm>
              <a:off x="6769075" y="2066818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3" name="pt12873"/>
            <p:cNvSpPr/>
            <p:nvPr/>
          </p:nvSpPr>
          <p:spPr>
            <a:xfrm>
              <a:off x="5960096" y="2317967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4" name="pt12874"/>
            <p:cNvSpPr/>
            <p:nvPr/>
          </p:nvSpPr>
          <p:spPr>
            <a:xfrm>
              <a:off x="5772441" y="220388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5" name="pt12875"/>
            <p:cNvSpPr/>
            <p:nvPr/>
          </p:nvSpPr>
          <p:spPr>
            <a:xfrm>
              <a:off x="6506934" y="2022583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6" name="pt12876"/>
            <p:cNvSpPr/>
            <p:nvPr/>
          </p:nvSpPr>
          <p:spPr>
            <a:xfrm>
              <a:off x="6372936" y="2328421"/>
              <a:ext cx="16849" cy="16849"/>
            </a:xfrm>
            <a:prstGeom prst="ellipse">
              <a:avLst/>
            </a:prstGeom>
            <a:solidFill>
              <a:srgbClr val="2B7B8D">
                <a:alpha val="45098"/>
              </a:srgbClr>
            </a:solidFill>
            <a:ln w="7363" cap="rnd">
              <a:solidFill>
                <a:srgbClr val="2B7B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7" name="pt12877"/>
            <p:cNvSpPr/>
            <p:nvPr/>
          </p:nvSpPr>
          <p:spPr>
            <a:xfrm>
              <a:off x="6264578" y="2347043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8" name="pt12878"/>
            <p:cNvSpPr/>
            <p:nvPr/>
          </p:nvSpPr>
          <p:spPr>
            <a:xfrm>
              <a:off x="5246391" y="2208569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9" name="pt12879"/>
            <p:cNvSpPr/>
            <p:nvPr/>
          </p:nvSpPr>
          <p:spPr>
            <a:xfrm>
              <a:off x="5876231" y="209179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0" name="pt12880"/>
            <p:cNvSpPr/>
            <p:nvPr/>
          </p:nvSpPr>
          <p:spPr>
            <a:xfrm>
              <a:off x="6047643" y="2395628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1" name="pt12881"/>
            <p:cNvSpPr/>
            <p:nvPr/>
          </p:nvSpPr>
          <p:spPr>
            <a:xfrm>
              <a:off x="7285241" y="1781944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2" name="pt12882"/>
            <p:cNvSpPr/>
            <p:nvPr/>
          </p:nvSpPr>
          <p:spPr>
            <a:xfrm>
              <a:off x="6662693" y="197745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3" name="pt12883"/>
            <p:cNvSpPr/>
            <p:nvPr/>
          </p:nvSpPr>
          <p:spPr>
            <a:xfrm>
              <a:off x="5914751" y="196494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4" name="pt12884"/>
            <p:cNvSpPr/>
            <p:nvPr/>
          </p:nvSpPr>
          <p:spPr>
            <a:xfrm>
              <a:off x="6387353" y="2225039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5" name="pt12885"/>
            <p:cNvSpPr/>
            <p:nvPr/>
          </p:nvSpPr>
          <p:spPr>
            <a:xfrm>
              <a:off x="6583528" y="216097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6" name="pt12886"/>
            <p:cNvSpPr/>
            <p:nvPr/>
          </p:nvSpPr>
          <p:spPr>
            <a:xfrm>
              <a:off x="6366825" y="2305974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7" name="pt12887"/>
            <p:cNvSpPr/>
            <p:nvPr/>
          </p:nvSpPr>
          <p:spPr>
            <a:xfrm>
              <a:off x="5688234" y="2412207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8" name="pt12888"/>
            <p:cNvSpPr/>
            <p:nvPr/>
          </p:nvSpPr>
          <p:spPr>
            <a:xfrm>
              <a:off x="6896958" y="194863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9" name="pt12889"/>
            <p:cNvSpPr/>
            <p:nvPr/>
          </p:nvSpPr>
          <p:spPr>
            <a:xfrm>
              <a:off x="6221742" y="232898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0" name="pt12890"/>
            <p:cNvSpPr/>
            <p:nvPr/>
          </p:nvSpPr>
          <p:spPr>
            <a:xfrm>
              <a:off x="6487161" y="2093275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1" name="pt12891"/>
            <p:cNvSpPr/>
            <p:nvPr/>
          </p:nvSpPr>
          <p:spPr>
            <a:xfrm>
              <a:off x="6301482" y="2044333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2" name="pt12892"/>
            <p:cNvSpPr/>
            <p:nvPr/>
          </p:nvSpPr>
          <p:spPr>
            <a:xfrm>
              <a:off x="6552312" y="2085918"/>
              <a:ext cx="16849" cy="16849"/>
            </a:xfrm>
            <a:prstGeom prst="ellipse">
              <a:avLst/>
            </a:prstGeom>
            <a:solidFill>
              <a:srgbClr val="BBDC41">
                <a:alpha val="45098"/>
              </a:srgbClr>
            </a:solidFill>
            <a:ln w="7363" cap="rnd">
              <a:solidFill>
                <a:srgbClr val="BBDC4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3" name="pt12893"/>
            <p:cNvSpPr/>
            <p:nvPr/>
          </p:nvSpPr>
          <p:spPr>
            <a:xfrm>
              <a:off x="5489908" y="2604987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4" name="pt12894"/>
            <p:cNvSpPr/>
            <p:nvPr/>
          </p:nvSpPr>
          <p:spPr>
            <a:xfrm>
              <a:off x="6408275" y="2284328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5" name="pt12895"/>
            <p:cNvSpPr/>
            <p:nvPr/>
          </p:nvSpPr>
          <p:spPr>
            <a:xfrm>
              <a:off x="6298405" y="220265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6" name="pt12896"/>
            <p:cNvSpPr/>
            <p:nvPr/>
          </p:nvSpPr>
          <p:spPr>
            <a:xfrm>
              <a:off x="6250454" y="221323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7" name="pt12897"/>
            <p:cNvSpPr/>
            <p:nvPr/>
          </p:nvSpPr>
          <p:spPr>
            <a:xfrm>
              <a:off x="5748237" y="2201517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8" name="pt12898"/>
            <p:cNvSpPr/>
            <p:nvPr/>
          </p:nvSpPr>
          <p:spPr>
            <a:xfrm>
              <a:off x="6633020" y="2210559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9" name="pt12899"/>
            <p:cNvSpPr/>
            <p:nvPr/>
          </p:nvSpPr>
          <p:spPr>
            <a:xfrm>
              <a:off x="6566557" y="2199057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0" name="pt12900"/>
            <p:cNvSpPr/>
            <p:nvPr/>
          </p:nvSpPr>
          <p:spPr>
            <a:xfrm>
              <a:off x="5519165" y="2246620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1" name="pt12901"/>
            <p:cNvSpPr/>
            <p:nvPr/>
          </p:nvSpPr>
          <p:spPr>
            <a:xfrm>
              <a:off x="6502070" y="2049828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2" name="pt12902"/>
            <p:cNvSpPr/>
            <p:nvPr/>
          </p:nvSpPr>
          <p:spPr>
            <a:xfrm>
              <a:off x="6117020" y="237871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3" name="pt12903"/>
            <p:cNvSpPr/>
            <p:nvPr/>
          </p:nvSpPr>
          <p:spPr>
            <a:xfrm>
              <a:off x="5317142" y="2162506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4" name="pt12904"/>
            <p:cNvSpPr/>
            <p:nvPr/>
          </p:nvSpPr>
          <p:spPr>
            <a:xfrm>
              <a:off x="5816841" y="250063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5" name="pt12905"/>
            <p:cNvSpPr/>
            <p:nvPr/>
          </p:nvSpPr>
          <p:spPr>
            <a:xfrm>
              <a:off x="6057626" y="2360154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6" name="pt12906"/>
            <p:cNvSpPr/>
            <p:nvPr/>
          </p:nvSpPr>
          <p:spPr>
            <a:xfrm>
              <a:off x="5958225" y="2263149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7" name="pt12907"/>
            <p:cNvSpPr/>
            <p:nvPr/>
          </p:nvSpPr>
          <p:spPr>
            <a:xfrm>
              <a:off x="6635129" y="2071213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8" name="pt12908"/>
            <p:cNvSpPr/>
            <p:nvPr/>
          </p:nvSpPr>
          <p:spPr>
            <a:xfrm>
              <a:off x="6201267" y="2106566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9" name="pt12909"/>
            <p:cNvSpPr/>
            <p:nvPr/>
          </p:nvSpPr>
          <p:spPr>
            <a:xfrm>
              <a:off x="6200078" y="2197326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0" name="pt12910"/>
            <p:cNvSpPr/>
            <p:nvPr/>
          </p:nvSpPr>
          <p:spPr>
            <a:xfrm>
              <a:off x="5642129" y="2477239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1" name="pt12911"/>
            <p:cNvSpPr/>
            <p:nvPr/>
          </p:nvSpPr>
          <p:spPr>
            <a:xfrm>
              <a:off x="6632302" y="2213191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2" name="pt12912"/>
            <p:cNvSpPr/>
            <p:nvPr/>
          </p:nvSpPr>
          <p:spPr>
            <a:xfrm>
              <a:off x="6021622" y="2195588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3" name="pt12913"/>
            <p:cNvSpPr/>
            <p:nvPr/>
          </p:nvSpPr>
          <p:spPr>
            <a:xfrm>
              <a:off x="6586293" y="224943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4" name="pt12914"/>
            <p:cNvSpPr/>
            <p:nvPr/>
          </p:nvSpPr>
          <p:spPr>
            <a:xfrm>
              <a:off x="6577236" y="2014660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5" name="pt12915"/>
            <p:cNvSpPr/>
            <p:nvPr/>
          </p:nvSpPr>
          <p:spPr>
            <a:xfrm>
              <a:off x="5880161" y="208387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6" name="pt12916"/>
            <p:cNvSpPr/>
            <p:nvPr/>
          </p:nvSpPr>
          <p:spPr>
            <a:xfrm>
              <a:off x="6604082" y="2153029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7" name="pt12917"/>
            <p:cNvSpPr/>
            <p:nvPr/>
          </p:nvSpPr>
          <p:spPr>
            <a:xfrm>
              <a:off x="5758315" y="1894344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8" name="pt12918"/>
            <p:cNvSpPr/>
            <p:nvPr/>
          </p:nvSpPr>
          <p:spPr>
            <a:xfrm>
              <a:off x="5695344" y="2539081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9" name="pt12919"/>
            <p:cNvSpPr/>
            <p:nvPr/>
          </p:nvSpPr>
          <p:spPr>
            <a:xfrm>
              <a:off x="6382765" y="2326645"/>
              <a:ext cx="16849" cy="16849"/>
            </a:xfrm>
            <a:prstGeom prst="ellipse">
              <a:avLst/>
            </a:prstGeom>
            <a:solidFill>
              <a:srgbClr val="38AE7E">
                <a:alpha val="45098"/>
              </a:srgbClr>
            </a:solidFill>
            <a:ln w="7363" cap="rnd">
              <a:solidFill>
                <a:srgbClr val="38AE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0" name="pt12920"/>
            <p:cNvSpPr/>
            <p:nvPr/>
          </p:nvSpPr>
          <p:spPr>
            <a:xfrm>
              <a:off x="6967803" y="1687732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1" name="pt12921"/>
            <p:cNvSpPr/>
            <p:nvPr/>
          </p:nvSpPr>
          <p:spPr>
            <a:xfrm>
              <a:off x="7378588" y="1430283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2" name="pt12922"/>
            <p:cNvSpPr/>
            <p:nvPr/>
          </p:nvSpPr>
          <p:spPr>
            <a:xfrm>
              <a:off x="5692181" y="2411999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3" name="pt12923"/>
            <p:cNvSpPr/>
            <p:nvPr/>
          </p:nvSpPr>
          <p:spPr>
            <a:xfrm>
              <a:off x="6524998" y="2234020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4" name="pt12924"/>
            <p:cNvSpPr/>
            <p:nvPr/>
          </p:nvSpPr>
          <p:spPr>
            <a:xfrm>
              <a:off x="6180729" y="2290331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5" name="pt12925"/>
            <p:cNvSpPr/>
            <p:nvPr/>
          </p:nvSpPr>
          <p:spPr>
            <a:xfrm>
              <a:off x="6619548" y="237782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6" name="pt12926"/>
            <p:cNvSpPr/>
            <p:nvPr/>
          </p:nvSpPr>
          <p:spPr>
            <a:xfrm>
              <a:off x="6110476" y="2233780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7" name="pt12927"/>
            <p:cNvSpPr/>
            <p:nvPr/>
          </p:nvSpPr>
          <p:spPr>
            <a:xfrm>
              <a:off x="6479485" y="1992796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8" name="pt12928"/>
            <p:cNvSpPr/>
            <p:nvPr/>
          </p:nvSpPr>
          <p:spPr>
            <a:xfrm>
              <a:off x="6165203" y="236092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9" name="pt12929"/>
            <p:cNvSpPr/>
            <p:nvPr/>
          </p:nvSpPr>
          <p:spPr>
            <a:xfrm>
              <a:off x="6325702" y="2171098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0" name="pt12930"/>
            <p:cNvSpPr/>
            <p:nvPr/>
          </p:nvSpPr>
          <p:spPr>
            <a:xfrm>
              <a:off x="5705248" y="251386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1" name="pt12931"/>
            <p:cNvSpPr/>
            <p:nvPr/>
          </p:nvSpPr>
          <p:spPr>
            <a:xfrm>
              <a:off x="6800302" y="1797257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2" name="pt12932"/>
            <p:cNvSpPr/>
            <p:nvPr/>
          </p:nvSpPr>
          <p:spPr>
            <a:xfrm>
              <a:off x="5814919" y="2003980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3" name="pt12933"/>
            <p:cNvSpPr/>
            <p:nvPr/>
          </p:nvSpPr>
          <p:spPr>
            <a:xfrm>
              <a:off x="6080568" y="247140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4" name="pt12934"/>
            <p:cNvSpPr/>
            <p:nvPr/>
          </p:nvSpPr>
          <p:spPr>
            <a:xfrm>
              <a:off x="5987494" y="2462031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5" name="pt12935"/>
            <p:cNvSpPr/>
            <p:nvPr/>
          </p:nvSpPr>
          <p:spPr>
            <a:xfrm>
              <a:off x="6797444" y="1848145"/>
              <a:ext cx="16849" cy="16849"/>
            </a:xfrm>
            <a:prstGeom prst="ellipse">
              <a:avLst/>
            </a:prstGeom>
            <a:solidFill>
              <a:srgbClr val="5CBE6B">
                <a:alpha val="45098"/>
              </a:srgbClr>
            </a:solidFill>
            <a:ln w="7363" cap="rnd">
              <a:solidFill>
                <a:srgbClr val="5CBE6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6" name="pt12936"/>
            <p:cNvSpPr/>
            <p:nvPr/>
          </p:nvSpPr>
          <p:spPr>
            <a:xfrm>
              <a:off x="5314284" y="2227108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7" name="pt12937"/>
            <p:cNvSpPr/>
            <p:nvPr/>
          </p:nvSpPr>
          <p:spPr>
            <a:xfrm>
              <a:off x="6167545" y="237680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8" name="pt12938"/>
            <p:cNvSpPr/>
            <p:nvPr/>
          </p:nvSpPr>
          <p:spPr>
            <a:xfrm>
              <a:off x="6486726" y="226678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9" name="pt12939"/>
            <p:cNvSpPr/>
            <p:nvPr/>
          </p:nvSpPr>
          <p:spPr>
            <a:xfrm>
              <a:off x="6273222" y="2431372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0" name="pt12940"/>
            <p:cNvSpPr/>
            <p:nvPr/>
          </p:nvSpPr>
          <p:spPr>
            <a:xfrm>
              <a:off x="6466397" y="2048692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1" name="pt12941"/>
            <p:cNvSpPr/>
            <p:nvPr/>
          </p:nvSpPr>
          <p:spPr>
            <a:xfrm>
              <a:off x="5876700" y="2203419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2" name="pt12942"/>
            <p:cNvSpPr/>
            <p:nvPr/>
          </p:nvSpPr>
          <p:spPr>
            <a:xfrm>
              <a:off x="6408304" y="2265718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3" name="pt12943"/>
            <p:cNvSpPr/>
            <p:nvPr/>
          </p:nvSpPr>
          <p:spPr>
            <a:xfrm>
              <a:off x="6243275" y="2236676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4" name="pt12944"/>
            <p:cNvSpPr/>
            <p:nvPr/>
          </p:nvSpPr>
          <p:spPr>
            <a:xfrm>
              <a:off x="5687565" y="2336936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5" name="pt12945"/>
            <p:cNvSpPr/>
            <p:nvPr/>
          </p:nvSpPr>
          <p:spPr>
            <a:xfrm>
              <a:off x="6308794" y="2052627"/>
              <a:ext cx="16849" cy="16849"/>
            </a:xfrm>
            <a:prstGeom prst="ellipse">
              <a:avLst/>
            </a:prstGeom>
            <a:solidFill>
              <a:srgbClr val="5EBF6A">
                <a:alpha val="45098"/>
              </a:srgbClr>
            </a:solidFill>
            <a:ln w="7363" cap="rnd">
              <a:solidFill>
                <a:srgbClr val="5EBF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6" name="pt12946"/>
            <p:cNvSpPr/>
            <p:nvPr/>
          </p:nvSpPr>
          <p:spPr>
            <a:xfrm>
              <a:off x="5461299" y="253057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7" name="pt12947"/>
            <p:cNvSpPr/>
            <p:nvPr/>
          </p:nvSpPr>
          <p:spPr>
            <a:xfrm>
              <a:off x="6187467" y="224959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8" name="pt12948"/>
            <p:cNvSpPr/>
            <p:nvPr/>
          </p:nvSpPr>
          <p:spPr>
            <a:xfrm>
              <a:off x="6184322" y="228626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9" name="pt12949"/>
            <p:cNvSpPr/>
            <p:nvPr/>
          </p:nvSpPr>
          <p:spPr>
            <a:xfrm>
              <a:off x="6126015" y="2191127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0" name="pt12950"/>
            <p:cNvSpPr/>
            <p:nvPr/>
          </p:nvSpPr>
          <p:spPr>
            <a:xfrm>
              <a:off x="5624590" y="235196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1" name="pt12951"/>
            <p:cNvSpPr/>
            <p:nvPr/>
          </p:nvSpPr>
          <p:spPr>
            <a:xfrm>
              <a:off x="6610910" y="2163429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2" name="pt12952"/>
            <p:cNvSpPr/>
            <p:nvPr/>
          </p:nvSpPr>
          <p:spPr>
            <a:xfrm>
              <a:off x="6012199" y="2434781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3" name="pt12953"/>
            <p:cNvSpPr/>
            <p:nvPr/>
          </p:nvSpPr>
          <p:spPr>
            <a:xfrm>
              <a:off x="6996954" y="1660549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4" name="pt12954"/>
            <p:cNvSpPr/>
            <p:nvPr/>
          </p:nvSpPr>
          <p:spPr>
            <a:xfrm>
              <a:off x="7219113" y="178245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5" name="pt12955"/>
            <p:cNvSpPr/>
            <p:nvPr/>
          </p:nvSpPr>
          <p:spPr>
            <a:xfrm>
              <a:off x="6075368" y="2384297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6" name="pt12956"/>
            <p:cNvSpPr/>
            <p:nvPr/>
          </p:nvSpPr>
          <p:spPr>
            <a:xfrm>
              <a:off x="6993207" y="1730225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7" name="pt12957"/>
            <p:cNvSpPr/>
            <p:nvPr/>
          </p:nvSpPr>
          <p:spPr>
            <a:xfrm>
              <a:off x="5937584" y="2047218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8" name="pt12958"/>
            <p:cNvSpPr/>
            <p:nvPr/>
          </p:nvSpPr>
          <p:spPr>
            <a:xfrm>
              <a:off x="6098417" y="2320693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9" name="pt12959"/>
            <p:cNvSpPr/>
            <p:nvPr/>
          </p:nvSpPr>
          <p:spPr>
            <a:xfrm>
              <a:off x="6635303" y="2172942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0" name="pt12960"/>
            <p:cNvSpPr/>
            <p:nvPr/>
          </p:nvSpPr>
          <p:spPr>
            <a:xfrm>
              <a:off x="6283080" y="219188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1" name="pt12961"/>
            <p:cNvSpPr/>
            <p:nvPr/>
          </p:nvSpPr>
          <p:spPr>
            <a:xfrm>
              <a:off x="6836675" y="1857450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2" name="pt12962"/>
            <p:cNvSpPr/>
            <p:nvPr/>
          </p:nvSpPr>
          <p:spPr>
            <a:xfrm>
              <a:off x="6645062" y="227680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3" name="pt12963"/>
            <p:cNvSpPr/>
            <p:nvPr/>
          </p:nvSpPr>
          <p:spPr>
            <a:xfrm>
              <a:off x="6002946" y="2663898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4" name="pt12964"/>
            <p:cNvSpPr/>
            <p:nvPr/>
          </p:nvSpPr>
          <p:spPr>
            <a:xfrm>
              <a:off x="5572218" y="2571690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5" name="pt12965"/>
            <p:cNvSpPr/>
            <p:nvPr/>
          </p:nvSpPr>
          <p:spPr>
            <a:xfrm>
              <a:off x="6261597" y="2419821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6" name="pt12966"/>
            <p:cNvSpPr/>
            <p:nvPr/>
          </p:nvSpPr>
          <p:spPr>
            <a:xfrm>
              <a:off x="5911290" y="218601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7" name="pt12967"/>
            <p:cNvSpPr/>
            <p:nvPr/>
          </p:nvSpPr>
          <p:spPr>
            <a:xfrm>
              <a:off x="6482592" y="2187930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8" name="pt12968"/>
            <p:cNvSpPr/>
            <p:nvPr/>
          </p:nvSpPr>
          <p:spPr>
            <a:xfrm>
              <a:off x="6383453" y="2252548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9" name="pt12969"/>
            <p:cNvSpPr/>
            <p:nvPr/>
          </p:nvSpPr>
          <p:spPr>
            <a:xfrm>
              <a:off x="6280923" y="2119620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0" name="pt12970"/>
            <p:cNvSpPr/>
            <p:nvPr/>
          </p:nvSpPr>
          <p:spPr>
            <a:xfrm>
              <a:off x="5767095" y="2236883"/>
              <a:ext cx="16849" cy="16849"/>
            </a:xfrm>
            <a:prstGeom prst="ellipse">
              <a:avLst/>
            </a:prstGeom>
            <a:solidFill>
              <a:srgbClr val="66C364">
                <a:alpha val="45098"/>
              </a:srgbClr>
            </a:solidFill>
            <a:ln w="7363" cap="rnd">
              <a:solidFill>
                <a:srgbClr val="66C36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1" name="pt12971"/>
            <p:cNvSpPr/>
            <p:nvPr/>
          </p:nvSpPr>
          <p:spPr>
            <a:xfrm>
              <a:off x="6591043" y="2123214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2" name="pt12972"/>
            <p:cNvSpPr/>
            <p:nvPr/>
          </p:nvSpPr>
          <p:spPr>
            <a:xfrm>
              <a:off x="6158938" y="2118593"/>
              <a:ext cx="16849" cy="16849"/>
            </a:xfrm>
            <a:prstGeom prst="ellipse">
              <a:avLst/>
            </a:prstGeom>
            <a:solidFill>
              <a:srgbClr val="76CE56">
                <a:alpha val="45098"/>
              </a:srgbClr>
            </a:solidFill>
            <a:ln w="7363" cap="rnd">
              <a:solidFill>
                <a:srgbClr val="76CE5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3" name="pt12973"/>
            <p:cNvSpPr/>
            <p:nvPr/>
          </p:nvSpPr>
          <p:spPr>
            <a:xfrm>
              <a:off x="5641027" y="2447429"/>
              <a:ext cx="16849" cy="16849"/>
            </a:xfrm>
            <a:prstGeom prst="ellipse">
              <a:avLst/>
            </a:prstGeom>
            <a:solidFill>
              <a:srgbClr val="6EC85D">
                <a:alpha val="45098"/>
              </a:srgbClr>
            </a:solidFill>
            <a:ln w="7363" cap="rnd">
              <a:solidFill>
                <a:srgbClr val="6EC8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4" name="pt12974"/>
            <p:cNvSpPr/>
            <p:nvPr/>
          </p:nvSpPr>
          <p:spPr>
            <a:xfrm>
              <a:off x="7397387" y="1683377"/>
              <a:ext cx="16849" cy="16849"/>
            </a:xfrm>
            <a:prstGeom prst="ellipse">
              <a:avLst/>
            </a:prstGeom>
            <a:solidFill>
              <a:srgbClr val="63C266">
                <a:alpha val="45098"/>
              </a:srgbClr>
            </a:solidFill>
            <a:ln w="7363" cap="rnd">
              <a:solidFill>
                <a:srgbClr val="63C26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5" name="pt12975"/>
            <p:cNvSpPr/>
            <p:nvPr/>
          </p:nvSpPr>
          <p:spPr>
            <a:xfrm>
              <a:off x="6097599" y="2219379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6" name="pt12976"/>
            <p:cNvSpPr/>
            <p:nvPr/>
          </p:nvSpPr>
          <p:spPr>
            <a:xfrm>
              <a:off x="6943968" y="1773685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7" name="pt12977"/>
            <p:cNvSpPr/>
            <p:nvPr/>
          </p:nvSpPr>
          <p:spPr>
            <a:xfrm>
              <a:off x="6097146" y="2287914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8" name="pt12978"/>
            <p:cNvSpPr/>
            <p:nvPr/>
          </p:nvSpPr>
          <p:spPr>
            <a:xfrm>
              <a:off x="6591964" y="228791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9" name="pt12979"/>
            <p:cNvSpPr/>
            <p:nvPr/>
          </p:nvSpPr>
          <p:spPr>
            <a:xfrm>
              <a:off x="6771478" y="215003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0" name="pt12980"/>
            <p:cNvSpPr/>
            <p:nvPr/>
          </p:nvSpPr>
          <p:spPr>
            <a:xfrm>
              <a:off x="6030878" y="2302941"/>
              <a:ext cx="16849" cy="16849"/>
            </a:xfrm>
            <a:prstGeom prst="ellipse">
              <a:avLst/>
            </a:prstGeom>
            <a:solidFill>
              <a:srgbClr val="2A9488">
                <a:alpha val="45098"/>
              </a:srgbClr>
            </a:solidFill>
            <a:ln w="7363" cap="rnd">
              <a:solidFill>
                <a:srgbClr val="2A94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1" name="pt12981"/>
            <p:cNvSpPr/>
            <p:nvPr/>
          </p:nvSpPr>
          <p:spPr>
            <a:xfrm>
              <a:off x="6228341" y="228549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2" name="pt12982"/>
            <p:cNvSpPr/>
            <p:nvPr/>
          </p:nvSpPr>
          <p:spPr>
            <a:xfrm>
              <a:off x="6787452" y="2119880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3" name="pt12983"/>
            <p:cNvSpPr/>
            <p:nvPr/>
          </p:nvSpPr>
          <p:spPr>
            <a:xfrm>
              <a:off x="6090787" y="2241925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4" name="pt12984"/>
            <p:cNvSpPr/>
            <p:nvPr/>
          </p:nvSpPr>
          <p:spPr>
            <a:xfrm>
              <a:off x="6168305" y="233415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5" name="pt12985"/>
            <p:cNvSpPr/>
            <p:nvPr/>
          </p:nvSpPr>
          <p:spPr>
            <a:xfrm>
              <a:off x="6764158" y="1962826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6" name="pt12986"/>
            <p:cNvSpPr/>
            <p:nvPr/>
          </p:nvSpPr>
          <p:spPr>
            <a:xfrm>
              <a:off x="6783826" y="2013933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7" name="pt12987"/>
            <p:cNvSpPr/>
            <p:nvPr/>
          </p:nvSpPr>
          <p:spPr>
            <a:xfrm>
              <a:off x="6063648" y="2500027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8" name="pt12988"/>
            <p:cNvSpPr/>
            <p:nvPr/>
          </p:nvSpPr>
          <p:spPr>
            <a:xfrm>
              <a:off x="6434180" y="1880989"/>
              <a:ext cx="16849" cy="16849"/>
            </a:xfrm>
            <a:prstGeom prst="ellipse">
              <a:avLst/>
            </a:prstGeom>
            <a:solidFill>
              <a:srgbClr val="4FB773">
                <a:alpha val="45098"/>
              </a:srgbClr>
            </a:solidFill>
            <a:ln w="7363" cap="rnd">
              <a:solidFill>
                <a:srgbClr val="4FB7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9" name="pt12989"/>
            <p:cNvSpPr/>
            <p:nvPr/>
          </p:nvSpPr>
          <p:spPr>
            <a:xfrm>
              <a:off x="6576701" y="227989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0" name="pt12990"/>
            <p:cNvSpPr/>
            <p:nvPr/>
          </p:nvSpPr>
          <p:spPr>
            <a:xfrm>
              <a:off x="6200856" y="2123444"/>
              <a:ext cx="16849" cy="16849"/>
            </a:xfrm>
            <a:prstGeom prst="ellipse">
              <a:avLst/>
            </a:prstGeom>
            <a:solidFill>
              <a:srgbClr val="5ABC6D">
                <a:alpha val="45098"/>
              </a:srgbClr>
            </a:solidFill>
            <a:ln w="7363" cap="rnd">
              <a:solidFill>
                <a:srgbClr val="5A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1" name="pt12991"/>
            <p:cNvSpPr/>
            <p:nvPr/>
          </p:nvSpPr>
          <p:spPr>
            <a:xfrm>
              <a:off x="5352097" y="1559573"/>
              <a:ext cx="16849" cy="16849"/>
            </a:xfrm>
            <a:prstGeom prst="ellipse">
              <a:avLst/>
            </a:prstGeom>
            <a:solidFill>
              <a:srgbClr val="38AE7E">
                <a:alpha val="45098"/>
              </a:srgbClr>
            </a:solidFill>
            <a:ln w="7363" cap="rnd">
              <a:solidFill>
                <a:srgbClr val="38AE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2" name="pt12992"/>
            <p:cNvSpPr/>
            <p:nvPr/>
          </p:nvSpPr>
          <p:spPr>
            <a:xfrm>
              <a:off x="6586529" y="2240942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3" name="pt12993"/>
            <p:cNvSpPr/>
            <p:nvPr/>
          </p:nvSpPr>
          <p:spPr>
            <a:xfrm>
              <a:off x="6368166" y="2350504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4" name="pt12994"/>
            <p:cNvSpPr/>
            <p:nvPr/>
          </p:nvSpPr>
          <p:spPr>
            <a:xfrm>
              <a:off x="5970062" y="2456192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5" name="pt12995"/>
            <p:cNvSpPr/>
            <p:nvPr/>
          </p:nvSpPr>
          <p:spPr>
            <a:xfrm>
              <a:off x="5863061" y="2080763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6" name="pt12996"/>
            <p:cNvSpPr/>
            <p:nvPr/>
          </p:nvSpPr>
          <p:spPr>
            <a:xfrm>
              <a:off x="5729857" y="2250058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7" name="pt12997"/>
            <p:cNvSpPr/>
            <p:nvPr/>
          </p:nvSpPr>
          <p:spPr>
            <a:xfrm>
              <a:off x="6201806" y="1975944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8" name="pt12998"/>
            <p:cNvSpPr/>
            <p:nvPr/>
          </p:nvSpPr>
          <p:spPr>
            <a:xfrm>
              <a:off x="6903339" y="1679750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9" name="pt12999"/>
            <p:cNvSpPr/>
            <p:nvPr/>
          </p:nvSpPr>
          <p:spPr>
            <a:xfrm>
              <a:off x="6768508" y="2235053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0" name="pt13000"/>
            <p:cNvSpPr/>
            <p:nvPr/>
          </p:nvSpPr>
          <p:spPr>
            <a:xfrm>
              <a:off x="6007363" y="2399917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1" name="pt13001"/>
            <p:cNvSpPr/>
            <p:nvPr/>
          </p:nvSpPr>
          <p:spPr>
            <a:xfrm>
              <a:off x="5575341" y="2494728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2" name="pt13002"/>
            <p:cNvSpPr/>
            <p:nvPr/>
          </p:nvSpPr>
          <p:spPr>
            <a:xfrm>
              <a:off x="5800550" y="2147056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3" name="pt13003"/>
            <p:cNvSpPr/>
            <p:nvPr/>
          </p:nvSpPr>
          <p:spPr>
            <a:xfrm>
              <a:off x="5778315" y="2108917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4" name="pt13004"/>
            <p:cNvSpPr/>
            <p:nvPr/>
          </p:nvSpPr>
          <p:spPr>
            <a:xfrm>
              <a:off x="6198744" y="2232939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5" name="pt13005"/>
            <p:cNvSpPr/>
            <p:nvPr/>
          </p:nvSpPr>
          <p:spPr>
            <a:xfrm>
              <a:off x="7018740" y="1789931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6" name="pt13006"/>
            <p:cNvSpPr/>
            <p:nvPr/>
          </p:nvSpPr>
          <p:spPr>
            <a:xfrm>
              <a:off x="6910100" y="1932327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7" name="pt13007"/>
            <p:cNvSpPr/>
            <p:nvPr/>
          </p:nvSpPr>
          <p:spPr>
            <a:xfrm>
              <a:off x="6287906" y="2084354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8" name="pt13008"/>
            <p:cNvSpPr/>
            <p:nvPr/>
          </p:nvSpPr>
          <p:spPr>
            <a:xfrm>
              <a:off x="6348173" y="231266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9" name="pt13009"/>
            <p:cNvSpPr/>
            <p:nvPr/>
          </p:nvSpPr>
          <p:spPr>
            <a:xfrm>
              <a:off x="6796833" y="180566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0" name="pt13010"/>
            <p:cNvSpPr/>
            <p:nvPr/>
          </p:nvSpPr>
          <p:spPr>
            <a:xfrm>
              <a:off x="6000974" y="2545217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1" name="pt13011"/>
            <p:cNvSpPr/>
            <p:nvPr/>
          </p:nvSpPr>
          <p:spPr>
            <a:xfrm>
              <a:off x="6045193" y="2373037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2" name="pt13012"/>
            <p:cNvSpPr/>
            <p:nvPr/>
          </p:nvSpPr>
          <p:spPr>
            <a:xfrm>
              <a:off x="5830880" y="2337690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3" name="pt13013"/>
            <p:cNvSpPr/>
            <p:nvPr/>
          </p:nvSpPr>
          <p:spPr>
            <a:xfrm>
              <a:off x="5000327" y="2961962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4" name="pt13014"/>
            <p:cNvSpPr/>
            <p:nvPr/>
          </p:nvSpPr>
          <p:spPr>
            <a:xfrm>
              <a:off x="7085135" y="1366378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5" name="pt13015"/>
            <p:cNvSpPr/>
            <p:nvPr/>
          </p:nvSpPr>
          <p:spPr>
            <a:xfrm>
              <a:off x="7062858" y="1856647"/>
              <a:ext cx="16849" cy="16849"/>
            </a:xfrm>
            <a:prstGeom prst="ellipse">
              <a:avLst/>
            </a:prstGeom>
            <a:solidFill>
              <a:srgbClr val="97D64B">
                <a:alpha val="45098"/>
              </a:srgbClr>
            </a:solidFill>
            <a:ln w="7363" cap="rnd">
              <a:solidFill>
                <a:srgbClr val="97D64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6" name="pt13016"/>
            <p:cNvSpPr/>
            <p:nvPr/>
          </p:nvSpPr>
          <p:spPr>
            <a:xfrm>
              <a:off x="6326921" y="231856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7" name="pt13017"/>
            <p:cNvSpPr/>
            <p:nvPr/>
          </p:nvSpPr>
          <p:spPr>
            <a:xfrm>
              <a:off x="6187636" y="2211889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8" name="pt13018"/>
            <p:cNvSpPr/>
            <p:nvPr/>
          </p:nvSpPr>
          <p:spPr>
            <a:xfrm>
              <a:off x="6269623" y="2442717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9" name="pt13019"/>
            <p:cNvSpPr/>
            <p:nvPr/>
          </p:nvSpPr>
          <p:spPr>
            <a:xfrm>
              <a:off x="5536804" y="1683864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0" name="pt13020"/>
            <p:cNvSpPr/>
            <p:nvPr/>
          </p:nvSpPr>
          <p:spPr>
            <a:xfrm>
              <a:off x="5454919" y="2541370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1" name="pt13021"/>
            <p:cNvSpPr/>
            <p:nvPr/>
          </p:nvSpPr>
          <p:spPr>
            <a:xfrm>
              <a:off x="6597378" y="218874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2" name="pt13022"/>
            <p:cNvSpPr/>
            <p:nvPr/>
          </p:nvSpPr>
          <p:spPr>
            <a:xfrm>
              <a:off x="5353772" y="2464735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3" name="pt13023"/>
            <p:cNvSpPr/>
            <p:nvPr/>
          </p:nvSpPr>
          <p:spPr>
            <a:xfrm>
              <a:off x="6429543" y="1959989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4" name="pt13024"/>
            <p:cNvSpPr/>
            <p:nvPr/>
          </p:nvSpPr>
          <p:spPr>
            <a:xfrm>
              <a:off x="6025563" y="2160200"/>
              <a:ext cx="16849" cy="16849"/>
            </a:xfrm>
            <a:prstGeom prst="ellipse">
              <a:avLst/>
            </a:prstGeom>
            <a:solidFill>
              <a:srgbClr val="62C167">
                <a:alpha val="45098"/>
              </a:srgbClr>
            </a:solidFill>
            <a:ln w="7363" cap="rnd">
              <a:solidFill>
                <a:srgbClr val="62C16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5" name="pt13025"/>
            <p:cNvSpPr/>
            <p:nvPr/>
          </p:nvSpPr>
          <p:spPr>
            <a:xfrm>
              <a:off x="6494133" y="2163973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6" name="pt13026"/>
            <p:cNvSpPr/>
            <p:nvPr/>
          </p:nvSpPr>
          <p:spPr>
            <a:xfrm>
              <a:off x="6919876" y="1873699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7" name="pt13027"/>
            <p:cNvSpPr/>
            <p:nvPr/>
          </p:nvSpPr>
          <p:spPr>
            <a:xfrm>
              <a:off x="5729139" y="246743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8" name="pt13028"/>
            <p:cNvSpPr/>
            <p:nvPr/>
          </p:nvSpPr>
          <p:spPr>
            <a:xfrm>
              <a:off x="6103631" y="2291148"/>
              <a:ext cx="16849" cy="16849"/>
            </a:xfrm>
            <a:prstGeom prst="ellipse">
              <a:avLst/>
            </a:prstGeom>
            <a:solidFill>
              <a:srgbClr val="55BA70">
                <a:alpha val="45098"/>
              </a:srgbClr>
            </a:solidFill>
            <a:ln w="7363" cap="rnd">
              <a:solidFill>
                <a:srgbClr val="55BA7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9" name="pt13029"/>
            <p:cNvSpPr/>
            <p:nvPr/>
          </p:nvSpPr>
          <p:spPr>
            <a:xfrm>
              <a:off x="6376847" y="2287365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0" name="pt13030"/>
            <p:cNvSpPr/>
            <p:nvPr/>
          </p:nvSpPr>
          <p:spPr>
            <a:xfrm>
              <a:off x="6937576" y="1725557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1" name="pt13031"/>
            <p:cNvSpPr/>
            <p:nvPr/>
          </p:nvSpPr>
          <p:spPr>
            <a:xfrm>
              <a:off x="5723603" y="2363233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2" name="pt13032"/>
            <p:cNvSpPr/>
            <p:nvPr/>
          </p:nvSpPr>
          <p:spPr>
            <a:xfrm>
              <a:off x="6656830" y="2222062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3" name="pt13033"/>
            <p:cNvSpPr/>
            <p:nvPr/>
          </p:nvSpPr>
          <p:spPr>
            <a:xfrm>
              <a:off x="6155182" y="2248185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4" name="pt13034"/>
            <p:cNvSpPr/>
            <p:nvPr/>
          </p:nvSpPr>
          <p:spPr>
            <a:xfrm>
              <a:off x="6981339" y="1745892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5" name="pt13035"/>
            <p:cNvSpPr/>
            <p:nvPr/>
          </p:nvSpPr>
          <p:spPr>
            <a:xfrm>
              <a:off x="5747632" y="211105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6" name="pt13036"/>
            <p:cNvSpPr/>
            <p:nvPr/>
          </p:nvSpPr>
          <p:spPr>
            <a:xfrm>
              <a:off x="6955445" y="1744809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7" name="pt13037"/>
            <p:cNvSpPr/>
            <p:nvPr/>
          </p:nvSpPr>
          <p:spPr>
            <a:xfrm>
              <a:off x="5939435" y="2114484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8" name="pt13038"/>
            <p:cNvSpPr/>
            <p:nvPr/>
          </p:nvSpPr>
          <p:spPr>
            <a:xfrm>
              <a:off x="6656560" y="2184458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9" name="pt13039"/>
            <p:cNvSpPr/>
            <p:nvPr/>
          </p:nvSpPr>
          <p:spPr>
            <a:xfrm>
              <a:off x="5488871" y="2344362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0" name="pt13040"/>
            <p:cNvSpPr/>
            <p:nvPr/>
          </p:nvSpPr>
          <p:spPr>
            <a:xfrm>
              <a:off x="5983310" y="2280547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1" name="pt13041"/>
            <p:cNvSpPr/>
            <p:nvPr/>
          </p:nvSpPr>
          <p:spPr>
            <a:xfrm>
              <a:off x="5711576" y="2526026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2" name="pt13042"/>
            <p:cNvSpPr/>
            <p:nvPr/>
          </p:nvSpPr>
          <p:spPr>
            <a:xfrm>
              <a:off x="6269824" y="2483390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3" name="pt13043"/>
            <p:cNvSpPr/>
            <p:nvPr/>
          </p:nvSpPr>
          <p:spPr>
            <a:xfrm>
              <a:off x="6517166" y="241342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4" name="pt13044"/>
            <p:cNvSpPr/>
            <p:nvPr/>
          </p:nvSpPr>
          <p:spPr>
            <a:xfrm>
              <a:off x="6517270" y="2132015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5" name="pt13045"/>
            <p:cNvSpPr/>
            <p:nvPr/>
          </p:nvSpPr>
          <p:spPr>
            <a:xfrm>
              <a:off x="5352488" y="2464841"/>
              <a:ext cx="16849" cy="16849"/>
            </a:xfrm>
            <a:prstGeom prst="ellipse">
              <a:avLst/>
            </a:prstGeom>
            <a:solidFill>
              <a:srgbClr val="62C167">
                <a:alpha val="45098"/>
              </a:srgbClr>
            </a:solidFill>
            <a:ln w="7363" cap="rnd">
              <a:solidFill>
                <a:srgbClr val="62C16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6" name="pt13046"/>
            <p:cNvSpPr/>
            <p:nvPr/>
          </p:nvSpPr>
          <p:spPr>
            <a:xfrm>
              <a:off x="6272910" y="2270977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7" name="pt13047"/>
            <p:cNvSpPr/>
            <p:nvPr/>
          </p:nvSpPr>
          <p:spPr>
            <a:xfrm>
              <a:off x="6248945" y="233759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8" name="pt13048"/>
            <p:cNvSpPr/>
            <p:nvPr/>
          </p:nvSpPr>
          <p:spPr>
            <a:xfrm>
              <a:off x="6397749" y="2122902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9" name="pt13049"/>
            <p:cNvSpPr/>
            <p:nvPr/>
          </p:nvSpPr>
          <p:spPr>
            <a:xfrm>
              <a:off x="6165423" y="2271133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0" name="pt13050"/>
            <p:cNvSpPr/>
            <p:nvPr/>
          </p:nvSpPr>
          <p:spPr>
            <a:xfrm>
              <a:off x="7209589" y="1614978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1" name="pt13051"/>
            <p:cNvSpPr/>
            <p:nvPr/>
          </p:nvSpPr>
          <p:spPr>
            <a:xfrm>
              <a:off x="6663396" y="2016913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2" name="pt13052"/>
            <p:cNvSpPr/>
            <p:nvPr/>
          </p:nvSpPr>
          <p:spPr>
            <a:xfrm>
              <a:off x="6718792" y="2055288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3" name="pt13053"/>
            <p:cNvSpPr/>
            <p:nvPr/>
          </p:nvSpPr>
          <p:spPr>
            <a:xfrm>
              <a:off x="5806122" y="1919312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4" name="pt13054"/>
            <p:cNvSpPr/>
            <p:nvPr/>
          </p:nvSpPr>
          <p:spPr>
            <a:xfrm>
              <a:off x="6184909" y="2140439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5" name="pt13055"/>
            <p:cNvSpPr/>
            <p:nvPr/>
          </p:nvSpPr>
          <p:spPr>
            <a:xfrm>
              <a:off x="5941662" y="2038141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6" name="pt13056"/>
            <p:cNvSpPr/>
            <p:nvPr/>
          </p:nvSpPr>
          <p:spPr>
            <a:xfrm>
              <a:off x="5439261" y="2425455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7" name="pt13057"/>
            <p:cNvSpPr/>
            <p:nvPr/>
          </p:nvSpPr>
          <p:spPr>
            <a:xfrm>
              <a:off x="6377763" y="2370481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8" name="pt13058"/>
            <p:cNvSpPr/>
            <p:nvPr/>
          </p:nvSpPr>
          <p:spPr>
            <a:xfrm>
              <a:off x="6470183" y="2067956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9" name="pt13059"/>
            <p:cNvSpPr/>
            <p:nvPr/>
          </p:nvSpPr>
          <p:spPr>
            <a:xfrm>
              <a:off x="5565034" y="2528479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0" name="pt13060"/>
            <p:cNvSpPr/>
            <p:nvPr/>
          </p:nvSpPr>
          <p:spPr>
            <a:xfrm>
              <a:off x="6098936" y="2250405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1" name="pt13061"/>
            <p:cNvSpPr/>
            <p:nvPr/>
          </p:nvSpPr>
          <p:spPr>
            <a:xfrm>
              <a:off x="6560388" y="2020854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2" name="pt13062"/>
            <p:cNvSpPr/>
            <p:nvPr/>
          </p:nvSpPr>
          <p:spPr>
            <a:xfrm>
              <a:off x="6863638" y="1987083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3" name="pt13063"/>
            <p:cNvSpPr/>
            <p:nvPr/>
          </p:nvSpPr>
          <p:spPr>
            <a:xfrm>
              <a:off x="5565022" y="2405045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4" name="pt13064"/>
            <p:cNvSpPr/>
            <p:nvPr/>
          </p:nvSpPr>
          <p:spPr>
            <a:xfrm>
              <a:off x="6904668" y="1911248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5" name="pt13065"/>
            <p:cNvSpPr/>
            <p:nvPr/>
          </p:nvSpPr>
          <p:spPr>
            <a:xfrm>
              <a:off x="6325257" y="236250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6" name="pt13066"/>
            <p:cNvSpPr/>
            <p:nvPr/>
          </p:nvSpPr>
          <p:spPr>
            <a:xfrm>
              <a:off x="6022048" y="198887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7" name="pt13067"/>
            <p:cNvSpPr/>
            <p:nvPr/>
          </p:nvSpPr>
          <p:spPr>
            <a:xfrm>
              <a:off x="5854700" y="2195000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8" name="pt13068"/>
            <p:cNvSpPr/>
            <p:nvPr/>
          </p:nvSpPr>
          <p:spPr>
            <a:xfrm>
              <a:off x="6194296" y="2238015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9" name="pt13069"/>
            <p:cNvSpPr/>
            <p:nvPr/>
          </p:nvSpPr>
          <p:spPr>
            <a:xfrm>
              <a:off x="6347704" y="2176253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0" name="pt13070"/>
            <p:cNvSpPr/>
            <p:nvPr/>
          </p:nvSpPr>
          <p:spPr>
            <a:xfrm>
              <a:off x="6278116" y="2130121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1" name="pt13071"/>
            <p:cNvSpPr/>
            <p:nvPr/>
          </p:nvSpPr>
          <p:spPr>
            <a:xfrm>
              <a:off x="6268606" y="2474801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2" name="pt13072"/>
            <p:cNvSpPr/>
            <p:nvPr/>
          </p:nvSpPr>
          <p:spPr>
            <a:xfrm>
              <a:off x="6092920" y="231749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3" name="pt13073"/>
            <p:cNvSpPr/>
            <p:nvPr/>
          </p:nvSpPr>
          <p:spPr>
            <a:xfrm>
              <a:off x="6050589" y="2224737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4" name="pt13074"/>
            <p:cNvSpPr/>
            <p:nvPr/>
          </p:nvSpPr>
          <p:spPr>
            <a:xfrm>
              <a:off x="6119873" y="222472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5" name="pt13075"/>
            <p:cNvSpPr/>
            <p:nvPr/>
          </p:nvSpPr>
          <p:spPr>
            <a:xfrm>
              <a:off x="5726392" y="2492298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6" name="pt13076"/>
            <p:cNvSpPr/>
            <p:nvPr/>
          </p:nvSpPr>
          <p:spPr>
            <a:xfrm>
              <a:off x="6245106" y="2150737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7" name="pt13077"/>
            <p:cNvSpPr/>
            <p:nvPr/>
          </p:nvSpPr>
          <p:spPr>
            <a:xfrm>
              <a:off x="7175524" y="169676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8" name="pt13078"/>
            <p:cNvSpPr/>
            <p:nvPr/>
          </p:nvSpPr>
          <p:spPr>
            <a:xfrm>
              <a:off x="5915841" y="2213522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9" name="pt13079"/>
            <p:cNvSpPr/>
            <p:nvPr/>
          </p:nvSpPr>
          <p:spPr>
            <a:xfrm>
              <a:off x="6828276" y="1809569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0" name="pt13080"/>
            <p:cNvSpPr/>
            <p:nvPr/>
          </p:nvSpPr>
          <p:spPr>
            <a:xfrm>
              <a:off x="6510733" y="224484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1" name="pt13081"/>
            <p:cNvSpPr/>
            <p:nvPr/>
          </p:nvSpPr>
          <p:spPr>
            <a:xfrm>
              <a:off x="5371293" y="2537727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2" name="pt13082"/>
            <p:cNvSpPr/>
            <p:nvPr/>
          </p:nvSpPr>
          <p:spPr>
            <a:xfrm>
              <a:off x="4975212" y="2377599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3" name="pt13083"/>
            <p:cNvSpPr/>
            <p:nvPr/>
          </p:nvSpPr>
          <p:spPr>
            <a:xfrm>
              <a:off x="7078922" y="1701237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4" name="pt13084"/>
            <p:cNvSpPr/>
            <p:nvPr/>
          </p:nvSpPr>
          <p:spPr>
            <a:xfrm>
              <a:off x="6118978" y="237138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5" name="pt13085"/>
            <p:cNvSpPr/>
            <p:nvPr/>
          </p:nvSpPr>
          <p:spPr>
            <a:xfrm>
              <a:off x="6151386" y="2360894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6" name="pt13086"/>
            <p:cNvSpPr/>
            <p:nvPr/>
          </p:nvSpPr>
          <p:spPr>
            <a:xfrm>
              <a:off x="6546592" y="2001261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7" name="pt13087"/>
            <p:cNvSpPr/>
            <p:nvPr/>
          </p:nvSpPr>
          <p:spPr>
            <a:xfrm>
              <a:off x="6723497" y="189659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8" name="pt13088"/>
            <p:cNvSpPr/>
            <p:nvPr/>
          </p:nvSpPr>
          <p:spPr>
            <a:xfrm>
              <a:off x="6321265" y="231011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9" name="pt13089"/>
            <p:cNvSpPr/>
            <p:nvPr/>
          </p:nvSpPr>
          <p:spPr>
            <a:xfrm>
              <a:off x="6056681" y="2345286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0" name="pt13090"/>
            <p:cNvSpPr/>
            <p:nvPr/>
          </p:nvSpPr>
          <p:spPr>
            <a:xfrm>
              <a:off x="6125875" y="2289283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1" name="pt13091"/>
            <p:cNvSpPr/>
            <p:nvPr/>
          </p:nvSpPr>
          <p:spPr>
            <a:xfrm>
              <a:off x="5753414" y="225003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2" name="pt13092"/>
            <p:cNvSpPr/>
            <p:nvPr/>
          </p:nvSpPr>
          <p:spPr>
            <a:xfrm>
              <a:off x="6345949" y="2201503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3" name="pt13093"/>
            <p:cNvSpPr/>
            <p:nvPr/>
          </p:nvSpPr>
          <p:spPr>
            <a:xfrm>
              <a:off x="7016742" y="1867308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4" name="pt13094"/>
            <p:cNvSpPr/>
            <p:nvPr/>
          </p:nvSpPr>
          <p:spPr>
            <a:xfrm>
              <a:off x="6623555" y="2066050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5" name="pt13095"/>
            <p:cNvSpPr/>
            <p:nvPr/>
          </p:nvSpPr>
          <p:spPr>
            <a:xfrm>
              <a:off x="6183421" y="2224829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6" name="pt13096"/>
            <p:cNvSpPr/>
            <p:nvPr/>
          </p:nvSpPr>
          <p:spPr>
            <a:xfrm>
              <a:off x="6343176" y="2158934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7" name="pt13097"/>
            <p:cNvSpPr/>
            <p:nvPr/>
          </p:nvSpPr>
          <p:spPr>
            <a:xfrm>
              <a:off x="6183829" y="2269741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8" name="pt13098"/>
            <p:cNvSpPr/>
            <p:nvPr/>
          </p:nvSpPr>
          <p:spPr>
            <a:xfrm>
              <a:off x="6802880" y="1728179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9" name="pt13099"/>
            <p:cNvSpPr/>
            <p:nvPr/>
          </p:nvSpPr>
          <p:spPr>
            <a:xfrm>
              <a:off x="6886361" y="1910852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0" name="pt13100"/>
            <p:cNvSpPr/>
            <p:nvPr/>
          </p:nvSpPr>
          <p:spPr>
            <a:xfrm>
              <a:off x="5983052" y="2485872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1" name="pt13101"/>
            <p:cNvSpPr/>
            <p:nvPr/>
          </p:nvSpPr>
          <p:spPr>
            <a:xfrm>
              <a:off x="6170831" y="235039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2" name="pt13102"/>
            <p:cNvSpPr/>
            <p:nvPr/>
          </p:nvSpPr>
          <p:spPr>
            <a:xfrm>
              <a:off x="6142125" y="232695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3" name="pt13103"/>
            <p:cNvSpPr/>
            <p:nvPr/>
          </p:nvSpPr>
          <p:spPr>
            <a:xfrm>
              <a:off x="5670950" y="2439026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4" name="pt13104"/>
            <p:cNvSpPr/>
            <p:nvPr/>
          </p:nvSpPr>
          <p:spPr>
            <a:xfrm>
              <a:off x="5755437" y="2012591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5" name="pt13105"/>
            <p:cNvSpPr/>
            <p:nvPr/>
          </p:nvSpPr>
          <p:spPr>
            <a:xfrm>
              <a:off x="6567323" y="2029107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6" name="pt13106"/>
            <p:cNvSpPr/>
            <p:nvPr/>
          </p:nvSpPr>
          <p:spPr>
            <a:xfrm>
              <a:off x="6579490" y="2073972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7" name="pt13107"/>
            <p:cNvSpPr/>
            <p:nvPr/>
          </p:nvSpPr>
          <p:spPr>
            <a:xfrm>
              <a:off x="6531475" y="2190276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8" name="pt13108"/>
            <p:cNvSpPr/>
            <p:nvPr/>
          </p:nvSpPr>
          <p:spPr>
            <a:xfrm>
              <a:off x="6073895" y="233558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9" name="pt13109"/>
            <p:cNvSpPr/>
            <p:nvPr/>
          </p:nvSpPr>
          <p:spPr>
            <a:xfrm>
              <a:off x="6593216" y="2112565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0" name="pt13110"/>
            <p:cNvSpPr/>
            <p:nvPr/>
          </p:nvSpPr>
          <p:spPr>
            <a:xfrm>
              <a:off x="5972812" y="2390429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1" name="pt13111"/>
            <p:cNvSpPr/>
            <p:nvPr/>
          </p:nvSpPr>
          <p:spPr>
            <a:xfrm>
              <a:off x="5531037" y="2300454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2" name="pt13112"/>
            <p:cNvSpPr/>
            <p:nvPr/>
          </p:nvSpPr>
          <p:spPr>
            <a:xfrm>
              <a:off x="5706092" y="2435173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3" name="pt13113"/>
            <p:cNvSpPr/>
            <p:nvPr/>
          </p:nvSpPr>
          <p:spPr>
            <a:xfrm>
              <a:off x="5751858" y="2165148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4" name="pt13114"/>
            <p:cNvSpPr/>
            <p:nvPr/>
          </p:nvSpPr>
          <p:spPr>
            <a:xfrm>
              <a:off x="7012575" y="1789690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5" name="pt13115"/>
            <p:cNvSpPr/>
            <p:nvPr/>
          </p:nvSpPr>
          <p:spPr>
            <a:xfrm>
              <a:off x="6340957" y="2141284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6" name="pt13116"/>
            <p:cNvSpPr/>
            <p:nvPr/>
          </p:nvSpPr>
          <p:spPr>
            <a:xfrm>
              <a:off x="5544772" y="2347134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7" name="pt13117"/>
            <p:cNvSpPr/>
            <p:nvPr/>
          </p:nvSpPr>
          <p:spPr>
            <a:xfrm>
              <a:off x="6002489" y="2639402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8" name="pt13118"/>
            <p:cNvSpPr/>
            <p:nvPr/>
          </p:nvSpPr>
          <p:spPr>
            <a:xfrm>
              <a:off x="6595080" y="227991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9" name="pt13119"/>
            <p:cNvSpPr/>
            <p:nvPr/>
          </p:nvSpPr>
          <p:spPr>
            <a:xfrm>
              <a:off x="5672914" y="2361781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0" name="pt13120"/>
            <p:cNvSpPr/>
            <p:nvPr/>
          </p:nvSpPr>
          <p:spPr>
            <a:xfrm>
              <a:off x="6097131" y="2245197"/>
              <a:ext cx="16849" cy="16849"/>
            </a:xfrm>
            <a:prstGeom prst="ellipse">
              <a:avLst/>
            </a:prstGeom>
            <a:solidFill>
              <a:srgbClr val="38AE7E">
                <a:alpha val="45098"/>
              </a:srgbClr>
            </a:solidFill>
            <a:ln w="7363" cap="rnd">
              <a:solidFill>
                <a:srgbClr val="38AE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1" name="pt13121"/>
            <p:cNvSpPr/>
            <p:nvPr/>
          </p:nvSpPr>
          <p:spPr>
            <a:xfrm>
              <a:off x="6605796" y="2229094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2" name="pt13122"/>
            <p:cNvSpPr/>
            <p:nvPr/>
          </p:nvSpPr>
          <p:spPr>
            <a:xfrm>
              <a:off x="6807425" y="1522378"/>
              <a:ext cx="16849" cy="16849"/>
            </a:xfrm>
            <a:prstGeom prst="ellipse">
              <a:avLst/>
            </a:prstGeom>
            <a:solidFill>
              <a:srgbClr val="2C898B">
                <a:alpha val="45098"/>
              </a:srgbClr>
            </a:solidFill>
            <a:ln w="7363" cap="rnd">
              <a:solidFill>
                <a:srgbClr val="2C89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3" name="pt13123"/>
            <p:cNvSpPr/>
            <p:nvPr/>
          </p:nvSpPr>
          <p:spPr>
            <a:xfrm>
              <a:off x="5544375" y="2525593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4" name="pt13124"/>
            <p:cNvSpPr/>
            <p:nvPr/>
          </p:nvSpPr>
          <p:spPr>
            <a:xfrm>
              <a:off x="6512659" y="2253818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5" name="pt13125"/>
            <p:cNvSpPr/>
            <p:nvPr/>
          </p:nvSpPr>
          <p:spPr>
            <a:xfrm>
              <a:off x="6693175" y="2049345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6" name="pt13126"/>
            <p:cNvSpPr/>
            <p:nvPr/>
          </p:nvSpPr>
          <p:spPr>
            <a:xfrm>
              <a:off x="6635725" y="2126125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7" name="pt13127"/>
            <p:cNvSpPr/>
            <p:nvPr/>
          </p:nvSpPr>
          <p:spPr>
            <a:xfrm>
              <a:off x="6294483" y="1898009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8" name="pt13128"/>
            <p:cNvSpPr/>
            <p:nvPr/>
          </p:nvSpPr>
          <p:spPr>
            <a:xfrm>
              <a:off x="5828588" y="2453446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9" name="pt13129"/>
            <p:cNvSpPr/>
            <p:nvPr/>
          </p:nvSpPr>
          <p:spPr>
            <a:xfrm>
              <a:off x="6520852" y="2322245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0" name="pt13130"/>
            <p:cNvSpPr/>
            <p:nvPr/>
          </p:nvSpPr>
          <p:spPr>
            <a:xfrm>
              <a:off x="6794763" y="177009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1" name="pt13131"/>
            <p:cNvSpPr/>
            <p:nvPr/>
          </p:nvSpPr>
          <p:spPr>
            <a:xfrm>
              <a:off x="5863874" y="2162586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2" name="pt13132"/>
            <p:cNvSpPr/>
            <p:nvPr/>
          </p:nvSpPr>
          <p:spPr>
            <a:xfrm>
              <a:off x="6563188" y="229272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3" name="pt13133"/>
            <p:cNvSpPr/>
            <p:nvPr/>
          </p:nvSpPr>
          <p:spPr>
            <a:xfrm>
              <a:off x="6495722" y="2142478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4" name="pt13134"/>
            <p:cNvSpPr/>
            <p:nvPr/>
          </p:nvSpPr>
          <p:spPr>
            <a:xfrm>
              <a:off x="5961543" y="2189726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5" name="pt13135"/>
            <p:cNvSpPr/>
            <p:nvPr/>
          </p:nvSpPr>
          <p:spPr>
            <a:xfrm>
              <a:off x="6566522" y="2034331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6" name="pt13136"/>
            <p:cNvSpPr/>
            <p:nvPr/>
          </p:nvSpPr>
          <p:spPr>
            <a:xfrm>
              <a:off x="6126961" y="2349854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7" name="pt13137"/>
            <p:cNvSpPr/>
            <p:nvPr/>
          </p:nvSpPr>
          <p:spPr>
            <a:xfrm>
              <a:off x="5930047" y="2001485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8" name="pt13138"/>
            <p:cNvSpPr/>
            <p:nvPr/>
          </p:nvSpPr>
          <p:spPr>
            <a:xfrm>
              <a:off x="6025066" y="2234789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9" name="pt13139"/>
            <p:cNvSpPr/>
            <p:nvPr/>
          </p:nvSpPr>
          <p:spPr>
            <a:xfrm>
              <a:off x="5792094" y="1904884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0" name="pt13140"/>
            <p:cNvSpPr/>
            <p:nvPr/>
          </p:nvSpPr>
          <p:spPr>
            <a:xfrm>
              <a:off x="5879682" y="2216973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1" name="pt13141"/>
            <p:cNvSpPr/>
            <p:nvPr/>
          </p:nvSpPr>
          <p:spPr>
            <a:xfrm>
              <a:off x="6037998" y="2337165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2" name="pt13142"/>
            <p:cNvSpPr/>
            <p:nvPr/>
          </p:nvSpPr>
          <p:spPr>
            <a:xfrm>
              <a:off x="6395694" y="2166878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3" name="pt13143"/>
            <p:cNvSpPr/>
            <p:nvPr/>
          </p:nvSpPr>
          <p:spPr>
            <a:xfrm>
              <a:off x="6542960" y="2247397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4" name="pt13144"/>
            <p:cNvSpPr/>
            <p:nvPr/>
          </p:nvSpPr>
          <p:spPr>
            <a:xfrm>
              <a:off x="7019388" y="1921949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5" name="pt13145"/>
            <p:cNvSpPr/>
            <p:nvPr/>
          </p:nvSpPr>
          <p:spPr>
            <a:xfrm>
              <a:off x="5551916" y="2496780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6" name="pt13146"/>
            <p:cNvSpPr/>
            <p:nvPr/>
          </p:nvSpPr>
          <p:spPr>
            <a:xfrm>
              <a:off x="5578680" y="2389504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7" name="pt13147"/>
            <p:cNvSpPr/>
            <p:nvPr/>
          </p:nvSpPr>
          <p:spPr>
            <a:xfrm>
              <a:off x="6508286" y="223682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8" name="pt13148"/>
            <p:cNvSpPr/>
            <p:nvPr/>
          </p:nvSpPr>
          <p:spPr>
            <a:xfrm>
              <a:off x="6520939" y="2246097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9" name="pt13149"/>
            <p:cNvSpPr/>
            <p:nvPr/>
          </p:nvSpPr>
          <p:spPr>
            <a:xfrm>
              <a:off x="6574415" y="2062681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0" name="pt13150"/>
            <p:cNvSpPr/>
            <p:nvPr/>
          </p:nvSpPr>
          <p:spPr>
            <a:xfrm>
              <a:off x="6222926" y="2252384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1" name="pt13151"/>
            <p:cNvSpPr/>
            <p:nvPr/>
          </p:nvSpPr>
          <p:spPr>
            <a:xfrm>
              <a:off x="6212225" y="2291639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2" name="pt13152"/>
            <p:cNvSpPr/>
            <p:nvPr/>
          </p:nvSpPr>
          <p:spPr>
            <a:xfrm>
              <a:off x="6983210" y="1723427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3" name="pt13153"/>
            <p:cNvSpPr/>
            <p:nvPr/>
          </p:nvSpPr>
          <p:spPr>
            <a:xfrm>
              <a:off x="6653052" y="220120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4" name="pt13154"/>
            <p:cNvSpPr/>
            <p:nvPr/>
          </p:nvSpPr>
          <p:spPr>
            <a:xfrm>
              <a:off x="6791935" y="1713905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5" name="pt13155"/>
            <p:cNvSpPr/>
            <p:nvPr/>
          </p:nvSpPr>
          <p:spPr>
            <a:xfrm>
              <a:off x="6250194" y="2311915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6" name="pt13156"/>
            <p:cNvSpPr/>
            <p:nvPr/>
          </p:nvSpPr>
          <p:spPr>
            <a:xfrm>
              <a:off x="6561835" y="2169922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7" name="pt13157"/>
            <p:cNvSpPr/>
            <p:nvPr/>
          </p:nvSpPr>
          <p:spPr>
            <a:xfrm>
              <a:off x="5482654" y="250986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8" name="pt13158"/>
            <p:cNvSpPr/>
            <p:nvPr/>
          </p:nvSpPr>
          <p:spPr>
            <a:xfrm>
              <a:off x="6454304" y="1983421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9" name="pt13159"/>
            <p:cNvSpPr/>
            <p:nvPr/>
          </p:nvSpPr>
          <p:spPr>
            <a:xfrm>
              <a:off x="5648146" y="227880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0" name="pt13160"/>
            <p:cNvSpPr/>
            <p:nvPr/>
          </p:nvSpPr>
          <p:spPr>
            <a:xfrm>
              <a:off x="5441689" y="233519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1" name="pt13161"/>
            <p:cNvSpPr/>
            <p:nvPr/>
          </p:nvSpPr>
          <p:spPr>
            <a:xfrm>
              <a:off x="5893392" y="2166532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2" name="pt13162"/>
            <p:cNvSpPr/>
            <p:nvPr/>
          </p:nvSpPr>
          <p:spPr>
            <a:xfrm>
              <a:off x="5827353" y="2512207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3" name="pt13163"/>
            <p:cNvSpPr/>
            <p:nvPr/>
          </p:nvSpPr>
          <p:spPr>
            <a:xfrm>
              <a:off x="5374647" y="2200622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4" name="pt13164"/>
            <p:cNvSpPr/>
            <p:nvPr/>
          </p:nvSpPr>
          <p:spPr>
            <a:xfrm>
              <a:off x="5683402" y="2350758"/>
              <a:ext cx="16849" cy="16849"/>
            </a:xfrm>
            <a:prstGeom prst="ellipse">
              <a:avLst/>
            </a:prstGeom>
            <a:solidFill>
              <a:srgbClr val="336E8D">
                <a:alpha val="45098"/>
              </a:srgbClr>
            </a:solidFill>
            <a:ln w="7363" cap="rnd">
              <a:solidFill>
                <a:srgbClr val="336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5" name="pt13165"/>
            <p:cNvSpPr/>
            <p:nvPr/>
          </p:nvSpPr>
          <p:spPr>
            <a:xfrm>
              <a:off x="6963697" y="1767839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6" name="pt13166"/>
            <p:cNvSpPr/>
            <p:nvPr/>
          </p:nvSpPr>
          <p:spPr>
            <a:xfrm>
              <a:off x="6957698" y="1941059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7" name="pt13167"/>
            <p:cNvSpPr/>
            <p:nvPr/>
          </p:nvSpPr>
          <p:spPr>
            <a:xfrm>
              <a:off x="6379802" y="2268895"/>
              <a:ext cx="16849" cy="16849"/>
            </a:xfrm>
            <a:prstGeom prst="ellipse">
              <a:avLst/>
            </a:prstGeom>
            <a:solidFill>
              <a:srgbClr val="25A485">
                <a:alpha val="45098"/>
              </a:srgbClr>
            </a:solidFill>
            <a:ln w="7363" cap="rnd">
              <a:solidFill>
                <a:srgbClr val="25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8" name="pt13168"/>
            <p:cNvSpPr/>
            <p:nvPr/>
          </p:nvSpPr>
          <p:spPr>
            <a:xfrm>
              <a:off x="6060071" y="233051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9" name="pt13169"/>
            <p:cNvSpPr/>
            <p:nvPr/>
          </p:nvSpPr>
          <p:spPr>
            <a:xfrm>
              <a:off x="6118360" y="2266272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0" name="pt13170"/>
            <p:cNvSpPr/>
            <p:nvPr/>
          </p:nvSpPr>
          <p:spPr>
            <a:xfrm>
              <a:off x="6203583" y="213515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1" name="pt13171"/>
            <p:cNvSpPr/>
            <p:nvPr/>
          </p:nvSpPr>
          <p:spPr>
            <a:xfrm>
              <a:off x="6579310" y="229189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2" name="pt13172"/>
            <p:cNvSpPr/>
            <p:nvPr/>
          </p:nvSpPr>
          <p:spPr>
            <a:xfrm>
              <a:off x="6197658" y="227625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3" name="pt13173"/>
            <p:cNvSpPr/>
            <p:nvPr/>
          </p:nvSpPr>
          <p:spPr>
            <a:xfrm>
              <a:off x="6659663" y="2074136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4" name="pt13174"/>
            <p:cNvSpPr/>
            <p:nvPr/>
          </p:nvSpPr>
          <p:spPr>
            <a:xfrm>
              <a:off x="6908043" y="1850550"/>
              <a:ext cx="16849" cy="16849"/>
            </a:xfrm>
            <a:prstGeom prst="ellipse">
              <a:avLst/>
            </a:prstGeom>
            <a:solidFill>
              <a:srgbClr val="30AB80">
                <a:alpha val="45098"/>
              </a:srgbClr>
            </a:solidFill>
            <a:ln w="7363" cap="rnd">
              <a:solidFill>
                <a:srgbClr val="30AB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5" name="pt13175"/>
            <p:cNvSpPr/>
            <p:nvPr/>
          </p:nvSpPr>
          <p:spPr>
            <a:xfrm>
              <a:off x="6051938" y="2374264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6" name="pt13176"/>
            <p:cNvSpPr/>
            <p:nvPr/>
          </p:nvSpPr>
          <p:spPr>
            <a:xfrm>
              <a:off x="5590416" y="1897888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7" name="pt13177"/>
            <p:cNvSpPr/>
            <p:nvPr/>
          </p:nvSpPr>
          <p:spPr>
            <a:xfrm>
              <a:off x="5731943" y="2234704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8" name="pt13178"/>
            <p:cNvSpPr/>
            <p:nvPr/>
          </p:nvSpPr>
          <p:spPr>
            <a:xfrm>
              <a:off x="6527656" y="2213214"/>
              <a:ext cx="16849" cy="16849"/>
            </a:xfrm>
            <a:prstGeom prst="ellipse">
              <a:avLst/>
            </a:prstGeom>
            <a:solidFill>
              <a:srgbClr val="2DAB81">
                <a:alpha val="45098"/>
              </a:srgbClr>
            </a:solidFill>
            <a:ln w="7363" cap="rnd">
              <a:solidFill>
                <a:srgbClr val="2D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9" name="pt13179"/>
            <p:cNvSpPr/>
            <p:nvPr/>
          </p:nvSpPr>
          <p:spPr>
            <a:xfrm>
              <a:off x="6763615" y="1990982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0" name="pt13180"/>
            <p:cNvSpPr/>
            <p:nvPr/>
          </p:nvSpPr>
          <p:spPr>
            <a:xfrm>
              <a:off x="6219628" y="2293672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1" name="pt13181"/>
            <p:cNvSpPr/>
            <p:nvPr/>
          </p:nvSpPr>
          <p:spPr>
            <a:xfrm>
              <a:off x="5391706" y="2516669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2" name="pt13182"/>
            <p:cNvSpPr/>
            <p:nvPr/>
          </p:nvSpPr>
          <p:spPr>
            <a:xfrm>
              <a:off x="6659593" y="2103690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3" name="pt13183"/>
            <p:cNvSpPr/>
            <p:nvPr/>
          </p:nvSpPr>
          <p:spPr>
            <a:xfrm>
              <a:off x="5938071" y="2073159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4" name="pt13184"/>
            <p:cNvSpPr/>
            <p:nvPr/>
          </p:nvSpPr>
          <p:spPr>
            <a:xfrm>
              <a:off x="6706876" y="2030201"/>
              <a:ext cx="16849" cy="16849"/>
            </a:xfrm>
            <a:prstGeom prst="ellipse">
              <a:avLst/>
            </a:prstGeom>
            <a:solidFill>
              <a:srgbClr val="24A485">
                <a:alpha val="45098"/>
              </a:srgbClr>
            </a:solidFill>
            <a:ln w="7363" cap="rnd">
              <a:solidFill>
                <a:srgbClr val="24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5" name="pt13185"/>
            <p:cNvSpPr/>
            <p:nvPr/>
          </p:nvSpPr>
          <p:spPr>
            <a:xfrm>
              <a:off x="6317027" y="2194339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6" name="pt13186"/>
            <p:cNvSpPr/>
            <p:nvPr/>
          </p:nvSpPr>
          <p:spPr>
            <a:xfrm>
              <a:off x="6413398" y="2073478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7" name="pt13187"/>
            <p:cNvSpPr/>
            <p:nvPr/>
          </p:nvSpPr>
          <p:spPr>
            <a:xfrm>
              <a:off x="6313729" y="222302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8" name="pt13188"/>
            <p:cNvSpPr/>
            <p:nvPr/>
          </p:nvSpPr>
          <p:spPr>
            <a:xfrm>
              <a:off x="6443887" y="207527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9" name="pt13189"/>
            <p:cNvSpPr/>
            <p:nvPr/>
          </p:nvSpPr>
          <p:spPr>
            <a:xfrm>
              <a:off x="6598388" y="2107084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0" name="pt13190"/>
            <p:cNvSpPr/>
            <p:nvPr/>
          </p:nvSpPr>
          <p:spPr>
            <a:xfrm>
              <a:off x="5468030" y="2392402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1" name="pt13191"/>
            <p:cNvSpPr/>
            <p:nvPr/>
          </p:nvSpPr>
          <p:spPr>
            <a:xfrm>
              <a:off x="6268521" y="2463195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2" name="pt13192"/>
            <p:cNvSpPr/>
            <p:nvPr/>
          </p:nvSpPr>
          <p:spPr>
            <a:xfrm>
              <a:off x="6965418" y="1878833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3" name="pt13193"/>
            <p:cNvSpPr/>
            <p:nvPr/>
          </p:nvSpPr>
          <p:spPr>
            <a:xfrm>
              <a:off x="6165161" y="234474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4" name="pt13194"/>
            <p:cNvSpPr/>
            <p:nvPr/>
          </p:nvSpPr>
          <p:spPr>
            <a:xfrm>
              <a:off x="5614912" y="2474686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5" name="pt13195"/>
            <p:cNvSpPr/>
            <p:nvPr/>
          </p:nvSpPr>
          <p:spPr>
            <a:xfrm>
              <a:off x="6913294" y="2076510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6" name="pt13196"/>
            <p:cNvSpPr/>
            <p:nvPr/>
          </p:nvSpPr>
          <p:spPr>
            <a:xfrm>
              <a:off x="6729602" y="1895022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7" name="pt13197"/>
            <p:cNvSpPr/>
            <p:nvPr/>
          </p:nvSpPr>
          <p:spPr>
            <a:xfrm>
              <a:off x="5773770" y="2225687"/>
              <a:ext cx="16849" cy="16849"/>
            </a:xfrm>
            <a:prstGeom prst="ellipse">
              <a:avLst/>
            </a:prstGeom>
            <a:solidFill>
              <a:srgbClr val="6FC95D">
                <a:alpha val="45098"/>
              </a:srgbClr>
            </a:solidFill>
            <a:ln w="7363" cap="rnd">
              <a:solidFill>
                <a:srgbClr val="6F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8" name="pt13198"/>
            <p:cNvSpPr/>
            <p:nvPr/>
          </p:nvSpPr>
          <p:spPr>
            <a:xfrm>
              <a:off x="6581406" y="2123460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9" name="pt13199"/>
            <p:cNvSpPr/>
            <p:nvPr/>
          </p:nvSpPr>
          <p:spPr>
            <a:xfrm>
              <a:off x="6563707" y="2244202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0" name="pt13200"/>
            <p:cNvSpPr/>
            <p:nvPr/>
          </p:nvSpPr>
          <p:spPr>
            <a:xfrm>
              <a:off x="6640727" y="221732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1" name="pt13201"/>
            <p:cNvSpPr/>
            <p:nvPr/>
          </p:nvSpPr>
          <p:spPr>
            <a:xfrm>
              <a:off x="6903611" y="1950413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2" name="pt13202"/>
            <p:cNvSpPr/>
            <p:nvPr/>
          </p:nvSpPr>
          <p:spPr>
            <a:xfrm>
              <a:off x="6411811" y="2112236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3" name="pt13203"/>
            <p:cNvSpPr/>
            <p:nvPr/>
          </p:nvSpPr>
          <p:spPr>
            <a:xfrm>
              <a:off x="6042576" y="2421499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4" name="pt13204"/>
            <p:cNvSpPr/>
            <p:nvPr/>
          </p:nvSpPr>
          <p:spPr>
            <a:xfrm>
              <a:off x="6193898" y="2106871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5" name="pt13205"/>
            <p:cNvSpPr/>
            <p:nvPr/>
          </p:nvSpPr>
          <p:spPr>
            <a:xfrm>
              <a:off x="6599781" y="2053069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6" name="pt13206"/>
            <p:cNvSpPr/>
            <p:nvPr/>
          </p:nvSpPr>
          <p:spPr>
            <a:xfrm>
              <a:off x="6405211" y="222244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7" name="pt13207"/>
            <p:cNvSpPr/>
            <p:nvPr/>
          </p:nvSpPr>
          <p:spPr>
            <a:xfrm>
              <a:off x="5266967" y="1812709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8" name="pt13208"/>
            <p:cNvSpPr/>
            <p:nvPr/>
          </p:nvSpPr>
          <p:spPr>
            <a:xfrm>
              <a:off x="6757291" y="2179943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9" name="pt13209"/>
            <p:cNvSpPr/>
            <p:nvPr/>
          </p:nvSpPr>
          <p:spPr>
            <a:xfrm>
              <a:off x="6987873" y="1652799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0" name="pt13210"/>
            <p:cNvSpPr/>
            <p:nvPr/>
          </p:nvSpPr>
          <p:spPr>
            <a:xfrm>
              <a:off x="6943658" y="1945600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1" name="pt13211"/>
            <p:cNvSpPr/>
            <p:nvPr/>
          </p:nvSpPr>
          <p:spPr>
            <a:xfrm>
              <a:off x="6857970" y="1981555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2" name="pt13212"/>
            <p:cNvSpPr/>
            <p:nvPr/>
          </p:nvSpPr>
          <p:spPr>
            <a:xfrm>
              <a:off x="5706748" y="2364786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3" name="pt13213"/>
            <p:cNvSpPr/>
            <p:nvPr/>
          </p:nvSpPr>
          <p:spPr>
            <a:xfrm>
              <a:off x="6294282" y="2055772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4" name="pt13214"/>
            <p:cNvSpPr/>
            <p:nvPr/>
          </p:nvSpPr>
          <p:spPr>
            <a:xfrm>
              <a:off x="6540271" y="2139363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5" name="pt13215"/>
            <p:cNvSpPr/>
            <p:nvPr/>
          </p:nvSpPr>
          <p:spPr>
            <a:xfrm>
              <a:off x="6379379" y="2159170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6" name="pt13216"/>
            <p:cNvSpPr/>
            <p:nvPr/>
          </p:nvSpPr>
          <p:spPr>
            <a:xfrm>
              <a:off x="6379105" y="2305283"/>
              <a:ext cx="16849" cy="16849"/>
            </a:xfrm>
            <a:prstGeom prst="ellipse">
              <a:avLst/>
            </a:prstGeom>
            <a:solidFill>
              <a:srgbClr val="2C898B">
                <a:alpha val="45098"/>
              </a:srgbClr>
            </a:solidFill>
            <a:ln w="7363" cap="rnd">
              <a:solidFill>
                <a:srgbClr val="2C89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7" name="pt13217"/>
            <p:cNvSpPr/>
            <p:nvPr/>
          </p:nvSpPr>
          <p:spPr>
            <a:xfrm>
              <a:off x="6063459" y="2460069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8" name="pt13218"/>
            <p:cNvSpPr/>
            <p:nvPr/>
          </p:nvSpPr>
          <p:spPr>
            <a:xfrm>
              <a:off x="5875618" y="207413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9" name="pt13219"/>
            <p:cNvSpPr/>
            <p:nvPr/>
          </p:nvSpPr>
          <p:spPr>
            <a:xfrm>
              <a:off x="5289892" y="2098788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0" name="pt13220"/>
            <p:cNvSpPr/>
            <p:nvPr/>
          </p:nvSpPr>
          <p:spPr>
            <a:xfrm>
              <a:off x="6926599" y="1759198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1" name="pt13221"/>
            <p:cNvSpPr/>
            <p:nvPr/>
          </p:nvSpPr>
          <p:spPr>
            <a:xfrm>
              <a:off x="6431173" y="1978843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2" name="pt13222"/>
            <p:cNvSpPr/>
            <p:nvPr/>
          </p:nvSpPr>
          <p:spPr>
            <a:xfrm>
              <a:off x="6521307" y="242954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3" name="pt13223"/>
            <p:cNvSpPr/>
            <p:nvPr/>
          </p:nvSpPr>
          <p:spPr>
            <a:xfrm>
              <a:off x="5716208" y="2448360"/>
              <a:ext cx="16849" cy="16849"/>
            </a:xfrm>
            <a:prstGeom prst="ellipse">
              <a:avLst/>
            </a:prstGeom>
            <a:solidFill>
              <a:srgbClr val="4FB773">
                <a:alpha val="45098"/>
              </a:srgbClr>
            </a:solidFill>
            <a:ln w="7363" cap="rnd">
              <a:solidFill>
                <a:srgbClr val="4FB7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4" name="pt13224"/>
            <p:cNvSpPr/>
            <p:nvPr/>
          </p:nvSpPr>
          <p:spPr>
            <a:xfrm>
              <a:off x="6148187" y="237911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5" name="pt13225"/>
            <p:cNvSpPr/>
            <p:nvPr/>
          </p:nvSpPr>
          <p:spPr>
            <a:xfrm>
              <a:off x="6463784" y="218342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6" name="pt13226"/>
            <p:cNvSpPr/>
            <p:nvPr/>
          </p:nvSpPr>
          <p:spPr>
            <a:xfrm>
              <a:off x="6676757" y="2115830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7" name="pt13227"/>
            <p:cNvSpPr/>
            <p:nvPr/>
          </p:nvSpPr>
          <p:spPr>
            <a:xfrm>
              <a:off x="5446828" y="2403151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8" name="pt13228"/>
            <p:cNvSpPr/>
            <p:nvPr/>
          </p:nvSpPr>
          <p:spPr>
            <a:xfrm>
              <a:off x="5859096" y="204011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9" name="pt13229"/>
            <p:cNvSpPr/>
            <p:nvPr/>
          </p:nvSpPr>
          <p:spPr>
            <a:xfrm>
              <a:off x="6190331" y="2169410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0" name="pt13230"/>
            <p:cNvSpPr/>
            <p:nvPr/>
          </p:nvSpPr>
          <p:spPr>
            <a:xfrm>
              <a:off x="5909496" y="204594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1" name="pt13231"/>
            <p:cNvSpPr/>
            <p:nvPr/>
          </p:nvSpPr>
          <p:spPr>
            <a:xfrm>
              <a:off x="5801976" y="2177153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2" name="pt13232"/>
            <p:cNvSpPr/>
            <p:nvPr/>
          </p:nvSpPr>
          <p:spPr>
            <a:xfrm>
              <a:off x="5519587" y="2420174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3" name="pt13233"/>
            <p:cNvSpPr/>
            <p:nvPr/>
          </p:nvSpPr>
          <p:spPr>
            <a:xfrm>
              <a:off x="7154371" y="1454948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4" name="pt13234"/>
            <p:cNvSpPr/>
            <p:nvPr/>
          </p:nvSpPr>
          <p:spPr>
            <a:xfrm>
              <a:off x="6399979" y="2077435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5" name="pt13235"/>
            <p:cNvSpPr/>
            <p:nvPr/>
          </p:nvSpPr>
          <p:spPr>
            <a:xfrm>
              <a:off x="6096133" y="2252737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6" name="pt13236"/>
            <p:cNvSpPr/>
            <p:nvPr/>
          </p:nvSpPr>
          <p:spPr>
            <a:xfrm>
              <a:off x="5266359" y="2257569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7" name="pt13237"/>
            <p:cNvSpPr/>
            <p:nvPr/>
          </p:nvSpPr>
          <p:spPr>
            <a:xfrm>
              <a:off x="6004615" y="239741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8" name="pt13238"/>
            <p:cNvSpPr/>
            <p:nvPr/>
          </p:nvSpPr>
          <p:spPr>
            <a:xfrm>
              <a:off x="6656318" y="2133134"/>
              <a:ext cx="16849" cy="16849"/>
            </a:xfrm>
            <a:prstGeom prst="ellipse">
              <a:avLst/>
            </a:prstGeom>
            <a:solidFill>
              <a:srgbClr val="57BB6E">
                <a:alpha val="45098"/>
              </a:srgbClr>
            </a:solidFill>
            <a:ln w="7363" cap="rnd">
              <a:solidFill>
                <a:srgbClr val="57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9" name="pt13239"/>
            <p:cNvSpPr/>
            <p:nvPr/>
          </p:nvSpPr>
          <p:spPr>
            <a:xfrm>
              <a:off x="5540955" y="215412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0" name="pt13240"/>
            <p:cNvSpPr/>
            <p:nvPr/>
          </p:nvSpPr>
          <p:spPr>
            <a:xfrm>
              <a:off x="5841865" y="2482667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1" name="pt13241"/>
            <p:cNvSpPr/>
            <p:nvPr/>
          </p:nvSpPr>
          <p:spPr>
            <a:xfrm>
              <a:off x="6138434" y="2333656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2" name="pt13242"/>
            <p:cNvSpPr/>
            <p:nvPr/>
          </p:nvSpPr>
          <p:spPr>
            <a:xfrm>
              <a:off x="5193117" y="2255583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3" name="pt13243"/>
            <p:cNvSpPr/>
            <p:nvPr/>
          </p:nvSpPr>
          <p:spPr>
            <a:xfrm>
              <a:off x="5802854" y="2311139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4" name="pt13244"/>
            <p:cNvSpPr/>
            <p:nvPr/>
          </p:nvSpPr>
          <p:spPr>
            <a:xfrm>
              <a:off x="6095896" y="2212323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5" name="pt13245"/>
            <p:cNvSpPr/>
            <p:nvPr/>
          </p:nvSpPr>
          <p:spPr>
            <a:xfrm>
              <a:off x="6128524" y="2343275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6" name="pt13246"/>
            <p:cNvSpPr/>
            <p:nvPr/>
          </p:nvSpPr>
          <p:spPr>
            <a:xfrm>
              <a:off x="5949398" y="2038812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7" name="pt13247"/>
            <p:cNvSpPr/>
            <p:nvPr/>
          </p:nvSpPr>
          <p:spPr>
            <a:xfrm>
              <a:off x="6167065" y="2296300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8" name="pt13248"/>
            <p:cNvSpPr/>
            <p:nvPr/>
          </p:nvSpPr>
          <p:spPr>
            <a:xfrm>
              <a:off x="5907953" y="2165051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9" name="pt13249"/>
            <p:cNvSpPr/>
            <p:nvPr/>
          </p:nvSpPr>
          <p:spPr>
            <a:xfrm>
              <a:off x="5319251" y="1998805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0" name="pt13250"/>
            <p:cNvSpPr/>
            <p:nvPr/>
          </p:nvSpPr>
          <p:spPr>
            <a:xfrm>
              <a:off x="6681174" y="2115453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1" name="pt13251"/>
            <p:cNvSpPr/>
            <p:nvPr/>
          </p:nvSpPr>
          <p:spPr>
            <a:xfrm>
              <a:off x="7143828" y="1594440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2" name="pt13252"/>
            <p:cNvSpPr/>
            <p:nvPr/>
          </p:nvSpPr>
          <p:spPr>
            <a:xfrm>
              <a:off x="6120515" y="2278990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3" name="pt13253"/>
            <p:cNvSpPr/>
            <p:nvPr/>
          </p:nvSpPr>
          <p:spPr>
            <a:xfrm>
              <a:off x="5971052" y="226549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4" name="pt13254"/>
            <p:cNvSpPr/>
            <p:nvPr/>
          </p:nvSpPr>
          <p:spPr>
            <a:xfrm>
              <a:off x="6200567" y="2151886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5" name="pt13255"/>
            <p:cNvSpPr/>
            <p:nvPr/>
          </p:nvSpPr>
          <p:spPr>
            <a:xfrm>
              <a:off x="5467639" y="2334399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6" name="pt13256"/>
            <p:cNvSpPr/>
            <p:nvPr/>
          </p:nvSpPr>
          <p:spPr>
            <a:xfrm>
              <a:off x="6697387" y="2156358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7" name="pt13257"/>
            <p:cNvSpPr/>
            <p:nvPr/>
          </p:nvSpPr>
          <p:spPr>
            <a:xfrm>
              <a:off x="5735259" y="204904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8" name="pt13258"/>
            <p:cNvSpPr/>
            <p:nvPr/>
          </p:nvSpPr>
          <p:spPr>
            <a:xfrm>
              <a:off x="6490462" y="2173846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9" name="pt13259"/>
            <p:cNvSpPr/>
            <p:nvPr/>
          </p:nvSpPr>
          <p:spPr>
            <a:xfrm>
              <a:off x="5948932" y="2085074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0" name="pt13260"/>
            <p:cNvSpPr/>
            <p:nvPr/>
          </p:nvSpPr>
          <p:spPr>
            <a:xfrm>
              <a:off x="7045662" y="1763490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1" name="pt13261"/>
            <p:cNvSpPr/>
            <p:nvPr/>
          </p:nvSpPr>
          <p:spPr>
            <a:xfrm>
              <a:off x="5862499" y="211859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2" name="pt13262"/>
            <p:cNvSpPr/>
            <p:nvPr/>
          </p:nvSpPr>
          <p:spPr>
            <a:xfrm>
              <a:off x="6092480" y="2258867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3" name="pt13263"/>
            <p:cNvSpPr/>
            <p:nvPr/>
          </p:nvSpPr>
          <p:spPr>
            <a:xfrm>
              <a:off x="6738817" y="1861274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4" name="pt13264"/>
            <p:cNvSpPr/>
            <p:nvPr/>
          </p:nvSpPr>
          <p:spPr>
            <a:xfrm>
              <a:off x="6796559" y="1810232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5" name="pt13265"/>
            <p:cNvSpPr/>
            <p:nvPr/>
          </p:nvSpPr>
          <p:spPr>
            <a:xfrm>
              <a:off x="5704236" y="250812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6" name="pt13266"/>
            <p:cNvSpPr/>
            <p:nvPr/>
          </p:nvSpPr>
          <p:spPr>
            <a:xfrm>
              <a:off x="6034688" y="2202533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7" name="pt13267"/>
            <p:cNvSpPr/>
            <p:nvPr/>
          </p:nvSpPr>
          <p:spPr>
            <a:xfrm>
              <a:off x="6171275" y="2267601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8" name="pt13268"/>
            <p:cNvSpPr/>
            <p:nvPr/>
          </p:nvSpPr>
          <p:spPr>
            <a:xfrm>
              <a:off x="6248019" y="2286731"/>
              <a:ext cx="16849" cy="16849"/>
            </a:xfrm>
            <a:prstGeom prst="ellipse">
              <a:avLst/>
            </a:prstGeom>
            <a:solidFill>
              <a:srgbClr val="57BB6E">
                <a:alpha val="45098"/>
              </a:srgbClr>
            </a:solidFill>
            <a:ln w="7363" cap="rnd">
              <a:solidFill>
                <a:srgbClr val="57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9" name="pt13269"/>
            <p:cNvSpPr/>
            <p:nvPr/>
          </p:nvSpPr>
          <p:spPr>
            <a:xfrm>
              <a:off x="6621659" y="2140283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0" name="pt13270"/>
            <p:cNvSpPr/>
            <p:nvPr/>
          </p:nvSpPr>
          <p:spPr>
            <a:xfrm>
              <a:off x="6430961" y="1967076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1" name="pt13271"/>
            <p:cNvSpPr/>
            <p:nvPr/>
          </p:nvSpPr>
          <p:spPr>
            <a:xfrm>
              <a:off x="5472239" y="2420400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2" name="pt13272"/>
            <p:cNvSpPr/>
            <p:nvPr/>
          </p:nvSpPr>
          <p:spPr>
            <a:xfrm>
              <a:off x="7003876" y="1586321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3" name="pt13273"/>
            <p:cNvSpPr/>
            <p:nvPr/>
          </p:nvSpPr>
          <p:spPr>
            <a:xfrm>
              <a:off x="5978087" y="2385905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4" name="pt13274"/>
            <p:cNvSpPr/>
            <p:nvPr/>
          </p:nvSpPr>
          <p:spPr>
            <a:xfrm>
              <a:off x="6170728" y="2289697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5" name="pt13275"/>
            <p:cNvSpPr/>
            <p:nvPr/>
          </p:nvSpPr>
          <p:spPr>
            <a:xfrm>
              <a:off x="6882239" y="1992407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6" name="pt13276"/>
            <p:cNvSpPr/>
            <p:nvPr/>
          </p:nvSpPr>
          <p:spPr>
            <a:xfrm>
              <a:off x="5925179" y="2026512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7" name="pt13277"/>
            <p:cNvSpPr/>
            <p:nvPr/>
          </p:nvSpPr>
          <p:spPr>
            <a:xfrm>
              <a:off x="6197133" y="2191193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8" name="pt13278"/>
            <p:cNvSpPr/>
            <p:nvPr/>
          </p:nvSpPr>
          <p:spPr>
            <a:xfrm>
              <a:off x="6281471" y="1981488"/>
              <a:ext cx="16849" cy="16849"/>
            </a:xfrm>
            <a:prstGeom prst="ellipse">
              <a:avLst/>
            </a:prstGeom>
            <a:solidFill>
              <a:srgbClr val="77CF54">
                <a:alpha val="45098"/>
              </a:srgbClr>
            </a:solidFill>
            <a:ln w="7363" cap="rnd">
              <a:solidFill>
                <a:srgbClr val="77CF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9" name="pt13279"/>
            <p:cNvSpPr/>
            <p:nvPr/>
          </p:nvSpPr>
          <p:spPr>
            <a:xfrm>
              <a:off x="6670965" y="216276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0" name="pt13280"/>
            <p:cNvSpPr/>
            <p:nvPr/>
          </p:nvSpPr>
          <p:spPr>
            <a:xfrm>
              <a:off x="6418922" y="2187232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1" name="pt13281"/>
            <p:cNvSpPr/>
            <p:nvPr/>
          </p:nvSpPr>
          <p:spPr>
            <a:xfrm>
              <a:off x="6082987" y="2351050"/>
              <a:ext cx="16849" cy="16849"/>
            </a:xfrm>
            <a:prstGeom prst="ellipse">
              <a:avLst/>
            </a:prstGeom>
            <a:solidFill>
              <a:srgbClr val="44B279">
                <a:alpha val="45098"/>
              </a:srgbClr>
            </a:solidFill>
            <a:ln w="7363" cap="rnd">
              <a:solidFill>
                <a:srgbClr val="44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2" name="pt13282"/>
            <p:cNvSpPr/>
            <p:nvPr/>
          </p:nvSpPr>
          <p:spPr>
            <a:xfrm>
              <a:off x="6181304" y="2389218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3" name="pt13283"/>
            <p:cNvSpPr/>
            <p:nvPr/>
          </p:nvSpPr>
          <p:spPr>
            <a:xfrm>
              <a:off x="6085572" y="2357102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4" name="pt13284"/>
            <p:cNvSpPr/>
            <p:nvPr/>
          </p:nvSpPr>
          <p:spPr>
            <a:xfrm>
              <a:off x="6220722" y="2279247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5" name="pt13285"/>
            <p:cNvSpPr/>
            <p:nvPr/>
          </p:nvSpPr>
          <p:spPr>
            <a:xfrm>
              <a:off x="6118407" y="240660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6" name="pt13286"/>
            <p:cNvSpPr/>
            <p:nvPr/>
          </p:nvSpPr>
          <p:spPr>
            <a:xfrm>
              <a:off x="6240966" y="230860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7" name="pt13287"/>
            <p:cNvSpPr/>
            <p:nvPr/>
          </p:nvSpPr>
          <p:spPr>
            <a:xfrm>
              <a:off x="6298795" y="211643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8" name="pt13288"/>
            <p:cNvSpPr/>
            <p:nvPr/>
          </p:nvSpPr>
          <p:spPr>
            <a:xfrm>
              <a:off x="6084148" y="2402285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9" name="pt13289"/>
            <p:cNvSpPr/>
            <p:nvPr/>
          </p:nvSpPr>
          <p:spPr>
            <a:xfrm>
              <a:off x="6289536" y="2182278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0" name="pt13290"/>
            <p:cNvSpPr/>
            <p:nvPr/>
          </p:nvSpPr>
          <p:spPr>
            <a:xfrm>
              <a:off x="5773104" y="2099942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1" name="pt13291"/>
            <p:cNvSpPr/>
            <p:nvPr/>
          </p:nvSpPr>
          <p:spPr>
            <a:xfrm>
              <a:off x="5684658" y="2455149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2" name="pt13292"/>
            <p:cNvSpPr/>
            <p:nvPr/>
          </p:nvSpPr>
          <p:spPr>
            <a:xfrm>
              <a:off x="5929840" y="2041291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3" name="pt13293"/>
            <p:cNvSpPr/>
            <p:nvPr/>
          </p:nvSpPr>
          <p:spPr>
            <a:xfrm>
              <a:off x="6413102" y="2155357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4" name="pt13294"/>
            <p:cNvSpPr/>
            <p:nvPr/>
          </p:nvSpPr>
          <p:spPr>
            <a:xfrm>
              <a:off x="6201242" y="214084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5" name="pt13295"/>
            <p:cNvSpPr/>
            <p:nvPr/>
          </p:nvSpPr>
          <p:spPr>
            <a:xfrm>
              <a:off x="5669359" y="2408588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6" name="pt13296"/>
            <p:cNvSpPr/>
            <p:nvPr/>
          </p:nvSpPr>
          <p:spPr>
            <a:xfrm>
              <a:off x="6694375" y="206576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7" name="pt13297"/>
            <p:cNvSpPr/>
            <p:nvPr/>
          </p:nvSpPr>
          <p:spPr>
            <a:xfrm>
              <a:off x="5423645" y="215389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8" name="pt13298"/>
            <p:cNvSpPr/>
            <p:nvPr/>
          </p:nvSpPr>
          <p:spPr>
            <a:xfrm>
              <a:off x="6364057" y="2112057"/>
              <a:ext cx="16849" cy="16849"/>
            </a:xfrm>
            <a:prstGeom prst="ellipse">
              <a:avLst/>
            </a:prstGeom>
            <a:solidFill>
              <a:srgbClr val="6FC95D">
                <a:alpha val="45098"/>
              </a:srgbClr>
            </a:solidFill>
            <a:ln w="7363" cap="rnd">
              <a:solidFill>
                <a:srgbClr val="6F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9" name="pt13299"/>
            <p:cNvSpPr/>
            <p:nvPr/>
          </p:nvSpPr>
          <p:spPr>
            <a:xfrm>
              <a:off x="5860079" y="207889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0" name="pt13300"/>
            <p:cNvSpPr/>
            <p:nvPr/>
          </p:nvSpPr>
          <p:spPr>
            <a:xfrm>
              <a:off x="6435700" y="1683384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1" name="pt13301"/>
            <p:cNvSpPr/>
            <p:nvPr/>
          </p:nvSpPr>
          <p:spPr>
            <a:xfrm>
              <a:off x="5995634" y="2694065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2" name="pt13302"/>
            <p:cNvSpPr/>
            <p:nvPr/>
          </p:nvSpPr>
          <p:spPr>
            <a:xfrm>
              <a:off x="6396018" y="2119872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3" name="pt13303"/>
            <p:cNvSpPr/>
            <p:nvPr/>
          </p:nvSpPr>
          <p:spPr>
            <a:xfrm>
              <a:off x="6192736" y="2227594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4" name="pt13304"/>
            <p:cNvSpPr/>
            <p:nvPr/>
          </p:nvSpPr>
          <p:spPr>
            <a:xfrm>
              <a:off x="5803938" y="2026340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5" name="pt13305"/>
            <p:cNvSpPr/>
            <p:nvPr/>
          </p:nvSpPr>
          <p:spPr>
            <a:xfrm>
              <a:off x="4692162" y="2456815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6" name="pt13306"/>
            <p:cNvSpPr/>
            <p:nvPr/>
          </p:nvSpPr>
          <p:spPr>
            <a:xfrm>
              <a:off x="7021034" y="1701486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7" name="pt13307"/>
            <p:cNvSpPr/>
            <p:nvPr/>
          </p:nvSpPr>
          <p:spPr>
            <a:xfrm>
              <a:off x="6799471" y="179038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8" name="pt13308"/>
            <p:cNvSpPr/>
            <p:nvPr/>
          </p:nvSpPr>
          <p:spPr>
            <a:xfrm>
              <a:off x="5947785" y="2033097"/>
              <a:ext cx="16849" cy="16849"/>
            </a:xfrm>
            <a:prstGeom prst="ellipse">
              <a:avLst/>
            </a:prstGeom>
            <a:solidFill>
              <a:srgbClr val="71CB5A">
                <a:alpha val="45098"/>
              </a:srgbClr>
            </a:solidFill>
            <a:ln w="7363" cap="rnd">
              <a:solidFill>
                <a:srgbClr val="71CB5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9" name="pt13309"/>
            <p:cNvSpPr/>
            <p:nvPr/>
          </p:nvSpPr>
          <p:spPr>
            <a:xfrm>
              <a:off x="6430899" y="1743083"/>
              <a:ext cx="16849" cy="16849"/>
            </a:xfrm>
            <a:prstGeom prst="ellipse">
              <a:avLst/>
            </a:prstGeom>
            <a:solidFill>
              <a:srgbClr val="299987">
                <a:alpha val="45098"/>
              </a:srgbClr>
            </a:solidFill>
            <a:ln w="7363" cap="rnd">
              <a:solidFill>
                <a:srgbClr val="2999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0" name="pt13310"/>
            <p:cNvSpPr/>
            <p:nvPr/>
          </p:nvSpPr>
          <p:spPr>
            <a:xfrm>
              <a:off x="7331616" y="1742701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1" name="pt13311"/>
            <p:cNvSpPr/>
            <p:nvPr/>
          </p:nvSpPr>
          <p:spPr>
            <a:xfrm>
              <a:off x="4785086" y="2546397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2" name="pt13312"/>
            <p:cNvSpPr/>
            <p:nvPr/>
          </p:nvSpPr>
          <p:spPr>
            <a:xfrm>
              <a:off x="6879433" y="1884719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3" name="pt13313"/>
            <p:cNvSpPr/>
            <p:nvPr/>
          </p:nvSpPr>
          <p:spPr>
            <a:xfrm>
              <a:off x="6089961" y="2235847"/>
              <a:ext cx="16849" cy="16849"/>
            </a:xfrm>
            <a:prstGeom prst="ellipse">
              <a:avLst/>
            </a:prstGeom>
            <a:solidFill>
              <a:srgbClr val="2DAB81">
                <a:alpha val="45098"/>
              </a:srgbClr>
            </a:solidFill>
            <a:ln w="7363" cap="rnd">
              <a:solidFill>
                <a:srgbClr val="2D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4" name="pt13314"/>
            <p:cNvSpPr/>
            <p:nvPr/>
          </p:nvSpPr>
          <p:spPr>
            <a:xfrm>
              <a:off x="5713366" y="251921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5" name="pt13315"/>
            <p:cNvSpPr/>
            <p:nvPr/>
          </p:nvSpPr>
          <p:spPr>
            <a:xfrm>
              <a:off x="6019254" y="227749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6" name="pt13316"/>
            <p:cNvSpPr/>
            <p:nvPr/>
          </p:nvSpPr>
          <p:spPr>
            <a:xfrm>
              <a:off x="4775705" y="3024726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7" name="pt13317"/>
            <p:cNvSpPr/>
            <p:nvPr/>
          </p:nvSpPr>
          <p:spPr>
            <a:xfrm>
              <a:off x="5761832" y="202895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8" name="pt13318"/>
            <p:cNvSpPr/>
            <p:nvPr/>
          </p:nvSpPr>
          <p:spPr>
            <a:xfrm>
              <a:off x="6099769" y="2234917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9" name="pt13319"/>
            <p:cNvSpPr/>
            <p:nvPr/>
          </p:nvSpPr>
          <p:spPr>
            <a:xfrm>
              <a:off x="5892275" y="2165751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0" name="pt13320"/>
            <p:cNvSpPr/>
            <p:nvPr/>
          </p:nvSpPr>
          <p:spPr>
            <a:xfrm>
              <a:off x="6941766" y="1803732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1" name="pt13321"/>
            <p:cNvSpPr/>
            <p:nvPr/>
          </p:nvSpPr>
          <p:spPr>
            <a:xfrm>
              <a:off x="6752706" y="2008810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2" name="pt13322"/>
            <p:cNvSpPr/>
            <p:nvPr/>
          </p:nvSpPr>
          <p:spPr>
            <a:xfrm>
              <a:off x="6409913" y="213857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3" name="pt13323"/>
            <p:cNvSpPr/>
            <p:nvPr/>
          </p:nvSpPr>
          <p:spPr>
            <a:xfrm>
              <a:off x="5836017" y="2403191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4" name="pt13324"/>
            <p:cNvSpPr/>
            <p:nvPr/>
          </p:nvSpPr>
          <p:spPr>
            <a:xfrm>
              <a:off x="5701320" y="2340286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5" name="pt13325"/>
            <p:cNvSpPr/>
            <p:nvPr/>
          </p:nvSpPr>
          <p:spPr>
            <a:xfrm>
              <a:off x="6142229" y="2337154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6" name="pt13326"/>
            <p:cNvSpPr/>
            <p:nvPr/>
          </p:nvSpPr>
          <p:spPr>
            <a:xfrm>
              <a:off x="6276261" y="2062452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7" name="pt13327"/>
            <p:cNvSpPr/>
            <p:nvPr/>
          </p:nvSpPr>
          <p:spPr>
            <a:xfrm>
              <a:off x="6375192" y="236967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8" name="pt13328"/>
            <p:cNvSpPr/>
            <p:nvPr/>
          </p:nvSpPr>
          <p:spPr>
            <a:xfrm>
              <a:off x="6985118" y="1855769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9" name="pt13329"/>
            <p:cNvSpPr/>
            <p:nvPr/>
          </p:nvSpPr>
          <p:spPr>
            <a:xfrm>
              <a:off x="5468330" y="2364231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0" name="pt13330"/>
            <p:cNvSpPr/>
            <p:nvPr/>
          </p:nvSpPr>
          <p:spPr>
            <a:xfrm>
              <a:off x="6936052" y="1901780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1" name="pt13331"/>
            <p:cNvSpPr/>
            <p:nvPr/>
          </p:nvSpPr>
          <p:spPr>
            <a:xfrm>
              <a:off x="5048817" y="2796677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2" name="pt13332"/>
            <p:cNvSpPr/>
            <p:nvPr/>
          </p:nvSpPr>
          <p:spPr>
            <a:xfrm>
              <a:off x="6769747" y="2121108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3" name="pt13333"/>
            <p:cNvSpPr/>
            <p:nvPr/>
          </p:nvSpPr>
          <p:spPr>
            <a:xfrm>
              <a:off x="6684074" y="2159524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4" name="pt13334"/>
            <p:cNvSpPr/>
            <p:nvPr/>
          </p:nvSpPr>
          <p:spPr>
            <a:xfrm>
              <a:off x="5977484" y="2454885"/>
              <a:ext cx="16849" cy="16849"/>
            </a:xfrm>
            <a:prstGeom prst="ellipse">
              <a:avLst/>
            </a:prstGeom>
            <a:solidFill>
              <a:srgbClr val="25A485">
                <a:alpha val="45098"/>
              </a:srgbClr>
            </a:solidFill>
            <a:ln w="7363" cap="rnd">
              <a:solidFill>
                <a:srgbClr val="25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5" name="pt13335"/>
            <p:cNvSpPr/>
            <p:nvPr/>
          </p:nvSpPr>
          <p:spPr>
            <a:xfrm>
              <a:off x="5979379" y="2411483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6" name="pt13336"/>
            <p:cNvSpPr/>
            <p:nvPr/>
          </p:nvSpPr>
          <p:spPr>
            <a:xfrm>
              <a:off x="6196856" y="2230668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7" name="pt13337"/>
            <p:cNvSpPr/>
            <p:nvPr/>
          </p:nvSpPr>
          <p:spPr>
            <a:xfrm>
              <a:off x="6450961" y="2145313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8" name="pt13338"/>
            <p:cNvSpPr/>
            <p:nvPr/>
          </p:nvSpPr>
          <p:spPr>
            <a:xfrm>
              <a:off x="6763189" y="1999524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9" name="pt13339"/>
            <p:cNvSpPr/>
            <p:nvPr/>
          </p:nvSpPr>
          <p:spPr>
            <a:xfrm>
              <a:off x="5735501" y="212202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0" name="pt13340"/>
            <p:cNvSpPr/>
            <p:nvPr/>
          </p:nvSpPr>
          <p:spPr>
            <a:xfrm>
              <a:off x="6495406" y="2120437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1" name="pt13341"/>
            <p:cNvSpPr/>
            <p:nvPr/>
          </p:nvSpPr>
          <p:spPr>
            <a:xfrm>
              <a:off x="6019195" y="2231256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2" name="pt13342"/>
            <p:cNvSpPr/>
            <p:nvPr/>
          </p:nvSpPr>
          <p:spPr>
            <a:xfrm>
              <a:off x="5881875" y="198871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3" name="pt13343"/>
            <p:cNvSpPr/>
            <p:nvPr/>
          </p:nvSpPr>
          <p:spPr>
            <a:xfrm>
              <a:off x="6112711" y="2281697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4" name="pt13344"/>
            <p:cNvSpPr/>
            <p:nvPr/>
          </p:nvSpPr>
          <p:spPr>
            <a:xfrm>
              <a:off x="7041436" y="177793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5" name="pt13345"/>
            <p:cNvSpPr/>
            <p:nvPr/>
          </p:nvSpPr>
          <p:spPr>
            <a:xfrm>
              <a:off x="6051722" y="238269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6" name="pt13346"/>
            <p:cNvSpPr/>
            <p:nvPr/>
          </p:nvSpPr>
          <p:spPr>
            <a:xfrm>
              <a:off x="6492143" y="225294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7" name="pt13347"/>
            <p:cNvSpPr/>
            <p:nvPr/>
          </p:nvSpPr>
          <p:spPr>
            <a:xfrm>
              <a:off x="5813792" y="226161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8" name="pt13348"/>
            <p:cNvSpPr/>
            <p:nvPr/>
          </p:nvSpPr>
          <p:spPr>
            <a:xfrm>
              <a:off x="7062656" y="1611433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9" name="pt13349"/>
            <p:cNvSpPr/>
            <p:nvPr/>
          </p:nvSpPr>
          <p:spPr>
            <a:xfrm>
              <a:off x="6764601" y="2092357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0" name="pt13350"/>
            <p:cNvSpPr/>
            <p:nvPr/>
          </p:nvSpPr>
          <p:spPr>
            <a:xfrm>
              <a:off x="5331880" y="2067362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1" name="pt13351"/>
            <p:cNvSpPr/>
            <p:nvPr/>
          </p:nvSpPr>
          <p:spPr>
            <a:xfrm>
              <a:off x="4873194" y="2929725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2" name="pt13352"/>
            <p:cNvSpPr/>
            <p:nvPr/>
          </p:nvSpPr>
          <p:spPr>
            <a:xfrm>
              <a:off x="6379560" y="2301796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3" name="pt13353"/>
            <p:cNvSpPr/>
            <p:nvPr/>
          </p:nvSpPr>
          <p:spPr>
            <a:xfrm>
              <a:off x="6234154" y="2289197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4" name="pt13354"/>
            <p:cNvSpPr/>
            <p:nvPr/>
          </p:nvSpPr>
          <p:spPr>
            <a:xfrm>
              <a:off x="6257400" y="2394962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5" name="pt13355"/>
            <p:cNvSpPr/>
            <p:nvPr/>
          </p:nvSpPr>
          <p:spPr>
            <a:xfrm>
              <a:off x="6504291" y="2223804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6" name="pt13356"/>
            <p:cNvSpPr/>
            <p:nvPr/>
          </p:nvSpPr>
          <p:spPr>
            <a:xfrm>
              <a:off x="5547984" y="2517419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7" name="pt13357"/>
            <p:cNvSpPr/>
            <p:nvPr/>
          </p:nvSpPr>
          <p:spPr>
            <a:xfrm>
              <a:off x="6214076" y="225175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8" name="pt13358"/>
            <p:cNvSpPr/>
            <p:nvPr/>
          </p:nvSpPr>
          <p:spPr>
            <a:xfrm>
              <a:off x="6701851" y="2070593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9" name="pt13359"/>
            <p:cNvSpPr/>
            <p:nvPr/>
          </p:nvSpPr>
          <p:spPr>
            <a:xfrm>
              <a:off x="5243372" y="1972502"/>
              <a:ext cx="16849" cy="16849"/>
            </a:xfrm>
            <a:prstGeom prst="ellipse">
              <a:avLst/>
            </a:prstGeom>
            <a:solidFill>
              <a:srgbClr val="62C167">
                <a:alpha val="45098"/>
              </a:srgbClr>
            </a:solidFill>
            <a:ln w="7363" cap="rnd">
              <a:solidFill>
                <a:srgbClr val="62C16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0" name="pt13360"/>
            <p:cNvSpPr/>
            <p:nvPr/>
          </p:nvSpPr>
          <p:spPr>
            <a:xfrm>
              <a:off x="5148217" y="2642722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1" name="pt13361"/>
            <p:cNvSpPr/>
            <p:nvPr/>
          </p:nvSpPr>
          <p:spPr>
            <a:xfrm>
              <a:off x="6473732" y="2157484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2" name="pt13362"/>
            <p:cNvSpPr/>
            <p:nvPr/>
          </p:nvSpPr>
          <p:spPr>
            <a:xfrm>
              <a:off x="6701922" y="2131896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3" name="pt13363"/>
            <p:cNvSpPr/>
            <p:nvPr/>
          </p:nvSpPr>
          <p:spPr>
            <a:xfrm>
              <a:off x="5441137" y="2115910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4" name="pt13364"/>
            <p:cNvSpPr/>
            <p:nvPr/>
          </p:nvSpPr>
          <p:spPr>
            <a:xfrm>
              <a:off x="7165759" y="1432865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5" name="pt13365"/>
            <p:cNvSpPr/>
            <p:nvPr/>
          </p:nvSpPr>
          <p:spPr>
            <a:xfrm>
              <a:off x="5682867" y="2483492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6" name="pt13366"/>
            <p:cNvSpPr/>
            <p:nvPr/>
          </p:nvSpPr>
          <p:spPr>
            <a:xfrm>
              <a:off x="6549458" y="2178391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7" name="pt13367"/>
            <p:cNvSpPr/>
            <p:nvPr/>
          </p:nvSpPr>
          <p:spPr>
            <a:xfrm>
              <a:off x="6578873" y="2059641"/>
              <a:ext cx="16849" cy="16849"/>
            </a:xfrm>
            <a:prstGeom prst="ellipse">
              <a:avLst/>
            </a:prstGeom>
            <a:solidFill>
              <a:srgbClr val="5BBD6C">
                <a:alpha val="45098"/>
              </a:srgbClr>
            </a:solidFill>
            <a:ln w="7363" cap="rnd">
              <a:solidFill>
                <a:srgbClr val="5B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8" name="pt13368"/>
            <p:cNvSpPr/>
            <p:nvPr/>
          </p:nvSpPr>
          <p:spPr>
            <a:xfrm>
              <a:off x="6389831" y="235150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9" name="pt13369"/>
            <p:cNvSpPr/>
            <p:nvPr/>
          </p:nvSpPr>
          <p:spPr>
            <a:xfrm>
              <a:off x="6518598" y="2382761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0" name="pt13370"/>
            <p:cNvSpPr/>
            <p:nvPr/>
          </p:nvSpPr>
          <p:spPr>
            <a:xfrm>
              <a:off x="6059800" y="236054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1" name="pt13371"/>
            <p:cNvSpPr/>
            <p:nvPr/>
          </p:nvSpPr>
          <p:spPr>
            <a:xfrm>
              <a:off x="5534262" y="2186360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2" name="pt13372"/>
            <p:cNvSpPr/>
            <p:nvPr/>
          </p:nvSpPr>
          <p:spPr>
            <a:xfrm>
              <a:off x="6155660" y="234782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3" name="pt13373"/>
            <p:cNvSpPr/>
            <p:nvPr/>
          </p:nvSpPr>
          <p:spPr>
            <a:xfrm>
              <a:off x="6508356" y="2158060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4" name="pt13374"/>
            <p:cNvSpPr/>
            <p:nvPr/>
          </p:nvSpPr>
          <p:spPr>
            <a:xfrm>
              <a:off x="7224506" y="2013527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5" name="pt13375"/>
            <p:cNvSpPr/>
            <p:nvPr/>
          </p:nvSpPr>
          <p:spPr>
            <a:xfrm>
              <a:off x="6680257" y="2097344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6" name="pt13376"/>
            <p:cNvSpPr/>
            <p:nvPr/>
          </p:nvSpPr>
          <p:spPr>
            <a:xfrm>
              <a:off x="6350999" y="2255145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7" name="pt13377"/>
            <p:cNvSpPr/>
            <p:nvPr/>
          </p:nvSpPr>
          <p:spPr>
            <a:xfrm>
              <a:off x="5574453" y="2341380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8" name="pt13378"/>
            <p:cNvSpPr/>
            <p:nvPr/>
          </p:nvSpPr>
          <p:spPr>
            <a:xfrm>
              <a:off x="6256239" y="2388608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9" name="pt13379"/>
            <p:cNvSpPr/>
            <p:nvPr/>
          </p:nvSpPr>
          <p:spPr>
            <a:xfrm>
              <a:off x="6240886" y="2311476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0" name="pt13380"/>
            <p:cNvSpPr/>
            <p:nvPr/>
          </p:nvSpPr>
          <p:spPr>
            <a:xfrm>
              <a:off x="6352982" y="227825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1" name="pt13381"/>
            <p:cNvSpPr/>
            <p:nvPr/>
          </p:nvSpPr>
          <p:spPr>
            <a:xfrm>
              <a:off x="6140567" y="2293239"/>
              <a:ext cx="16849" cy="16849"/>
            </a:xfrm>
            <a:prstGeom prst="ellipse">
              <a:avLst/>
            </a:prstGeom>
            <a:solidFill>
              <a:srgbClr val="25A485">
                <a:alpha val="45098"/>
              </a:srgbClr>
            </a:solidFill>
            <a:ln w="7363" cap="rnd">
              <a:solidFill>
                <a:srgbClr val="25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2" name="pt13382"/>
            <p:cNvSpPr/>
            <p:nvPr/>
          </p:nvSpPr>
          <p:spPr>
            <a:xfrm>
              <a:off x="6708859" y="204195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3" name="pt13383"/>
            <p:cNvSpPr/>
            <p:nvPr/>
          </p:nvSpPr>
          <p:spPr>
            <a:xfrm>
              <a:off x="6433002" y="181789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4" name="pt13384"/>
            <p:cNvSpPr/>
            <p:nvPr/>
          </p:nvSpPr>
          <p:spPr>
            <a:xfrm>
              <a:off x="6295932" y="2057038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5" name="pt13385"/>
            <p:cNvSpPr/>
            <p:nvPr/>
          </p:nvSpPr>
          <p:spPr>
            <a:xfrm>
              <a:off x="5330402" y="2026431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6" name="pt13386"/>
            <p:cNvSpPr/>
            <p:nvPr/>
          </p:nvSpPr>
          <p:spPr>
            <a:xfrm>
              <a:off x="5901646" y="228622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7" name="pt13387"/>
            <p:cNvSpPr/>
            <p:nvPr/>
          </p:nvSpPr>
          <p:spPr>
            <a:xfrm>
              <a:off x="6821475" y="1987445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8" name="pt13388"/>
            <p:cNvSpPr/>
            <p:nvPr/>
          </p:nvSpPr>
          <p:spPr>
            <a:xfrm>
              <a:off x="6020692" y="2128773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9" name="pt13389"/>
            <p:cNvSpPr/>
            <p:nvPr/>
          </p:nvSpPr>
          <p:spPr>
            <a:xfrm>
              <a:off x="6481926" y="2153249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0" name="pt13390"/>
            <p:cNvSpPr/>
            <p:nvPr/>
          </p:nvSpPr>
          <p:spPr>
            <a:xfrm>
              <a:off x="7029470" y="1717677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1" name="pt13391"/>
            <p:cNvSpPr/>
            <p:nvPr/>
          </p:nvSpPr>
          <p:spPr>
            <a:xfrm>
              <a:off x="5980655" y="2561215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2" name="pt13392"/>
            <p:cNvSpPr/>
            <p:nvPr/>
          </p:nvSpPr>
          <p:spPr>
            <a:xfrm>
              <a:off x="7073741" y="1687904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3" name="pt13393"/>
            <p:cNvSpPr/>
            <p:nvPr/>
          </p:nvSpPr>
          <p:spPr>
            <a:xfrm>
              <a:off x="6776624" y="1743080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4" name="pt13394"/>
            <p:cNvSpPr/>
            <p:nvPr/>
          </p:nvSpPr>
          <p:spPr>
            <a:xfrm>
              <a:off x="5710107" y="2443030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5" name="pt13395"/>
            <p:cNvSpPr/>
            <p:nvPr/>
          </p:nvSpPr>
          <p:spPr>
            <a:xfrm>
              <a:off x="5883388" y="197490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6" name="pt13396"/>
            <p:cNvSpPr/>
            <p:nvPr/>
          </p:nvSpPr>
          <p:spPr>
            <a:xfrm>
              <a:off x="6289820" y="2159538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7" name="pt13397"/>
            <p:cNvSpPr/>
            <p:nvPr/>
          </p:nvSpPr>
          <p:spPr>
            <a:xfrm>
              <a:off x="6881718" y="1914066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8" name="pt13398"/>
            <p:cNvSpPr/>
            <p:nvPr/>
          </p:nvSpPr>
          <p:spPr>
            <a:xfrm>
              <a:off x="6941486" y="1735771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9" name="pt13399"/>
            <p:cNvSpPr/>
            <p:nvPr/>
          </p:nvSpPr>
          <p:spPr>
            <a:xfrm>
              <a:off x="6016851" y="2370816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0" name="pt13400"/>
            <p:cNvSpPr/>
            <p:nvPr/>
          </p:nvSpPr>
          <p:spPr>
            <a:xfrm>
              <a:off x="6337526" y="2098865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1" name="pt13401"/>
            <p:cNvSpPr/>
            <p:nvPr/>
          </p:nvSpPr>
          <p:spPr>
            <a:xfrm>
              <a:off x="6077593" y="2451258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2" name="pt13402"/>
            <p:cNvSpPr/>
            <p:nvPr/>
          </p:nvSpPr>
          <p:spPr>
            <a:xfrm>
              <a:off x="6393569" y="2176830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3" name="pt13403"/>
            <p:cNvSpPr/>
            <p:nvPr/>
          </p:nvSpPr>
          <p:spPr>
            <a:xfrm>
              <a:off x="6661451" y="222539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4" name="pt13404"/>
            <p:cNvSpPr/>
            <p:nvPr/>
          </p:nvSpPr>
          <p:spPr>
            <a:xfrm>
              <a:off x="6398645" y="2166155"/>
              <a:ext cx="16849" cy="16849"/>
            </a:xfrm>
            <a:prstGeom prst="ellipse">
              <a:avLst/>
            </a:prstGeom>
            <a:solidFill>
              <a:srgbClr val="5CBE6B">
                <a:alpha val="45098"/>
              </a:srgbClr>
            </a:solidFill>
            <a:ln w="7363" cap="rnd">
              <a:solidFill>
                <a:srgbClr val="5CBE6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5" name="pt13405"/>
            <p:cNvSpPr/>
            <p:nvPr/>
          </p:nvSpPr>
          <p:spPr>
            <a:xfrm>
              <a:off x="6714497" y="199482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6" name="pt13406"/>
            <p:cNvSpPr/>
            <p:nvPr/>
          </p:nvSpPr>
          <p:spPr>
            <a:xfrm>
              <a:off x="6196400" y="2088486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7" name="pt13407"/>
            <p:cNvSpPr/>
            <p:nvPr/>
          </p:nvSpPr>
          <p:spPr>
            <a:xfrm>
              <a:off x="6260035" y="2465044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8" name="pt13408"/>
            <p:cNvSpPr/>
            <p:nvPr/>
          </p:nvSpPr>
          <p:spPr>
            <a:xfrm>
              <a:off x="6215179" y="2286868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9" name="pt13409"/>
            <p:cNvSpPr/>
            <p:nvPr/>
          </p:nvSpPr>
          <p:spPr>
            <a:xfrm>
              <a:off x="5441576" y="2207368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0" name="pt13410"/>
            <p:cNvSpPr/>
            <p:nvPr/>
          </p:nvSpPr>
          <p:spPr>
            <a:xfrm>
              <a:off x="6511891" y="226040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1" name="pt13411"/>
            <p:cNvSpPr/>
            <p:nvPr/>
          </p:nvSpPr>
          <p:spPr>
            <a:xfrm>
              <a:off x="6052626" y="2435856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2" name="pt13412"/>
            <p:cNvSpPr/>
            <p:nvPr/>
          </p:nvSpPr>
          <p:spPr>
            <a:xfrm>
              <a:off x="6667085" y="2006875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3" name="pt13413"/>
            <p:cNvSpPr/>
            <p:nvPr/>
          </p:nvSpPr>
          <p:spPr>
            <a:xfrm>
              <a:off x="6048489" y="2366416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4" name="pt13414"/>
            <p:cNvSpPr/>
            <p:nvPr/>
          </p:nvSpPr>
          <p:spPr>
            <a:xfrm>
              <a:off x="6594756" y="2074403"/>
              <a:ext cx="16849" cy="16849"/>
            </a:xfrm>
            <a:prstGeom prst="ellipse">
              <a:avLst/>
            </a:prstGeom>
            <a:solidFill>
              <a:srgbClr val="59BC6D">
                <a:alpha val="45098"/>
              </a:srgbClr>
            </a:solidFill>
            <a:ln w="7363" cap="rnd">
              <a:solidFill>
                <a:srgbClr val="59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5" name="pt13415"/>
            <p:cNvSpPr/>
            <p:nvPr/>
          </p:nvSpPr>
          <p:spPr>
            <a:xfrm>
              <a:off x="6869365" y="1816594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6" name="pt13416"/>
            <p:cNvSpPr/>
            <p:nvPr/>
          </p:nvSpPr>
          <p:spPr>
            <a:xfrm>
              <a:off x="6736119" y="2005134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7" name="pt13417"/>
            <p:cNvSpPr/>
            <p:nvPr/>
          </p:nvSpPr>
          <p:spPr>
            <a:xfrm>
              <a:off x="5629567" y="237237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8" name="pt13418"/>
            <p:cNvSpPr/>
            <p:nvPr/>
          </p:nvSpPr>
          <p:spPr>
            <a:xfrm>
              <a:off x="6578093" y="2054778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9" name="pt13419"/>
            <p:cNvSpPr/>
            <p:nvPr/>
          </p:nvSpPr>
          <p:spPr>
            <a:xfrm>
              <a:off x="6434927" y="1935936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0" name="pt13420"/>
            <p:cNvSpPr/>
            <p:nvPr/>
          </p:nvSpPr>
          <p:spPr>
            <a:xfrm>
              <a:off x="6515388" y="2289548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1" name="pt13421"/>
            <p:cNvSpPr/>
            <p:nvPr/>
          </p:nvSpPr>
          <p:spPr>
            <a:xfrm>
              <a:off x="6743121" y="2074228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2" name="pt13422"/>
            <p:cNvSpPr/>
            <p:nvPr/>
          </p:nvSpPr>
          <p:spPr>
            <a:xfrm>
              <a:off x="5985187" y="2439149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3" name="pt13423"/>
            <p:cNvSpPr/>
            <p:nvPr/>
          </p:nvSpPr>
          <p:spPr>
            <a:xfrm>
              <a:off x="6438102" y="1931961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4" name="pt13424"/>
            <p:cNvSpPr/>
            <p:nvPr/>
          </p:nvSpPr>
          <p:spPr>
            <a:xfrm>
              <a:off x="6281289" y="2052285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5" name="pt13425"/>
            <p:cNvSpPr/>
            <p:nvPr/>
          </p:nvSpPr>
          <p:spPr>
            <a:xfrm>
              <a:off x="6051501" y="2353665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6" name="pt13426"/>
            <p:cNvSpPr/>
            <p:nvPr/>
          </p:nvSpPr>
          <p:spPr>
            <a:xfrm>
              <a:off x="6114813" y="2296657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7" name="pt13427"/>
            <p:cNvSpPr/>
            <p:nvPr/>
          </p:nvSpPr>
          <p:spPr>
            <a:xfrm>
              <a:off x="6517484" y="2277910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8" name="pt13428"/>
            <p:cNvSpPr/>
            <p:nvPr/>
          </p:nvSpPr>
          <p:spPr>
            <a:xfrm>
              <a:off x="5851271" y="2330308"/>
              <a:ext cx="16849" cy="16849"/>
            </a:xfrm>
            <a:prstGeom prst="ellipse">
              <a:avLst/>
            </a:prstGeom>
            <a:solidFill>
              <a:srgbClr val="2DAA81">
                <a:alpha val="45098"/>
              </a:srgbClr>
            </a:solidFill>
            <a:ln w="7363" cap="rnd">
              <a:solidFill>
                <a:srgbClr val="2DAA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9" name="pt13429"/>
            <p:cNvSpPr/>
            <p:nvPr/>
          </p:nvSpPr>
          <p:spPr>
            <a:xfrm>
              <a:off x="5877606" y="2220955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0" name="pt13430"/>
            <p:cNvSpPr/>
            <p:nvPr/>
          </p:nvSpPr>
          <p:spPr>
            <a:xfrm>
              <a:off x="6638358" y="2098529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1" name="pt13431"/>
            <p:cNvSpPr/>
            <p:nvPr/>
          </p:nvSpPr>
          <p:spPr>
            <a:xfrm>
              <a:off x="5921843" y="2190349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2" name="pt13432"/>
            <p:cNvSpPr/>
            <p:nvPr/>
          </p:nvSpPr>
          <p:spPr>
            <a:xfrm>
              <a:off x="6298609" y="219467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3" name="pt13433"/>
            <p:cNvSpPr/>
            <p:nvPr/>
          </p:nvSpPr>
          <p:spPr>
            <a:xfrm>
              <a:off x="6282334" y="2196424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4" name="pt13434"/>
            <p:cNvSpPr/>
            <p:nvPr/>
          </p:nvSpPr>
          <p:spPr>
            <a:xfrm>
              <a:off x="6053773" y="2387072"/>
              <a:ext cx="16849" cy="16849"/>
            </a:xfrm>
            <a:prstGeom prst="ellipse">
              <a:avLst/>
            </a:prstGeom>
            <a:solidFill>
              <a:srgbClr val="44B279">
                <a:alpha val="45098"/>
              </a:srgbClr>
            </a:solidFill>
            <a:ln w="7363" cap="rnd">
              <a:solidFill>
                <a:srgbClr val="44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5" name="pt13435"/>
            <p:cNvSpPr/>
            <p:nvPr/>
          </p:nvSpPr>
          <p:spPr>
            <a:xfrm>
              <a:off x="7103088" y="1438442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6" name="pt13436"/>
            <p:cNvSpPr/>
            <p:nvPr/>
          </p:nvSpPr>
          <p:spPr>
            <a:xfrm>
              <a:off x="5618871" y="2451536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7" name="pt13437"/>
            <p:cNvSpPr/>
            <p:nvPr/>
          </p:nvSpPr>
          <p:spPr>
            <a:xfrm>
              <a:off x="5577616" y="233805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8" name="pt13438"/>
            <p:cNvSpPr/>
            <p:nvPr/>
          </p:nvSpPr>
          <p:spPr>
            <a:xfrm>
              <a:off x="6243752" y="228597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9" name="pt13439"/>
            <p:cNvSpPr/>
            <p:nvPr/>
          </p:nvSpPr>
          <p:spPr>
            <a:xfrm>
              <a:off x="6485347" y="217623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0" name="pt13440"/>
            <p:cNvSpPr/>
            <p:nvPr/>
          </p:nvSpPr>
          <p:spPr>
            <a:xfrm>
              <a:off x="5947998" y="2115456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1" name="pt13441"/>
            <p:cNvSpPr/>
            <p:nvPr/>
          </p:nvSpPr>
          <p:spPr>
            <a:xfrm>
              <a:off x="6055698" y="236267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2" name="pt13442"/>
            <p:cNvSpPr/>
            <p:nvPr/>
          </p:nvSpPr>
          <p:spPr>
            <a:xfrm>
              <a:off x="5769740" y="2082634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3" name="pt13443"/>
            <p:cNvSpPr/>
            <p:nvPr/>
          </p:nvSpPr>
          <p:spPr>
            <a:xfrm>
              <a:off x="6170024" y="2208933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4" name="pt13444"/>
            <p:cNvSpPr/>
            <p:nvPr/>
          </p:nvSpPr>
          <p:spPr>
            <a:xfrm>
              <a:off x="6290855" y="214852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5" name="pt13445"/>
            <p:cNvSpPr/>
            <p:nvPr/>
          </p:nvSpPr>
          <p:spPr>
            <a:xfrm>
              <a:off x="6122307" y="2354986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6" name="pt13446"/>
            <p:cNvSpPr/>
            <p:nvPr/>
          </p:nvSpPr>
          <p:spPr>
            <a:xfrm>
              <a:off x="6134002" y="2371135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7" name="pt13447"/>
            <p:cNvSpPr/>
            <p:nvPr/>
          </p:nvSpPr>
          <p:spPr>
            <a:xfrm>
              <a:off x="6366532" y="2362537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8" name="pt13448"/>
            <p:cNvSpPr/>
            <p:nvPr/>
          </p:nvSpPr>
          <p:spPr>
            <a:xfrm>
              <a:off x="6466953" y="217416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9" name="pt13449"/>
            <p:cNvSpPr/>
            <p:nvPr/>
          </p:nvSpPr>
          <p:spPr>
            <a:xfrm>
              <a:off x="5803030" y="1841478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0" name="pt13450"/>
            <p:cNvSpPr/>
            <p:nvPr/>
          </p:nvSpPr>
          <p:spPr>
            <a:xfrm>
              <a:off x="6222614" y="2223597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1" name="pt13451"/>
            <p:cNvSpPr/>
            <p:nvPr/>
          </p:nvSpPr>
          <p:spPr>
            <a:xfrm>
              <a:off x="5563865" y="2455202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2" name="pt13452"/>
            <p:cNvSpPr/>
            <p:nvPr/>
          </p:nvSpPr>
          <p:spPr>
            <a:xfrm>
              <a:off x="5412369" y="2418549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3" name="pt13453"/>
            <p:cNvSpPr/>
            <p:nvPr/>
          </p:nvSpPr>
          <p:spPr>
            <a:xfrm>
              <a:off x="6558813" y="2066045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4" name="pt13454"/>
            <p:cNvSpPr/>
            <p:nvPr/>
          </p:nvSpPr>
          <p:spPr>
            <a:xfrm>
              <a:off x="6485147" y="2177578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5" name="pt13455"/>
            <p:cNvSpPr/>
            <p:nvPr/>
          </p:nvSpPr>
          <p:spPr>
            <a:xfrm>
              <a:off x="6754761" y="2107355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6" name="pt13456"/>
            <p:cNvSpPr/>
            <p:nvPr/>
          </p:nvSpPr>
          <p:spPr>
            <a:xfrm>
              <a:off x="6882247" y="2060029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7" name="pt13457"/>
            <p:cNvSpPr/>
            <p:nvPr/>
          </p:nvSpPr>
          <p:spPr>
            <a:xfrm>
              <a:off x="6676629" y="1977869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8" name="pt13458"/>
            <p:cNvSpPr/>
            <p:nvPr/>
          </p:nvSpPr>
          <p:spPr>
            <a:xfrm>
              <a:off x="6516906" y="2066329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9" name="pt13459"/>
            <p:cNvSpPr/>
            <p:nvPr/>
          </p:nvSpPr>
          <p:spPr>
            <a:xfrm>
              <a:off x="5812708" y="2042658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0" name="pt13460"/>
            <p:cNvSpPr/>
            <p:nvPr/>
          </p:nvSpPr>
          <p:spPr>
            <a:xfrm>
              <a:off x="6347912" y="2268394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1" name="pt13461"/>
            <p:cNvSpPr/>
            <p:nvPr/>
          </p:nvSpPr>
          <p:spPr>
            <a:xfrm>
              <a:off x="6361343" y="2137219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2" name="pt13462"/>
            <p:cNvSpPr/>
            <p:nvPr/>
          </p:nvSpPr>
          <p:spPr>
            <a:xfrm>
              <a:off x="6658989" y="2159844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3" name="pt13463"/>
            <p:cNvSpPr/>
            <p:nvPr/>
          </p:nvSpPr>
          <p:spPr>
            <a:xfrm>
              <a:off x="6297742" y="2027806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4" name="pt13464"/>
            <p:cNvSpPr/>
            <p:nvPr/>
          </p:nvSpPr>
          <p:spPr>
            <a:xfrm>
              <a:off x="6257032" y="2324272"/>
              <a:ext cx="16849" cy="16849"/>
            </a:xfrm>
            <a:prstGeom prst="ellipse">
              <a:avLst/>
            </a:prstGeom>
            <a:solidFill>
              <a:srgbClr val="5EBF6A">
                <a:alpha val="45098"/>
              </a:srgbClr>
            </a:solidFill>
            <a:ln w="7363" cap="rnd">
              <a:solidFill>
                <a:srgbClr val="5EBF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5" name="pt13465"/>
            <p:cNvSpPr/>
            <p:nvPr/>
          </p:nvSpPr>
          <p:spPr>
            <a:xfrm>
              <a:off x="5686814" y="2369378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6" name="pt13466"/>
            <p:cNvSpPr/>
            <p:nvPr/>
          </p:nvSpPr>
          <p:spPr>
            <a:xfrm>
              <a:off x="6548843" y="2108364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7" name="pt13467"/>
            <p:cNvSpPr/>
            <p:nvPr/>
          </p:nvSpPr>
          <p:spPr>
            <a:xfrm>
              <a:off x="6212707" y="2310938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8" name="pt13468"/>
            <p:cNvSpPr/>
            <p:nvPr/>
          </p:nvSpPr>
          <p:spPr>
            <a:xfrm>
              <a:off x="6428149" y="190291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9" name="pt13469"/>
            <p:cNvSpPr/>
            <p:nvPr/>
          </p:nvSpPr>
          <p:spPr>
            <a:xfrm>
              <a:off x="5741458" y="2172862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0" name="pt13470"/>
            <p:cNvSpPr/>
            <p:nvPr/>
          </p:nvSpPr>
          <p:spPr>
            <a:xfrm>
              <a:off x="6505740" y="2139052"/>
              <a:ext cx="16849" cy="16849"/>
            </a:xfrm>
            <a:prstGeom prst="ellipse">
              <a:avLst/>
            </a:prstGeom>
            <a:solidFill>
              <a:srgbClr val="6EC85E">
                <a:alpha val="45098"/>
              </a:srgbClr>
            </a:solidFill>
            <a:ln w="7363" cap="rnd">
              <a:solidFill>
                <a:srgbClr val="6EC85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1" name="pt13471"/>
            <p:cNvSpPr/>
            <p:nvPr/>
          </p:nvSpPr>
          <p:spPr>
            <a:xfrm>
              <a:off x="6570564" y="2118560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2" name="pt13472"/>
            <p:cNvSpPr/>
            <p:nvPr/>
          </p:nvSpPr>
          <p:spPr>
            <a:xfrm>
              <a:off x="6517942" y="2229407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3" name="pt13473"/>
            <p:cNvSpPr/>
            <p:nvPr/>
          </p:nvSpPr>
          <p:spPr>
            <a:xfrm>
              <a:off x="5886418" y="2133355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4" name="pt13474"/>
            <p:cNvSpPr/>
            <p:nvPr/>
          </p:nvSpPr>
          <p:spPr>
            <a:xfrm>
              <a:off x="5568127" y="2351571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5" name="pt13475"/>
            <p:cNvSpPr/>
            <p:nvPr/>
          </p:nvSpPr>
          <p:spPr>
            <a:xfrm>
              <a:off x="6881881" y="198444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6" name="pt13476"/>
            <p:cNvSpPr/>
            <p:nvPr/>
          </p:nvSpPr>
          <p:spPr>
            <a:xfrm>
              <a:off x="6498880" y="2167490"/>
              <a:ext cx="16849" cy="16849"/>
            </a:xfrm>
            <a:prstGeom prst="ellipse">
              <a:avLst/>
            </a:prstGeom>
            <a:solidFill>
              <a:srgbClr val="68C562">
                <a:alpha val="45098"/>
              </a:srgbClr>
            </a:solidFill>
            <a:ln w="7363" cap="rnd">
              <a:solidFill>
                <a:srgbClr val="68C56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7" name="pt13477"/>
            <p:cNvSpPr/>
            <p:nvPr/>
          </p:nvSpPr>
          <p:spPr>
            <a:xfrm>
              <a:off x="6770598" y="202589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8" name="pt13478"/>
            <p:cNvSpPr/>
            <p:nvPr/>
          </p:nvSpPr>
          <p:spPr>
            <a:xfrm>
              <a:off x="6653078" y="2153664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9" name="pt13479"/>
            <p:cNvSpPr/>
            <p:nvPr/>
          </p:nvSpPr>
          <p:spPr>
            <a:xfrm>
              <a:off x="6948382" y="2124128"/>
              <a:ext cx="16849" cy="16849"/>
            </a:xfrm>
            <a:prstGeom prst="ellipse">
              <a:avLst/>
            </a:prstGeom>
            <a:solidFill>
              <a:srgbClr val="6EC85E">
                <a:alpha val="45098"/>
              </a:srgbClr>
            </a:solidFill>
            <a:ln w="7363" cap="rnd">
              <a:solidFill>
                <a:srgbClr val="6EC85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0" name="pt13480"/>
            <p:cNvSpPr/>
            <p:nvPr/>
          </p:nvSpPr>
          <p:spPr>
            <a:xfrm>
              <a:off x="6505511" y="219999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1" name="pt13481"/>
            <p:cNvSpPr/>
            <p:nvPr/>
          </p:nvSpPr>
          <p:spPr>
            <a:xfrm>
              <a:off x="6654929" y="2035142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2" name="pt13482"/>
            <p:cNvSpPr/>
            <p:nvPr/>
          </p:nvSpPr>
          <p:spPr>
            <a:xfrm>
              <a:off x="6459471" y="2145378"/>
              <a:ext cx="16849" cy="16849"/>
            </a:xfrm>
            <a:prstGeom prst="ellipse">
              <a:avLst/>
            </a:prstGeom>
            <a:solidFill>
              <a:srgbClr val="7BD151">
                <a:alpha val="45098"/>
              </a:srgbClr>
            </a:solidFill>
            <a:ln w="7363" cap="rnd">
              <a:solidFill>
                <a:srgbClr val="7BD15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3" name="pt13483"/>
            <p:cNvSpPr/>
            <p:nvPr/>
          </p:nvSpPr>
          <p:spPr>
            <a:xfrm>
              <a:off x="6134828" y="2286797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4" name="pt13484"/>
            <p:cNvSpPr/>
            <p:nvPr/>
          </p:nvSpPr>
          <p:spPr>
            <a:xfrm>
              <a:off x="6430336" y="197659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5" name="pt13485"/>
            <p:cNvSpPr/>
            <p:nvPr/>
          </p:nvSpPr>
          <p:spPr>
            <a:xfrm>
              <a:off x="5486815" y="2611252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6" name="pt13486"/>
            <p:cNvSpPr/>
            <p:nvPr/>
          </p:nvSpPr>
          <p:spPr>
            <a:xfrm>
              <a:off x="6226993" y="2298394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7" name="pt13487"/>
            <p:cNvSpPr/>
            <p:nvPr/>
          </p:nvSpPr>
          <p:spPr>
            <a:xfrm>
              <a:off x="6686858" y="2115019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8" name="pt13488"/>
            <p:cNvSpPr/>
            <p:nvPr/>
          </p:nvSpPr>
          <p:spPr>
            <a:xfrm>
              <a:off x="6179346" y="232354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9" name="pt13489"/>
            <p:cNvSpPr/>
            <p:nvPr/>
          </p:nvSpPr>
          <p:spPr>
            <a:xfrm>
              <a:off x="5642945" y="2345836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0" name="pt13490"/>
            <p:cNvSpPr/>
            <p:nvPr/>
          </p:nvSpPr>
          <p:spPr>
            <a:xfrm>
              <a:off x="6700554" y="2121345"/>
              <a:ext cx="16849" cy="16849"/>
            </a:xfrm>
            <a:prstGeom prst="ellipse">
              <a:avLst/>
            </a:prstGeom>
            <a:solidFill>
              <a:srgbClr val="71CB5A">
                <a:alpha val="45098"/>
              </a:srgbClr>
            </a:solidFill>
            <a:ln w="7363" cap="rnd">
              <a:solidFill>
                <a:srgbClr val="71CB5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1" name="pt13491"/>
            <p:cNvSpPr/>
            <p:nvPr/>
          </p:nvSpPr>
          <p:spPr>
            <a:xfrm>
              <a:off x="6669267" y="1980757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2" name="pt13492"/>
            <p:cNvSpPr/>
            <p:nvPr/>
          </p:nvSpPr>
          <p:spPr>
            <a:xfrm>
              <a:off x="6780508" y="219771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3" name="pt13493"/>
            <p:cNvSpPr/>
            <p:nvPr/>
          </p:nvSpPr>
          <p:spPr>
            <a:xfrm>
              <a:off x="5522907" y="2586517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4" name="pt13494"/>
            <p:cNvSpPr/>
            <p:nvPr/>
          </p:nvSpPr>
          <p:spPr>
            <a:xfrm>
              <a:off x="5578523" y="237241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5" name="pt13495"/>
            <p:cNvSpPr/>
            <p:nvPr/>
          </p:nvSpPr>
          <p:spPr>
            <a:xfrm>
              <a:off x="5961604" y="2337915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6" name="pt13496"/>
            <p:cNvSpPr/>
            <p:nvPr/>
          </p:nvSpPr>
          <p:spPr>
            <a:xfrm>
              <a:off x="5813862" y="2219683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7" name="pt13497"/>
            <p:cNvSpPr/>
            <p:nvPr/>
          </p:nvSpPr>
          <p:spPr>
            <a:xfrm>
              <a:off x="5501458" y="2495595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8" name="pt13498"/>
            <p:cNvSpPr/>
            <p:nvPr/>
          </p:nvSpPr>
          <p:spPr>
            <a:xfrm>
              <a:off x="6269144" y="236828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9" name="pt13499"/>
            <p:cNvSpPr/>
            <p:nvPr/>
          </p:nvSpPr>
          <p:spPr>
            <a:xfrm>
              <a:off x="5625308" y="237894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0" name="pt13500"/>
            <p:cNvSpPr/>
            <p:nvPr/>
          </p:nvSpPr>
          <p:spPr>
            <a:xfrm>
              <a:off x="6454417" y="221197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1" name="pt13501"/>
            <p:cNvSpPr/>
            <p:nvPr/>
          </p:nvSpPr>
          <p:spPr>
            <a:xfrm>
              <a:off x="6688039" y="2040983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2" name="pt13502"/>
            <p:cNvSpPr/>
            <p:nvPr/>
          </p:nvSpPr>
          <p:spPr>
            <a:xfrm>
              <a:off x="5947455" y="2007706"/>
              <a:ext cx="16849" cy="16849"/>
            </a:xfrm>
            <a:prstGeom prst="ellipse">
              <a:avLst/>
            </a:prstGeom>
            <a:solidFill>
              <a:srgbClr val="6FC95C">
                <a:alpha val="45098"/>
              </a:srgbClr>
            </a:solidFill>
            <a:ln w="7363" cap="rnd">
              <a:solidFill>
                <a:srgbClr val="6FC95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3" name="pt13503"/>
            <p:cNvSpPr/>
            <p:nvPr/>
          </p:nvSpPr>
          <p:spPr>
            <a:xfrm>
              <a:off x="6457103" y="2080058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4" name="pt13504"/>
            <p:cNvSpPr/>
            <p:nvPr/>
          </p:nvSpPr>
          <p:spPr>
            <a:xfrm>
              <a:off x="6261662" y="2462036"/>
              <a:ext cx="16849" cy="16849"/>
            </a:xfrm>
            <a:prstGeom prst="ellipse">
              <a:avLst/>
            </a:prstGeom>
            <a:solidFill>
              <a:srgbClr val="3AAE7D">
                <a:alpha val="45098"/>
              </a:srgbClr>
            </a:solidFill>
            <a:ln w="7363" cap="rnd">
              <a:solidFill>
                <a:srgbClr val="3AAE7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5" name="pt13505"/>
            <p:cNvSpPr/>
            <p:nvPr/>
          </p:nvSpPr>
          <p:spPr>
            <a:xfrm>
              <a:off x="6153188" y="2228761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6" name="pt13506"/>
            <p:cNvSpPr/>
            <p:nvPr/>
          </p:nvSpPr>
          <p:spPr>
            <a:xfrm>
              <a:off x="6163633" y="2260647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7" name="pt13507"/>
            <p:cNvSpPr/>
            <p:nvPr/>
          </p:nvSpPr>
          <p:spPr>
            <a:xfrm>
              <a:off x="6414573" y="2242722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8" name="pt13508"/>
            <p:cNvSpPr/>
            <p:nvPr/>
          </p:nvSpPr>
          <p:spPr>
            <a:xfrm>
              <a:off x="6258661" y="2433608"/>
              <a:ext cx="16849" cy="16849"/>
            </a:xfrm>
            <a:prstGeom prst="ellipse">
              <a:avLst/>
            </a:prstGeom>
            <a:solidFill>
              <a:srgbClr val="26A983">
                <a:alpha val="45098"/>
              </a:srgbClr>
            </a:solidFill>
            <a:ln w="7363" cap="rnd">
              <a:solidFill>
                <a:srgbClr val="26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9" name="pt13509"/>
            <p:cNvSpPr/>
            <p:nvPr/>
          </p:nvSpPr>
          <p:spPr>
            <a:xfrm>
              <a:off x="4870352" y="2867226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0" name="pt13510"/>
            <p:cNvSpPr/>
            <p:nvPr/>
          </p:nvSpPr>
          <p:spPr>
            <a:xfrm>
              <a:off x="6379350" y="226461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1" name="pt13511"/>
            <p:cNvSpPr/>
            <p:nvPr/>
          </p:nvSpPr>
          <p:spPr>
            <a:xfrm>
              <a:off x="5751812" y="2163536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2" name="pt13512"/>
            <p:cNvSpPr/>
            <p:nvPr/>
          </p:nvSpPr>
          <p:spPr>
            <a:xfrm>
              <a:off x="6150688" y="2189997"/>
              <a:ext cx="16849" cy="16849"/>
            </a:xfrm>
            <a:prstGeom prst="ellipse">
              <a:avLst/>
            </a:prstGeom>
            <a:solidFill>
              <a:srgbClr val="A5D847">
                <a:alpha val="45098"/>
              </a:srgbClr>
            </a:solidFill>
            <a:ln w="7363" cap="rnd">
              <a:solidFill>
                <a:srgbClr val="A5D84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3" name="pt13513"/>
            <p:cNvSpPr/>
            <p:nvPr/>
          </p:nvSpPr>
          <p:spPr>
            <a:xfrm>
              <a:off x="5748810" y="1938979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4" name="pt13514"/>
            <p:cNvSpPr/>
            <p:nvPr/>
          </p:nvSpPr>
          <p:spPr>
            <a:xfrm>
              <a:off x="6171775" y="2237936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5" name="pt13515"/>
            <p:cNvSpPr/>
            <p:nvPr/>
          </p:nvSpPr>
          <p:spPr>
            <a:xfrm>
              <a:off x="6314496" y="218644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6" name="pt13516"/>
            <p:cNvSpPr/>
            <p:nvPr/>
          </p:nvSpPr>
          <p:spPr>
            <a:xfrm>
              <a:off x="6383913" y="2182410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7" name="pt13517"/>
            <p:cNvSpPr/>
            <p:nvPr/>
          </p:nvSpPr>
          <p:spPr>
            <a:xfrm>
              <a:off x="5488559" y="2474918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8" name="pt13518"/>
            <p:cNvSpPr/>
            <p:nvPr/>
          </p:nvSpPr>
          <p:spPr>
            <a:xfrm>
              <a:off x="5993670" y="2613560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9" name="pt13519"/>
            <p:cNvSpPr/>
            <p:nvPr/>
          </p:nvSpPr>
          <p:spPr>
            <a:xfrm>
              <a:off x="6169401" y="2254477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0" name="pt13520"/>
            <p:cNvSpPr/>
            <p:nvPr/>
          </p:nvSpPr>
          <p:spPr>
            <a:xfrm>
              <a:off x="6656343" y="2157463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1" name="pt13521"/>
            <p:cNvSpPr/>
            <p:nvPr/>
          </p:nvSpPr>
          <p:spPr>
            <a:xfrm>
              <a:off x="6046108" y="2248681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2" name="pt13522"/>
            <p:cNvSpPr/>
            <p:nvPr/>
          </p:nvSpPr>
          <p:spPr>
            <a:xfrm>
              <a:off x="5928069" y="2077302"/>
              <a:ext cx="16849" cy="16849"/>
            </a:xfrm>
            <a:prstGeom prst="ellipse">
              <a:avLst/>
            </a:prstGeom>
            <a:solidFill>
              <a:srgbClr val="45B279">
                <a:alpha val="45098"/>
              </a:srgbClr>
            </a:solidFill>
            <a:ln w="7363" cap="rnd">
              <a:solidFill>
                <a:srgbClr val="45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3" name="pt13523"/>
            <p:cNvSpPr/>
            <p:nvPr/>
          </p:nvSpPr>
          <p:spPr>
            <a:xfrm>
              <a:off x="6185580" y="222583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4" name="pt13524"/>
            <p:cNvSpPr/>
            <p:nvPr/>
          </p:nvSpPr>
          <p:spPr>
            <a:xfrm>
              <a:off x="5172326" y="2214512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5" name="pt13525"/>
            <p:cNvSpPr/>
            <p:nvPr/>
          </p:nvSpPr>
          <p:spPr>
            <a:xfrm>
              <a:off x="6308934" y="2221459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6" name="pt13526"/>
            <p:cNvSpPr/>
            <p:nvPr/>
          </p:nvSpPr>
          <p:spPr>
            <a:xfrm>
              <a:off x="6536473" y="2165173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7" name="pt13527"/>
            <p:cNvSpPr/>
            <p:nvPr/>
          </p:nvSpPr>
          <p:spPr>
            <a:xfrm>
              <a:off x="6149368" y="2279147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8" name="pt13528"/>
            <p:cNvSpPr/>
            <p:nvPr/>
          </p:nvSpPr>
          <p:spPr>
            <a:xfrm>
              <a:off x="5949212" y="2094542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9" name="pt13529"/>
            <p:cNvSpPr/>
            <p:nvPr/>
          </p:nvSpPr>
          <p:spPr>
            <a:xfrm>
              <a:off x="5756024" y="2114489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0" name="pt13530"/>
            <p:cNvSpPr/>
            <p:nvPr/>
          </p:nvSpPr>
          <p:spPr>
            <a:xfrm>
              <a:off x="5666080" y="2450432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1" name="pt13531"/>
            <p:cNvSpPr/>
            <p:nvPr/>
          </p:nvSpPr>
          <p:spPr>
            <a:xfrm>
              <a:off x="6537936" y="2206909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2" name="pt13532"/>
            <p:cNvSpPr/>
            <p:nvPr/>
          </p:nvSpPr>
          <p:spPr>
            <a:xfrm>
              <a:off x="6492425" y="221342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3" name="pt13533"/>
            <p:cNvSpPr/>
            <p:nvPr/>
          </p:nvSpPr>
          <p:spPr>
            <a:xfrm>
              <a:off x="5595338" y="2663486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4" name="pt13534"/>
            <p:cNvSpPr/>
            <p:nvPr/>
          </p:nvSpPr>
          <p:spPr>
            <a:xfrm>
              <a:off x="5759999" y="2245376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5" name="pt13535"/>
            <p:cNvSpPr/>
            <p:nvPr/>
          </p:nvSpPr>
          <p:spPr>
            <a:xfrm>
              <a:off x="6458267" y="2114362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6" name="pt13536"/>
            <p:cNvSpPr/>
            <p:nvPr/>
          </p:nvSpPr>
          <p:spPr>
            <a:xfrm>
              <a:off x="6136933" y="2255100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7" name="pt13537"/>
            <p:cNvSpPr/>
            <p:nvPr/>
          </p:nvSpPr>
          <p:spPr>
            <a:xfrm>
              <a:off x="7169295" y="169992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8" name="pt13538"/>
            <p:cNvSpPr/>
            <p:nvPr/>
          </p:nvSpPr>
          <p:spPr>
            <a:xfrm>
              <a:off x="6227326" y="2281742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9" name="pt13539"/>
            <p:cNvSpPr/>
            <p:nvPr/>
          </p:nvSpPr>
          <p:spPr>
            <a:xfrm>
              <a:off x="6262555" y="2567592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0" name="pt13540"/>
            <p:cNvSpPr/>
            <p:nvPr/>
          </p:nvSpPr>
          <p:spPr>
            <a:xfrm>
              <a:off x="7235311" y="2226504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1" name="pt13541"/>
            <p:cNvSpPr/>
            <p:nvPr/>
          </p:nvSpPr>
          <p:spPr>
            <a:xfrm>
              <a:off x="6288846" y="2022796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2" name="pt13542"/>
            <p:cNvSpPr/>
            <p:nvPr/>
          </p:nvSpPr>
          <p:spPr>
            <a:xfrm>
              <a:off x="6970471" y="2035512"/>
              <a:ext cx="16849" cy="16849"/>
            </a:xfrm>
            <a:prstGeom prst="ellipse">
              <a:avLst/>
            </a:prstGeom>
            <a:solidFill>
              <a:srgbClr val="68C563">
                <a:alpha val="45098"/>
              </a:srgbClr>
            </a:solidFill>
            <a:ln w="7363" cap="rnd">
              <a:solidFill>
                <a:srgbClr val="68C5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3" name="pt13543"/>
            <p:cNvSpPr/>
            <p:nvPr/>
          </p:nvSpPr>
          <p:spPr>
            <a:xfrm>
              <a:off x="6862830" y="1968485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4" name="pt13544"/>
            <p:cNvSpPr/>
            <p:nvPr/>
          </p:nvSpPr>
          <p:spPr>
            <a:xfrm>
              <a:off x="6213793" y="233104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5" name="pt13545"/>
            <p:cNvSpPr/>
            <p:nvPr/>
          </p:nvSpPr>
          <p:spPr>
            <a:xfrm>
              <a:off x="6215888" y="2388359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6" name="pt13546"/>
            <p:cNvSpPr/>
            <p:nvPr/>
          </p:nvSpPr>
          <p:spPr>
            <a:xfrm>
              <a:off x="6592540" y="2087020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7" name="pt13547"/>
            <p:cNvSpPr/>
            <p:nvPr/>
          </p:nvSpPr>
          <p:spPr>
            <a:xfrm>
              <a:off x="6004648" y="232873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8" name="pt13548"/>
            <p:cNvSpPr/>
            <p:nvPr/>
          </p:nvSpPr>
          <p:spPr>
            <a:xfrm>
              <a:off x="6538330" y="238482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9" name="pt13549"/>
            <p:cNvSpPr/>
            <p:nvPr/>
          </p:nvSpPr>
          <p:spPr>
            <a:xfrm>
              <a:off x="6383333" y="2196846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0" name="pt13550"/>
            <p:cNvSpPr/>
            <p:nvPr/>
          </p:nvSpPr>
          <p:spPr>
            <a:xfrm>
              <a:off x="7156698" y="1528960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1" name="pt13551"/>
            <p:cNvSpPr/>
            <p:nvPr/>
          </p:nvSpPr>
          <p:spPr>
            <a:xfrm>
              <a:off x="6249378" y="2321547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2" name="pt13552"/>
            <p:cNvSpPr/>
            <p:nvPr/>
          </p:nvSpPr>
          <p:spPr>
            <a:xfrm>
              <a:off x="6195568" y="2202968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3" name="pt13553"/>
            <p:cNvSpPr/>
            <p:nvPr/>
          </p:nvSpPr>
          <p:spPr>
            <a:xfrm>
              <a:off x="5803661" y="2172406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4" name="pt13554"/>
            <p:cNvSpPr/>
            <p:nvPr/>
          </p:nvSpPr>
          <p:spPr>
            <a:xfrm>
              <a:off x="6074928" y="2382455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5" name="pt13555"/>
            <p:cNvSpPr/>
            <p:nvPr/>
          </p:nvSpPr>
          <p:spPr>
            <a:xfrm>
              <a:off x="6967098" y="1699625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6" name="pt13556"/>
            <p:cNvSpPr/>
            <p:nvPr/>
          </p:nvSpPr>
          <p:spPr>
            <a:xfrm>
              <a:off x="5908473" y="197762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7" name="pt13557"/>
            <p:cNvSpPr/>
            <p:nvPr/>
          </p:nvSpPr>
          <p:spPr>
            <a:xfrm>
              <a:off x="6949650" y="1887181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8" name="pt13558"/>
            <p:cNvSpPr/>
            <p:nvPr/>
          </p:nvSpPr>
          <p:spPr>
            <a:xfrm>
              <a:off x="6415365" y="231121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9" name="pt13559"/>
            <p:cNvSpPr/>
            <p:nvPr/>
          </p:nvSpPr>
          <p:spPr>
            <a:xfrm>
              <a:off x="5886046" y="1968389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0" name="pt13560"/>
            <p:cNvSpPr/>
            <p:nvPr/>
          </p:nvSpPr>
          <p:spPr>
            <a:xfrm>
              <a:off x="6677901" y="2047916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1" name="pt13561"/>
            <p:cNvSpPr/>
            <p:nvPr/>
          </p:nvSpPr>
          <p:spPr>
            <a:xfrm>
              <a:off x="5648564" y="2420846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2" name="pt13562"/>
            <p:cNvSpPr/>
            <p:nvPr/>
          </p:nvSpPr>
          <p:spPr>
            <a:xfrm>
              <a:off x="7013279" y="1569022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3" name="pt13563"/>
            <p:cNvSpPr/>
            <p:nvPr/>
          </p:nvSpPr>
          <p:spPr>
            <a:xfrm>
              <a:off x="5797464" y="213830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4" name="pt13564"/>
            <p:cNvSpPr/>
            <p:nvPr/>
          </p:nvSpPr>
          <p:spPr>
            <a:xfrm>
              <a:off x="6160668" y="239333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5" name="pt13565"/>
            <p:cNvSpPr/>
            <p:nvPr/>
          </p:nvSpPr>
          <p:spPr>
            <a:xfrm>
              <a:off x="7230219" y="2057705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6" name="pt13566"/>
            <p:cNvSpPr/>
            <p:nvPr/>
          </p:nvSpPr>
          <p:spPr>
            <a:xfrm>
              <a:off x="6207912" y="2291000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7" name="pt13567"/>
            <p:cNvSpPr/>
            <p:nvPr/>
          </p:nvSpPr>
          <p:spPr>
            <a:xfrm>
              <a:off x="6365354" y="2269752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8" name="pt13568"/>
            <p:cNvSpPr/>
            <p:nvPr/>
          </p:nvSpPr>
          <p:spPr>
            <a:xfrm>
              <a:off x="6139400" y="2321001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9" name="pt13569"/>
            <p:cNvSpPr/>
            <p:nvPr/>
          </p:nvSpPr>
          <p:spPr>
            <a:xfrm>
              <a:off x="6430378" y="198798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0" name="pt13570"/>
            <p:cNvSpPr/>
            <p:nvPr/>
          </p:nvSpPr>
          <p:spPr>
            <a:xfrm>
              <a:off x="5914201" y="2121311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1" name="pt13571"/>
            <p:cNvSpPr/>
            <p:nvPr/>
          </p:nvSpPr>
          <p:spPr>
            <a:xfrm>
              <a:off x="5842861" y="2311575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2" name="pt13572"/>
            <p:cNvSpPr/>
            <p:nvPr/>
          </p:nvSpPr>
          <p:spPr>
            <a:xfrm>
              <a:off x="6356583" y="2233091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3" name="pt13573"/>
            <p:cNvSpPr/>
            <p:nvPr/>
          </p:nvSpPr>
          <p:spPr>
            <a:xfrm>
              <a:off x="6379782" y="235936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4" name="pt13574"/>
            <p:cNvSpPr/>
            <p:nvPr/>
          </p:nvSpPr>
          <p:spPr>
            <a:xfrm>
              <a:off x="6135692" y="238368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5" name="pt13575"/>
            <p:cNvSpPr/>
            <p:nvPr/>
          </p:nvSpPr>
          <p:spPr>
            <a:xfrm>
              <a:off x="6485508" y="2090602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6" name="pt13576"/>
            <p:cNvSpPr/>
            <p:nvPr/>
          </p:nvSpPr>
          <p:spPr>
            <a:xfrm>
              <a:off x="6210525" y="2270079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7" name="pt13577"/>
            <p:cNvSpPr/>
            <p:nvPr/>
          </p:nvSpPr>
          <p:spPr>
            <a:xfrm>
              <a:off x="5865844" y="2191508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8" name="pt13578"/>
            <p:cNvSpPr/>
            <p:nvPr/>
          </p:nvSpPr>
          <p:spPr>
            <a:xfrm>
              <a:off x="6619336" y="2059553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9" name="pt13579"/>
            <p:cNvSpPr/>
            <p:nvPr/>
          </p:nvSpPr>
          <p:spPr>
            <a:xfrm>
              <a:off x="6058308" y="237080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0" name="pt13580"/>
            <p:cNvSpPr/>
            <p:nvPr/>
          </p:nvSpPr>
          <p:spPr>
            <a:xfrm>
              <a:off x="6842369" y="1964693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1" name="pt13581"/>
            <p:cNvSpPr/>
            <p:nvPr/>
          </p:nvSpPr>
          <p:spPr>
            <a:xfrm>
              <a:off x="6070301" y="243677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2" name="pt13582"/>
            <p:cNvSpPr/>
            <p:nvPr/>
          </p:nvSpPr>
          <p:spPr>
            <a:xfrm>
              <a:off x="6270652" y="2422874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3" name="pt13583"/>
            <p:cNvSpPr/>
            <p:nvPr/>
          </p:nvSpPr>
          <p:spPr>
            <a:xfrm>
              <a:off x="6201747" y="1940216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4" name="pt13584"/>
            <p:cNvSpPr/>
            <p:nvPr/>
          </p:nvSpPr>
          <p:spPr>
            <a:xfrm>
              <a:off x="5658078" y="2473560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5" name="pt13585"/>
            <p:cNvSpPr/>
            <p:nvPr/>
          </p:nvSpPr>
          <p:spPr>
            <a:xfrm>
              <a:off x="5938541" y="2113173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6" name="pt13586"/>
            <p:cNvSpPr/>
            <p:nvPr/>
          </p:nvSpPr>
          <p:spPr>
            <a:xfrm>
              <a:off x="5702539" y="2570995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7" name="pt13587"/>
            <p:cNvSpPr/>
            <p:nvPr/>
          </p:nvSpPr>
          <p:spPr>
            <a:xfrm>
              <a:off x="6403413" y="226045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8" name="pt13588"/>
            <p:cNvSpPr/>
            <p:nvPr/>
          </p:nvSpPr>
          <p:spPr>
            <a:xfrm>
              <a:off x="7225291" y="2236787"/>
              <a:ext cx="16849" cy="16849"/>
            </a:xfrm>
            <a:prstGeom prst="ellipse">
              <a:avLst/>
            </a:prstGeom>
            <a:solidFill>
              <a:srgbClr val="63C266">
                <a:alpha val="45098"/>
              </a:srgbClr>
            </a:solidFill>
            <a:ln w="7363" cap="rnd">
              <a:solidFill>
                <a:srgbClr val="63C26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9" name="pt13589"/>
            <p:cNvSpPr/>
            <p:nvPr/>
          </p:nvSpPr>
          <p:spPr>
            <a:xfrm>
              <a:off x="6246367" y="2287982"/>
              <a:ext cx="16849" cy="16849"/>
            </a:xfrm>
            <a:prstGeom prst="ellipse">
              <a:avLst/>
            </a:prstGeom>
            <a:solidFill>
              <a:srgbClr val="5ABC6D">
                <a:alpha val="45098"/>
              </a:srgbClr>
            </a:solidFill>
            <a:ln w="7363" cap="rnd">
              <a:solidFill>
                <a:srgbClr val="5A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0" name="pt13590"/>
            <p:cNvSpPr/>
            <p:nvPr/>
          </p:nvSpPr>
          <p:spPr>
            <a:xfrm>
              <a:off x="6000171" y="2669594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1" name="pt13591"/>
            <p:cNvSpPr/>
            <p:nvPr/>
          </p:nvSpPr>
          <p:spPr>
            <a:xfrm>
              <a:off x="6154077" y="2314925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2" name="pt13592"/>
            <p:cNvSpPr/>
            <p:nvPr/>
          </p:nvSpPr>
          <p:spPr>
            <a:xfrm>
              <a:off x="5641126" y="2336869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3" name="pt13593"/>
            <p:cNvSpPr/>
            <p:nvPr/>
          </p:nvSpPr>
          <p:spPr>
            <a:xfrm>
              <a:off x="6139392" y="2326490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4" name="pt13594"/>
            <p:cNvSpPr/>
            <p:nvPr/>
          </p:nvSpPr>
          <p:spPr>
            <a:xfrm>
              <a:off x="6244214" y="2266028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5" name="pt13595"/>
            <p:cNvSpPr/>
            <p:nvPr/>
          </p:nvSpPr>
          <p:spPr>
            <a:xfrm>
              <a:off x="6960206" y="1743696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6" name="pt13596"/>
            <p:cNvSpPr/>
            <p:nvPr/>
          </p:nvSpPr>
          <p:spPr>
            <a:xfrm>
              <a:off x="5806967" y="2039317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7" name="pt13597"/>
            <p:cNvSpPr/>
            <p:nvPr/>
          </p:nvSpPr>
          <p:spPr>
            <a:xfrm>
              <a:off x="5889169" y="2284654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8" name="pt13598"/>
            <p:cNvSpPr/>
            <p:nvPr/>
          </p:nvSpPr>
          <p:spPr>
            <a:xfrm>
              <a:off x="6202014" y="217001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9" name="pt13599"/>
            <p:cNvSpPr/>
            <p:nvPr/>
          </p:nvSpPr>
          <p:spPr>
            <a:xfrm>
              <a:off x="6122355" y="2314560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0" name="pt13600"/>
            <p:cNvSpPr/>
            <p:nvPr/>
          </p:nvSpPr>
          <p:spPr>
            <a:xfrm>
              <a:off x="6500986" y="1996235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1" name="pt13601"/>
            <p:cNvSpPr/>
            <p:nvPr/>
          </p:nvSpPr>
          <p:spPr>
            <a:xfrm>
              <a:off x="6581826" y="2103339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2" name="pt13602"/>
            <p:cNvSpPr/>
            <p:nvPr/>
          </p:nvSpPr>
          <p:spPr>
            <a:xfrm>
              <a:off x="6748407" y="1998577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3" name="pt13603"/>
            <p:cNvSpPr/>
            <p:nvPr/>
          </p:nvSpPr>
          <p:spPr>
            <a:xfrm>
              <a:off x="6921691" y="1765312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4" name="pt13604"/>
            <p:cNvSpPr/>
            <p:nvPr/>
          </p:nvSpPr>
          <p:spPr>
            <a:xfrm>
              <a:off x="6315147" y="2177661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5" name="pt13605"/>
            <p:cNvSpPr/>
            <p:nvPr/>
          </p:nvSpPr>
          <p:spPr>
            <a:xfrm>
              <a:off x="6510193" y="2069653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6" name="pt13606"/>
            <p:cNvSpPr/>
            <p:nvPr/>
          </p:nvSpPr>
          <p:spPr>
            <a:xfrm>
              <a:off x="7160751" y="177522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7" name="pt13607"/>
            <p:cNvSpPr/>
            <p:nvPr/>
          </p:nvSpPr>
          <p:spPr>
            <a:xfrm>
              <a:off x="6251353" y="2215667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8" name="pt13608"/>
            <p:cNvSpPr/>
            <p:nvPr/>
          </p:nvSpPr>
          <p:spPr>
            <a:xfrm>
              <a:off x="7211916" y="2008639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9" name="pt13609"/>
            <p:cNvSpPr/>
            <p:nvPr/>
          </p:nvSpPr>
          <p:spPr>
            <a:xfrm>
              <a:off x="7082936" y="1799305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0" name="pt13610"/>
            <p:cNvSpPr/>
            <p:nvPr/>
          </p:nvSpPr>
          <p:spPr>
            <a:xfrm>
              <a:off x="6249863" y="2271571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1" name="pt13611"/>
            <p:cNvSpPr/>
            <p:nvPr/>
          </p:nvSpPr>
          <p:spPr>
            <a:xfrm>
              <a:off x="6091344" y="228699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2" name="pt13612"/>
            <p:cNvSpPr/>
            <p:nvPr/>
          </p:nvSpPr>
          <p:spPr>
            <a:xfrm>
              <a:off x="5643150" y="237162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3" name="pt13613"/>
            <p:cNvSpPr/>
            <p:nvPr/>
          </p:nvSpPr>
          <p:spPr>
            <a:xfrm>
              <a:off x="5996715" y="2573747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4" name="pt13614"/>
            <p:cNvSpPr/>
            <p:nvPr/>
          </p:nvSpPr>
          <p:spPr>
            <a:xfrm>
              <a:off x="6197832" y="223411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5" name="pt13615"/>
            <p:cNvSpPr/>
            <p:nvPr/>
          </p:nvSpPr>
          <p:spPr>
            <a:xfrm>
              <a:off x="7153919" y="1712641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6" name="pt13616"/>
            <p:cNvSpPr/>
            <p:nvPr/>
          </p:nvSpPr>
          <p:spPr>
            <a:xfrm>
              <a:off x="5704827" y="2508620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7" name="pt13617"/>
            <p:cNvSpPr/>
            <p:nvPr/>
          </p:nvSpPr>
          <p:spPr>
            <a:xfrm>
              <a:off x="5794941" y="1980900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8" name="pt13618"/>
            <p:cNvSpPr/>
            <p:nvPr/>
          </p:nvSpPr>
          <p:spPr>
            <a:xfrm>
              <a:off x="6514953" y="235907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9" name="pt13619"/>
            <p:cNvSpPr/>
            <p:nvPr/>
          </p:nvSpPr>
          <p:spPr>
            <a:xfrm>
              <a:off x="6338027" y="227989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0" name="pt13620"/>
            <p:cNvSpPr/>
            <p:nvPr/>
          </p:nvSpPr>
          <p:spPr>
            <a:xfrm>
              <a:off x="6082030" y="2320132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1" name="pt13621"/>
            <p:cNvSpPr/>
            <p:nvPr/>
          </p:nvSpPr>
          <p:spPr>
            <a:xfrm>
              <a:off x="6238450" y="228890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2" name="pt13622"/>
            <p:cNvSpPr/>
            <p:nvPr/>
          </p:nvSpPr>
          <p:spPr>
            <a:xfrm>
              <a:off x="6170135" y="2338563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3" name="pt13623"/>
            <p:cNvSpPr/>
            <p:nvPr/>
          </p:nvSpPr>
          <p:spPr>
            <a:xfrm>
              <a:off x="6932154" y="187344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4" name="pt13624"/>
            <p:cNvSpPr/>
            <p:nvPr/>
          </p:nvSpPr>
          <p:spPr>
            <a:xfrm>
              <a:off x="6023425" y="2272849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5" name="pt13625"/>
            <p:cNvSpPr/>
            <p:nvPr/>
          </p:nvSpPr>
          <p:spPr>
            <a:xfrm>
              <a:off x="5899415" y="2197542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6" name="pt13626"/>
            <p:cNvSpPr/>
            <p:nvPr/>
          </p:nvSpPr>
          <p:spPr>
            <a:xfrm>
              <a:off x="6145988" y="2342323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7" name="pt13627"/>
            <p:cNvSpPr/>
            <p:nvPr/>
          </p:nvSpPr>
          <p:spPr>
            <a:xfrm>
              <a:off x="6001576" y="2642902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8" name="pt13628"/>
            <p:cNvSpPr/>
            <p:nvPr/>
          </p:nvSpPr>
          <p:spPr>
            <a:xfrm>
              <a:off x="6817392" y="1781135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9" name="pt13629"/>
            <p:cNvSpPr/>
            <p:nvPr/>
          </p:nvSpPr>
          <p:spPr>
            <a:xfrm>
              <a:off x="5337867" y="1600803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0" name="pt13630"/>
            <p:cNvSpPr/>
            <p:nvPr/>
          </p:nvSpPr>
          <p:spPr>
            <a:xfrm>
              <a:off x="5602900" y="2429169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1" name="pt13631"/>
            <p:cNvSpPr/>
            <p:nvPr/>
          </p:nvSpPr>
          <p:spPr>
            <a:xfrm>
              <a:off x="6039921" y="2428356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2" name="pt13632"/>
            <p:cNvSpPr/>
            <p:nvPr/>
          </p:nvSpPr>
          <p:spPr>
            <a:xfrm>
              <a:off x="5786334" y="2270512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3" name="pt13633"/>
            <p:cNvSpPr/>
            <p:nvPr/>
          </p:nvSpPr>
          <p:spPr>
            <a:xfrm>
              <a:off x="5753353" y="2165939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4" name="pt13634"/>
            <p:cNvSpPr/>
            <p:nvPr/>
          </p:nvSpPr>
          <p:spPr>
            <a:xfrm>
              <a:off x="6811465" y="1852821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5" name="pt13635"/>
            <p:cNvSpPr/>
            <p:nvPr/>
          </p:nvSpPr>
          <p:spPr>
            <a:xfrm>
              <a:off x="5568961" y="2611345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6" name="pt13636"/>
            <p:cNvSpPr/>
            <p:nvPr/>
          </p:nvSpPr>
          <p:spPr>
            <a:xfrm>
              <a:off x="6151674" y="2348937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7" name="pt13637"/>
            <p:cNvSpPr/>
            <p:nvPr/>
          </p:nvSpPr>
          <p:spPr>
            <a:xfrm>
              <a:off x="6367179" y="2208126"/>
              <a:ext cx="16849" cy="16849"/>
            </a:xfrm>
            <a:prstGeom prst="ellipse">
              <a:avLst/>
            </a:prstGeom>
            <a:solidFill>
              <a:srgbClr val="76CE56">
                <a:alpha val="45098"/>
              </a:srgbClr>
            </a:solidFill>
            <a:ln w="7363" cap="rnd">
              <a:solidFill>
                <a:srgbClr val="76CE5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8" name="pt13638"/>
            <p:cNvSpPr/>
            <p:nvPr/>
          </p:nvSpPr>
          <p:spPr>
            <a:xfrm>
              <a:off x="6187530" y="2276433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9" name="pt13639"/>
            <p:cNvSpPr/>
            <p:nvPr/>
          </p:nvSpPr>
          <p:spPr>
            <a:xfrm>
              <a:off x="6286399" y="2164351"/>
              <a:ext cx="16849" cy="16849"/>
            </a:xfrm>
            <a:prstGeom prst="ellipse">
              <a:avLst/>
            </a:prstGeom>
            <a:solidFill>
              <a:srgbClr val="336E8D">
                <a:alpha val="45098"/>
              </a:srgbClr>
            </a:solidFill>
            <a:ln w="7363" cap="rnd">
              <a:solidFill>
                <a:srgbClr val="336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0" name="pt13640"/>
            <p:cNvSpPr/>
            <p:nvPr/>
          </p:nvSpPr>
          <p:spPr>
            <a:xfrm>
              <a:off x="6410940" y="2134280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1" name="pt13641"/>
            <p:cNvSpPr/>
            <p:nvPr/>
          </p:nvSpPr>
          <p:spPr>
            <a:xfrm>
              <a:off x="6003731" y="2542478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2" name="pt13642"/>
            <p:cNvSpPr/>
            <p:nvPr/>
          </p:nvSpPr>
          <p:spPr>
            <a:xfrm>
              <a:off x="6235393" y="2296021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3" name="pt13643"/>
            <p:cNvSpPr/>
            <p:nvPr/>
          </p:nvSpPr>
          <p:spPr>
            <a:xfrm>
              <a:off x="6726098" y="2022045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4" name="pt13644"/>
            <p:cNvSpPr/>
            <p:nvPr/>
          </p:nvSpPr>
          <p:spPr>
            <a:xfrm>
              <a:off x="6662636" y="2004857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5" name="pt13645"/>
            <p:cNvSpPr/>
            <p:nvPr/>
          </p:nvSpPr>
          <p:spPr>
            <a:xfrm>
              <a:off x="7001664" y="1586010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6" name="pt13646"/>
            <p:cNvSpPr/>
            <p:nvPr/>
          </p:nvSpPr>
          <p:spPr>
            <a:xfrm>
              <a:off x="6320133" y="2199919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7" name="pt13647"/>
            <p:cNvSpPr/>
            <p:nvPr/>
          </p:nvSpPr>
          <p:spPr>
            <a:xfrm>
              <a:off x="5651236" y="226301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8" name="pt13648"/>
            <p:cNvSpPr/>
            <p:nvPr/>
          </p:nvSpPr>
          <p:spPr>
            <a:xfrm>
              <a:off x="6802134" y="181043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9" name="pt13649"/>
            <p:cNvSpPr/>
            <p:nvPr/>
          </p:nvSpPr>
          <p:spPr>
            <a:xfrm>
              <a:off x="6313080" y="2225368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0" name="pt13650"/>
            <p:cNvSpPr/>
            <p:nvPr/>
          </p:nvSpPr>
          <p:spPr>
            <a:xfrm>
              <a:off x="6857906" y="191491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1" name="pt13651"/>
            <p:cNvSpPr/>
            <p:nvPr/>
          </p:nvSpPr>
          <p:spPr>
            <a:xfrm>
              <a:off x="5711128" y="2509382"/>
              <a:ext cx="16849" cy="16849"/>
            </a:xfrm>
            <a:prstGeom prst="ellipse">
              <a:avLst/>
            </a:prstGeom>
            <a:solidFill>
              <a:srgbClr val="66C364">
                <a:alpha val="45098"/>
              </a:srgbClr>
            </a:solidFill>
            <a:ln w="7363" cap="rnd">
              <a:solidFill>
                <a:srgbClr val="66C36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2" name="pt13652"/>
            <p:cNvSpPr/>
            <p:nvPr/>
          </p:nvSpPr>
          <p:spPr>
            <a:xfrm>
              <a:off x="6847260" y="1783774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3" name="pt13653"/>
            <p:cNvSpPr/>
            <p:nvPr/>
          </p:nvSpPr>
          <p:spPr>
            <a:xfrm>
              <a:off x="6703351" y="206640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4" name="pt13654"/>
            <p:cNvSpPr/>
            <p:nvPr/>
          </p:nvSpPr>
          <p:spPr>
            <a:xfrm>
              <a:off x="5697863" y="2354841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5" name="pt13655"/>
            <p:cNvSpPr/>
            <p:nvPr/>
          </p:nvSpPr>
          <p:spPr>
            <a:xfrm>
              <a:off x="6645609" y="2188182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6" name="pt13656"/>
            <p:cNvSpPr/>
            <p:nvPr/>
          </p:nvSpPr>
          <p:spPr>
            <a:xfrm>
              <a:off x="5672830" y="2577363"/>
              <a:ext cx="16849" cy="16849"/>
            </a:xfrm>
            <a:prstGeom prst="ellipse">
              <a:avLst/>
            </a:prstGeom>
            <a:solidFill>
              <a:srgbClr val="86D34F">
                <a:alpha val="45098"/>
              </a:srgbClr>
            </a:solidFill>
            <a:ln w="7363" cap="rnd">
              <a:solidFill>
                <a:srgbClr val="86D34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7" name="pt13657"/>
            <p:cNvSpPr/>
            <p:nvPr/>
          </p:nvSpPr>
          <p:spPr>
            <a:xfrm>
              <a:off x="6029119" y="2113287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8" name="pt13658"/>
            <p:cNvSpPr/>
            <p:nvPr/>
          </p:nvSpPr>
          <p:spPr>
            <a:xfrm>
              <a:off x="6111160" y="2205702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9" name="pt13659"/>
            <p:cNvSpPr/>
            <p:nvPr/>
          </p:nvSpPr>
          <p:spPr>
            <a:xfrm>
              <a:off x="6172119" y="2248160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0" name="pt13660"/>
            <p:cNvSpPr/>
            <p:nvPr/>
          </p:nvSpPr>
          <p:spPr>
            <a:xfrm>
              <a:off x="6748914" y="211753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1" name="pt13661"/>
            <p:cNvSpPr/>
            <p:nvPr/>
          </p:nvSpPr>
          <p:spPr>
            <a:xfrm>
              <a:off x="6271657" y="239260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2" name="pt13662"/>
            <p:cNvSpPr/>
            <p:nvPr/>
          </p:nvSpPr>
          <p:spPr>
            <a:xfrm>
              <a:off x="6441857" y="1859514"/>
              <a:ext cx="16849" cy="16849"/>
            </a:xfrm>
            <a:prstGeom prst="ellipse">
              <a:avLst/>
            </a:prstGeom>
            <a:solidFill>
              <a:srgbClr val="299987">
                <a:alpha val="45098"/>
              </a:srgbClr>
            </a:solidFill>
            <a:ln w="7363" cap="rnd">
              <a:solidFill>
                <a:srgbClr val="2999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3" name="pt13663"/>
            <p:cNvSpPr/>
            <p:nvPr/>
          </p:nvSpPr>
          <p:spPr>
            <a:xfrm>
              <a:off x="5752625" y="2241715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4" name="pt13664"/>
            <p:cNvSpPr/>
            <p:nvPr/>
          </p:nvSpPr>
          <p:spPr>
            <a:xfrm>
              <a:off x="5220524" y="258296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5" name="pt13665"/>
            <p:cNvSpPr/>
            <p:nvPr/>
          </p:nvSpPr>
          <p:spPr>
            <a:xfrm>
              <a:off x="5980374" y="216379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6" name="pt13666"/>
            <p:cNvSpPr/>
            <p:nvPr/>
          </p:nvSpPr>
          <p:spPr>
            <a:xfrm>
              <a:off x="6118180" y="2251155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7" name="pt13667"/>
            <p:cNvSpPr/>
            <p:nvPr/>
          </p:nvSpPr>
          <p:spPr>
            <a:xfrm>
              <a:off x="5632668" y="2548064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8" name="pt13668"/>
            <p:cNvSpPr/>
            <p:nvPr/>
          </p:nvSpPr>
          <p:spPr>
            <a:xfrm>
              <a:off x="6631947" y="228004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9" name="pt13669"/>
            <p:cNvSpPr/>
            <p:nvPr/>
          </p:nvSpPr>
          <p:spPr>
            <a:xfrm>
              <a:off x="5628981" y="242620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0" name="pt13670"/>
            <p:cNvSpPr/>
            <p:nvPr/>
          </p:nvSpPr>
          <p:spPr>
            <a:xfrm>
              <a:off x="6249552" y="2337719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1" name="pt13671"/>
            <p:cNvSpPr/>
            <p:nvPr/>
          </p:nvSpPr>
          <p:spPr>
            <a:xfrm>
              <a:off x="6352642" y="222761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2" name="pt13672"/>
            <p:cNvSpPr/>
            <p:nvPr/>
          </p:nvSpPr>
          <p:spPr>
            <a:xfrm>
              <a:off x="6022074" y="206715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3" name="pt13673"/>
            <p:cNvSpPr/>
            <p:nvPr/>
          </p:nvSpPr>
          <p:spPr>
            <a:xfrm>
              <a:off x="5803067" y="210751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4" name="pt13674"/>
            <p:cNvSpPr/>
            <p:nvPr/>
          </p:nvSpPr>
          <p:spPr>
            <a:xfrm>
              <a:off x="6195730" y="231126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5" name="pt13675"/>
            <p:cNvSpPr/>
            <p:nvPr/>
          </p:nvSpPr>
          <p:spPr>
            <a:xfrm>
              <a:off x="5562478" y="2451509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6" name="pt13676"/>
            <p:cNvSpPr/>
            <p:nvPr/>
          </p:nvSpPr>
          <p:spPr>
            <a:xfrm>
              <a:off x="6651214" y="2062207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7" name="pt13677"/>
            <p:cNvSpPr/>
            <p:nvPr/>
          </p:nvSpPr>
          <p:spPr>
            <a:xfrm>
              <a:off x="6546782" y="2312191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8" name="pt13678"/>
            <p:cNvSpPr/>
            <p:nvPr/>
          </p:nvSpPr>
          <p:spPr>
            <a:xfrm>
              <a:off x="5936253" y="1980834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9" name="pt13679"/>
            <p:cNvSpPr/>
            <p:nvPr/>
          </p:nvSpPr>
          <p:spPr>
            <a:xfrm>
              <a:off x="7018373" y="168842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0" name="pt13680"/>
            <p:cNvSpPr/>
            <p:nvPr/>
          </p:nvSpPr>
          <p:spPr>
            <a:xfrm>
              <a:off x="6516748" y="235232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1" name="pt13681"/>
            <p:cNvSpPr/>
            <p:nvPr/>
          </p:nvSpPr>
          <p:spPr>
            <a:xfrm>
              <a:off x="5603069" y="2484342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2" name="pt13682"/>
            <p:cNvSpPr/>
            <p:nvPr/>
          </p:nvSpPr>
          <p:spPr>
            <a:xfrm>
              <a:off x="5679815" y="2476384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3" name="pt13683"/>
            <p:cNvSpPr/>
            <p:nvPr/>
          </p:nvSpPr>
          <p:spPr>
            <a:xfrm>
              <a:off x="5926791" y="1920074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4" name="pt13684"/>
            <p:cNvSpPr/>
            <p:nvPr/>
          </p:nvSpPr>
          <p:spPr>
            <a:xfrm>
              <a:off x="6266063" y="2450926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5" name="pt13685"/>
            <p:cNvSpPr/>
            <p:nvPr/>
          </p:nvSpPr>
          <p:spPr>
            <a:xfrm>
              <a:off x="6564943" y="2062297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6" name="pt13686"/>
            <p:cNvSpPr/>
            <p:nvPr/>
          </p:nvSpPr>
          <p:spPr>
            <a:xfrm>
              <a:off x="6749918" y="2003383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7" name="pt13687"/>
            <p:cNvSpPr/>
            <p:nvPr/>
          </p:nvSpPr>
          <p:spPr>
            <a:xfrm>
              <a:off x="6873227" y="1995664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8" name="pt13688"/>
            <p:cNvSpPr/>
            <p:nvPr/>
          </p:nvSpPr>
          <p:spPr>
            <a:xfrm>
              <a:off x="6014536" y="2361426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9" name="pt13689"/>
            <p:cNvSpPr/>
            <p:nvPr/>
          </p:nvSpPr>
          <p:spPr>
            <a:xfrm>
              <a:off x="5744785" y="2344435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0" name="pt13690"/>
            <p:cNvSpPr/>
            <p:nvPr/>
          </p:nvSpPr>
          <p:spPr>
            <a:xfrm>
              <a:off x="5685765" y="2469129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1" name="pt13691"/>
            <p:cNvSpPr/>
            <p:nvPr/>
          </p:nvSpPr>
          <p:spPr>
            <a:xfrm>
              <a:off x="5296490" y="2243100"/>
              <a:ext cx="16849" cy="16849"/>
            </a:xfrm>
            <a:prstGeom prst="ellipse">
              <a:avLst/>
            </a:prstGeom>
            <a:solidFill>
              <a:srgbClr val="2A9488">
                <a:alpha val="45098"/>
              </a:srgbClr>
            </a:solidFill>
            <a:ln w="7363" cap="rnd">
              <a:solidFill>
                <a:srgbClr val="2A94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2" name="pt13692"/>
            <p:cNvSpPr/>
            <p:nvPr/>
          </p:nvSpPr>
          <p:spPr>
            <a:xfrm>
              <a:off x="6348658" y="229314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3" name="pt13693"/>
            <p:cNvSpPr/>
            <p:nvPr/>
          </p:nvSpPr>
          <p:spPr>
            <a:xfrm>
              <a:off x="6532941" y="2315960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4" name="pt13694"/>
            <p:cNvSpPr/>
            <p:nvPr/>
          </p:nvSpPr>
          <p:spPr>
            <a:xfrm>
              <a:off x="5858390" y="2105487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5" name="pt13695"/>
            <p:cNvSpPr/>
            <p:nvPr/>
          </p:nvSpPr>
          <p:spPr>
            <a:xfrm>
              <a:off x="5293278" y="2204443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6" name="pt13696"/>
            <p:cNvSpPr/>
            <p:nvPr/>
          </p:nvSpPr>
          <p:spPr>
            <a:xfrm>
              <a:off x="6050264" y="2331259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7" name="pt13697"/>
            <p:cNvSpPr/>
            <p:nvPr/>
          </p:nvSpPr>
          <p:spPr>
            <a:xfrm>
              <a:off x="6680334" y="2082272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8" name="pt13698"/>
            <p:cNvSpPr/>
            <p:nvPr/>
          </p:nvSpPr>
          <p:spPr>
            <a:xfrm>
              <a:off x="6031382" y="2176688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9" name="pt13699"/>
            <p:cNvSpPr/>
            <p:nvPr/>
          </p:nvSpPr>
          <p:spPr>
            <a:xfrm>
              <a:off x="6460404" y="2089029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0" name="pt13700"/>
            <p:cNvSpPr/>
            <p:nvPr/>
          </p:nvSpPr>
          <p:spPr>
            <a:xfrm>
              <a:off x="4897581" y="2876234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1" name="pt13701"/>
            <p:cNvSpPr/>
            <p:nvPr/>
          </p:nvSpPr>
          <p:spPr>
            <a:xfrm>
              <a:off x="6251119" y="231314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2" name="pt13702"/>
            <p:cNvSpPr/>
            <p:nvPr/>
          </p:nvSpPr>
          <p:spPr>
            <a:xfrm>
              <a:off x="6381857" y="2358707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3" name="pt13703"/>
            <p:cNvSpPr/>
            <p:nvPr/>
          </p:nvSpPr>
          <p:spPr>
            <a:xfrm>
              <a:off x="6717992" y="1960250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4" name="pt13704"/>
            <p:cNvSpPr/>
            <p:nvPr/>
          </p:nvSpPr>
          <p:spPr>
            <a:xfrm>
              <a:off x="6448809" y="2050186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5" name="pt13705"/>
            <p:cNvSpPr/>
            <p:nvPr/>
          </p:nvSpPr>
          <p:spPr>
            <a:xfrm>
              <a:off x="6251178" y="2313327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6" name="pt13706"/>
            <p:cNvSpPr/>
            <p:nvPr/>
          </p:nvSpPr>
          <p:spPr>
            <a:xfrm>
              <a:off x="6073212" y="2411732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7" name="pt13707"/>
            <p:cNvSpPr/>
            <p:nvPr/>
          </p:nvSpPr>
          <p:spPr>
            <a:xfrm>
              <a:off x="6069016" y="2453370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8" name="pt13708"/>
            <p:cNvSpPr/>
            <p:nvPr/>
          </p:nvSpPr>
          <p:spPr>
            <a:xfrm>
              <a:off x="6512447" y="228932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9" name="pt13709"/>
            <p:cNvSpPr/>
            <p:nvPr/>
          </p:nvSpPr>
          <p:spPr>
            <a:xfrm>
              <a:off x="6585893" y="2049734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0" name="pt13710"/>
            <p:cNvSpPr/>
            <p:nvPr/>
          </p:nvSpPr>
          <p:spPr>
            <a:xfrm>
              <a:off x="6323706" y="2206428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1" name="pt13711"/>
            <p:cNvSpPr/>
            <p:nvPr/>
          </p:nvSpPr>
          <p:spPr>
            <a:xfrm>
              <a:off x="5818992" y="2402482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2" name="pt13712"/>
            <p:cNvSpPr/>
            <p:nvPr/>
          </p:nvSpPr>
          <p:spPr>
            <a:xfrm>
              <a:off x="6308027" y="223531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3" name="pt13713"/>
            <p:cNvSpPr/>
            <p:nvPr/>
          </p:nvSpPr>
          <p:spPr>
            <a:xfrm>
              <a:off x="6628568" y="2135806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4" name="pt13714"/>
            <p:cNvSpPr/>
            <p:nvPr/>
          </p:nvSpPr>
          <p:spPr>
            <a:xfrm>
              <a:off x="6925182" y="1781939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5" name="pt13715"/>
            <p:cNvSpPr/>
            <p:nvPr/>
          </p:nvSpPr>
          <p:spPr>
            <a:xfrm>
              <a:off x="6423372" y="1927737"/>
              <a:ext cx="16849" cy="16849"/>
            </a:xfrm>
            <a:prstGeom prst="ellipse">
              <a:avLst/>
            </a:prstGeom>
            <a:solidFill>
              <a:srgbClr val="59BC6D">
                <a:alpha val="45098"/>
              </a:srgbClr>
            </a:solidFill>
            <a:ln w="7363" cap="rnd">
              <a:solidFill>
                <a:srgbClr val="59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6" name="pt13716"/>
            <p:cNvSpPr/>
            <p:nvPr/>
          </p:nvSpPr>
          <p:spPr>
            <a:xfrm>
              <a:off x="7011620" y="1878642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7" name="pt13717"/>
            <p:cNvSpPr/>
            <p:nvPr/>
          </p:nvSpPr>
          <p:spPr>
            <a:xfrm>
              <a:off x="6553046" y="224831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8" name="pt13718"/>
            <p:cNvSpPr/>
            <p:nvPr/>
          </p:nvSpPr>
          <p:spPr>
            <a:xfrm>
              <a:off x="5858715" y="2092524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9" name="pt13719"/>
            <p:cNvSpPr/>
            <p:nvPr/>
          </p:nvSpPr>
          <p:spPr>
            <a:xfrm>
              <a:off x="5438505" y="2239859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0" name="pt13720"/>
            <p:cNvSpPr/>
            <p:nvPr/>
          </p:nvSpPr>
          <p:spPr>
            <a:xfrm>
              <a:off x="6746254" y="2150763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1" name="pt13721"/>
            <p:cNvSpPr/>
            <p:nvPr/>
          </p:nvSpPr>
          <p:spPr>
            <a:xfrm>
              <a:off x="4996718" y="2359604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2" name="pt13722"/>
            <p:cNvSpPr/>
            <p:nvPr/>
          </p:nvSpPr>
          <p:spPr>
            <a:xfrm>
              <a:off x="6970070" y="1951630"/>
              <a:ext cx="16849" cy="16849"/>
            </a:xfrm>
            <a:prstGeom prst="ellipse">
              <a:avLst/>
            </a:prstGeom>
            <a:solidFill>
              <a:srgbClr val="63C266">
                <a:alpha val="45098"/>
              </a:srgbClr>
            </a:solidFill>
            <a:ln w="7363" cap="rnd">
              <a:solidFill>
                <a:srgbClr val="63C26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3" name="pt13723"/>
            <p:cNvSpPr/>
            <p:nvPr/>
          </p:nvSpPr>
          <p:spPr>
            <a:xfrm>
              <a:off x="6249468" y="2315227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4" name="pt13724"/>
            <p:cNvSpPr/>
            <p:nvPr/>
          </p:nvSpPr>
          <p:spPr>
            <a:xfrm>
              <a:off x="5800719" y="1879918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5" name="pt13725"/>
            <p:cNvSpPr/>
            <p:nvPr/>
          </p:nvSpPr>
          <p:spPr>
            <a:xfrm>
              <a:off x="6212310" y="2268776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6" name="pt13726"/>
            <p:cNvSpPr/>
            <p:nvPr/>
          </p:nvSpPr>
          <p:spPr>
            <a:xfrm>
              <a:off x="5964913" y="2392987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7" name="pt13727"/>
            <p:cNvSpPr/>
            <p:nvPr/>
          </p:nvSpPr>
          <p:spPr>
            <a:xfrm>
              <a:off x="6064132" y="2363735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8" name="pt13728"/>
            <p:cNvSpPr/>
            <p:nvPr/>
          </p:nvSpPr>
          <p:spPr>
            <a:xfrm>
              <a:off x="5877294" y="2175664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9" name="pt13729"/>
            <p:cNvSpPr/>
            <p:nvPr/>
          </p:nvSpPr>
          <p:spPr>
            <a:xfrm>
              <a:off x="6391627" y="2156289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0" name="pt13730"/>
            <p:cNvSpPr/>
            <p:nvPr/>
          </p:nvSpPr>
          <p:spPr>
            <a:xfrm>
              <a:off x="6077444" y="2388663"/>
              <a:ext cx="16849" cy="16849"/>
            </a:xfrm>
            <a:prstGeom prst="ellipse">
              <a:avLst/>
            </a:prstGeom>
            <a:solidFill>
              <a:srgbClr val="38AE7E">
                <a:alpha val="45098"/>
              </a:srgbClr>
            </a:solidFill>
            <a:ln w="7363" cap="rnd">
              <a:solidFill>
                <a:srgbClr val="38AE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1" name="pt13731"/>
            <p:cNvSpPr/>
            <p:nvPr/>
          </p:nvSpPr>
          <p:spPr>
            <a:xfrm>
              <a:off x="6178846" y="2237771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2" name="pt13732"/>
            <p:cNvSpPr/>
            <p:nvPr/>
          </p:nvSpPr>
          <p:spPr>
            <a:xfrm>
              <a:off x="5896468" y="198233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3" name="pt13733"/>
            <p:cNvSpPr/>
            <p:nvPr/>
          </p:nvSpPr>
          <p:spPr>
            <a:xfrm>
              <a:off x="6670275" y="1994022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4" name="pt13734"/>
            <p:cNvSpPr/>
            <p:nvPr/>
          </p:nvSpPr>
          <p:spPr>
            <a:xfrm>
              <a:off x="5641386" y="241182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5" name="pt13735"/>
            <p:cNvSpPr/>
            <p:nvPr/>
          </p:nvSpPr>
          <p:spPr>
            <a:xfrm>
              <a:off x="6974883" y="1757318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6" name="pt13736"/>
            <p:cNvSpPr/>
            <p:nvPr/>
          </p:nvSpPr>
          <p:spPr>
            <a:xfrm>
              <a:off x="6846168" y="1775643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7" name="pt13737"/>
            <p:cNvSpPr/>
            <p:nvPr/>
          </p:nvSpPr>
          <p:spPr>
            <a:xfrm>
              <a:off x="6072237" y="2416700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8" name="pt13738"/>
            <p:cNvSpPr/>
            <p:nvPr/>
          </p:nvSpPr>
          <p:spPr>
            <a:xfrm>
              <a:off x="6848179" y="1849187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9" name="pt13739"/>
            <p:cNvSpPr/>
            <p:nvPr/>
          </p:nvSpPr>
          <p:spPr>
            <a:xfrm>
              <a:off x="6270348" y="2428316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0" name="pt13740"/>
            <p:cNvSpPr/>
            <p:nvPr/>
          </p:nvSpPr>
          <p:spPr>
            <a:xfrm>
              <a:off x="5720359" y="2503919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1" name="pt13741"/>
            <p:cNvSpPr/>
            <p:nvPr/>
          </p:nvSpPr>
          <p:spPr>
            <a:xfrm>
              <a:off x="6516452" y="2227682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2" name="pt13742"/>
            <p:cNvSpPr/>
            <p:nvPr/>
          </p:nvSpPr>
          <p:spPr>
            <a:xfrm>
              <a:off x="6051338" y="2426328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3" name="pt13743"/>
            <p:cNvSpPr/>
            <p:nvPr/>
          </p:nvSpPr>
          <p:spPr>
            <a:xfrm>
              <a:off x="6542967" y="229772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4" name="pt13744"/>
            <p:cNvSpPr/>
            <p:nvPr/>
          </p:nvSpPr>
          <p:spPr>
            <a:xfrm>
              <a:off x="6521416" y="2207372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5" name="pt13745"/>
            <p:cNvSpPr/>
            <p:nvPr/>
          </p:nvSpPr>
          <p:spPr>
            <a:xfrm>
              <a:off x="6524359" y="2111289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6" name="pt13746"/>
            <p:cNvSpPr/>
            <p:nvPr/>
          </p:nvSpPr>
          <p:spPr>
            <a:xfrm>
              <a:off x="6823583" y="1863193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7" name="pt13747"/>
            <p:cNvSpPr/>
            <p:nvPr/>
          </p:nvSpPr>
          <p:spPr>
            <a:xfrm>
              <a:off x="5994061" y="2589866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8" name="pt13748"/>
            <p:cNvSpPr/>
            <p:nvPr/>
          </p:nvSpPr>
          <p:spPr>
            <a:xfrm>
              <a:off x="5953450" y="2250985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9" name="pt13749"/>
            <p:cNvSpPr/>
            <p:nvPr/>
          </p:nvSpPr>
          <p:spPr>
            <a:xfrm>
              <a:off x="5493373" y="2554460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0" name="pt13750"/>
            <p:cNvSpPr/>
            <p:nvPr/>
          </p:nvSpPr>
          <p:spPr>
            <a:xfrm>
              <a:off x="6013843" y="2481069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1" name="pt13751"/>
            <p:cNvSpPr/>
            <p:nvPr/>
          </p:nvSpPr>
          <p:spPr>
            <a:xfrm>
              <a:off x="5890770" y="195575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2" name="pt13752"/>
            <p:cNvSpPr/>
            <p:nvPr/>
          </p:nvSpPr>
          <p:spPr>
            <a:xfrm>
              <a:off x="6359405" y="231297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3" name="pt13753"/>
            <p:cNvSpPr/>
            <p:nvPr/>
          </p:nvSpPr>
          <p:spPr>
            <a:xfrm>
              <a:off x="6133167" y="2282182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4" name="pt13754"/>
            <p:cNvSpPr/>
            <p:nvPr/>
          </p:nvSpPr>
          <p:spPr>
            <a:xfrm>
              <a:off x="6019981" y="2259643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5" name="pt13755"/>
            <p:cNvSpPr/>
            <p:nvPr/>
          </p:nvSpPr>
          <p:spPr>
            <a:xfrm>
              <a:off x="5869346" y="2071778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6" name="pt13756"/>
            <p:cNvSpPr/>
            <p:nvPr/>
          </p:nvSpPr>
          <p:spPr>
            <a:xfrm>
              <a:off x="5688083" y="2221698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7" name="pt13757"/>
            <p:cNvSpPr/>
            <p:nvPr/>
          </p:nvSpPr>
          <p:spPr>
            <a:xfrm>
              <a:off x="7157909" y="1434848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8" name="pt13758"/>
            <p:cNvSpPr/>
            <p:nvPr/>
          </p:nvSpPr>
          <p:spPr>
            <a:xfrm>
              <a:off x="6343160" y="2223624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9" name="pt13759"/>
            <p:cNvSpPr/>
            <p:nvPr/>
          </p:nvSpPr>
          <p:spPr>
            <a:xfrm>
              <a:off x="6597991" y="2140643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0" name="pt13760"/>
            <p:cNvSpPr/>
            <p:nvPr/>
          </p:nvSpPr>
          <p:spPr>
            <a:xfrm>
              <a:off x="5687251" y="236512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1" name="pt13761"/>
            <p:cNvSpPr/>
            <p:nvPr/>
          </p:nvSpPr>
          <p:spPr>
            <a:xfrm>
              <a:off x="5773136" y="2138836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2" name="pt13762"/>
            <p:cNvSpPr/>
            <p:nvPr/>
          </p:nvSpPr>
          <p:spPr>
            <a:xfrm>
              <a:off x="6171475" y="2349656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3" name="pt13763"/>
            <p:cNvSpPr/>
            <p:nvPr/>
          </p:nvSpPr>
          <p:spPr>
            <a:xfrm>
              <a:off x="6186295" y="2198747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4" name="pt13764"/>
            <p:cNvSpPr/>
            <p:nvPr/>
          </p:nvSpPr>
          <p:spPr>
            <a:xfrm>
              <a:off x="5142488" y="2518561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5" name="pt13765"/>
            <p:cNvSpPr/>
            <p:nvPr/>
          </p:nvSpPr>
          <p:spPr>
            <a:xfrm>
              <a:off x="5963305" y="2392038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6" name="pt13766"/>
            <p:cNvSpPr/>
            <p:nvPr/>
          </p:nvSpPr>
          <p:spPr>
            <a:xfrm>
              <a:off x="6527525" y="2167995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7" name="pt13767"/>
            <p:cNvSpPr/>
            <p:nvPr/>
          </p:nvSpPr>
          <p:spPr>
            <a:xfrm>
              <a:off x="5749824" y="2236855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8" name="pt13768"/>
            <p:cNvSpPr/>
            <p:nvPr/>
          </p:nvSpPr>
          <p:spPr>
            <a:xfrm>
              <a:off x="6790832" y="1827266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9" name="pt13769"/>
            <p:cNvSpPr/>
            <p:nvPr/>
          </p:nvSpPr>
          <p:spPr>
            <a:xfrm>
              <a:off x="6311789" y="2217319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0" name="pt13770"/>
            <p:cNvSpPr/>
            <p:nvPr/>
          </p:nvSpPr>
          <p:spPr>
            <a:xfrm>
              <a:off x="6638173" y="2215446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1" name="pt13771"/>
            <p:cNvSpPr/>
            <p:nvPr/>
          </p:nvSpPr>
          <p:spPr>
            <a:xfrm>
              <a:off x="6274738" y="219144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2" name="pt13772"/>
            <p:cNvSpPr/>
            <p:nvPr/>
          </p:nvSpPr>
          <p:spPr>
            <a:xfrm>
              <a:off x="5738871" y="191387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3" name="pt13773"/>
            <p:cNvSpPr/>
            <p:nvPr/>
          </p:nvSpPr>
          <p:spPr>
            <a:xfrm>
              <a:off x="6453666" y="1960386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4" name="pt13774"/>
            <p:cNvSpPr/>
            <p:nvPr/>
          </p:nvSpPr>
          <p:spPr>
            <a:xfrm>
              <a:off x="6035396" y="2324170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5" name="pt13775"/>
            <p:cNvSpPr/>
            <p:nvPr/>
          </p:nvSpPr>
          <p:spPr>
            <a:xfrm>
              <a:off x="6687707" y="2008583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6" name="pt13776"/>
            <p:cNvSpPr/>
            <p:nvPr/>
          </p:nvSpPr>
          <p:spPr>
            <a:xfrm>
              <a:off x="5891562" y="1947763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7" name="pt13777"/>
            <p:cNvSpPr/>
            <p:nvPr/>
          </p:nvSpPr>
          <p:spPr>
            <a:xfrm>
              <a:off x="6077212" y="238059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8" name="pt13778"/>
            <p:cNvSpPr/>
            <p:nvPr/>
          </p:nvSpPr>
          <p:spPr>
            <a:xfrm>
              <a:off x="6436660" y="1856154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9" name="pt13779"/>
            <p:cNvSpPr/>
            <p:nvPr/>
          </p:nvSpPr>
          <p:spPr>
            <a:xfrm>
              <a:off x="6393746" y="2187908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0" name="pt13780"/>
            <p:cNvSpPr/>
            <p:nvPr/>
          </p:nvSpPr>
          <p:spPr>
            <a:xfrm>
              <a:off x="6437893" y="1820767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1" name="pt13781"/>
            <p:cNvSpPr/>
            <p:nvPr/>
          </p:nvSpPr>
          <p:spPr>
            <a:xfrm>
              <a:off x="5546149" y="2456960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2" name="pt13782"/>
            <p:cNvSpPr/>
            <p:nvPr/>
          </p:nvSpPr>
          <p:spPr>
            <a:xfrm>
              <a:off x="6705985" y="2019892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3" name="pt13783"/>
            <p:cNvSpPr/>
            <p:nvPr/>
          </p:nvSpPr>
          <p:spPr>
            <a:xfrm>
              <a:off x="6712136" y="2014324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4" name="pt13784"/>
            <p:cNvSpPr/>
            <p:nvPr/>
          </p:nvSpPr>
          <p:spPr>
            <a:xfrm>
              <a:off x="5024151" y="2775760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5" name="pt13785"/>
            <p:cNvSpPr/>
            <p:nvPr/>
          </p:nvSpPr>
          <p:spPr>
            <a:xfrm>
              <a:off x="5673080" y="2443480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6" name="pt13786"/>
            <p:cNvSpPr/>
            <p:nvPr/>
          </p:nvSpPr>
          <p:spPr>
            <a:xfrm>
              <a:off x="6781561" y="187888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7" name="pt13787"/>
            <p:cNvSpPr/>
            <p:nvPr/>
          </p:nvSpPr>
          <p:spPr>
            <a:xfrm>
              <a:off x="6819441" y="1771405"/>
              <a:ext cx="16849" cy="16849"/>
            </a:xfrm>
            <a:prstGeom prst="ellipse">
              <a:avLst/>
            </a:prstGeom>
            <a:solidFill>
              <a:srgbClr val="2B7B8D">
                <a:alpha val="45098"/>
              </a:srgbClr>
            </a:solidFill>
            <a:ln w="7363" cap="rnd">
              <a:solidFill>
                <a:srgbClr val="2B7B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8" name="pt13788"/>
            <p:cNvSpPr/>
            <p:nvPr/>
          </p:nvSpPr>
          <p:spPr>
            <a:xfrm>
              <a:off x="6798369" y="174017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9" name="pt13789"/>
            <p:cNvSpPr/>
            <p:nvPr/>
          </p:nvSpPr>
          <p:spPr>
            <a:xfrm>
              <a:off x="6313101" y="2255080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0" name="pt13790"/>
            <p:cNvSpPr/>
            <p:nvPr/>
          </p:nvSpPr>
          <p:spPr>
            <a:xfrm>
              <a:off x="6472239" y="2003588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1" name="pt13791"/>
            <p:cNvSpPr/>
            <p:nvPr/>
          </p:nvSpPr>
          <p:spPr>
            <a:xfrm>
              <a:off x="6098537" y="2269835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2" name="pt13792"/>
            <p:cNvSpPr/>
            <p:nvPr/>
          </p:nvSpPr>
          <p:spPr>
            <a:xfrm>
              <a:off x="6180721" y="2283027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3" name="pt13793"/>
            <p:cNvSpPr/>
            <p:nvPr/>
          </p:nvSpPr>
          <p:spPr>
            <a:xfrm>
              <a:off x="5997874" y="2557144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4" name="pt13794"/>
            <p:cNvSpPr/>
            <p:nvPr/>
          </p:nvSpPr>
          <p:spPr>
            <a:xfrm>
              <a:off x="6854068" y="1933279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5" name="pt13795"/>
            <p:cNvSpPr/>
            <p:nvPr/>
          </p:nvSpPr>
          <p:spPr>
            <a:xfrm>
              <a:off x="7076889" y="176845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6" name="pt13796"/>
            <p:cNvSpPr/>
            <p:nvPr/>
          </p:nvSpPr>
          <p:spPr>
            <a:xfrm>
              <a:off x="5656004" y="2413616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7" name="pt13797"/>
            <p:cNvSpPr/>
            <p:nvPr/>
          </p:nvSpPr>
          <p:spPr>
            <a:xfrm>
              <a:off x="5352811" y="2533286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8" name="pt13798"/>
            <p:cNvSpPr/>
            <p:nvPr/>
          </p:nvSpPr>
          <p:spPr>
            <a:xfrm>
              <a:off x="5569918" y="2525656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9" name="pt13799"/>
            <p:cNvSpPr/>
            <p:nvPr/>
          </p:nvSpPr>
          <p:spPr>
            <a:xfrm>
              <a:off x="6705668" y="2010942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0" name="pt13800"/>
            <p:cNvSpPr/>
            <p:nvPr/>
          </p:nvSpPr>
          <p:spPr>
            <a:xfrm>
              <a:off x="6519078" y="2155135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1" name="pt13801"/>
            <p:cNvSpPr/>
            <p:nvPr/>
          </p:nvSpPr>
          <p:spPr>
            <a:xfrm>
              <a:off x="6388327" y="2202179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2" name="pt13802"/>
            <p:cNvSpPr/>
            <p:nvPr/>
          </p:nvSpPr>
          <p:spPr>
            <a:xfrm>
              <a:off x="5646308" y="2342152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3" name="pt13803"/>
            <p:cNvSpPr/>
            <p:nvPr/>
          </p:nvSpPr>
          <p:spPr>
            <a:xfrm>
              <a:off x="5850584" y="2408777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4" name="pt13804"/>
            <p:cNvSpPr/>
            <p:nvPr/>
          </p:nvSpPr>
          <p:spPr>
            <a:xfrm>
              <a:off x="6263325" y="2417110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5" name="pt13805"/>
            <p:cNvSpPr/>
            <p:nvPr/>
          </p:nvSpPr>
          <p:spPr>
            <a:xfrm>
              <a:off x="6102277" y="2254703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6" name="pt13806"/>
            <p:cNvSpPr/>
            <p:nvPr/>
          </p:nvSpPr>
          <p:spPr>
            <a:xfrm>
              <a:off x="6213201" y="2233726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7" name="pt13807"/>
            <p:cNvSpPr/>
            <p:nvPr/>
          </p:nvSpPr>
          <p:spPr>
            <a:xfrm>
              <a:off x="5973637" y="2441069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8" name="pt13808"/>
            <p:cNvSpPr/>
            <p:nvPr/>
          </p:nvSpPr>
          <p:spPr>
            <a:xfrm>
              <a:off x="7225793" y="2078212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9" name="pt13809"/>
            <p:cNvSpPr/>
            <p:nvPr/>
          </p:nvSpPr>
          <p:spPr>
            <a:xfrm>
              <a:off x="5729179" y="2460625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0" name="pt13810"/>
            <p:cNvSpPr/>
            <p:nvPr/>
          </p:nvSpPr>
          <p:spPr>
            <a:xfrm>
              <a:off x="6520197" y="2223827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1" name="pt13811"/>
            <p:cNvSpPr/>
            <p:nvPr/>
          </p:nvSpPr>
          <p:spPr>
            <a:xfrm>
              <a:off x="5816151" y="2554447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2" name="pt13812"/>
            <p:cNvSpPr/>
            <p:nvPr/>
          </p:nvSpPr>
          <p:spPr>
            <a:xfrm>
              <a:off x="6361089" y="2222294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3" name="pt13813"/>
            <p:cNvSpPr/>
            <p:nvPr/>
          </p:nvSpPr>
          <p:spPr>
            <a:xfrm>
              <a:off x="6257859" y="2431106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4" name="pt13814"/>
            <p:cNvSpPr/>
            <p:nvPr/>
          </p:nvSpPr>
          <p:spPr>
            <a:xfrm>
              <a:off x="6789263" y="1769030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5" name="pt13815"/>
            <p:cNvSpPr/>
            <p:nvPr/>
          </p:nvSpPr>
          <p:spPr>
            <a:xfrm>
              <a:off x="6490876" y="223286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6" name="pt13816"/>
            <p:cNvSpPr/>
            <p:nvPr/>
          </p:nvSpPr>
          <p:spPr>
            <a:xfrm>
              <a:off x="5670772" y="2328154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7" name="pt13817"/>
            <p:cNvSpPr/>
            <p:nvPr/>
          </p:nvSpPr>
          <p:spPr>
            <a:xfrm>
              <a:off x="6514910" y="2331154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8" name="pt13818"/>
            <p:cNvSpPr/>
            <p:nvPr/>
          </p:nvSpPr>
          <p:spPr>
            <a:xfrm>
              <a:off x="5254291" y="2084174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9" name="pt13819"/>
            <p:cNvSpPr/>
            <p:nvPr/>
          </p:nvSpPr>
          <p:spPr>
            <a:xfrm>
              <a:off x="7007809" y="1621199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0" name="pt13820"/>
            <p:cNvSpPr/>
            <p:nvPr/>
          </p:nvSpPr>
          <p:spPr>
            <a:xfrm>
              <a:off x="6386711" y="234666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1" name="pt13821"/>
            <p:cNvSpPr/>
            <p:nvPr/>
          </p:nvSpPr>
          <p:spPr>
            <a:xfrm>
              <a:off x="6291519" y="2152973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2" name="pt13822"/>
            <p:cNvSpPr/>
            <p:nvPr/>
          </p:nvSpPr>
          <p:spPr>
            <a:xfrm>
              <a:off x="6436193" y="204079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3" name="pt13823"/>
            <p:cNvSpPr/>
            <p:nvPr/>
          </p:nvSpPr>
          <p:spPr>
            <a:xfrm>
              <a:off x="5947088" y="2160470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4" name="pt13824"/>
            <p:cNvSpPr/>
            <p:nvPr/>
          </p:nvSpPr>
          <p:spPr>
            <a:xfrm>
              <a:off x="5367103" y="2536930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5" name="pt13825"/>
            <p:cNvSpPr/>
            <p:nvPr/>
          </p:nvSpPr>
          <p:spPr>
            <a:xfrm>
              <a:off x="5695863" y="2416497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6" name="pt13826"/>
            <p:cNvSpPr/>
            <p:nvPr/>
          </p:nvSpPr>
          <p:spPr>
            <a:xfrm>
              <a:off x="6910529" y="2056489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7" name="pt13827"/>
            <p:cNvSpPr/>
            <p:nvPr/>
          </p:nvSpPr>
          <p:spPr>
            <a:xfrm>
              <a:off x="6194124" y="2243002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8" name="pt13828"/>
            <p:cNvSpPr/>
            <p:nvPr/>
          </p:nvSpPr>
          <p:spPr>
            <a:xfrm>
              <a:off x="6190789" y="227931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9" name="pt13829"/>
            <p:cNvSpPr/>
            <p:nvPr/>
          </p:nvSpPr>
          <p:spPr>
            <a:xfrm>
              <a:off x="5801808" y="1969241"/>
              <a:ext cx="16849" cy="16849"/>
            </a:xfrm>
            <a:prstGeom prst="ellipse">
              <a:avLst/>
            </a:prstGeom>
            <a:solidFill>
              <a:srgbClr val="2DAB81">
                <a:alpha val="45098"/>
              </a:srgbClr>
            </a:solidFill>
            <a:ln w="7363" cap="rnd">
              <a:solidFill>
                <a:srgbClr val="2D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0" name="pt13830"/>
            <p:cNvSpPr/>
            <p:nvPr/>
          </p:nvSpPr>
          <p:spPr>
            <a:xfrm>
              <a:off x="5813313" y="191367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1" name="pt13831"/>
            <p:cNvSpPr/>
            <p:nvPr/>
          </p:nvSpPr>
          <p:spPr>
            <a:xfrm>
              <a:off x="6966060" y="165898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2" name="pt13832"/>
            <p:cNvSpPr/>
            <p:nvPr/>
          </p:nvSpPr>
          <p:spPr>
            <a:xfrm>
              <a:off x="6452479" y="2033033"/>
              <a:ext cx="16849" cy="16849"/>
            </a:xfrm>
            <a:prstGeom prst="ellipse">
              <a:avLst/>
            </a:prstGeom>
            <a:solidFill>
              <a:srgbClr val="3AAE7D">
                <a:alpha val="45098"/>
              </a:srgbClr>
            </a:solidFill>
            <a:ln w="7363" cap="rnd">
              <a:solidFill>
                <a:srgbClr val="3AAE7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3" name="pt13833"/>
            <p:cNvSpPr/>
            <p:nvPr/>
          </p:nvSpPr>
          <p:spPr>
            <a:xfrm>
              <a:off x="6259566" y="2427761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4" name="pt13834"/>
            <p:cNvSpPr/>
            <p:nvPr/>
          </p:nvSpPr>
          <p:spPr>
            <a:xfrm>
              <a:off x="6662654" y="2163641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5" name="pt13835"/>
            <p:cNvSpPr/>
            <p:nvPr/>
          </p:nvSpPr>
          <p:spPr>
            <a:xfrm>
              <a:off x="5583697" y="1916256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6" name="pt13836"/>
            <p:cNvSpPr/>
            <p:nvPr/>
          </p:nvSpPr>
          <p:spPr>
            <a:xfrm>
              <a:off x="6211526" y="228033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7" name="pt13837"/>
            <p:cNvSpPr/>
            <p:nvPr/>
          </p:nvSpPr>
          <p:spPr>
            <a:xfrm>
              <a:off x="6537149" y="2080628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8" name="pt13838"/>
            <p:cNvSpPr/>
            <p:nvPr/>
          </p:nvSpPr>
          <p:spPr>
            <a:xfrm>
              <a:off x="6450460" y="2046200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9" name="pt13839"/>
            <p:cNvSpPr/>
            <p:nvPr/>
          </p:nvSpPr>
          <p:spPr>
            <a:xfrm>
              <a:off x="6061508" y="2407626"/>
              <a:ext cx="16849" cy="16849"/>
            </a:xfrm>
            <a:prstGeom prst="ellipse">
              <a:avLst/>
            </a:prstGeom>
            <a:solidFill>
              <a:srgbClr val="299987">
                <a:alpha val="45098"/>
              </a:srgbClr>
            </a:solidFill>
            <a:ln w="7363" cap="rnd">
              <a:solidFill>
                <a:srgbClr val="2999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0" name="pt13840"/>
            <p:cNvSpPr/>
            <p:nvPr/>
          </p:nvSpPr>
          <p:spPr>
            <a:xfrm>
              <a:off x="6563813" y="2306278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1" name="pt13841"/>
            <p:cNvSpPr/>
            <p:nvPr/>
          </p:nvSpPr>
          <p:spPr>
            <a:xfrm>
              <a:off x="5516926" y="2449219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2" name="pt13842"/>
            <p:cNvSpPr/>
            <p:nvPr/>
          </p:nvSpPr>
          <p:spPr>
            <a:xfrm>
              <a:off x="6087220" y="237022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3" name="pt13843"/>
            <p:cNvSpPr/>
            <p:nvPr/>
          </p:nvSpPr>
          <p:spPr>
            <a:xfrm>
              <a:off x="6270035" y="240454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4" name="pt13844"/>
            <p:cNvSpPr/>
            <p:nvPr/>
          </p:nvSpPr>
          <p:spPr>
            <a:xfrm>
              <a:off x="6083803" y="2401931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5" name="pt13845"/>
            <p:cNvSpPr/>
            <p:nvPr/>
          </p:nvSpPr>
          <p:spPr>
            <a:xfrm>
              <a:off x="5808270" y="2216869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6" name="pt13846"/>
            <p:cNvSpPr/>
            <p:nvPr/>
          </p:nvSpPr>
          <p:spPr>
            <a:xfrm>
              <a:off x="7232200" y="2026889"/>
              <a:ext cx="16849" cy="16849"/>
            </a:xfrm>
            <a:prstGeom prst="ellipse">
              <a:avLst/>
            </a:prstGeom>
            <a:solidFill>
              <a:srgbClr val="30AB80">
                <a:alpha val="45098"/>
              </a:srgbClr>
            </a:solidFill>
            <a:ln w="7363" cap="rnd">
              <a:solidFill>
                <a:srgbClr val="30AB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7" name="pt13847"/>
            <p:cNvSpPr/>
            <p:nvPr/>
          </p:nvSpPr>
          <p:spPr>
            <a:xfrm>
              <a:off x="6613910" y="224716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8" name="pt13848"/>
            <p:cNvSpPr/>
            <p:nvPr/>
          </p:nvSpPr>
          <p:spPr>
            <a:xfrm>
              <a:off x="6598706" y="2197841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9" name="pt13849"/>
            <p:cNvSpPr/>
            <p:nvPr/>
          </p:nvSpPr>
          <p:spPr>
            <a:xfrm>
              <a:off x="6542924" y="2119441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0" name="pt13850"/>
            <p:cNvSpPr/>
            <p:nvPr/>
          </p:nvSpPr>
          <p:spPr>
            <a:xfrm>
              <a:off x="5911579" y="198928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1" name="pt13851"/>
            <p:cNvSpPr/>
            <p:nvPr/>
          </p:nvSpPr>
          <p:spPr>
            <a:xfrm>
              <a:off x="6627089" y="2164876"/>
              <a:ext cx="16849" cy="16849"/>
            </a:xfrm>
            <a:prstGeom prst="ellipse">
              <a:avLst/>
            </a:prstGeom>
            <a:solidFill>
              <a:srgbClr val="DCE236">
                <a:alpha val="45098"/>
              </a:srgbClr>
            </a:solidFill>
            <a:ln w="7363" cap="rnd">
              <a:solidFill>
                <a:srgbClr val="DCE23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2" name="pt13852"/>
            <p:cNvSpPr/>
            <p:nvPr/>
          </p:nvSpPr>
          <p:spPr>
            <a:xfrm>
              <a:off x="6169168" y="233374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3" name="pt13853"/>
            <p:cNvSpPr/>
            <p:nvPr/>
          </p:nvSpPr>
          <p:spPr>
            <a:xfrm>
              <a:off x="6725228" y="1858668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4" name="pt13854"/>
            <p:cNvSpPr/>
            <p:nvPr/>
          </p:nvSpPr>
          <p:spPr>
            <a:xfrm>
              <a:off x="5541682" y="1931702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5" name="pt13855"/>
            <p:cNvSpPr/>
            <p:nvPr/>
          </p:nvSpPr>
          <p:spPr>
            <a:xfrm>
              <a:off x="6270400" y="239338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6" name="pt13856"/>
            <p:cNvSpPr/>
            <p:nvPr/>
          </p:nvSpPr>
          <p:spPr>
            <a:xfrm>
              <a:off x="6676642" y="202928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7" name="pt13857"/>
            <p:cNvSpPr/>
            <p:nvPr/>
          </p:nvSpPr>
          <p:spPr>
            <a:xfrm>
              <a:off x="6516815" y="2129492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8" name="pt13858"/>
            <p:cNvSpPr/>
            <p:nvPr/>
          </p:nvSpPr>
          <p:spPr>
            <a:xfrm>
              <a:off x="6493267" y="227711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9" name="pt13859"/>
            <p:cNvSpPr/>
            <p:nvPr/>
          </p:nvSpPr>
          <p:spPr>
            <a:xfrm>
              <a:off x="6274039" y="2143739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0" name="pt13860"/>
            <p:cNvSpPr/>
            <p:nvPr/>
          </p:nvSpPr>
          <p:spPr>
            <a:xfrm>
              <a:off x="5636373" y="2532273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1" name="pt13861"/>
            <p:cNvSpPr/>
            <p:nvPr/>
          </p:nvSpPr>
          <p:spPr>
            <a:xfrm>
              <a:off x="5831496" y="239862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2" name="pt13862"/>
            <p:cNvSpPr/>
            <p:nvPr/>
          </p:nvSpPr>
          <p:spPr>
            <a:xfrm>
              <a:off x="6769167" y="2138392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3" name="pt13863"/>
            <p:cNvSpPr/>
            <p:nvPr/>
          </p:nvSpPr>
          <p:spPr>
            <a:xfrm>
              <a:off x="6619914" y="228864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4" name="pt13864"/>
            <p:cNvSpPr/>
            <p:nvPr/>
          </p:nvSpPr>
          <p:spPr>
            <a:xfrm>
              <a:off x="6559042" y="2107359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5" name="pt13865"/>
            <p:cNvSpPr/>
            <p:nvPr/>
          </p:nvSpPr>
          <p:spPr>
            <a:xfrm>
              <a:off x="6424544" y="2074757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6" name="pt13866"/>
            <p:cNvSpPr/>
            <p:nvPr/>
          </p:nvSpPr>
          <p:spPr>
            <a:xfrm>
              <a:off x="6744239" y="2037533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7" name="pt13867"/>
            <p:cNvSpPr/>
            <p:nvPr/>
          </p:nvSpPr>
          <p:spPr>
            <a:xfrm>
              <a:off x="6255000" y="2279222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8" name="pt13868"/>
            <p:cNvSpPr/>
            <p:nvPr/>
          </p:nvSpPr>
          <p:spPr>
            <a:xfrm>
              <a:off x="6143995" y="2328623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9" name="pt13869"/>
            <p:cNvSpPr/>
            <p:nvPr/>
          </p:nvSpPr>
          <p:spPr>
            <a:xfrm>
              <a:off x="6742744" y="2124467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0" name="pt13870"/>
            <p:cNvSpPr/>
            <p:nvPr/>
          </p:nvSpPr>
          <p:spPr>
            <a:xfrm>
              <a:off x="6213966" y="2298526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1" name="pt13871"/>
            <p:cNvSpPr/>
            <p:nvPr/>
          </p:nvSpPr>
          <p:spPr>
            <a:xfrm>
              <a:off x="6401023" y="2158639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2" name="pt13872"/>
            <p:cNvSpPr/>
            <p:nvPr/>
          </p:nvSpPr>
          <p:spPr>
            <a:xfrm>
              <a:off x="6456886" y="2139026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3" name="pt13873"/>
            <p:cNvSpPr/>
            <p:nvPr/>
          </p:nvSpPr>
          <p:spPr>
            <a:xfrm>
              <a:off x="5535864" y="2188861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4" name="pt13874"/>
            <p:cNvSpPr/>
            <p:nvPr/>
          </p:nvSpPr>
          <p:spPr>
            <a:xfrm>
              <a:off x="6756106" y="1954566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5" name="pt13875"/>
            <p:cNvSpPr/>
            <p:nvPr/>
          </p:nvSpPr>
          <p:spPr>
            <a:xfrm>
              <a:off x="6530395" y="236891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6" name="pt13876"/>
            <p:cNvSpPr/>
            <p:nvPr/>
          </p:nvSpPr>
          <p:spPr>
            <a:xfrm>
              <a:off x="5978877" y="2470339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7" name="pt13877"/>
            <p:cNvSpPr/>
            <p:nvPr/>
          </p:nvSpPr>
          <p:spPr>
            <a:xfrm>
              <a:off x="5158064" y="2197711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8" name="pt13878"/>
            <p:cNvSpPr/>
            <p:nvPr/>
          </p:nvSpPr>
          <p:spPr>
            <a:xfrm>
              <a:off x="6296274" y="202176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9" name="pt13879"/>
            <p:cNvSpPr/>
            <p:nvPr/>
          </p:nvSpPr>
          <p:spPr>
            <a:xfrm>
              <a:off x="6174139" y="2268320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0" name="pt13880"/>
            <p:cNvSpPr/>
            <p:nvPr/>
          </p:nvSpPr>
          <p:spPr>
            <a:xfrm>
              <a:off x="5875811" y="2156883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1" name="pt13881"/>
            <p:cNvSpPr/>
            <p:nvPr/>
          </p:nvSpPr>
          <p:spPr>
            <a:xfrm>
              <a:off x="6134900" y="243009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2" name="pt13882"/>
            <p:cNvSpPr/>
            <p:nvPr/>
          </p:nvSpPr>
          <p:spPr>
            <a:xfrm>
              <a:off x="5586427" y="2058656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3" name="pt13883"/>
            <p:cNvSpPr/>
            <p:nvPr/>
          </p:nvSpPr>
          <p:spPr>
            <a:xfrm>
              <a:off x="6261016" y="2444470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4" name="pt13884"/>
            <p:cNvSpPr/>
            <p:nvPr/>
          </p:nvSpPr>
          <p:spPr>
            <a:xfrm>
              <a:off x="5657813" y="2406222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5" name="pt13885"/>
            <p:cNvSpPr/>
            <p:nvPr/>
          </p:nvSpPr>
          <p:spPr>
            <a:xfrm>
              <a:off x="5817655" y="2416942"/>
              <a:ext cx="16849" cy="16849"/>
            </a:xfrm>
            <a:prstGeom prst="ellipse">
              <a:avLst/>
            </a:prstGeom>
            <a:solidFill>
              <a:srgbClr val="5EBE6A">
                <a:alpha val="45098"/>
              </a:srgbClr>
            </a:solidFill>
            <a:ln w="7363" cap="rnd">
              <a:solidFill>
                <a:srgbClr val="5EBE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6" name="pt13886"/>
            <p:cNvSpPr/>
            <p:nvPr/>
          </p:nvSpPr>
          <p:spPr>
            <a:xfrm>
              <a:off x="4900005" y="254301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7" name="pt13887"/>
            <p:cNvSpPr/>
            <p:nvPr/>
          </p:nvSpPr>
          <p:spPr>
            <a:xfrm>
              <a:off x="6439822" y="1906013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8" name="pt13888"/>
            <p:cNvSpPr/>
            <p:nvPr/>
          </p:nvSpPr>
          <p:spPr>
            <a:xfrm>
              <a:off x="6039217" y="2358850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9" name="pt13889"/>
            <p:cNvSpPr/>
            <p:nvPr/>
          </p:nvSpPr>
          <p:spPr>
            <a:xfrm>
              <a:off x="6618542" y="214390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0" name="pt13890"/>
            <p:cNvSpPr/>
            <p:nvPr/>
          </p:nvSpPr>
          <p:spPr>
            <a:xfrm>
              <a:off x="6265950" y="2439086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1" name="pt13891"/>
            <p:cNvSpPr/>
            <p:nvPr/>
          </p:nvSpPr>
          <p:spPr>
            <a:xfrm>
              <a:off x="6736801" y="1913974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2" name="pt13892"/>
            <p:cNvSpPr/>
            <p:nvPr/>
          </p:nvSpPr>
          <p:spPr>
            <a:xfrm>
              <a:off x="6460809" y="1982944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3" name="pt13893"/>
            <p:cNvSpPr/>
            <p:nvPr/>
          </p:nvSpPr>
          <p:spPr>
            <a:xfrm>
              <a:off x="6267937" y="2278484"/>
              <a:ext cx="16849" cy="16849"/>
            </a:xfrm>
            <a:prstGeom prst="ellipse">
              <a:avLst/>
            </a:prstGeom>
            <a:solidFill>
              <a:srgbClr val="6FC95C">
                <a:alpha val="45098"/>
              </a:srgbClr>
            </a:solidFill>
            <a:ln w="7363" cap="rnd">
              <a:solidFill>
                <a:srgbClr val="6FC95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4" name="pt13894"/>
            <p:cNvSpPr/>
            <p:nvPr/>
          </p:nvSpPr>
          <p:spPr>
            <a:xfrm>
              <a:off x="6667125" y="2160111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5" name="pt13895"/>
            <p:cNvSpPr/>
            <p:nvPr/>
          </p:nvSpPr>
          <p:spPr>
            <a:xfrm>
              <a:off x="7212580" y="2099337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6" name="pt13896"/>
            <p:cNvSpPr/>
            <p:nvPr/>
          </p:nvSpPr>
          <p:spPr>
            <a:xfrm>
              <a:off x="5933228" y="1986600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7" name="pt13897"/>
            <p:cNvSpPr/>
            <p:nvPr/>
          </p:nvSpPr>
          <p:spPr>
            <a:xfrm>
              <a:off x="6414512" y="233680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8" name="pt13898"/>
            <p:cNvSpPr/>
            <p:nvPr/>
          </p:nvSpPr>
          <p:spPr>
            <a:xfrm>
              <a:off x="5736379" y="2311292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9" name="pt13899"/>
            <p:cNvSpPr/>
            <p:nvPr/>
          </p:nvSpPr>
          <p:spPr>
            <a:xfrm>
              <a:off x="6722047" y="1950865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0" name="pt13900"/>
            <p:cNvSpPr/>
            <p:nvPr/>
          </p:nvSpPr>
          <p:spPr>
            <a:xfrm>
              <a:off x="6649495" y="2109059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1" name="pt13901"/>
            <p:cNvSpPr/>
            <p:nvPr/>
          </p:nvSpPr>
          <p:spPr>
            <a:xfrm>
              <a:off x="6446573" y="1921956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2" name="pt13902"/>
            <p:cNvSpPr/>
            <p:nvPr/>
          </p:nvSpPr>
          <p:spPr>
            <a:xfrm>
              <a:off x="6195698" y="224143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3" name="pt13903"/>
            <p:cNvSpPr/>
            <p:nvPr/>
          </p:nvSpPr>
          <p:spPr>
            <a:xfrm>
              <a:off x="5860731" y="2182640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4" name="pt13904"/>
            <p:cNvSpPr/>
            <p:nvPr/>
          </p:nvSpPr>
          <p:spPr>
            <a:xfrm>
              <a:off x="6216800" y="225349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5" name="pt13905"/>
            <p:cNvSpPr/>
            <p:nvPr/>
          </p:nvSpPr>
          <p:spPr>
            <a:xfrm>
              <a:off x="6769293" y="205438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6" name="pt13906"/>
            <p:cNvSpPr/>
            <p:nvPr/>
          </p:nvSpPr>
          <p:spPr>
            <a:xfrm>
              <a:off x="6057122" y="2444870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7" name="pt13907"/>
            <p:cNvSpPr/>
            <p:nvPr/>
          </p:nvSpPr>
          <p:spPr>
            <a:xfrm>
              <a:off x="6168179" y="231641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8" name="pt13908"/>
            <p:cNvSpPr/>
            <p:nvPr/>
          </p:nvSpPr>
          <p:spPr>
            <a:xfrm>
              <a:off x="5982630" y="2459538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9" name="pt13909"/>
            <p:cNvSpPr/>
            <p:nvPr/>
          </p:nvSpPr>
          <p:spPr>
            <a:xfrm>
              <a:off x="5948429" y="2128538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0" name="pt13910"/>
            <p:cNvSpPr/>
            <p:nvPr/>
          </p:nvSpPr>
          <p:spPr>
            <a:xfrm>
              <a:off x="6553340" y="2219204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1" name="pt13911"/>
            <p:cNvSpPr/>
            <p:nvPr/>
          </p:nvSpPr>
          <p:spPr>
            <a:xfrm>
              <a:off x="6199686" y="2190955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2" name="pt13912"/>
            <p:cNvSpPr/>
            <p:nvPr/>
          </p:nvSpPr>
          <p:spPr>
            <a:xfrm>
              <a:off x="6007722" y="2329672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3" name="pt13913"/>
            <p:cNvSpPr/>
            <p:nvPr/>
          </p:nvSpPr>
          <p:spPr>
            <a:xfrm>
              <a:off x="6653154" y="2158274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4" name="pt13914"/>
            <p:cNvSpPr/>
            <p:nvPr/>
          </p:nvSpPr>
          <p:spPr>
            <a:xfrm>
              <a:off x="6420813" y="241220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5" name="pt13915"/>
            <p:cNvSpPr/>
            <p:nvPr/>
          </p:nvSpPr>
          <p:spPr>
            <a:xfrm>
              <a:off x="5721438" y="2507642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6" name="pt13916"/>
            <p:cNvSpPr/>
            <p:nvPr/>
          </p:nvSpPr>
          <p:spPr>
            <a:xfrm>
              <a:off x="5701618" y="2566245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7" name="pt13917"/>
            <p:cNvSpPr/>
            <p:nvPr/>
          </p:nvSpPr>
          <p:spPr>
            <a:xfrm>
              <a:off x="5600574" y="2407912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8" name="pt13918"/>
            <p:cNvSpPr/>
            <p:nvPr/>
          </p:nvSpPr>
          <p:spPr>
            <a:xfrm>
              <a:off x="5261526" y="1767733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9" name="pt13919"/>
            <p:cNvSpPr/>
            <p:nvPr/>
          </p:nvSpPr>
          <p:spPr>
            <a:xfrm>
              <a:off x="6166296" y="236342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0" name="pt13920"/>
            <p:cNvSpPr/>
            <p:nvPr/>
          </p:nvSpPr>
          <p:spPr>
            <a:xfrm>
              <a:off x="5959675" y="213280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1" name="pt13921"/>
            <p:cNvSpPr/>
            <p:nvPr/>
          </p:nvSpPr>
          <p:spPr>
            <a:xfrm>
              <a:off x="6570478" y="2088239"/>
              <a:ext cx="16849" cy="16849"/>
            </a:xfrm>
            <a:prstGeom prst="ellipse">
              <a:avLst/>
            </a:prstGeom>
            <a:solidFill>
              <a:srgbClr val="6FC95C">
                <a:alpha val="45098"/>
              </a:srgbClr>
            </a:solidFill>
            <a:ln w="7363" cap="rnd">
              <a:solidFill>
                <a:srgbClr val="6FC95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2" name="pt13922"/>
            <p:cNvSpPr/>
            <p:nvPr/>
          </p:nvSpPr>
          <p:spPr>
            <a:xfrm>
              <a:off x="6201071" y="2129653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3" name="pt13923"/>
            <p:cNvSpPr/>
            <p:nvPr/>
          </p:nvSpPr>
          <p:spPr>
            <a:xfrm>
              <a:off x="6453762" y="211674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4" name="pt13924"/>
            <p:cNvSpPr/>
            <p:nvPr/>
          </p:nvSpPr>
          <p:spPr>
            <a:xfrm>
              <a:off x="5731315" y="2102570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5" name="pt13925"/>
            <p:cNvSpPr/>
            <p:nvPr/>
          </p:nvSpPr>
          <p:spPr>
            <a:xfrm>
              <a:off x="6572417" y="2105170"/>
              <a:ext cx="16849" cy="16849"/>
            </a:xfrm>
            <a:prstGeom prst="ellipse">
              <a:avLst/>
            </a:prstGeom>
            <a:solidFill>
              <a:srgbClr val="A5D848">
                <a:alpha val="45098"/>
              </a:srgbClr>
            </a:solidFill>
            <a:ln w="7363" cap="rnd">
              <a:solidFill>
                <a:srgbClr val="A5D84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6" name="pt13926"/>
            <p:cNvSpPr/>
            <p:nvPr/>
          </p:nvSpPr>
          <p:spPr>
            <a:xfrm>
              <a:off x="6396470" y="2142424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7" name="pt13927"/>
            <p:cNvSpPr/>
            <p:nvPr/>
          </p:nvSpPr>
          <p:spPr>
            <a:xfrm>
              <a:off x="6302164" y="2000928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8" name="pt13928"/>
            <p:cNvSpPr/>
            <p:nvPr/>
          </p:nvSpPr>
          <p:spPr>
            <a:xfrm>
              <a:off x="6386051" y="2286182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9" name="pt13929"/>
            <p:cNvSpPr/>
            <p:nvPr/>
          </p:nvSpPr>
          <p:spPr>
            <a:xfrm>
              <a:off x="6306197" y="2165718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0" name="pt13930"/>
            <p:cNvSpPr/>
            <p:nvPr/>
          </p:nvSpPr>
          <p:spPr>
            <a:xfrm>
              <a:off x="6129116" y="2316018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1" name="pt13931"/>
            <p:cNvSpPr/>
            <p:nvPr/>
          </p:nvSpPr>
          <p:spPr>
            <a:xfrm>
              <a:off x="6668568" y="2026104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2" name="pt13932"/>
            <p:cNvSpPr/>
            <p:nvPr/>
          </p:nvSpPr>
          <p:spPr>
            <a:xfrm>
              <a:off x="5717346" y="2437556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3" name="pt13933"/>
            <p:cNvSpPr/>
            <p:nvPr/>
          </p:nvSpPr>
          <p:spPr>
            <a:xfrm>
              <a:off x="6881118" y="2030920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4" name="pt13934"/>
            <p:cNvSpPr/>
            <p:nvPr/>
          </p:nvSpPr>
          <p:spPr>
            <a:xfrm>
              <a:off x="6012577" y="2375617"/>
              <a:ext cx="16849" cy="16849"/>
            </a:xfrm>
            <a:prstGeom prst="ellipse">
              <a:avLst/>
            </a:prstGeom>
            <a:solidFill>
              <a:srgbClr val="78CF53">
                <a:alpha val="45098"/>
              </a:srgbClr>
            </a:solidFill>
            <a:ln w="7363" cap="rnd">
              <a:solidFill>
                <a:srgbClr val="78CF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5" name="pt13935"/>
            <p:cNvSpPr/>
            <p:nvPr/>
          </p:nvSpPr>
          <p:spPr>
            <a:xfrm>
              <a:off x="6403876" y="2128981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6" name="pt13936"/>
            <p:cNvSpPr/>
            <p:nvPr/>
          </p:nvSpPr>
          <p:spPr>
            <a:xfrm>
              <a:off x="6651743" y="217016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7" name="pt13937"/>
            <p:cNvSpPr/>
            <p:nvPr/>
          </p:nvSpPr>
          <p:spPr>
            <a:xfrm>
              <a:off x="6865382" y="1887318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8" name="pt13938"/>
            <p:cNvSpPr/>
            <p:nvPr/>
          </p:nvSpPr>
          <p:spPr>
            <a:xfrm>
              <a:off x="6287103" y="208228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9" name="pt13939"/>
            <p:cNvSpPr/>
            <p:nvPr/>
          </p:nvSpPr>
          <p:spPr>
            <a:xfrm>
              <a:off x="5503818" y="2222537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0" name="pt13940"/>
            <p:cNvSpPr/>
            <p:nvPr/>
          </p:nvSpPr>
          <p:spPr>
            <a:xfrm>
              <a:off x="6718476" y="1842791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1" name="pt13941"/>
            <p:cNvSpPr/>
            <p:nvPr/>
          </p:nvSpPr>
          <p:spPr>
            <a:xfrm>
              <a:off x="7310466" y="1989160"/>
              <a:ext cx="16849" cy="16849"/>
            </a:xfrm>
            <a:prstGeom prst="ellipse">
              <a:avLst/>
            </a:prstGeom>
            <a:solidFill>
              <a:srgbClr val="2C898B">
                <a:alpha val="45098"/>
              </a:srgbClr>
            </a:solidFill>
            <a:ln w="7363" cap="rnd">
              <a:solidFill>
                <a:srgbClr val="2C89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2" name="pt13942"/>
            <p:cNvSpPr/>
            <p:nvPr/>
          </p:nvSpPr>
          <p:spPr>
            <a:xfrm>
              <a:off x="5793202" y="2207907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3" name="pt13943"/>
            <p:cNvSpPr/>
            <p:nvPr/>
          </p:nvSpPr>
          <p:spPr>
            <a:xfrm>
              <a:off x="5599197" y="2566844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4" name="pt13944"/>
            <p:cNvSpPr/>
            <p:nvPr/>
          </p:nvSpPr>
          <p:spPr>
            <a:xfrm>
              <a:off x="5565236" y="2417471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5" name="pt13945"/>
            <p:cNvSpPr/>
            <p:nvPr/>
          </p:nvSpPr>
          <p:spPr>
            <a:xfrm>
              <a:off x="6669821" y="1964446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6" name="pt13946"/>
            <p:cNvSpPr/>
            <p:nvPr/>
          </p:nvSpPr>
          <p:spPr>
            <a:xfrm>
              <a:off x="4981390" y="2741548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7" name="pt13947"/>
            <p:cNvSpPr/>
            <p:nvPr/>
          </p:nvSpPr>
          <p:spPr>
            <a:xfrm>
              <a:off x="5496189" y="2337656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8" name="pt13948"/>
            <p:cNvSpPr/>
            <p:nvPr/>
          </p:nvSpPr>
          <p:spPr>
            <a:xfrm>
              <a:off x="6314009" y="217619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9" name="pt13949"/>
            <p:cNvSpPr/>
            <p:nvPr/>
          </p:nvSpPr>
          <p:spPr>
            <a:xfrm>
              <a:off x="5662256" y="2371853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0" name="pt13950"/>
            <p:cNvSpPr/>
            <p:nvPr/>
          </p:nvSpPr>
          <p:spPr>
            <a:xfrm>
              <a:off x="6449576" y="2044227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1" name="pt13951"/>
            <p:cNvSpPr/>
            <p:nvPr/>
          </p:nvSpPr>
          <p:spPr>
            <a:xfrm>
              <a:off x="7318509" y="1972901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2" name="pt13952"/>
            <p:cNvSpPr/>
            <p:nvPr/>
          </p:nvSpPr>
          <p:spPr>
            <a:xfrm>
              <a:off x="6622516" y="2151025"/>
              <a:ext cx="16849" cy="16849"/>
            </a:xfrm>
            <a:prstGeom prst="ellipse">
              <a:avLst/>
            </a:prstGeom>
            <a:solidFill>
              <a:srgbClr val="49B476">
                <a:alpha val="45098"/>
              </a:srgbClr>
            </a:solidFill>
            <a:ln w="7363" cap="rnd">
              <a:solidFill>
                <a:srgbClr val="49B4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3" name="pt13953"/>
            <p:cNvSpPr/>
            <p:nvPr/>
          </p:nvSpPr>
          <p:spPr>
            <a:xfrm>
              <a:off x="6620755" y="213006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4" name="pt13954"/>
            <p:cNvSpPr/>
            <p:nvPr/>
          </p:nvSpPr>
          <p:spPr>
            <a:xfrm>
              <a:off x="5550922" y="2478413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5" name="pt13955"/>
            <p:cNvSpPr/>
            <p:nvPr/>
          </p:nvSpPr>
          <p:spPr>
            <a:xfrm>
              <a:off x="5352676" y="237212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6" name="pt13956"/>
            <p:cNvSpPr/>
            <p:nvPr/>
          </p:nvSpPr>
          <p:spPr>
            <a:xfrm>
              <a:off x="5833624" y="2472999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7" name="pt13957"/>
            <p:cNvSpPr/>
            <p:nvPr/>
          </p:nvSpPr>
          <p:spPr>
            <a:xfrm>
              <a:off x="6039385" y="2287756"/>
              <a:ext cx="16849" cy="16849"/>
            </a:xfrm>
            <a:prstGeom prst="ellipse">
              <a:avLst/>
            </a:prstGeom>
            <a:solidFill>
              <a:srgbClr val="6FC95D">
                <a:alpha val="45098"/>
              </a:srgbClr>
            </a:solidFill>
            <a:ln w="7363" cap="rnd">
              <a:solidFill>
                <a:srgbClr val="6F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8" name="pt13958"/>
            <p:cNvSpPr/>
            <p:nvPr/>
          </p:nvSpPr>
          <p:spPr>
            <a:xfrm>
              <a:off x="6533639" y="2189199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9" name="pt13959"/>
            <p:cNvSpPr/>
            <p:nvPr/>
          </p:nvSpPr>
          <p:spPr>
            <a:xfrm>
              <a:off x="6220755" y="2310016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0" name="pt13960"/>
            <p:cNvSpPr/>
            <p:nvPr/>
          </p:nvSpPr>
          <p:spPr>
            <a:xfrm>
              <a:off x="6067130" y="242252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1" name="pt13961"/>
            <p:cNvSpPr/>
            <p:nvPr/>
          </p:nvSpPr>
          <p:spPr>
            <a:xfrm>
              <a:off x="6927553" y="1797239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2" name="pt13962"/>
            <p:cNvSpPr/>
            <p:nvPr/>
          </p:nvSpPr>
          <p:spPr>
            <a:xfrm>
              <a:off x="6072851" y="2391427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3" name="pt13963"/>
            <p:cNvSpPr/>
            <p:nvPr/>
          </p:nvSpPr>
          <p:spPr>
            <a:xfrm>
              <a:off x="5998014" y="2626099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4" name="pt13964"/>
            <p:cNvSpPr/>
            <p:nvPr/>
          </p:nvSpPr>
          <p:spPr>
            <a:xfrm>
              <a:off x="6055950" y="2357090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5" name="pt13965"/>
            <p:cNvSpPr/>
            <p:nvPr/>
          </p:nvSpPr>
          <p:spPr>
            <a:xfrm>
              <a:off x="6297331" y="1975482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6" name="pt13966"/>
            <p:cNvSpPr/>
            <p:nvPr/>
          </p:nvSpPr>
          <p:spPr>
            <a:xfrm>
              <a:off x="5904447" y="2169757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7" name="pt13967"/>
            <p:cNvSpPr/>
            <p:nvPr/>
          </p:nvSpPr>
          <p:spPr>
            <a:xfrm>
              <a:off x="6509763" y="2069630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8" name="pt13968"/>
            <p:cNvSpPr/>
            <p:nvPr/>
          </p:nvSpPr>
          <p:spPr>
            <a:xfrm>
              <a:off x="6334338" y="2268516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9" name="pt13969"/>
            <p:cNvSpPr/>
            <p:nvPr/>
          </p:nvSpPr>
          <p:spPr>
            <a:xfrm>
              <a:off x="6074128" y="238147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0" name="pt13970"/>
            <p:cNvSpPr/>
            <p:nvPr/>
          </p:nvSpPr>
          <p:spPr>
            <a:xfrm>
              <a:off x="6496753" y="221248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1" name="pt13971"/>
            <p:cNvSpPr/>
            <p:nvPr/>
          </p:nvSpPr>
          <p:spPr>
            <a:xfrm>
              <a:off x="7125801" y="1371858"/>
              <a:ext cx="16849" cy="16849"/>
            </a:xfrm>
            <a:prstGeom prst="ellipse">
              <a:avLst/>
            </a:prstGeom>
            <a:solidFill>
              <a:srgbClr val="30AB80">
                <a:alpha val="45098"/>
              </a:srgbClr>
            </a:solidFill>
            <a:ln w="7363" cap="rnd">
              <a:solidFill>
                <a:srgbClr val="30AB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2" name="pt13972"/>
            <p:cNvSpPr/>
            <p:nvPr/>
          </p:nvSpPr>
          <p:spPr>
            <a:xfrm>
              <a:off x="6472521" y="228728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3" name="pt13973"/>
            <p:cNvSpPr/>
            <p:nvPr/>
          </p:nvSpPr>
          <p:spPr>
            <a:xfrm>
              <a:off x="6247125" y="2319771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4" name="pt13974"/>
            <p:cNvSpPr/>
            <p:nvPr/>
          </p:nvSpPr>
          <p:spPr>
            <a:xfrm>
              <a:off x="5531207" y="2370521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5" name="pt13975"/>
            <p:cNvSpPr/>
            <p:nvPr/>
          </p:nvSpPr>
          <p:spPr>
            <a:xfrm>
              <a:off x="5246721" y="2412940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6" name="pt13976"/>
            <p:cNvSpPr/>
            <p:nvPr/>
          </p:nvSpPr>
          <p:spPr>
            <a:xfrm>
              <a:off x="6448804" y="2034668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7" name="pt13977"/>
            <p:cNvSpPr/>
            <p:nvPr/>
          </p:nvSpPr>
          <p:spPr>
            <a:xfrm>
              <a:off x="6073100" y="243354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8" name="pt13978"/>
            <p:cNvSpPr/>
            <p:nvPr/>
          </p:nvSpPr>
          <p:spPr>
            <a:xfrm>
              <a:off x="6090908" y="2252942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9" name="pt13979"/>
            <p:cNvSpPr/>
            <p:nvPr/>
          </p:nvSpPr>
          <p:spPr>
            <a:xfrm>
              <a:off x="6189991" y="2273508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0" name="pt13980"/>
            <p:cNvSpPr/>
            <p:nvPr/>
          </p:nvSpPr>
          <p:spPr>
            <a:xfrm>
              <a:off x="6823952" y="1920685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1" name="pt13981"/>
            <p:cNvSpPr/>
            <p:nvPr/>
          </p:nvSpPr>
          <p:spPr>
            <a:xfrm>
              <a:off x="6377879" y="2240308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2" name="pt13982"/>
            <p:cNvSpPr/>
            <p:nvPr/>
          </p:nvSpPr>
          <p:spPr>
            <a:xfrm>
              <a:off x="6718600" y="1913906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3" name="pt13983"/>
            <p:cNvSpPr/>
            <p:nvPr/>
          </p:nvSpPr>
          <p:spPr>
            <a:xfrm>
              <a:off x="6246566" y="2406159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4" name="pt13984"/>
            <p:cNvSpPr/>
            <p:nvPr/>
          </p:nvSpPr>
          <p:spPr>
            <a:xfrm>
              <a:off x="6315547" y="1923917"/>
              <a:ext cx="16849" cy="16849"/>
            </a:xfrm>
            <a:prstGeom prst="ellipse">
              <a:avLst/>
            </a:prstGeom>
            <a:solidFill>
              <a:srgbClr val="FDE725">
                <a:alpha val="45098"/>
              </a:srgbClr>
            </a:solidFill>
            <a:ln w="7363" cap="rnd">
              <a:solidFill>
                <a:srgbClr val="FDE72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5" name="pt13985"/>
            <p:cNvSpPr/>
            <p:nvPr/>
          </p:nvSpPr>
          <p:spPr>
            <a:xfrm>
              <a:off x="5953831" y="2198271"/>
              <a:ext cx="16849" cy="16849"/>
            </a:xfrm>
            <a:prstGeom prst="ellipse">
              <a:avLst/>
            </a:prstGeom>
            <a:solidFill>
              <a:srgbClr val="32AC80">
                <a:alpha val="45098"/>
              </a:srgbClr>
            </a:solidFill>
            <a:ln w="7363" cap="rnd">
              <a:solidFill>
                <a:srgbClr val="32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6" name="pt13986"/>
            <p:cNvSpPr/>
            <p:nvPr/>
          </p:nvSpPr>
          <p:spPr>
            <a:xfrm>
              <a:off x="6613690" y="2115360"/>
              <a:ext cx="16849" cy="16849"/>
            </a:xfrm>
            <a:prstGeom prst="ellipse">
              <a:avLst/>
            </a:prstGeom>
            <a:solidFill>
              <a:srgbClr val="2C898B">
                <a:alpha val="45098"/>
              </a:srgbClr>
            </a:solidFill>
            <a:ln w="7363" cap="rnd">
              <a:solidFill>
                <a:srgbClr val="2C89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7" name="pt13987"/>
            <p:cNvSpPr/>
            <p:nvPr/>
          </p:nvSpPr>
          <p:spPr>
            <a:xfrm>
              <a:off x="6292079" y="2099218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8" name="pt13988"/>
            <p:cNvSpPr/>
            <p:nvPr/>
          </p:nvSpPr>
          <p:spPr>
            <a:xfrm>
              <a:off x="6732585" y="2163010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9" name="pt13989"/>
            <p:cNvSpPr/>
            <p:nvPr/>
          </p:nvSpPr>
          <p:spPr>
            <a:xfrm>
              <a:off x="6799296" y="1775704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0" name="pt13990"/>
            <p:cNvSpPr/>
            <p:nvPr/>
          </p:nvSpPr>
          <p:spPr>
            <a:xfrm>
              <a:off x="5281032" y="213300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1" name="pt13991"/>
            <p:cNvSpPr/>
            <p:nvPr/>
          </p:nvSpPr>
          <p:spPr>
            <a:xfrm>
              <a:off x="5820810" y="2574977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2" name="pt13992"/>
            <p:cNvSpPr/>
            <p:nvPr/>
          </p:nvSpPr>
          <p:spPr>
            <a:xfrm>
              <a:off x="6421125" y="2256664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3" name="pt13993"/>
            <p:cNvSpPr/>
            <p:nvPr/>
          </p:nvSpPr>
          <p:spPr>
            <a:xfrm>
              <a:off x="6731845" y="1901976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4" name="pt13994"/>
            <p:cNvSpPr/>
            <p:nvPr/>
          </p:nvSpPr>
          <p:spPr>
            <a:xfrm>
              <a:off x="5480077" y="254521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5" name="pt13995"/>
            <p:cNvSpPr/>
            <p:nvPr/>
          </p:nvSpPr>
          <p:spPr>
            <a:xfrm>
              <a:off x="5976712" y="2442157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6" name="pt13996"/>
            <p:cNvSpPr/>
            <p:nvPr/>
          </p:nvSpPr>
          <p:spPr>
            <a:xfrm>
              <a:off x="5530032" y="2443965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7" name="pt13997"/>
            <p:cNvSpPr/>
            <p:nvPr/>
          </p:nvSpPr>
          <p:spPr>
            <a:xfrm>
              <a:off x="6613556" y="2143570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8" name="pt13998"/>
            <p:cNvSpPr/>
            <p:nvPr/>
          </p:nvSpPr>
          <p:spPr>
            <a:xfrm>
              <a:off x="6947749" y="1791559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9" name="pt13999"/>
            <p:cNvSpPr/>
            <p:nvPr/>
          </p:nvSpPr>
          <p:spPr>
            <a:xfrm>
              <a:off x="6236334" y="2233095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0" name="pt14000"/>
            <p:cNvSpPr/>
            <p:nvPr/>
          </p:nvSpPr>
          <p:spPr>
            <a:xfrm>
              <a:off x="6901949" y="1603428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1" name="pt14001"/>
            <p:cNvSpPr/>
            <p:nvPr/>
          </p:nvSpPr>
          <p:spPr>
            <a:xfrm>
              <a:off x="6072506" y="2346122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2" name="pt14002"/>
            <p:cNvSpPr/>
            <p:nvPr/>
          </p:nvSpPr>
          <p:spPr>
            <a:xfrm>
              <a:off x="5879239" y="199342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3" name="pt14003"/>
            <p:cNvSpPr/>
            <p:nvPr/>
          </p:nvSpPr>
          <p:spPr>
            <a:xfrm>
              <a:off x="5882684" y="2259521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4" name="pt14004"/>
            <p:cNvSpPr/>
            <p:nvPr/>
          </p:nvSpPr>
          <p:spPr>
            <a:xfrm>
              <a:off x="6540893" y="223340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5" name="pt14005"/>
            <p:cNvSpPr/>
            <p:nvPr/>
          </p:nvSpPr>
          <p:spPr>
            <a:xfrm>
              <a:off x="6421214" y="2265881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6" name="pt14006"/>
            <p:cNvSpPr/>
            <p:nvPr/>
          </p:nvSpPr>
          <p:spPr>
            <a:xfrm>
              <a:off x="6511485" y="2098393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7" name="pt14007"/>
            <p:cNvSpPr/>
            <p:nvPr/>
          </p:nvSpPr>
          <p:spPr>
            <a:xfrm>
              <a:off x="5894235" y="2184836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8" name="pt14008"/>
            <p:cNvSpPr/>
            <p:nvPr/>
          </p:nvSpPr>
          <p:spPr>
            <a:xfrm>
              <a:off x="6212330" y="2256850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9" name="pt14009"/>
            <p:cNvSpPr/>
            <p:nvPr/>
          </p:nvSpPr>
          <p:spPr>
            <a:xfrm>
              <a:off x="6335617" y="226603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0" name="pt14010"/>
            <p:cNvSpPr/>
            <p:nvPr/>
          </p:nvSpPr>
          <p:spPr>
            <a:xfrm>
              <a:off x="6027643" y="2183423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1" name="pt14011"/>
            <p:cNvSpPr/>
            <p:nvPr/>
          </p:nvSpPr>
          <p:spPr>
            <a:xfrm>
              <a:off x="6179141" y="230853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2" name="pt14012"/>
            <p:cNvSpPr/>
            <p:nvPr/>
          </p:nvSpPr>
          <p:spPr>
            <a:xfrm>
              <a:off x="6054287" y="236721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3" name="pt14013"/>
            <p:cNvSpPr/>
            <p:nvPr/>
          </p:nvSpPr>
          <p:spPr>
            <a:xfrm>
              <a:off x="5850136" y="2420790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4" name="pt14014"/>
            <p:cNvSpPr/>
            <p:nvPr/>
          </p:nvSpPr>
          <p:spPr>
            <a:xfrm>
              <a:off x="5708636" y="2410397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5" name="pt14015"/>
            <p:cNvSpPr/>
            <p:nvPr/>
          </p:nvSpPr>
          <p:spPr>
            <a:xfrm>
              <a:off x="6059886" y="2274436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6" name="pt14016"/>
            <p:cNvSpPr/>
            <p:nvPr/>
          </p:nvSpPr>
          <p:spPr>
            <a:xfrm>
              <a:off x="5942843" y="2094171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7" name="pt14017"/>
            <p:cNvSpPr/>
            <p:nvPr/>
          </p:nvSpPr>
          <p:spPr>
            <a:xfrm>
              <a:off x="6227830" y="2335053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8" name="pt14018"/>
            <p:cNvSpPr/>
            <p:nvPr/>
          </p:nvSpPr>
          <p:spPr>
            <a:xfrm>
              <a:off x="6559017" y="2072962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9" name="pt14019"/>
            <p:cNvSpPr/>
            <p:nvPr/>
          </p:nvSpPr>
          <p:spPr>
            <a:xfrm>
              <a:off x="6145304" y="2349183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0" name="pt14020"/>
            <p:cNvSpPr/>
            <p:nvPr/>
          </p:nvSpPr>
          <p:spPr>
            <a:xfrm>
              <a:off x="5818587" y="2407572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1" name="pt14021"/>
            <p:cNvSpPr/>
            <p:nvPr/>
          </p:nvSpPr>
          <p:spPr>
            <a:xfrm>
              <a:off x="6509780" y="228286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2" name="pt14022"/>
            <p:cNvSpPr/>
            <p:nvPr/>
          </p:nvSpPr>
          <p:spPr>
            <a:xfrm>
              <a:off x="6718389" y="2027990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3" name="pt14023"/>
            <p:cNvSpPr/>
            <p:nvPr/>
          </p:nvSpPr>
          <p:spPr>
            <a:xfrm>
              <a:off x="5697335" y="2423932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4" name="pt14024"/>
            <p:cNvSpPr/>
            <p:nvPr/>
          </p:nvSpPr>
          <p:spPr>
            <a:xfrm>
              <a:off x="5770132" y="210326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5" name="pt14025"/>
            <p:cNvSpPr/>
            <p:nvPr/>
          </p:nvSpPr>
          <p:spPr>
            <a:xfrm>
              <a:off x="6710247" y="206225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6" name="pt14026"/>
            <p:cNvSpPr/>
            <p:nvPr/>
          </p:nvSpPr>
          <p:spPr>
            <a:xfrm>
              <a:off x="6255858" y="2330954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7" name="pt14027"/>
            <p:cNvSpPr/>
            <p:nvPr/>
          </p:nvSpPr>
          <p:spPr>
            <a:xfrm>
              <a:off x="6276728" y="208529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8" name="pt14028"/>
            <p:cNvSpPr/>
            <p:nvPr/>
          </p:nvSpPr>
          <p:spPr>
            <a:xfrm>
              <a:off x="7161627" y="1641639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9" name="pt14029"/>
            <p:cNvSpPr/>
            <p:nvPr/>
          </p:nvSpPr>
          <p:spPr>
            <a:xfrm>
              <a:off x="6768968" y="2177617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0" name="pt14030"/>
            <p:cNvSpPr/>
            <p:nvPr/>
          </p:nvSpPr>
          <p:spPr>
            <a:xfrm>
              <a:off x="5954341" y="2285623"/>
              <a:ext cx="16849" cy="16849"/>
            </a:xfrm>
            <a:prstGeom prst="ellipse">
              <a:avLst/>
            </a:prstGeom>
            <a:solidFill>
              <a:srgbClr val="32AC80">
                <a:alpha val="45098"/>
              </a:srgbClr>
            </a:solidFill>
            <a:ln w="7363" cap="rnd">
              <a:solidFill>
                <a:srgbClr val="32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1" name="pt14031"/>
            <p:cNvSpPr/>
            <p:nvPr/>
          </p:nvSpPr>
          <p:spPr>
            <a:xfrm>
              <a:off x="6376115" y="2286911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2" name="pt14032"/>
            <p:cNvSpPr/>
            <p:nvPr/>
          </p:nvSpPr>
          <p:spPr>
            <a:xfrm>
              <a:off x="6235841" y="225583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3" name="pt14033"/>
            <p:cNvSpPr/>
            <p:nvPr/>
          </p:nvSpPr>
          <p:spPr>
            <a:xfrm>
              <a:off x="5624171" y="2329145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4" name="pt14034"/>
            <p:cNvSpPr/>
            <p:nvPr/>
          </p:nvSpPr>
          <p:spPr>
            <a:xfrm>
              <a:off x="5668499" y="245543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5" name="pt14035"/>
            <p:cNvSpPr/>
            <p:nvPr/>
          </p:nvSpPr>
          <p:spPr>
            <a:xfrm>
              <a:off x="6343847" y="2182876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6" name="pt14036"/>
            <p:cNvSpPr/>
            <p:nvPr/>
          </p:nvSpPr>
          <p:spPr>
            <a:xfrm>
              <a:off x="6319488" y="2198468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7" name="pt14037"/>
            <p:cNvSpPr/>
            <p:nvPr/>
          </p:nvSpPr>
          <p:spPr>
            <a:xfrm>
              <a:off x="6547123" y="2156938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8" name="pt14038"/>
            <p:cNvSpPr/>
            <p:nvPr/>
          </p:nvSpPr>
          <p:spPr>
            <a:xfrm>
              <a:off x="6985690" y="1621022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9" name="pt14039"/>
            <p:cNvSpPr/>
            <p:nvPr/>
          </p:nvSpPr>
          <p:spPr>
            <a:xfrm>
              <a:off x="6089058" y="232160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0" name="pt14040"/>
            <p:cNvSpPr/>
            <p:nvPr/>
          </p:nvSpPr>
          <p:spPr>
            <a:xfrm>
              <a:off x="6349189" y="2223319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1" name="pt14041"/>
            <p:cNvSpPr/>
            <p:nvPr/>
          </p:nvSpPr>
          <p:spPr>
            <a:xfrm>
              <a:off x="5876840" y="2179930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2" name="pt14042"/>
            <p:cNvSpPr/>
            <p:nvPr/>
          </p:nvSpPr>
          <p:spPr>
            <a:xfrm>
              <a:off x="6155888" y="2320248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3" name="pt14043"/>
            <p:cNvSpPr/>
            <p:nvPr/>
          </p:nvSpPr>
          <p:spPr>
            <a:xfrm>
              <a:off x="6056952" y="2374449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4" name="pt14044"/>
            <p:cNvSpPr/>
            <p:nvPr/>
          </p:nvSpPr>
          <p:spPr>
            <a:xfrm>
              <a:off x="5706871" y="2380585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5" name="pt14045"/>
            <p:cNvSpPr/>
            <p:nvPr/>
          </p:nvSpPr>
          <p:spPr>
            <a:xfrm>
              <a:off x="6638804" y="219917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6" name="pt14046"/>
            <p:cNvSpPr/>
            <p:nvPr/>
          </p:nvSpPr>
          <p:spPr>
            <a:xfrm>
              <a:off x="5571950" y="2521318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7" name="pt14047"/>
            <p:cNvSpPr/>
            <p:nvPr/>
          </p:nvSpPr>
          <p:spPr>
            <a:xfrm>
              <a:off x="5892024" y="2193982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8" name="pt14048"/>
            <p:cNvSpPr/>
            <p:nvPr/>
          </p:nvSpPr>
          <p:spPr>
            <a:xfrm>
              <a:off x="6239474" y="2342486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9" name="pt14049"/>
            <p:cNvSpPr/>
            <p:nvPr/>
          </p:nvSpPr>
          <p:spPr>
            <a:xfrm>
              <a:off x="6358970" y="2284750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0" name="pt14050"/>
            <p:cNvSpPr/>
            <p:nvPr/>
          </p:nvSpPr>
          <p:spPr>
            <a:xfrm>
              <a:off x="6107578" y="2356502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1" name="pt14051"/>
            <p:cNvSpPr/>
            <p:nvPr/>
          </p:nvSpPr>
          <p:spPr>
            <a:xfrm>
              <a:off x="6425106" y="1921785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2" name="pt14052"/>
            <p:cNvSpPr/>
            <p:nvPr/>
          </p:nvSpPr>
          <p:spPr>
            <a:xfrm>
              <a:off x="6289677" y="218459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3" name="pt14053"/>
            <p:cNvSpPr/>
            <p:nvPr/>
          </p:nvSpPr>
          <p:spPr>
            <a:xfrm>
              <a:off x="7178228" y="1744477"/>
              <a:ext cx="16849" cy="16849"/>
            </a:xfrm>
            <a:prstGeom prst="ellipse">
              <a:avLst/>
            </a:prstGeom>
            <a:solidFill>
              <a:srgbClr val="30AB80">
                <a:alpha val="45098"/>
              </a:srgbClr>
            </a:solidFill>
            <a:ln w="7363" cap="rnd">
              <a:solidFill>
                <a:srgbClr val="30AB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4" name="pt14054"/>
            <p:cNvSpPr/>
            <p:nvPr/>
          </p:nvSpPr>
          <p:spPr>
            <a:xfrm>
              <a:off x="5328119" y="2203592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5" name="pt14055"/>
            <p:cNvSpPr/>
            <p:nvPr/>
          </p:nvSpPr>
          <p:spPr>
            <a:xfrm>
              <a:off x="6848980" y="183175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6" name="pt14056"/>
            <p:cNvSpPr/>
            <p:nvPr/>
          </p:nvSpPr>
          <p:spPr>
            <a:xfrm>
              <a:off x="6035974" y="208922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7" name="pt14057"/>
            <p:cNvSpPr/>
            <p:nvPr/>
          </p:nvSpPr>
          <p:spPr>
            <a:xfrm>
              <a:off x="6699195" y="212974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8" name="pt14058"/>
            <p:cNvSpPr/>
            <p:nvPr/>
          </p:nvSpPr>
          <p:spPr>
            <a:xfrm>
              <a:off x="6154179" y="2283195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9" name="pt14059"/>
            <p:cNvSpPr/>
            <p:nvPr/>
          </p:nvSpPr>
          <p:spPr>
            <a:xfrm>
              <a:off x="4733669" y="284797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0" name="pt14060"/>
            <p:cNvSpPr/>
            <p:nvPr/>
          </p:nvSpPr>
          <p:spPr>
            <a:xfrm>
              <a:off x="5415707" y="2274544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1" name="pt14061"/>
            <p:cNvSpPr/>
            <p:nvPr/>
          </p:nvSpPr>
          <p:spPr>
            <a:xfrm>
              <a:off x="5568996" y="2579528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2" name="pt14062"/>
            <p:cNvSpPr/>
            <p:nvPr/>
          </p:nvSpPr>
          <p:spPr>
            <a:xfrm>
              <a:off x="6889910" y="184327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3" name="pt14063"/>
            <p:cNvSpPr/>
            <p:nvPr/>
          </p:nvSpPr>
          <p:spPr>
            <a:xfrm>
              <a:off x="6352200" y="2217544"/>
              <a:ext cx="16849" cy="16849"/>
            </a:xfrm>
            <a:prstGeom prst="ellipse">
              <a:avLst/>
            </a:prstGeom>
            <a:solidFill>
              <a:srgbClr val="44B279">
                <a:alpha val="45098"/>
              </a:srgbClr>
            </a:solidFill>
            <a:ln w="7363" cap="rnd">
              <a:solidFill>
                <a:srgbClr val="44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4" name="pt14064"/>
            <p:cNvSpPr/>
            <p:nvPr/>
          </p:nvSpPr>
          <p:spPr>
            <a:xfrm>
              <a:off x="5832833" y="2429355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5" name="pt14065"/>
            <p:cNvSpPr/>
            <p:nvPr/>
          </p:nvSpPr>
          <p:spPr>
            <a:xfrm>
              <a:off x="5748155" y="2281888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6" name="pt14066"/>
            <p:cNvSpPr/>
            <p:nvPr/>
          </p:nvSpPr>
          <p:spPr>
            <a:xfrm>
              <a:off x="6630655" y="1992618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7" name="pt14067"/>
            <p:cNvSpPr/>
            <p:nvPr/>
          </p:nvSpPr>
          <p:spPr>
            <a:xfrm>
              <a:off x="6375539" y="2372646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8" name="pt14068"/>
            <p:cNvSpPr/>
            <p:nvPr/>
          </p:nvSpPr>
          <p:spPr>
            <a:xfrm>
              <a:off x="6195195" y="2235198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9" name="pt14069"/>
            <p:cNvSpPr/>
            <p:nvPr/>
          </p:nvSpPr>
          <p:spPr>
            <a:xfrm>
              <a:off x="6672812" y="211050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0" name="pt14070"/>
            <p:cNvSpPr/>
            <p:nvPr/>
          </p:nvSpPr>
          <p:spPr>
            <a:xfrm>
              <a:off x="6874766" y="1922496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1" name="pt14071"/>
            <p:cNvSpPr/>
            <p:nvPr/>
          </p:nvSpPr>
          <p:spPr>
            <a:xfrm>
              <a:off x="6176613" y="235064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2" name="pt14072"/>
            <p:cNvSpPr/>
            <p:nvPr/>
          </p:nvSpPr>
          <p:spPr>
            <a:xfrm>
              <a:off x="6140207" y="2372847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3" name="pt14073"/>
            <p:cNvSpPr/>
            <p:nvPr/>
          </p:nvSpPr>
          <p:spPr>
            <a:xfrm>
              <a:off x="6225027" y="224829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4" name="pt14074"/>
            <p:cNvSpPr/>
            <p:nvPr/>
          </p:nvSpPr>
          <p:spPr>
            <a:xfrm>
              <a:off x="5833351" y="227447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5" name="pt14075"/>
            <p:cNvSpPr/>
            <p:nvPr/>
          </p:nvSpPr>
          <p:spPr>
            <a:xfrm>
              <a:off x="5719267" y="2446834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6" name="pt14076"/>
            <p:cNvSpPr/>
            <p:nvPr/>
          </p:nvSpPr>
          <p:spPr>
            <a:xfrm>
              <a:off x="6492441" y="2126900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7" name="pt14077"/>
            <p:cNvSpPr/>
            <p:nvPr/>
          </p:nvSpPr>
          <p:spPr>
            <a:xfrm>
              <a:off x="6141869" y="2341244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8" name="pt14078"/>
            <p:cNvSpPr/>
            <p:nvPr/>
          </p:nvSpPr>
          <p:spPr>
            <a:xfrm>
              <a:off x="5706054" y="2442714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9" name="pt14079"/>
            <p:cNvSpPr/>
            <p:nvPr/>
          </p:nvSpPr>
          <p:spPr>
            <a:xfrm>
              <a:off x="6601896" y="220913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0" name="pt14080"/>
            <p:cNvSpPr/>
            <p:nvPr/>
          </p:nvSpPr>
          <p:spPr>
            <a:xfrm>
              <a:off x="6287077" y="2041826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1" name="pt14081"/>
            <p:cNvSpPr/>
            <p:nvPr/>
          </p:nvSpPr>
          <p:spPr>
            <a:xfrm>
              <a:off x="5260982" y="2723850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2" name="pt14082"/>
            <p:cNvSpPr/>
            <p:nvPr/>
          </p:nvSpPr>
          <p:spPr>
            <a:xfrm>
              <a:off x="6219961" y="218709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3" name="pt14083"/>
            <p:cNvSpPr/>
            <p:nvPr/>
          </p:nvSpPr>
          <p:spPr>
            <a:xfrm>
              <a:off x="6670798" y="2169519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4" name="pt14084"/>
            <p:cNvSpPr/>
            <p:nvPr/>
          </p:nvSpPr>
          <p:spPr>
            <a:xfrm>
              <a:off x="6659478" y="2092070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5" name="pt14085"/>
            <p:cNvSpPr/>
            <p:nvPr/>
          </p:nvSpPr>
          <p:spPr>
            <a:xfrm>
              <a:off x="6429749" y="1877183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6" name="pt14086"/>
            <p:cNvSpPr/>
            <p:nvPr/>
          </p:nvSpPr>
          <p:spPr>
            <a:xfrm>
              <a:off x="5375777" y="2280040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7" name="pt14087"/>
            <p:cNvSpPr/>
            <p:nvPr/>
          </p:nvSpPr>
          <p:spPr>
            <a:xfrm>
              <a:off x="6632387" y="2196253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8" name="pt14088"/>
            <p:cNvSpPr/>
            <p:nvPr/>
          </p:nvSpPr>
          <p:spPr>
            <a:xfrm>
              <a:off x="5666238" y="2424817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9" name="pt14089"/>
            <p:cNvSpPr/>
            <p:nvPr/>
          </p:nvSpPr>
          <p:spPr>
            <a:xfrm>
              <a:off x="6848399" y="1958488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0" name="pt14090"/>
            <p:cNvSpPr/>
            <p:nvPr/>
          </p:nvSpPr>
          <p:spPr>
            <a:xfrm>
              <a:off x="5868412" y="2110626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1" name="pt14091"/>
            <p:cNvSpPr/>
            <p:nvPr/>
          </p:nvSpPr>
          <p:spPr>
            <a:xfrm>
              <a:off x="6024882" y="2233577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2" name="pt14092"/>
            <p:cNvSpPr/>
            <p:nvPr/>
          </p:nvSpPr>
          <p:spPr>
            <a:xfrm>
              <a:off x="6072764" y="2477166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3" name="pt14093"/>
            <p:cNvSpPr/>
            <p:nvPr/>
          </p:nvSpPr>
          <p:spPr>
            <a:xfrm>
              <a:off x="6148728" y="2250112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4" name="pt14094"/>
            <p:cNvSpPr/>
            <p:nvPr/>
          </p:nvSpPr>
          <p:spPr>
            <a:xfrm>
              <a:off x="6875321" y="1960006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5" name="pt14095"/>
            <p:cNvSpPr/>
            <p:nvPr/>
          </p:nvSpPr>
          <p:spPr>
            <a:xfrm>
              <a:off x="5383167" y="2360859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6" name="pt14096"/>
            <p:cNvSpPr/>
            <p:nvPr/>
          </p:nvSpPr>
          <p:spPr>
            <a:xfrm>
              <a:off x="5911508" y="2216434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7" name="pt14097"/>
            <p:cNvSpPr/>
            <p:nvPr/>
          </p:nvSpPr>
          <p:spPr>
            <a:xfrm>
              <a:off x="6404217" y="2136315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8" name="pt14098"/>
            <p:cNvSpPr/>
            <p:nvPr/>
          </p:nvSpPr>
          <p:spPr>
            <a:xfrm>
              <a:off x="5767481" y="2175374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9" name="pt14099"/>
            <p:cNvSpPr/>
            <p:nvPr/>
          </p:nvSpPr>
          <p:spPr>
            <a:xfrm>
              <a:off x="6788415" y="1683169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0" name="pt14100"/>
            <p:cNvSpPr/>
            <p:nvPr/>
          </p:nvSpPr>
          <p:spPr>
            <a:xfrm>
              <a:off x="5755284" y="2092108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1" name="pt14101"/>
            <p:cNvSpPr/>
            <p:nvPr/>
          </p:nvSpPr>
          <p:spPr>
            <a:xfrm>
              <a:off x="6284845" y="2171036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2" name="pt14102"/>
            <p:cNvSpPr/>
            <p:nvPr/>
          </p:nvSpPr>
          <p:spPr>
            <a:xfrm>
              <a:off x="5789555" y="2040636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3" name="pt14103"/>
            <p:cNvSpPr/>
            <p:nvPr/>
          </p:nvSpPr>
          <p:spPr>
            <a:xfrm>
              <a:off x="6368554" y="2225672"/>
              <a:ext cx="16849" cy="16849"/>
            </a:xfrm>
            <a:prstGeom prst="ellipse">
              <a:avLst/>
            </a:prstGeom>
            <a:solidFill>
              <a:srgbClr val="6FC95C">
                <a:alpha val="45098"/>
              </a:srgbClr>
            </a:solidFill>
            <a:ln w="7363" cap="rnd">
              <a:solidFill>
                <a:srgbClr val="6FC95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4" name="pt14104"/>
            <p:cNvSpPr/>
            <p:nvPr/>
          </p:nvSpPr>
          <p:spPr>
            <a:xfrm>
              <a:off x="6536381" y="2135011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5" name="pt14105"/>
            <p:cNvSpPr/>
            <p:nvPr/>
          </p:nvSpPr>
          <p:spPr>
            <a:xfrm>
              <a:off x="5969851" y="206782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6" name="pt14106"/>
            <p:cNvSpPr/>
            <p:nvPr/>
          </p:nvSpPr>
          <p:spPr>
            <a:xfrm>
              <a:off x="6384562" y="2195498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7" name="pt14107"/>
            <p:cNvSpPr/>
            <p:nvPr/>
          </p:nvSpPr>
          <p:spPr>
            <a:xfrm>
              <a:off x="6247669" y="230115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8" name="pt14108"/>
            <p:cNvSpPr/>
            <p:nvPr/>
          </p:nvSpPr>
          <p:spPr>
            <a:xfrm>
              <a:off x="5156399" y="2529780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9" name="pt14109"/>
            <p:cNvSpPr/>
            <p:nvPr/>
          </p:nvSpPr>
          <p:spPr>
            <a:xfrm>
              <a:off x="6528093" y="2404261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0" name="pt14110"/>
            <p:cNvSpPr/>
            <p:nvPr/>
          </p:nvSpPr>
          <p:spPr>
            <a:xfrm>
              <a:off x="6272043" y="2469701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1" name="pt14111"/>
            <p:cNvSpPr/>
            <p:nvPr/>
          </p:nvSpPr>
          <p:spPr>
            <a:xfrm>
              <a:off x="6918827" y="184729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2" name="pt14112"/>
            <p:cNvSpPr/>
            <p:nvPr/>
          </p:nvSpPr>
          <p:spPr>
            <a:xfrm>
              <a:off x="6433885" y="1790224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3" name="pt14113"/>
            <p:cNvSpPr/>
            <p:nvPr/>
          </p:nvSpPr>
          <p:spPr>
            <a:xfrm>
              <a:off x="5133069" y="267187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4" name="pt14114"/>
            <p:cNvSpPr/>
            <p:nvPr/>
          </p:nvSpPr>
          <p:spPr>
            <a:xfrm>
              <a:off x="6321625" y="2194710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5" name="pt14115"/>
            <p:cNvSpPr/>
            <p:nvPr/>
          </p:nvSpPr>
          <p:spPr>
            <a:xfrm>
              <a:off x="6646553" y="225250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6" name="pt14116"/>
            <p:cNvSpPr/>
            <p:nvPr/>
          </p:nvSpPr>
          <p:spPr>
            <a:xfrm>
              <a:off x="5866961" y="1983639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7" name="pt14117"/>
            <p:cNvSpPr/>
            <p:nvPr/>
          </p:nvSpPr>
          <p:spPr>
            <a:xfrm>
              <a:off x="6773605" y="1872018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8" name="pt14118"/>
            <p:cNvSpPr/>
            <p:nvPr/>
          </p:nvSpPr>
          <p:spPr>
            <a:xfrm>
              <a:off x="5377622" y="2503776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9" name="pt14119"/>
            <p:cNvSpPr/>
            <p:nvPr/>
          </p:nvSpPr>
          <p:spPr>
            <a:xfrm>
              <a:off x="6698677" y="219354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0" name="pt14120"/>
            <p:cNvSpPr/>
            <p:nvPr/>
          </p:nvSpPr>
          <p:spPr>
            <a:xfrm>
              <a:off x="5732926" y="2037012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1" name="pt14121"/>
            <p:cNvSpPr/>
            <p:nvPr/>
          </p:nvSpPr>
          <p:spPr>
            <a:xfrm>
              <a:off x="6180596" y="2299028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2" name="pt14122"/>
            <p:cNvSpPr/>
            <p:nvPr/>
          </p:nvSpPr>
          <p:spPr>
            <a:xfrm>
              <a:off x="5810847" y="2123348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3" name="pt14123"/>
            <p:cNvSpPr/>
            <p:nvPr/>
          </p:nvSpPr>
          <p:spPr>
            <a:xfrm>
              <a:off x="6361431" y="2261241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4" name="pt14124"/>
            <p:cNvSpPr/>
            <p:nvPr/>
          </p:nvSpPr>
          <p:spPr>
            <a:xfrm>
              <a:off x="5986850" y="2548598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5" name="pt14125"/>
            <p:cNvSpPr/>
            <p:nvPr/>
          </p:nvSpPr>
          <p:spPr>
            <a:xfrm>
              <a:off x="6576118" y="2134500"/>
              <a:ext cx="16849" cy="16849"/>
            </a:xfrm>
            <a:prstGeom prst="ellipse">
              <a:avLst/>
            </a:prstGeom>
            <a:solidFill>
              <a:srgbClr val="77CF54">
                <a:alpha val="45098"/>
              </a:srgbClr>
            </a:solidFill>
            <a:ln w="7363" cap="rnd">
              <a:solidFill>
                <a:srgbClr val="77CF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6" name="pt14126"/>
            <p:cNvSpPr/>
            <p:nvPr/>
          </p:nvSpPr>
          <p:spPr>
            <a:xfrm>
              <a:off x="6188416" y="225015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7" name="pt14127"/>
            <p:cNvSpPr/>
            <p:nvPr/>
          </p:nvSpPr>
          <p:spPr>
            <a:xfrm>
              <a:off x="6416568" y="230147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8" name="pt14128"/>
            <p:cNvSpPr/>
            <p:nvPr/>
          </p:nvSpPr>
          <p:spPr>
            <a:xfrm>
              <a:off x="6635371" y="235878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9" name="pt14129"/>
            <p:cNvSpPr/>
            <p:nvPr/>
          </p:nvSpPr>
          <p:spPr>
            <a:xfrm>
              <a:off x="6334406" y="2256988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0" name="pt14130"/>
            <p:cNvSpPr/>
            <p:nvPr/>
          </p:nvSpPr>
          <p:spPr>
            <a:xfrm>
              <a:off x="5969357" y="2358990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1" name="pt14131"/>
            <p:cNvSpPr/>
            <p:nvPr/>
          </p:nvSpPr>
          <p:spPr>
            <a:xfrm>
              <a:off x="6522524" y="2118700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2" name="pt14132"/>
            <p:cNvSpPr/>
            <p:nvPr/>
          </p:nvSpPr>
          <p:spPr>
            <a:xfrm>
              <a:off x="6810647" y="1900228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3" name="pt14133"/>
            <p:cNvSpPr/>
            <p:nvPr/>
          </p:nvSpPr>
          <p:spPr>
            <a:xfrm>
              <a:off x="5665982" y="2444272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4" name="pt14134"/>
            <p:cNvSpPr/>
            <p:nvPr/>
          </p:nvSpPr>
          <p:spPr>
            <a:xfrm>
              <a:off x="5606583" y="235917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5" name="pt14135"/>
            <p:cNvSpPr/>
            <p:nvPr/>
          </p:nvSpPr>
          <p:spPr>
            <a:xfrm>
              <a:off x="6817550" y="190322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6" name="pt14136"/>
            <p:cNvSpPr/>
            <p:nvPr/>
          </p:nvSpPr>
          <p:spPr>
            <a:xfrm>
              <a:off x="6529538" y="2099633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7" name="pt14137"/>
            <p:cNvSpPr/>
            <p:nvPr/>
          </p:nvSpPr>
          <p:spPr>
            <a:xfrm>
              <a:off x="6422538" y="2164258"/>
              <a:ext cx="16849" cy="16849"/>
            </a:xfrm>
            <a:prstGeom prst="ellipse">
              <a:avLst/>
            </a:prstGeom>
            <a:solidFill>
              <a:srgbClr val="72CC59">
                <a:alpha val="45098"/>
              </a:srgbClr>
            </a:solidFill>
            <a:ln w="7363" cap="rnd">
              <a:solidFill>
                <a:srgbClr val="72CC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8" name="pt14138"/>
            <p:cNvSpPr/>
            <p:nvPr/>
          </p:nvSpPr>
          <p:spPr>
            <a:xfrm>
              <a:off x="5799330" y="220956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9" name="pt14139"/>
            <p:cNvSpPr/>
            <p:nvPr/>
          </p:nvSpPr>
          <p:spPr>
            <a:xfrm>
              <a:off x="7000933" y="165002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0" name="pt14140"/>
            <p:cNvSpPr/>
            <p:nvPr/>
          </p:nvSpPr>
          <p:spPr>
            <a:xfrm>
              <a:off x="7129770" y="1370169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1" name="pt14141"/>
            <p:cNvSpPr/>
            <p:nvPr/>
          </p:nvSpPr>
          <p:spPr>
            <a:xfrm>
              <a:off x="7028078" y="1799874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2" name="pt14142"/>
            <p:cNvSpPr/>
            <p:nvPr/>
          </p:nvSpPr>
          <p:spPr>
            <a:xfrm>
              <a:off x="5967631" y="2428715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3" name="pt14143"/>
            <p:cNvSpPr/>
            <p:nvPr/>
          </p:nvSpPr>
          <p:spPr>
            <a:xfrm>
              <a:off x="7052828" y="1834928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4" name="pt14144"/>
            <p:cNvSpPr/>
            <p:nvPr/>
          </p:nvSpPr>
          <p:spPr>
            <a:xfrm>
              <a:off x="6148561" y="2316454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5" name="pt14145"/>
            <p:cNvSpPr/>
            <p:nvPr/>
          </p:nvSpPr>
          <p:spPr>
            <a:xfrm>
              <a:off x="6366639" y="233415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6" name="pt14146"/>
            <p:cNvSpPr/>
            <p:nvPr/>
          </p:nvSpPr>
          <p:spPr>
            <a:xfrm>
              <a:off x="5727140" y="2388124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7" name="pt14147"/>
            <p:cNvSpPr/>
            <p:nvPr/>
          </p:nvSpPr>
          <p:spPr>
            <a:xfrm>
              <a:off x="6262598" y="237611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8" name="pt14148"/>
            <p:cNvSpPr/>
            <p:nvPr/>
          </p:nvSpPr>
          <p:spPr>
            <a:xfrm>
              <a:off x="5668610" y="238095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9" name="pt14149"/>
            <p:cNvSpPr/>
            <p:nvPr/>
          </p:nvSpPr>
          <p:spPr>
            <a:xfrm>
              <a:off x="5757360" y="2052577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0" name="pt14150"/>
            <p:cNvSpPr/>
            <p:nvPr/>
          </p:nvSpPr>
          <p:spPr>
            <a:xfrm>
              <a:off x="5801945" y="2014066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1" name="pt14151"/>
            <p:cNvSpPr/>
            <p:nvPr/>
          </p:nvSpPr>
          <p:spPr>
            <a:xfrm>
              <a:off x="6438552" y="1878042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2" name="pt14152"/>
            <p:cNvSpPr/>
            <p:nvPr/>
          </p:nvSpPr>
          <p:spPr>
            <a:xfrm>
              <a:off x="6352438" y="2111381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3" name="pt14153"/>
            <p:cNvSpPr/>
            <p:nvPr/>
          </p:nvSpPr>
          <p:spPr>
            <a:xfrm>
              <a:off x="5943724" y="2001320"/>
              <a:ext cx="16849" cy="16849"/>
            </a:xfrm>
            <a:prstGeom prst="ellipse">
              <a:avLst/>
            </a:prstGeom>
            <a:solidFill>
              <a:srgbClr val="6FC95C">
                <a:alpha val="45098"/>
              </a:srgbClr>
            </a:solidFill>
            <a:ln w="7363" cap="rnd">
              <a:solidFill>
                <a:srgbClr val="6FC95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4" name="pt14154"/>
            <p:cNvSpPr/>
            <p:nvPr/>
          </p:nvSpPr>
          <p:spPr>
            <a:xfrm>
              <a:off x="6283416" y="2230742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5" name="pt14155"/>
            <p:cNvSpPr/>
            <p:nvPr/>
          </p:nvSpPr>
          <p:spPr>
            <a:xfrm>
              <a:off x="5732390" y="2293545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6" name="pt14156"/>
            <p:cNvSpPr/>
            <p:nvPr/>
          </p:nvSpPr>
          <p:spPr>
            <a:xfrm>
              <a:off x="6269714" y="2409711"/>
              <a:ext cx="16849" cy="16849"/>
            </a:xfrm>
            <a:prstGeom prst="ellipse">
              <a:avLst/>
            </a:prstGeom>
            <a:solidFill>
              <a:srgbClr val="336E8D">
                <a:alpha val="45098"/>
              </a:srgbClr>
            </a:solidFill>
            <a:ln w="7363" cap="rnd">
              <a:solidFill>
                <a:srgbClr val="336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7" name="pt14157"/>
            <p:cNvSpPr/>
            <p:nvPr/>
          </p:nvSpPr>
          <p:spPr>
            <a:xfrm>
              <a:off x="6028243" y="2208557"/>
              <a:ext cx="16849" cy="16849"/>
            </a:xfrm>
            <a:prstGeom prst="ellipse">
              <a:avLst/>
            </a:prstGeom>
            <a:solidFill>
              <a:srgbClr val="2DAA81">
                <a:alpha val="45098"/>
              </a:srgbClr>
            </a:solidFill>
            <a:ln w="7363" cap="rnd">
              <a:solidFill>
                <a:srgbClr val="2DAA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8" name="pt14158"/>
            <p:cNvSpPr/>
            <p:nvPr/>
          </p:nvSpPr>
          <p:spPr>
            <a:xfrm>
              <a:off x="6636027" y="2164622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9" name="pt14159"/>
            <p:cNvSpPr/>
            <p:nvPr/>
          </p:nvSpPr>
          <p:spPr>
            <a:xfrm>
              <a:off x="6391304" y="2094211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0" name="pt14160"/>
            <p:cNvSpPr/>
            <p:nvPr/>
          </p:nvSpPr>
          <p:spPr>
            <a:xfrm>
              <a:off x="5871163" y="2073816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1" name="pt14161"/>
            <p:cNvSpPr/>
            <p:nvPr/>
          </p:nvSpPr>
          <p:spPr>
            <a:xfrm>
              <a:off x="6632754" y="2112830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2" name="pt14162"/>
            <p:cNvSpPr/>
            <p:nvPr/>
          </p:nvSpPr>
          <p:spPr>
            <a:xfrm>
              <a:off x="6465342" y="2037448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3" name="pt14163"/>
            <p:cNvSpPr/>
            <p:nvPr/>
          </p:nvSpPr>
          <p:spPr>
            <a:xfrm>
              <a:off x="6655286" y="220316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4" name="pt14164"/>
            <p:cNvSpPr/>
            <p:nvPr/>
          </p:nvSpPr>
          <p:spPr>
            <a:xfrm>
              <a:off x="6835556" y="1949731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5" name="pt14165"/>
            <p:cNvSpPr/>
            <p:nvPr/>
          </p:nvSpPr>
          <p:spPr>
            <a:xfrm>
              <a:off x="6501487" y="2030469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6" name="pt14166"/>
            <p:cNvSpPr/>
            <p:nvPr/>
          </p:nvSpPr>
          <p:spPr>
            <a:xfrm>
              <a:off x="6436425" y="1916533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7" name="pt14167"/>
            <p:cNvSpPr/>
            <p:nvPr/>
          </p:nvSpPr>
          <p:spPr>
            <a:xfrm>
              <a:off x="6259492" y="2431922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8" name="pt14168"/>
            <p:cNvSpPr/>
            <p:nvPr/>
          </p:nvSpPr>
          <p:spPr>
            <a:xfrm>
              <a:off x="6025084" y="2242576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9" name="pt14169"/>
            <p:cNvSpPr/>
            <p:nvPr/>
          </p:nvSpPr>
          <p:spPr>
            <a:xfrm>
              <a:off x="5868871" y="2076890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0" name="pt14170"/>
            <p:cNvSpPr/>
            <p:nvPr/>
          </p:nvSpPr>
          <p:spPr>
            <a:xfrm>
              <a:off x="6511949" y="223844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1" name="pt14171"/>
            <p:cNvSpPr/>
            <p:nvPr/>
          </p:nvSpPr>
          <p:spPr>
            <a:xfrm>
              <a:off x="6241601" y="2289822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2" name="pt14172"/>
            <p:cNvSpPr/>
            <p:nvPr/>
          </p:nvSpPr>
          <p:spPr>
            <a:xfrm>
              <a:off x="6362007" y="2341178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3" name="pt14173"/>
            <p:cNvSpPr/>
            <p:nvPr/>
          </p:nvSpPr>
          <p:spPr>
            <a:xfrm>
              <a:off x="5882982" y="221041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4" name="pt14174"/>
            <p:cNvSpPr/>
            <p:nvPr/>
          </p:nvSpPr>
          <p:spPr>
            <a:xfrm>
              <a:off x="6372206" y="2283190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5" name="pt14175"/>
            <p:cNvSpPr/>
            <p:nvPr/>
          </p:nvSpPr>
          <p:spPr>
            <a:xfrm>
              <a:off x="6052591" y="2482333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6" name="pt14176"/>
            <p:cNvSpPr/>
            <p:nvPr/>
          </p:nvSpPr>
          <p:spPr>
            <a:xfrm>
              <a:off x="6584309" y="227431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7" name="pt14177"/>
            <p:cNvSpPr/>
            <p:nvPr/>
          </p:nvSpPr>
          <p:spPr>
            <a:xfrm>
              <a:off x="6084620" y="2432868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8" name="pt14178"/>
            <p:cNvSpPr/>
            <p:nvPr/>
          </p:nvSpPr>
          <p:spPr>
            <a:xfrm>
              <a:off x="6857270" y="1713899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9" name="pt14179"/>
            <p:cNvSpPr/>
            <p:nvPr/>
          </p:nvSpPr>
          <p:spPr>
            <a:xfrm>
              <a:off x="5808290" y="2242148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0" name="pt14180"/>
            <p:cNvSpPr/>
            <p:nvPr/>
          </p:nvSpPr>
          <p:spPr>
            <a:xfrm>
              <a:off x="6776233" y="184827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1" name="pt14181"/>
            <p:cNvSpPr/>
            <p:nvPr/>
          </p:nvSpPr>
          <p:spPr>
            <a:xfrm>
              <a:off x="5472442" y="2383762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2" name="pt14182"/>
            <p:cNvSpPr/>
            <p:nvPr/>
          </p:nvSpPr>
          <p:spPr>
            <a:xfrm>
              <a:off x="5919347" y="202918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3" name="pt14183"/>
            <p:cNvSpPr/>
            <p:nvPr/>
          </p:nvSpPr>
          <p:spPr>
            <a:xfrm>
              <a:off x="5741733" y="2153331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4" name="pt14184"/>
            <p:cNvSpPr/>
            <p:nvPr/>
          </p:nvSpPr>
          <p:spPr>
            <a:xfrm>
              <a:off x="5679041" y="2520914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5" name="pt14185"/>
            <p:cNvSpPr/>
            <p:nvPr/>
          </p:nvSpPr>
          <p:spPr>
            <a:xfrm>
              <a:off x="6708080" y="2078275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6" name="pt14186"/>
            <p:cNvSpPr/>
            <p:nvPr/>
          </p:nvSpPr>
          <p:spPr>
            <a:xfrm>
              <a:off x="5514922" y="2585953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7" name="pt14187"/>
            <p:cNvSpPr/>
            <p:nvPr/>
          </p:nvSpPr>
          <p:spPr>
            <a:xfrm>
              <a:off x="6298744" y="2119553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8" name="pt14188"/>
            <p:cNvSpPr/>
            <p:nvPr/>
          </p:nvSpPr>
          <p:spPr>
            <a:xfrm>
              <a:off x="6068821" y="2404589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9" name="pt14189"/>
            <p:cNvSpPr/>
            <p:nvPr/>
          </p:nvSpPr>
          <p:spPr>
            <a:xfrm>
              <a:off x="6864831" y="198528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0" name="pt14190"/>
            <p:cNvSpPr/>
            <p:nvPr/>
          </p:nvSpPr>
          <p:spPr>
            <a:xfrm>
              <a:off x="5610340" y="251291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1" name="pt14191"/>
            <p:cNvSpPr/>
            <p:nvPr/>
          </p:nvSpPr>
          <p:spPr>
            <a:xfrm>
              <a:off x="5689777" y="2442499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2" name="pt14192"/>
            <p:cNvSpPr/>
            <p:nvPr/>
          </p:nvSpPr>
          <p:spPr>
            <a:xfrm>
              <a:off x="6363216" y="2226805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3" name="pt14193"/>
            <p:cNvSpPr/>
            <p:nvPr/>
          </p:nvSpPr>
          <p:spPr>
            <a:xfrm>
              <a:off x="6217507" y="2285023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4" name="pt14194"/>
            <p:cNvSpPr/>
            <p:nvPr/>
          </p:nvSpPr>
          <p:spPr>
            <a:xfrm>
              <a:off x="6157834" y="236673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5" name="pt14195"/>
            <p:cNvSpPr/>
            <p:nvPr/>
          </p:nvSpPr>
          <p:spPr>
            <a:xfrm>
              <a:off x="6500019" y="2061569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6" name="pt14196"/>
            <p:cNvSpPr/>
            <p:nvPr/>
          </p:nvSpPr>
          <p:spPr>
            <a:xfrm>
              <a:off x="5909477" y="2116092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7" name="pt14197"/>
            <p:cNvSpPr/>
            <p:nvPr/>
          </p:nvSpPr>
          <p:spPr>
            <a:xfrm>
              <a:off x="6940910" y="1996456"/>
              <a:ext cx="16849" cy="16849"/>
            </a:xfrm>
            <a:prstGeom prst="ellipse">
              <a:avLst/>
            </a:prstGeom>
            <a:solidFill>
              <a:srgbClr val="5EBF6A">
                <a:alpha val="45098"/>
              </a:srgbClr>
            </a:solidFill>
            <a:ln w="7363" cap="rnd">
              <a:solidFill>
                <a:srgbClr val="5EBF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8" name="pt14198"/>
            <p:cNvSpPr/>
            <p:nvPr/>
          </p:nvSpPr>
          <p:spPr>
            <a:xfrm>
              <a:off x="5832974" y="2501527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9" name="pt14199"/>
            <p:cNvSpPr/>
            <p:nvPr/>
          </p:nvSpPr>
          <p:spPr>
            <a:xfrm>
              <a:off x="7064801" y="1764492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0" name="pt14200"/>
            <p:cNvSpPr/>
            <p:nvPr/>
          </p:nvSpPr>
          <p:spPr>
            <a:xfrm>
              <a:off x="5830304" y="2416541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1" name="pt14201"/>
            <p:cNvSpPr/>
            <p:nvPr/>
          </p:nvSpPr>
          <p:spPr>
            <a:xfrm>
              <a:off x="5813759" y="2193464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2" name="pt14202"/>
            <p:cNvSpPr/>
            <p:nvPr/>
          </p:nvSpPr>
          <p:spPr>
            <a:xfrm>
              <a:off x="5700609" y="2451799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3" name="pt14203"/>
            <p:cNvSpPr/>
            <p:nvPr/>
          </p:nvSpPr>
          <p:spPr>
            <a:xfrm>
              <a:off x="6642370" y="2080885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4" name="pt14204"/>
            <p:cNvSpPr/>
            <p:nvPr/>
          </p:nvSpPr>
          <p:spPr>
            <a:xfrm>
              <a:off x="6286507" y="2020640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5" name="pt14205"/>
            <p:cNvSpPr/>
            <p:nvPr/>
          </p:nvSpPr>
          <p:spPr>
            <a:xfrm>
              <a:off x="5865127" y="2044493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6" name="pt14206"/>
            <p:cNvSpPr/>
            <p:nvPr/>
          </p:nvSpPr>
          <p:spPr>
            <a:xfrm>
              <a:off x="6761849" y="204016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7" name="pt14207"/>
            <p:cNvSpPr/>
            <p:nvPr/>
          </p:nvSpPr>
          <p:spPr>
            <a:xfrm>
              <a:off x="5963264" y="2404854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8" name="pt14208"/>
            <p:cNvSpPr/>
            <p:nvPr/>
          </p:nvSpPr>
          <p:spPr>
            <a:xfrm>
              <a:off x="6437329" y="1924935"/>
              <a:ext cx="16849" cy="16849"/>
            </a:xfrm>
            <a:prstGeom prst="ellipse">
              <a:avLst/>
            </a:prstGeom>
            <a:solidFill>
              <a:srgbClr val="59BC6D">
                <a:alpha val="45098"/>
              </a:srgbClr>
            </a:solidFill>
            <a:ln w="7363" cap="rnd">
              <a:solidFill>
                <a:srgbClr val="59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9" name="pt14209"/>
            <p:cNvSpPr/>
            <p:nvPr/>
          </p:nvSpPr>
          <p:spPr>
            <a:xfrm>
              <a:off x="5945391" y="180256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0" name="pt14210"/>
            <p:cNvSpPr/>
            <p:nvPr/>
          </p:nvSpPr>
          <p:spPr>
            <a:xfrm>
              <a:off x="6651681" y="2084060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1" name="pt14211"/>
            <p:cNvSpPr/>
            <p:nvPr/>
          </p:nvSpPr>
          <p:spPr>
            <a:xfrm>
              <a:off x="7069790" y="156538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2" name="pt14212"/>
            <p:cNvSpPr/>
            <p:nvPr/>
          </p:nvSpPr>
          <p:spPr>
            <a:xfrm>
              <a:off x="6023564" y="2070932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3" name="pt14213"/>
            <p:cNvSpPr/>
            <p:nvPr/>
          </p:nvSpPr>
          <p:spPr>
            <a:xfrm>
              <a:off x="6025532" y="2303870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4" name="pt14214"/>
            <p:cNvSpPr/>
            <p:nvPr/>
          </p:nvSpPr>
          <p:spPr>
            <a:xfrm>
              <a:off x="5994713" y="2532987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5" name="pt14215"/>
            <p:cNvSpPr/>
            <p:nvPr/>
          </p:nvSpPr>
          <p:spPr>
            <a:xfrm>
              <a:off x="6219793" y="229314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6" name="pt14216"/>
            <p:cNvSpPr/>
            <p:nvPr/>
          </p:nvSpPr>
          <p:spPr>
            <a:xfrm>
              <a:off x="6184595" y="2219212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7" name="pt14217"/>
            <p:cNvSpPr/>
            <p:nvPr/>
          </p:nvSpPr>
          <p:spPr>
            <a:xfrm>
              <a:off x="5954653" y="2208119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8" name="pt14218"/>
            <p:cNvSpPr/>
            <p:nvPr/>
          </p:nvSpPr>
          <p:spPr>
            <a:xfrm>
              <a:off x="5849603" y="2383570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9" name="pt14219"/>
            <p:cNvSpPr/>
            <p:nvPr/>
          </p:nvSpPr>
          <p:spPr>
            <a:xfrm>
              <a:off x="5960720" y="2271790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0" name="pt14220"/>
            <p:cNvSpPr/>
            <p:nvPr/>
          </p:nvSpPr>
          <p:spPr>
            <a:xfrm>
              <a:off x="5832206" y="2366164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1" name="pt14221"/>
            <p:cNvSpPr/>
            <p:nvPr/>
          </p:nvSpPr>
          <p:spPr>
            <a:xfrm>
              <a:off x="5657705" y="2094395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2" name="pt14222"/>
            <p:cNvSpPr/>
            <p:nvPr/>
          </p:nvSpPr>
          <p:spPr>
            <a:xfrm>
              <a:off x="5393309" y="2561974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3" name="pt14223"/>
            <p:cNvSpPr/>
            <p:nvPr/>
          </p:nvSpPr>
          <p:spPr>
            <a:xfrm>
              <a:off x="6771842" y="2036461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4" name="pt14224"/>
            <p:cNvSpPr/>
            <p:nvPr/>
          </p:nvSpPr>
          <p:spPr>
            <a:xfrm>
              <a:off x="5623342" y="2407774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5" name="pt14225"/>
            <p:cNvSpPr/>
            <p:nvPr/>
          </p:nvSpPr>
          <p:spPr>
            <a:xfrm>
              <a:off x="5499094" y="2503738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6" name="pt14226"/>
            <p:cNvSpPr/>
            <p:nvPr/>
          </p:nvSpPr>
          <p:spPr>
            <a:xfrm>
              <a:off x="6178874" y="2240574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7" name="pt14227"/>
            <p:cNvSpPr/>
            <p:nvPr/>
          </p:nvSpPr>
          <p:spPr>
            <a:xfrm>
              <a:off x="6183356" y="2194173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8" name="pt14228"/>
            <p:cNvSpPr/>
            <p:nvPr/>
          </p:nvSpPr>
          <p:spPr>
            <a:xfrm>
              <a:off x="6317430" y="2284629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9" name="pt14229"/>
            <p:cNvSpPr/>
            <p:nvPr/>
          </p:nvSpPr>
          <p:spPr>
            <a:xfrm>
              <a:off x="6060171" y="2218693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0" name="pt14230"/>
            <p:cNvSpPr/>
            <p:nvPr/>
          </p:nvSpPr>
          <p:spPr>
            <a:xfrm>
              <a:off x="6028558" y="198634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1" name="pt14231"/>
            <p:cNvSpPr/>
            <p:nvPr/>
          </p:nvSpPr>
          <p:spPr>
            <a:xfrm>
              <a:off x="5223133" y="2066032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2" name="pt14232"/>
            <p:cNvSpPr/>
            <p:nvPr/>
          </p:nvSpPr>
          <p:spPr>
            <a:xfrm>
              <a:off x="6129581" y="2157446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3" name="pt14233"/>
            <p:cNvSpPr/>
            <p:nvPr/>
          </p:nvSpPr>
          <p:spPr>
            <a:xfrm>
              <a:off x="6359189" y="2202045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4" name="pt14234"/>
            <p:cNvSpPr/>
            <p:nvPr/>
          </p:nvSpPr>
          <p:spPr>
            <a:xfrm>
              <a:off x="6752465" y="2078410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5" name="pt14235"/>
            <p:cNvSpPr/>
            <p:nvPr/>
          </p:nvSpPr>
          <p:spPr>
            <a:xfrm>
              <a:off x="5577229" y="240238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6" name="pt14236"/>
            <p:cNvSpPr/>
            <p:nvPr/>
          </p:nvSpPr>
          <p:spPr>
            <a:xfrm>
              <a:off x="5378595" y="2547134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7" name="pt14237"/>
            <p:cNvSpPr/>
            <p:nvPr/>
          </p:nvSpPr>
          <p:spPr>
            <a:xfrm>
              <a:off x="6434872" y="193669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8" name="pt14238"/>
            <p:cNvSpPr/>
            <p:nvPr/>
          </p:nvSpPr>
          <p:spPr>
            <a:xfrm>
              <a:off x="6307016" y="1994905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9" name="pt14239"/>
            <p:cNvSpPr/>
            <p:nvPr/>
          </p:nvSpPr>
          <p:spPr>
            <a:xfrm>
              <a:off x="6089745" y="213204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0" name="pt14240"/>
            <p:cNvSpPr/>
            <p:nvPr/>
          </p:nvSpPr>
          <p:spPr>
            <a:xfrm>
              <a:off x="6884365" y="182737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1" name="pt14241"/>
            <p:cNvSpPr/>
            <p:nvPr/>
          </p:nvSpPr>
          <p:spPr>
            <a:xfrm>
              <a:off x="6389491" y="2243611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2" name="pt14242"/>
            <p:cNvSpPr/>
            <p:nvPr/>
          </p:nvSpPr>
          <p:spPr>
            <a:xfrm>
              <a:off x="6000018" y="2533438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3" name="pt14243"/>
            <p:cNvSpPr/>
            <p:nvPr/>
          </p:nvSpPr>
          <p:spPr>
            <a:xfrm>
              <a:off x="6952273" y="167589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4" name="pt14244"/>
            <p:cNvSpPr/>
            <p:nvPr/>
          </p:nvSpPr>
          <p:spPr>
            <a:xfrm>
              <a:off x="6230623" y="2125669"/>
              <a:ext cx="16849" cy="16849"/>
            </a:xfrm>
            <a:prstGeom prst="ellipse">
              <a:avLst/>
            </a:prstGeom>
            <a:solidFill>
              <a:srgbClr val="76CE56">
                <a:alpha val="45098"/>
              </a:srgbClr>
            </a:solidFill>
            <a:ln w="7363" cap="rnd">
              <a:solidFill>
                <a:srgbClr val="76CE5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5" name="pt14245"/>
            <p:cNvSpPr/>
            <p:nvPr/>
          </p:nvSpPr>
          <p:spPr>
            <a:xfrm>
              <a:off x="6925749" y="1779277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6" name="pt14246"/>
            <p:cNvSpPr/>
            <p:nvPr/>
          </p:nvSpPr>
          <p:spPr>
            <a:xfrm>
              <a:off x="5599454" y="2542432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7" name="pt14247"/>
            <p:cNvSpPr/>
            <p:nvPr/>
          </p:nvSpPr>
          <p:spPr>
            <a:xfrm>
              <a:off x="6808254" y="1857978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8" name="pt14248"/>
            <p:cNvSpPr/>
            <p:nvPr/>
          </p:nvSpPr>
          <p:spPr>
            <a:xfrm>
              <a:off x="6110372" y="2206278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9" name="pt14249"/>
            <p:cNvSpPr/>
            <p:nvPr/>
          </p:nvSpPr>
          <p:spPr>
            <a:xfrm>
              <a:off x="6265154" y="2452073"/>
              <a:ext cx="16849" cy="16849"/>
            </a:xfrm>
            <a:prstGeom prst="ellipse">
              <a:avLst/>
            </a:prstGeom>
            <a:solidFill>
              <a:srgbClr val="59BC6D">
                <a:alpha val="45098"/>
              </a:srgbClr>
            </a:solidFill>
            <a:ln w="7363" cap="rnd">
              <a:solidFill>
                <a:srgbClr val="59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0" name="pt14250"/>
            <p:cNvSpPr/>
            <p:nvPr/>
          </p:nvSpPr>
          <p:spPr>
            <a:xfrm>
              <a:off x="6064437" y="2384605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1" name="pt14251"/>
            <p:cNvSpPr/>
            <p:nvPr/>
          </p:nvSpPr>
          <p:spPr>
            <a:xfrm>
              <a:off x="5743375" y="179469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2" name="pt14252"/>
            <p:cNvSpPr/>
            <p:nvPr/>
          </p:nvSpPr>
          <p:spPr>
            <a:xfrm>
              <a:off x="6339529" y="2216874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3" name="pt14253"/>
            <p:cNvSpPr/>
            <p:nvPr/>
          </p:nvSpPr>
          <p:spPr>
            <a:xfrm>
              <a:off x="6208011" y="233004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4" name="pt14254"/>
            <p:cNvSpPr/>
            <p:nvPr/>
          </p:nvSpPr>
          <p:spPr>
            <a:xfrm>
              <a:off x="5713920" y="2452080"/>
              <a:ext cx="16849" cy="16849"/>
            </a:xfrm>
            <a:prstGeom prst="ellipse">
              <a:avLst/>
            </a:prstGeom>
            <a:solidFill>
              <a:srgbClr val="55BA70">
                <a:alpha val="45098"/>
              </a:srgbClr>
            </a:solidFill>
            <a:ln w="7363" cap="rnd">
              <a:solidFill>
                <a:srgbClr val="55BA7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5" name="pt14255"/>
            <p:cNvSpPr/>
            <p:nvPr/>
          </p:nvSpPr>
          <p:spPr>
            <a:xfrm>
              <a:off x="5387008" y="2364663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6" name="pt14256"/>
            <p:cNvSpPr/>
            <p:nvPr/>
          </p:nvSpPr>
          <p:spPr>
            <a:xfrm>
              <a:off x="5368346" y="2545207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7" name="pt14257"/>
            <p:cNvSpPr/>
            <p:nvPr/>
          </p:nvSpPr>
          <p:spPr>
            <a:xfrm>
              <a:off x="5959894" y="2307153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8" name="pt14258"/>
            <p:cNvSpPr/>
            <p:nvPr/>
          </p:nvSpPr>
          <p:spPr>
            <a:xfrm>
              <a:off x="6374559" y="2347533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9" name="pt14259"/>
            <p:cNvSpPr/>
            <p:nvPr/>
          </p:nvSpPr>
          <p:spPr>
            <a:xfrm>
              <a:off x="7071333" y="1754169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0" name="pt14260"/>
            <p:cNvSpPr/>
            <p:nvPr/>
          </p:nvSpPr>
          <p:spPr>
            <a:xfrm>
              <a:off x="5754861" y="194725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1" name="pt14261"/>
            <p:cNvSpPr/>
            <p:nvPr/>
          </p:nvSpPr>
          <p:spPr>
            <a:xfrm>
              <a:off x="5508893" y="2417864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2" name="pt14262"/>
            <p:cNvSpPr/>
            <p:nvPr/>
          </p:nvSpPr>
          <p:spPr>
            <a:xfrm>
              <a:off x="6552143" y="222766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3" name="pt14263"/>
            <p:cNvSpPr/>
            <p:nvPr/>
          </p:nvSpPr>
          <p:spPr>
            <a:xfrm>
              <a:off x="7073824" y="1730925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4" name="pt14264"/>
            <p:cNvSpPr/>
            <p:nvPr/>
          </p:nvSpPr>
          <p:spPr>
            <a:xfrm>
              <a:off x="5556399" y="2408225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5" name="pt14265"/>
            <p:cNvSpPr/>
            <p:nvPr/>
          </p:nvSpPr>
          <p:spPr>
            <a:xfrm>
              <a:off x="6320044" y="2156686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6" name="pt14266"/>
            <p:cNvSpPr/>
            <p:nvPr/>
          </p:nvSpPr>
          <p:spPr>
            <a:xfrm>
              <a:off x="6124113" y="2328635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7" name="pt14267"/>
            <p:cNvSpPr/>
            <p:nvPr/>
          </p:nvSpPr>
          <p:spPr>
            <a:xfrm>
              <a:off x="6344925" y="2235448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8" name="pt14268"/>
            <p:cNvSpPr/>
            <p:nvPr/>
          </p:nvSpPr>
          <p:spPr>
            <a:xfrm>
              <a:off x="6034833" y="2315718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9" name="pt14269"/>
            <p:cNvSpPr/>
            <p:nvPr/>
          </p:nvSpPr>
          <p:spPr>
            <a:xfrm>
              <a:off x="6724672" y="2201043"/>
              <a:ext cx="16849" cy="16849"/>
            </a:xfrm>
            <a:prstGeom prst="ellipse">
              <a:avLst/>
            </a:prstGeom>
            <a:solidFill>
              <a:srgbClr val="DCE236">
                <a:alpha val="45098"/>
              </a:srgbClr>
            </a:solidFill>
            <a:ln w="7363" cap="rnd">
              <a:solidFill>
                <a:srgbClr val="DCE23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0" name="pt14270"/>
            <p:cNvSpPr/>
            <p:nvPr/>
          </p:nvSpPr>
          <p:spPr>
            <a:xfrm>
              <a:off x="6716272" y="2113212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1" name="pt14271"/>
            <p:cNvSpPr/>
            <p:nvPr/>
          </p:nvSpPr>
          <p:spPr>
            <a:xfrm>
              <a:off x="6534364" y="235296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2" name="pt14272"/>
            <p:cNvSpPr/>
            <p:nvPr/>
          </p:nvSpPr>
          <p:spPr>
            <a:xfrm>
              <a:off x="6313798" y="229686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3" name="pt14273"/>
            <p:cNvSpPr/>
            <p:nvPr/>
          </p:nvSpPr>
          <p:spPr>
            <a:xfrm>
              <a:off x="6699173" y="2137917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4" name="pt14274"/>
            <p:cNvSpPr/>
            <p:nvPr/>
          </p:nvSpPr>
          <p:spPr>
            <a:xfrm>
              <a:off x="6300080" y="1987497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5" name="pt14275"/>
            <p:cNvSpPr/>
            <p:nvPr/>
          </p:nvSpPr>
          <p:spPr>
            <a:xfrm>
              <a:off x="6305630" y="2207138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6" name="pt14276"/>
            <p:cNvSpPr/>
            <p:nvPr/>
          </p:nvSpPr>
          <p:spPr>
            <a:xfrm>
              <a:off x="5262059" y="213621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7" name="pt14277"/>
            <p:cNvSpPr/>
            <p:nvPr/>
          </p:nvSpPr>
          <p:spPr>
            <a:xfrm>
              <a:off x="6871332" y="1819328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8" name="pt14278"/>
            <p:cNvSpPr/>
            <p:nvPr/>
          </p:nvSpPr>
          <p:spPr>
            <a:xfrm>
              <a:off x="5926333" y="2080726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9" name="pt14279"/>
            <p:cNvSpPr/>
            <p:nvPr/>
          </p:nvSpPr>
          <p:spPr>
            <a:xfrm>
              <a:off x="6464617" y="1963486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0" name="pt14280"/>
            <p:cNvSpPr/>
            <p:nvPr/>
          </p:nvSpPr>
          <p:spPr>
            <a:xfrm>
              <a:off x="7022099" y="1729924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1" name="pt14281"/>
            <p:cNvSpPr/>
            <p:nvPr/>
          </p:nvSpPr>
          <p:spPr>
            <a:xfrm>
              <a:off x="4978167" y="2780268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2" name="pt14282"/>
            <p:cNvSpPr/>
            <p:nvPr/>
          </p:nvSpPr>
          <p:spPr>
            <a:xfrm>
              <a:off x="6337479" y="2227054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3" name="pt14283"/>
            <p:cNvSpPr/>
            <p:nvPr/>
          </p:nvSpPr>
          <p:spPr>
            <a:xfrm>
              <a:off x="6587763" y="208534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4" name="pt14284"/>
            <p:cNvSpPr/>
            <p:nvPr/>
          </p:nvSpPr>
          <p:spPr>
            <a:xfrm>
              <a:off x="6637325" y="2157317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5" name="pt14285"/>
            <p:cNvSpPr/>
            <p:nvPr/>
          </p:nvSpPr>
          <p:spPr>
            <a:xfrm>
              <a:off x="6502631" y="2089062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6" name="pt14286"/>
            <p:cNvSpPr/>
            <p:nvPr/>
          </p:nvSpPr>
          <p:spPr>
            <a:xfrm>
              <a:off x="6482864" y="2104758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7" name="pt14287"/>
            <p:cNvSpPr/>
            <p:nvPr/>
          </p:nvSpPr>
          <p:spPr>
            <a:xfrm>
              <a:off x="6762972" y="2091905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8" name="pt14288"/>
            <p:cNvSpPr/>
            <p:nvPr/>
          </p:nvSpPr>
          <p:spPr>
            <a:xfrm>
              <a:off x="6398224" y="2097549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9" name="pt14289"/>
            <p:cNvSpPr/>
            <p:nvPr/>
          </p:nvSpPr>
          <p:spPr>
            <a:xfrm>
              <a:off x="6452954" y="206169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0" name="pt14290"/>
            <p:cNvSpPr/>
            <p:nvPr/>
          </p:nvSpPr>
          <p:spPr>
            <a:xfrm>
              <a:off x="6159335" y="2256036"/>
              <a:ext cx="16849" cy="16849"/>
            </a:xfrm>
            <a:prstGeom prst="ellipse">
              <a:avLst/>
            </a:prstGeom>
            <a:solidFill>
              <a:srgbClr val="4FB773">
                <a:alpha val="45098"/>
              </a:srgbClr>
            </a:solidFill>
            <a:ln w="7363" cap="rnd">
              <a:solidFill>
                <a:srgbClr val="4FB7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1" name="pt14291"/>
            <p:cNvSpPr/>
            <p:nvPr/>
          </p:nvSpPr>
          <p:spPr>
            <a:xfrm>
              <a:off x="6128425" y="2315675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2" name="pt14292"/>
            <p:cNvSpPr/>
            <p:nvPr/>
          </p:nvSpPr>
          <p:spPr>
            <a:xfrm>
              <a:off x="6338003" y="2171939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3" name="pt14293"/>
            <p:cNvSpPr/>
            <p:nvPr/>
          </p:nvSpPr>
          <p:spPr>
            <a:xfrm>
              <a:off x="6338037" y="2277955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4" name="pt14294"/>
            <p:cNvSpPr/>
            <p:nvPr/>
          </p:nvSpPr>
          <p:spPr>
            <a:xfrm>
              <a:off x="5833041" y="2397253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5" name="pt14295"/>
            <p:cNvSpPr/>
            <p:nvPr/>
          </p:nvSpPr>
          <p:spPr>
            <a:xfrm>
              <a:off x="6167602" y="236184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6" name="pt14296"/>
            <p:cNvSpPr/>
            <p:nvPr/>
          </p:nvSpPr>
          <p:spPr>
            <a:xfrm>
              <a:off x="5858413" y="204988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7" name="pt14297"/>
            <p:cNvSpPr/>
            <p:nvPr/>
          </p:nvSpPr>
          <p:spPr>
            <a:xfrm>
              <a:off x="6471458" y="2074455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8" name="pt14298"/>
            <p:cNvSpPr/>
            <p:nvPr/>
          </p:nvSpPr>
          <p:spPr>
            <a:xfrm>
              <a:off x="6109089" y="2215702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9" name="pt14299"/>
            <p:cNvSpPr/>
            <p:nvPr/>
          </p:nvSpPr>
          <p:spPr>
            <a:xfrm>
              <a:off x="5870753" y="196705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0" name="pt14300"/>
            <p:cNvSpPr/>
            <p:nvPr/>
          </p:nvSpPr>
          <p:spPr>
            <a:xfrm>
              <a:off x="6500250" y="2109633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1" name="pt14301"/>
            <p:cNvSpPr/>
            <p:nvPr/>
          </p:nvSpPr>
          <p:spPr>
            <a:xfrm>
              <a:off x="5963771" y="2318757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2" name="pt14302"/>
            <p:cNvSpPr/>
            <p:nvPr/>
          </p:nvSpPr>
          <p:spPr>
            <a:xfrm>
              <a:off x="6237071" y="2273742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3" name="pt14303"/>
            <p:cNvSpPr/>
            <p:nvPr/>
          </p:nvSpPr>
          <p:spPr>
            <a:xfrm>
              <a:off x="6068204" y="241258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4" name="pt14304"/>
            <p:cNvSpPr/>
            <p:nvPr/>
          </p:nvSpPr>
          <p:spPr>
            <a:xfrm>
              <a:off x="6000118" y="2307141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5" name="pt14305"/>
            <p:cNvSpPr/>
            <p:nvPr/>
          </p:nvSpPr>
          <p:spPr>
            <a:xfrm>
              <a:off x="7183760" y="1824266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6" name="pt14306"/>
            <p:cNvSpPr/>
            <p:nvPr/>
          </p:nvSpPr>
          <p:spPr>
            <a:xfrm>
              <a:off x="5219274" y="2451187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7" name="pt14307"/>
            <p:cNvSpPr/>
            <p:nvPr/>
          </p:nvSpPr>
          <p:spPr>
            <a:xfrm>
              <a:off x="5970894" y="2382675"/>
              <a:ext cx="16849" cy="16849"/>
            </a:xfrm>
            <a:prstGeom prst="ellipse">
              <a:avLst/>
            </a:prstGeom>
            <a:solidFill>
              <a:srgbClr val="78CF53">
                <a:alpha val="45098"/>
              </a:srgbClr>
            </a:solidFill>
            <a:ln w="7363" cap="rnd">
              <a:solidFill>
                <a:srgbClr val="78CF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8" name="pt14308"/>
            <p:cNvSpPr/>
            <p:nvPr/>
          </p:nvSpPr>
          <p:spPr>
            <a:xfrm>
              <a:off x="6295377" y="2110523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9" name="pt14309"/>
            <p:cNvSpPr/>
            <p:nvPr/>
          </p:nvSpPr>
          <p:spPr>
            <a:xfrm>
              <a:off x="6173289" y="2279699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0" name="pt14310"/>
            <p:cNvSpPr/>
            <p:nvPr/>
          </p:nvSpPr>
          <p:spPr>
            <a:xfrm>
              <a:off x="6307716" y="226971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1" name="pt14311"/>
            <p:cNvSpPr/>
            <p:nvPr/>
          </p:nvSpPr>
          <p:spPr>
            <a:xfrm>
              <a:off x="6082136" y="2382562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2" name="pt14312"/>
            <p:cNvSpPr/>
            <p:nvPr/>
          </p:nvSpPr>
          <p:spPr>
            <a:xfrm>
              <a:off x="6715117" y="1903671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3" name="pt14313"/>
            <p:cNvSpPr/>
            <p:nvPr/>
          </p:nvSpPr>
          <p:spPr>
            <a:xfrm>
              <a:off x="6852703" y="1942652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4" name="pt14314"/>
            <p:cNvSpPr/>
            <p:nvPr/>
          </p:nvSpPr>
          <p:spPr>
            <a:xfrm>
              <a:off x="6364929" y="2255834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5" name="pt14315"/>
            <p:cNvSpPr/>
            <p:nvPr/>
          </p:nvSpPr>
          <p:spPr>
            <a:xfrm>
              <a:off x="6433716" y="1916246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6" name="pt14316"/>
            <p:cNvSpPr/>
            <p:nvPr/>
          </p:nvSpPr>
          <p:spPr>
            <a:xfrm>
              <a:off x="6721229" y="1912650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7" name="pt14317"/>
            <p:cNvSpPr/>
            <p:nvPr/>
          </p:nvSpPr>
          <p:spPr>
            <a:xfrm>
              <a:off x="6482007" y="2099322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8" name="pt14318"/>
            <p:cNvSpPr/>
            <p:nvPr/>
          </p:nvSpPr>
          <p:spPr>
            <a:xfrm>
              <a:off x="5836395" y="2413274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9" name="pt14319"/>
            <p:cNvSpPr/>
            <p:nvPr/>
          </p:nvSpPr>
          <p:spPr>
            <a:xfrm>
              <a:off x="6015955" y="214222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0" name="pt14320"/>
            <p:cNvSpPr/>
            <p:nvPr/>
          </p:nvSpPr>
          <p:spPr>
            <a:xfrm>
              <a:off x="6493783" y="2139649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1" name="pt14321"/>
            <p:cNvSpPr/>
            <p:nvPr/>
          </p:nvSpPr>
          <p:spPr>
            <a:xfrm>
              <a:off x="5690751" y="2203545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2" name="pt14322"/>
            <p:cNvSpPr/>
            <p:nvPr/>
          </p:nvSpPr>
          <p:spPr>
            <a:xfrm>
              <a:off x="6089669" y="2296584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3" name="pt14323"/>
            <p:cNvSpPr/>
            <p:nvPr/>
          </p:nvSpPr>
          <p:spPr>
            <a:xfrm>
              <a:off x="6080133" y="2300180"/>
              <a:ext cx="16849" cy="16849"/>
            </a:xfrm>
            <a:prstGeom prst="ellipse">
              <a:avLst/>
            </a:prstGeom>
            <a:solidFill>
              <a:srgbClr val="77CF54">
                <a:alpha val="45098"/>
              </a:srgbClr>
            </a:solidFill>
            <a:ln w="7363" cap="rnd">
              <a:solidFill>
                <a:srgbClr val="77CF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4" name="pt14324"/>
            <p:cNvSpPr/>
            <p:nvPr/>
          </p:nvSpPr>
          <p:spPr>
            <a:xfrm>
              <a:off x="6554119" y="2178548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5" name="pt14325"/>
            <p:cNvSpPr/>
            <p:nvPr/>
          </p:nvSpPr>
          <p:spPr>
            <a:xfrm>
              <a:off x="6001711" y="2633165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6" name="pt14326"/>
            <p:cNvSpPr/>
            <p:nvPr/>
          </p:nvSpPr>
          <p:spPr>
            <a:xfrm>
              <a:off x="5536726" y="2098932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7" name="pt14327"/>
            <p:cNvSpPr/>
            <p:nvPr/>
          </p:nvSpPr>
          <p:spPr>
            <a:xfrm>
              <a:off x="5773527" y="207975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8" name="pt14328"/>
            <p:cNvSpPr/>
            <p:nvPr/>
          </p:nvSpPr>
          <p:spPr>
            <a:xfrm>
              <a:off x="5232637" y="2237800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9" name="pt14329"/>
            <p:cNvSpPr/>
            <p:nvPr/>
          </p:nvSpPr>
          <p:spPr>
            <a:xfrm>
              <a:off x="6198384" y="2186822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0" name="pt14330"/>
            <p:cNvSpPr/>
            <p:nvPr/>
          </p:nvSpPr>
          <p:spPr>
            <a:xfrm>
              <a:off x="6501264" y="2034581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1" name="pt14331"/>
            <p:cNvSpPr/>
            <p:nvPr/>
          </p:nvSpPr>
          <p:spPr>
            <a:xfrm>
              <a:off x="6508644" y="2099521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2" name="pt14332"/>
            <p:cNvSpPr/>
            <p:nvPr/>
          </p:nvSpPr>
          <p:spPr>
            <a:xfrm>
              <a:off x="6502775" y="2055298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3" name="pt14333"/>
            <p:cNvSpPr/>
            <p:nvPr/>
          </p:nvSpPr>
          <p:spPr>
            <a:xfrm>
              <a:off x="6097007" y="2281736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4" name="pt14334"/>
            <p:cNvSpPr/>
            <p:nvPr/>
          </p:nvSpPr>
          <p:spPr>
            <a:xfrm>
              <a:off x="6395111" y="221202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5" name="pt14335"/>
            <p:cNvSpPr/>
            <p:nvPr/>
          </p:nvSpPr>
          <p:spPr>
            <a:xfrm>
              <a:off x="6432582" y="2071759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6" name="pt14336"/>
            <p:cNvSpPr/>
            <p:nvPr/>
          </p:nvSpPr>
          <p:spPr>
            <a:xfrm>
              <a:off x="6862284" y="200579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7" name="pt14337"/>
            <p:cNvSpPr/>
            <p:nvPr/>
          </p:nvSpPr>
          <p:spPr>
            <a:xfrm>
              <a:off x="6052662" y="2377655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8" name="pt14338"/>
            <p:cNvSpPr/>
            <p:nvPr/>
          </p:nvSpPr>
          <p:spPr>
            <a:xfrm>
              <a:off x="5068116" y="2621522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9" name="pt14339"/>
            <p:cNvSpPr/>
            <p:nvPr/>
          </p:nvSpPr>
          <p:spPr>
            <a:xfrm>
              <a:off x="6375744" y="2211001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0" name="pt14340"/>
            <p:cNvSpPr/>
            <p:nvPr/>
          </p:nvSpPr>
          <p:spPr>
            <a:xfrm>
              <a:off x="5874336" y="2133829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1" name="pt14341"/>
            <p:cNvSpPr/>
            <p:nvPr/>
          </p:nvSpPr>
          <p:spPr>
            <a:xfrm>
              <a:off x="5783600" y="205130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2" name="pt14342"/>
            <p:cNvSpPr/>
            <p:nvPr/>
          </p:nvSpPr>
          <p:spPr>
            <a:xfrm>
              <a:off x="5957821" y="2288981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3" name="pt14343"/>
            <p:cNvSpPr/>
            <p:nvPr/>
          </p:nvSpPr>
          <p:spPr>
            <a:xfrm>
              <a:off x="6425999" y="207837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4" name="pt14344"/>
            <p:cNvSpPr/>
            <p:nvPr/>
          </p:nvSpPr>
          <p:spPr>
            <a:xfrm>
              <a:off x="6499929" y="223670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5" name="pt14345"/>
            <p:cNvSpPr/>
            <p:nvPr/>
          </p:nvSpPr>
          <p:spPr>
            <a:xfrm>
              <a:off x="5917065" y="1888081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6" name="pt14346"/>
            <p:cNvSpPr/>
            <p:nvPr/>
          </p:nvSpPr>
          <p:spPr>
            <a:xfrm>
              <a:off x="5565375" y="231061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7" name="pt14347"/>
            <p:cNvSpPr/>
            <p:nvPr/>
          </p:nvSpPr>
          <p:spPr>
            <a:xfrm>
              <a:off x="5553956" y="2403994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8" name="pt14348"/>
            <p:cNvSpPr/>
            <p:nvPr/>
          </p:nvSpPr>
          <p:spPr>
            <a:xfrm>
              <a:off x="7053393" y="1718052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9" name="pt14349"/>
            <p:cNvSpPr/>
            <p:nvPr/>
          </p:nvSpPr>
          <p:spPr>
            <a:xfrm>
              <a:off x="5758933" y="193679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0" name="pt14350"/>
            <p:cNvSpPr/>
            <p:nvPr/>
          </p:nvSpPr>
          <p:spPr>
            <a:xfrm>
              <a:off x="6134545" y="239953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1" name="pt14351"/>
            <p:cNvSpPr/>
            <p:nvPr/>
          </p:nvSpPr>
          <p:spPr>
            <a:xfrm>
              <a:off x="6758912" y="218611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2" name="pt14352"/>
            <p:cNvSpPr/>
            <p:nvPr/>
          </p:nvSpPr>
          <p:spPr>
            <a:xfrm>
              <a:off x="5391585" y="2441307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3" name="pt14353"/>
            <p:cNvSpPr/>
            <p:nvPr/>
          </p:nvSpPr>
          <p:spPr>
            <a:xfrm>
              <a:off x="6390786" y="221576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4" name="pt14354"/>
            <p:cNvSpPr/>
            <p:nvPr/>
          </p:nvSpPr>
          <p:spPr>
            <a:xfrm>
              <a:off x="6073726" y="241660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5" name="pt14355"/>
            <p:cNvSpPr/>
            <p:nvPr/>
          </p:nvSpPr>
          <p:spPr>
            <a:xfrm>
              <a:off x="5735495" y="2075596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6" name="pt14356"/>
            <p:cNvSpPr/>
            <p:nvPr/>
          </p:nvSpPr>
          <p:spPr>
            <a:xfrm>
              <a:off x="6226104" y="2317481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7" name="pt14357"/>
            <p:cNvSpPr/>
            <p:nvPr/>
          </p:nvSpPr>
          <p:spPr>
            <a:xfrm>
              <a:off x="6397475" y="2226283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8" name="pt14358"/>
            <p:cNvSpPr/>
            <p:nvPr/>
          </p:nvSpPr>
          <p:spPr>
            <a:xfrm>
              <a:off x="6032230" y="230032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9" name="pt14359"/>
            <p:cNvSpPr/>
            <p:nvPr/>
          </p:nvSpPr>
          <p:spPr>
            <a:xfrm>
              <a:off x="6945171" y="176713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0" name="pt14360"/>
            <p:cNvSpPr/>
            <p:nvPr/>
          </p:nvSpPr>
          <p:spPr>
            <a:xfrm>
              <a:off x="6487350" y="221408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1" name="pt14361"/>
            <p:cNvSpPr/>
            <p:nvPr/>
          </p:nvSpPr>
          <p:spPr>
            <a:xfrm>
              <a:off x="5798334" y="2075595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2" name="pt14362"/>
            <p:cNvSpPr/>
            <p:nvPr/>
          </p:nvSpPr>
          <p:spPr>
            <a:xfrm>
              <a:off x="6887524" y="1828517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3" name="pt14363"/>
            <p:cNvSpPr/>
            <p:nvPr/>
          </p:nvSpPr>
          <p:spPr>
            <a:xfrm>
              <a:off x="6669807" y="209279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4" name="pt14364"/>
            <p:cNvSpPr/>
            <p:nvPr/>
          </p:nvSpPr>
          <p:spPr>
            <a:xfrm>
              <a:off x="6404967" y="2169753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5" name="pt14365"/>
            <p:cNvSpPr/>
            <p:nvPr/>
          </p:nvSpPr>
          <p:spPr>
            <a:xfrm>
              <a:off x="6215479" y="225605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6" name="pt14366"/>
            <p:cNvSpPr/>
            <p:nvPr/>
          </p:nvSpPr>
          <p:spPr>
            <a:xfrm>
              <a:off x="6513500" y="2149343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7" name="pt14367"/>
            <p:cNvSpPr/>
            <p:nvPr/>
          </p:nvSpPr>
          <p:spPr>
            <a:xfrm>
              <a:off x="6131971" y="2328961"/>
              <a:ext cx="16849" cy="16849"/>
            </a:xfrm>
            <a:prstGeom prst="ellipse">
              <a:avLst/>
            </a:prstGeom>
            <a:solidFill>
              <a:srgbClr val="45B279">
                <a:alpha val="45098"/>
              </a:srgbClr>
            </a:solidFill>
            <a:ln w="7363" cap="rnd">
              <a:solidFill>
                <a:srgbClr val="45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8" name="pt14368"/>
            <p:cNvSpPr/>
            <p:nvPr/>
          </p:nvSpPr>
          <p:spPr>
            <a:xfrm>
              <a:off x="6234286" y="2262874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9" name="pt14369"/>
            <p:cNvSpPr/>
            <p:nvPr/>
          </p:nvSpPr>
          <p:spPr>
            <a:xfrm>
              <a:off x="6326872" y="2186349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0" name="pt14370"/>
            <p:cNvSpPr/>
            <p:nvPr/>
          </p:nvSpPr>
          <p:spPr>
            <a:xfrm>
              <a:off x="5517509" y="2169135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1" name="pt14371"/>
            <p:cNvSpPr/>
            <p:nvPr/>
          </p:nvSpPr>
          <p:spPr>
            <a:xfrm>
              <a:off x="6318035" y="2167761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2" name="pt14372"/>
            <p:cNvSpPr/>
            <p:nvPr/>
          </p:nvSpPr>
          <p:spPr>
            <a:xfrm>
              <a:off x="6631840" y="228552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3" name="pt14373"/>
            <p:cNvSpPr/>
            <p:nvPr/>
          </p:nvSpPr>
          <p:spPr>
            <a:xfrm>
              <a:off x="6371238" y="235910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4" name="pt14374"/>
            <p:cNvSpPr/>
            <p:nvPr/>
          </p:nvSpPr>
          <p:spPr>
            <a:xfrm>
              <a:off x="5788227" y="2052115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5" name="pt14375"/>
            <p:cNvSpPr/>
            <p:nvPr/>
          </p:nvSpPr>
          <p:spPr>
            <a:xfrm>
              <a:off x="6751158" y="2041922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6" name="pt14376"/>
            <p:cNvSpPr/>
            <p:nvPr/>
          </p:nvSpPr>
          <p:spPr>
            <a:xfrm>
              <a:off x="6579272" y="2021186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7" name="pt14377"/>
            <p:cNvSpPr/>
            <p:nvPr/>
          </p:nvSpPr>
          <p:spPr>
            <a:xfrm>
              <a:off x="6789212" y="189054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8" name="pt14378"/>
            <p:cNvSpPr/>
            <p:nvPr/>
          </p:nvSpPr>
          <p:spPr>
            <a:xfrm>
              <a:off x="6070626" y="2387975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9" name="pt14379"/>
            <p:cNvSpPr/>
            <p:nvPr/>
          </p:nvSpPr>
          <p:spPr>
            <a:xfrm>
              <a:off x="5182279" y="2123771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0" name="pt14380"/>
            <p:cNvSpPr/>
            <p:nvPr/>
          </p:nvSpPr>
          <p:spPr>
            <a:xfrm>
              <a:off x="6424265" y="204766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1" name="pt14381"/>
            <p:cNvSpPr/>
            <p:nvPr/>
          </p:nvSpPr>
          <p:spPr>
            <a:xfrm>
              <a:off x="6840043" y="1862068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2" name="pt14382"/>
            <p:cNvSpPr/>
            <p:nvPr/>
          </p:nvSpPr>
          <p:spPr>
            <a:xfrm>
              <a:off x="6267190" y="2288505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3" name="pt14383"/>
            <p:cNvSpPr/>
            <p:nvPr/>
          </p:nvSpPr>
          <p:spPr>
            <a:xfrm>
              <a:off x="6271714" y="239499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4" name="pt14384"/>
            <p:cNvSpPr/>
            <p:nvPr/>
          </p:nvSpPr>
          <p:spPr>
            <a:xfrm>
              <a:off x="6856636" y="1927326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5" name="pt14385"/>
            <p:cNvSpPr/>
            <p:nvPr/>
          </p:nvSpPr>
          <p:spPr>
            <a:xfrm>
              <a:off x="6507497" y="2177831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6" name="pt14386"/>
            <p:cNvSpPr/>
            <p:nvPr/>
          </p:nvSpPr>
          <p:spPr>
            <a:xfrm>
              <a:off x="5250850" y="2508001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7" name="pt14387"/>
            <p:cNvSpPr/>
            <p:nvPr/>
          </p:nvSpPr>
          <p:spPr>
            <a:xfrm>
              <a:off x="5901343" y="2206978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8" name="pt14388"/>
            <p:cNvSpPr/>
            <p:nvPr/>
          </p:nvSpPr>
          <p:spPr>
            <a:xfrm>
              <a:off x="5267345" y="244620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9" name="pt14389"/>
            <p:cNvSpPr/>
            <p:nvPr/>
          </p:nvSpPr>
          <p:spPr>
            <a:xfrm>
              <a:off x="5988283" y="2488586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0" name="pt14390"/>
            <p:cNvSpPr/>
            <p:nvPr/>
          </p:nvSpPr>
          <p:spPr>
            <a:xfrm>
              <a:off x="6064950" y="2363358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1" name="pt14391"/>
            <p:cNvSpPr/>
            <p:nvPr/>
          </p:nvSpPr>
          <p:spPr>
            <a:xfrm>
              <a:off x="5931631" y="182169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2" name="pt14392"/>
            <p:cNvSpPr/>
            <p:nvPr/>
          </p:nvSpPr>
          <p:spPr>
            <a:xfrm>
              <a:off x="6645103" y="1987023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3" name="pt14393"/>
            <p:cNvSpPr/>
            <p:nvPr/>
          </p:nvSpPr>
          <p:spPr>
            <a:xfrm>
              <a:off x="7066687" y="1703307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4" name="pt14394"/>
            <p:cNvSpPr/>
            <p:nvPr/>
          </p:nvSpPr>
          <p:spPr>
            <a:xfrm>
              <a:off x="5761293" y="225296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5" name="pt14395"/>
            <p:cNvSpPr/>
            <p:nvPr/>
          </p:nvSpPr>
          <p:spPr>
            <a:xfrm>
              <a:off x="5338703" y="1965927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6" name="pt14396"/>
            <p:cNvSpPr/>
            <p:nvPr/>
          </p:nvSpPr>
          <p:spPr>
            <a:xfrm>
              <a:off x="6878678" y="1925143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7" name="pt14397"/>
            <p:cNvSpPr/>
            <p:nvPr/>
          </p:nvSpPr>
          <p:spPr>
            <a:xfrm>
              <a:off x="5994103" y="236706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8" name="pt14398"/>
            <p:cNvSpPr/>
            <p:nvPr/>
          </p:nvSpPr>
          <p:spPr>
            <a:xfrm>
              <a:off x="6839574" y="1960001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9" name="pt14399"/>
            <p:cNvSpPr/>
            <p:nvPr/>
          </p:nvSpPr>
          <p:spPr>
            <a:xfrm>
              <a:off x="6806997" y="1814399"/>
              <a:ext cx="16849" cy="16849"/>
            </a:xfrm>
            <a:prstGeom prst="ellipse">
              <a:avLst/>
            </a:prstGeom>
            <a:solidFill>
              <a:srgbClr val="30AB80">
                <a:alpha val="45098"/>
              </a:srgbClr>
            </a:solidFill>
            <a:ln w="7363" cap="rnd">
              <a:solidFill>
                <a:srgbClr val="30AB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0" name="pt14400"/>
            <p:cNvSpPr/>
            <p:nvPr/>
          </p:nvSpPr>
          <p:spPr>
            <a:xfrm>
              <a:off x="6295364" y="1998362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1" name="pt14401"/>
            <p:cNvSpPr/>
            <p:nvPr/>
          </p:nvSpPr>
          <p:spPr>
            <a:xfrm>
              <a:off x="6578446" y="2098390"/>
              <a:ext cx="16849" cy="16849"/>
            </a:xfrm>
            <a:prstGeom prst="ellipse">
              <a:avLst/>
            </a:prstGeom>
            <a:solidFill>
              <a:srgbClr val="6FC95C">
                <a:alpha val="45098"/>
              </a:srgbClr>
            </a:solidFill>
            <a:ln w="7363" cap="rnd">
              <a:solidFill>
                <a:srgbClr val="6FC95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2" name="pt14402"/>
            <p:cNvSpPr/>
            <p:nvPr/>
          </p:nvSpPr>
          <p:spPr>
            <a:xfrm>
              <a:off x="5370434" y="2354316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3" name="pt14403"/>
            <p:cNvSpPr/>
            <p:nvPr/>
          </p:nvSpPr>
          <p:spPr>
            <a:xfrm>
              <a:off x="6563477" y="2040145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4" name="pt14404"/>
            <p:cNvSpPr/>
            <p:nvPr/>
          </p:nvSpPr>
          <p:spPr>
            <a:xfrm>
              <a:off x="6738738" y="2005589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5" name="pt14405"/>
            <p:cNvSpPr/>
            <p:nvPr/>
          </p:nvSpPr>
          <p:spPr>
            <a:xfrm>
              <a:off x="7232096" y="2026075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6" name="pt14406"/>
            <p:cNvSpPr/>
            <p:nvPr/>
          </p:nvSpPr>
          <p:spPr>
            <a:xfrm>
              <a:off x="6307175" y="2206970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7" name="pt14407"/>
            <p:cNvSpPr/>
            <p:nvPr/>
          </p:nvSpPr>
          <p:spPr>
            <a:xfrm>
              <a:off x="6212197" y="2295244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8" name="pt14408"/>
            <p:cNvSpPr/>
            <p:nvPr/>
          </p:nvSpPr>
          <p:spPr>
            <a:xfrm>
              <a:off x="5903989" y="2317016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9" name="pt14409"/>
            <p:cNvSpPr/>
            <p:nvPr/>
          </p:nvSpPr>
          <p:spPr>
            <a:xfrm>
              <a:off x="6837521" y="1841688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0" name="pt14410"/>
            <p:cNvSpPr/>
            <p:nvPr/>
          </p:nvSpPr>
          <p:spPr>
            <a:xfrm>
              <a:off x="6768069" y="1930243"/>
              <a:ext cx="16849" cy="16849"/>
            </a:xfrm>
            <a:prstGeom prst="ellipse">
              <a:avLst/>
            </a:prstGeom>
            <a:solidFill>
              <a:srgbClr val="2B7B8D">
                <a:alpha val="45098"/>
              </a:srgbClr>
            </a:solidFill>
            <a:ln w="7363" cap="rnd">
              <a:solidFill>
                <a:srgbClr val="2B7B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1" name="pt14411"/>
            <p:cNvSpPr/>
            <p:nvPr/>
          </p:nvSpPr>
          <p:spPr>
            <a:xfrm>
              <a:off x="6597584" y="1978653"/>
              <a:ext cx="16849" cy="16849"/>
            </a:xfrm>
            <a:prstGeom prst="ellipse">
              <a:avLst/>
            </a:prstGeom>
            <a:solidFill>
              <a:srgbClr val="5CBE6B">
                <a:alpha val="45098"/>
              </a:srgbClr>
            </a:solidFill>
            <a:ln w="7363" cap="rnd">
              <a:solidFill>
                <a:srgbClr val="5CBE6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2" name="pt14412"/>
            <p:cNvSpPr/>
            <p:nvPr/>
          </p:nvSpPr>
          <p:spPr>
            <a:xfrm>
              <a:off x="6138993" y="2306121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3" name="pt14413"/>
            <p:cNvSpPr/>
            <p:nvPr/>
          </p:nvSpPr>
          <p:spPr>
            <a:xfrm>
              <a:off x="6314065" y="2180933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4" name="pt14414"/>
            <p:cNvSpPr/>
            <p:nvPr/>
          </p:nvSpPr>
          <p:spPr>
            <a:xfrm>
              <a:off x="6466324" y="2038400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5" name="pt14415"/>
            <p:cNvSpPr/>
            <p:nvPr/>
          </p:nvSpPr>
          <p:spPr>
            <a:xfrm>
              <a:off x="5799313" y="2130307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6" name="pt14416"/>
            <p:cNvSpPr/>
            <p:nvPr/>
          </p:nvSpPr>
          <p:spPr>
            <a:xfrm>
              <a:off x="6172330" y="2272791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7" name="pt14417"/>
            <p:cNvSpPr/>
            <p:nvPr/>
          </p:nvSpPr>
          <p:spPr>
            <a:xfrm>
              <a:off x="5563989" y="2501132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8" name="pt14418"/>
            <p:cNvSpPr/>
            <p:nvPr/>
          </p:nvSpPr>
          <p:spPr>
            <a:xfrm>
              <a:off x="6834832" y="1881145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9" name="pt14419"/>
            <p:cNvSpPr/>
            <p:nvPr/>
          </p:nvSpPr>
          <p:spPr>
            <a:xfrm>
              <a:off x="6355783" y="2115745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0" name="pt14420"/>
            <p:cNvSpPr/>
            <p:nvPr/>
          </p:nvSpPr>
          <p:spPr>
            <a:xfrm>
              <a:off x="5963329" y="213509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1" name="pt14421"/>
            <p:cNvSpPr/>
            <p:nvPr/>
          </p:nvSpPr>
          <p:spPr>
            <a:xfrm>
              <a:off x="6272352" y="2427203"/>
              <a:ext cx="16849" cy="16849"/>
            </a:xfrm>
            <a:prstGeom prst="ellipse">
              <a:avLst/>
            </a:prstGeom>
            <a:solidFill>
              <a:srgbClr val="26A983">
                <a:alpha val="45098"/>
              </a:srgbClr>
            </a:solidFill>
            <a:ln w="7363" cap="rnd">
              <a:solidFill>
                <a:srgbClr val="26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2" name="pt14422"/>
            <p:cNvSpPr/>
            <p:nvPr/>
          </p:nvSpPr>
          <p:spPr>
            <a:xfrm>
              <a:off x="6403534" y="212876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3" name="pt14423"/>
            <p:cNvSpPr/>
            <p:nvPr/>
          </p:nvSpPr>
          <p:spPr>
            <a:xfrm>
              <a:off x="6699600" y="204467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4" name="pt14424"/>
            <p:cNvSpPr/>
            <p:nvPr/>
          </p:nvSpPr>
          <p:spPr>
            <a:xfrm>
              <a:off x="6847475" y="1803665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5" name="pt14425"/>
            <p:cNvSpPr/>
            <p:nvPr/>
          </p:nvSpPr>
          <p:spPr>
            <a:xfrm>
              <a:off x="6647851" y="2135292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6" name="pt14426"/>
            <p:cNvSpPr/>
            <p:nvPr/>
          </p:nvSpPr>
          <p:spPr>
            <a:xfrm>
              <a:off x="6356558" y="228385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7" name="pt14427"/>
            <p:cNvSpPr/>
            <p:nvPr/>
          </p:nvSpPr>
          <p:spPr>
            <a:xfrm>
              <a:off x="6249957" y="236185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8" name="pt14428"/>
            <p:cNvSpPr/>
            <p:nvPr/>
          </p:nvSpPr>
          <p:spPr>
            <a:xfrm>
              <a:off x="5474098" y="2373514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9" name="pt14429"/>
            <p:cNvSpPr/>
            <p:nvPr/>
          </p:nvSpPr>
          <p:spPr>
            <a:xfrm>
              <a:off x="6205061" y="2243002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0" name="pt14430"/>
            <p:cNvSpPr/>
            <p:nvPr/>
          </p:nvSpPr>
          <p:spPr>
            <a:xfrm>
              <a:off x="6731346" y="176924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1" name="pt14431"/>
            <p:cNvSpPr/>
            <p:nvPr/>
          </p:nvSpPr>
          <p:spPr>
            <a:xfrm>
              <a:off x="5718415" y="2502267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2" name="pt14432"/>
            <p:cNvSpPr/>
            <p:nvPr/>
          </p:nvSpPr>
          <p:spPr>
            <a:xfrm>
              <a:off x="6228679" y="228108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3" name="pt14433"/>
            <p:cNvSpPr/>
            <p:nvPr/>
          </p:nvSpPr>
          <p:spPr>
            <a:xfrm>
              <a:off x="6380796" y="2239760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4" name="pt14434"/>
            <p:cNvSpPr/>
            <p:nvPr/>
          </p:nvSpPr>
          <p:spPr>
            <a:xfrm>
              <a:off x="6102418" y="230465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5" name="pt14435"/>
            <p:cNvSpPr/>
            <p:nvPr/>
          </p:nvSpPr>
          <p:spPr>
            <a:xfrm>
              <a:off x="6881567" y="1923132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6" name="pt14436"/>
            <p:cNvSpPr/>
            <p:nvPr/>
          </p:nvSpPr>
          <p:spPr>
            <a:xfrm>
              <a:off x="6629201" y="215552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7" name="pt14437"/>
            <p:cNvSpPr/>
            <p:nvPr/>
          </p:nvSpPr>
          <p:spPr>
            <a:xfrm>
              <a:off x="6798606" y="1906767"/>
              <a:ext cx="16849" cy="16849"/>
            </a:xfrm>
            <a:prstGeom prst="ellipse">
              <a:avLst/>
            </a:prstGeom>
            <a:solidFill>
              <a:srgbClr val="6EC85E">
                <a:alpha val="45098"/>
              </a:srgbClr>
            </a:solidFill>
            <a:ln w="7363" cap="rnd">
              <a:solidFill>
                <a:srgbClr val="6EC85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8" name="pt14438"/>
            <p:cNvSpPr/>
            <p:nvPr/>
          </p:nvSpPr>
          <p:spPr>
            <a:xfrm>
              <a:off x="6683407" y="210774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9" name="pt14439"/>
            <p:cNvSpPr/>
            <p:nvPr/>
          </p:nvSpPr>
          <p:spPr>
            <a:xfrm>
              <a:off x="5706006" y="2492352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0" name="pt14440"/>
            <p:cNvSpPr/>
            <p:nvPr/>
          </p:nvSpPr>
          <p:spPr>
            <a:xfrm>
              <a:off x="5606992" y="2504532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1" name="pt14441"/>
            <p:cNvSpPr/>
            <p:nvPr/>
          </p:nvSpPr>
          <p:spPr>
            <a:xfrm>
              <a:off x="6486594" y="230743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2" name="pt14442"/>
            <p:cNvSpPr/>
            <p:nvPr/>
          </p:nvSpPr>
          <p:spPr>
            <a:xfrm>
              <a:off x="6333325" y="2096211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3" name="pt14443"/>
            <p:cNvSpPr/>
            <p:nvPr/>
          </p:nvSpPr>
          <p:spPr>
            <a:xfrm>
              <a:off x="6003594" y="2613802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4" name="pt14444"/>
            <p:cNvSpPr/>
            <p:nvPr/>
          </p:nvSpPr>
          <p:spPr>
            <a:xfrm>
              <a:off x="6800810" y="183558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5" name="pt14445"/>
            <p:cNvSpPr/>
            <p:nvPr/>
          </p:nvSpPr>
          <p:spPr>
            <a:xfrm>
              <a:off x="6438588" y="194078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6" name="pt14446"/>
            <p:cNvSpPr/>
            <p:nvPr/>
          </p:nvSpPr>
          <p:spPr>
            <a:xfrm>
              <a:off x="6435134" y="1800082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7" name="pt14447"/>
            <p:cNvSpPr/>
            <p:nvPr/>
          </p:nvSpPr>
          <p:spPr>
            <a:xfrm>
              <a:off x="6903869" y="1764139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8" name="pt14448"/>
            <p:cNvSpPr/>
            <p:nvPr/>
          </p:nvSpPr>
          <p:spPr>
            <a:xfrm>
              <a:off x="6381356" y="2298500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9" name="pt14449"/>
            <p:cNvSpPr/>
            <p:nvPr/>
          </p:nvSpPr>
          <p:spPr>
            <a:xfrm>
              <a:off x="5490188" y="2591183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0" name="pt14450"/>
            <p:cNvSpPr/>
            <p:nvPr/>
          </p:nvSpPr>
          <p:spPr>
            <a:xfrm>
              <a:off x="5834060" y="2351400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1" name="pt14451"/>
            <p:cNvSpPr/>
            <p:nvPr/>
          </p:nvSpPr>
          <p:spPr>
            <a:xfrm>
              <a:off x="6043111" y="2353556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2" name="pt14452"/>
            <p:cNvSpPr/>
            <p:nvPr/>
          </p:nvSpPr>
          <p:spPr>
            <a:xfrm>
              <a:off x="5884553" y="2128094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3" name="pt14453"/>
            <p:cNvSpPr/>
            <p:nvPr/>
          </p:nvSpPr>
          <p:spPr>
            <a:xfrm>
              <a:off x="6370066" y="235311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4" name="pt14454"/>
            <p:cNvSpPr/>
            <p:nvPr/>
          </p:nvSpPr>
          <p:spPr>
            <a:xfrm>
              <a:off x="6415341" y="2258376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5" name="pt14455"/>
            <p:cNvSpPr/>
            <p:nvPr/>
          </p:nvSpPr>
          <p:spPr>
            <a:xfrm>
              <a:off x="6820135" y="1950383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6" name="pt14456"/>
            <p:cNvSpPr/>
            <p:nvPr/>
          </p:nvSpPr>
          <p:spPr>
            <a:xfrm>
              <a:off x="6309212" y="2221171"/>
              <a:ext cx="16849" cy="16849"/>
            </a:xfrm>
            <a:prstGeom prst="ellipse">
              <a:avLst/>
            </a:prstGeom>
            <a:solidFill>
              <a:srgbClr val="38AE7E">
                <a:alpha val="45098"/>
              </a:srgbClr>
            </a:solidFill>
            <a:ln w="7363" cap="rnd">
              <a:solidFill>
                <a:srgbClr val="38AE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7" name="pt14457"/>
            <p:cNvSpPr/>
            <p:nvPr/>
          </p:nvSpPr>
          <p:spPr>
            <a:xfrm>
              <a:off x="6257517" y="2412011"/>
              <a:ext cx="16849" cy="16849"/>
            </a:xfrm>
            <a:prstGeom prst="ellipse">
              <a:avLst/>
            </a:prstGeom>
            <a:solidFill>
              <a:srgbClr val="299987">
                <a:alpha val="45098"/>
              </a:srgbClr>
            </a:solidFill>
            <a:ln w="7363" cap="rnd">
              <a:solidFill>
                <a:srgbClr val="2999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8" name="pt14458"/>
            <p:cNvSpPr/>
            <p:nvPr/>
          </p:nvSpPr>
          <p:spPr>
            <a:xfrm>
              <a:off x="5794023" y="2041922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9" name="pt14459"/>
            <p:cNvSpPr/>
            <p:nvPr/>
          </p:nvSpPr>
          <p:spPr>
            <a:xfrm>
              <a:off x="6564337" y="2190855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0" name="pt14460"/>
            <p:cNvSpPr/>
            <p:nvPr/>
          </p:nvSpPr>
          <p:spPr>
            <a:xfrm>
              <a:off x="6482866" y="2069864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1" name="pt14461"/>
            <p:cNvSpPr/>
            <p:nvPr/>
          </p:nvSpPr>
          <p:spPr>
            <a:xfrm>
              <a:off x="6954387" y="1854871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2" name="pt14462"/>
            <p:cNvSpPr/>
            <p:nvPr/>
          </p:nvSpPr>
          <p:spPr>
            <a:xfrm>
              <a:off x="6147405" y="2224364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3" name="pt14463"/>
            <p:cNvSpPr/>
            <p:nvPr/>
          </p:nvSpPr>
          <p:spPr>
            <a:xfrm>
              <a:off x="5731761" y="2027746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4" name="pt14464"/>
            <p:cNvSpPr/>
            <p:nvPr/>
          </p:nvSpPr>
          <p:spPr>
            <a:xfrm>
              <a:off x="6775912" y="1914252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5" name="pt14465"/>
            <p:cNvSpPr/>
            <p:nvPr/>
          </p:nvSpPr>
          <p:spPr>
            <a:xfrm>
              <a:off x="5604671" y="246425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6" name="pt14466"/>
            <p:cNvSpPr/>
            <p:nvPr/>
          </p:nvSpPr>
          <p:spPr>
            <a:xfrm>
              <a:off x="5850371" y="2516660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7" name="pt14467"/>
            <p:cNvSpPr/>
            <p:nvPr/>
          </p:nvSpPr>
          <p:spPr>
            <a:xfrm>
              <a:off x="6261380" y="2366429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8" name="pt14468"/>
            <p:cNvSpPr/>
            <p:nvPr/>
          </p:nvSpPr>
          <p:spPr>
            <a:xfrm>
              <a:off x="5976598" y="2417985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9" name="pt14469"/>
            <p:cNvSpPr/>
            <p:nvPr/>
          </p:nvSpPr>
          <p:spPr>
            <a:xfrm>
              <a:off x="6800618" y="1758970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0" name="pt14470"/>
            <p:cNvSpPr/>
            <p:nvPr/>
          </p:nvSpPr>
          <p:spPr>
            <a:xfrm>
              <a:off x="6887409" y="1809412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1" name="pt14471"/>
            <p:cNvSpPr/>
            <p:nvPr/>
          </p:nvSpPr>
          <p:spPr>
            <a:xfrm>
              <a:off x="7243971" y="2054465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2" name="pt14472"/>
            <p:cNvSpPr/>
            <p:nvPr/>
          </p:nvSpPr>
          <p:spPr>
            <a:xfrm>
              <a:off x="6030298" y="2162491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3" name="pt14473"/>
            <p:cNvSpPr/>
            <p:nvPr/>
          </p:nvSpPr>
          <p:spPr>
            <a:xfrm>
              <a:off x="5996096" y="2612919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4" name="pt14474"/>
            <p:cNvSpPr/>
            <p:nvPr/>
          </p:nvSpPr>
          <p:spPr>
            <a:xfrm>
              <a:off x="6281581" y="2134300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5" name="pt14475"/>
            <p:cNvSpPr/>
            <p:nvPr/>
          </p:nvSpPr>
          <p:spPr>
            <a:xfrm>
              <a:off x="4967693" y="2610442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6" name="pt14476"/>
            <p:cNvSpPr/>
            <p:nvPr/>
          </p:nvSpPr>
          <p:spPr>
            <a:xfrm>
              <a:off x="6577004" y="2134373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7" name="pt14477"/>
            <p:cNvSpPr/>
            <p:nvPr/>
          </p:nvSpPr>
          <p:spPr>
            <a:xfrm>
              <a:off x="5833338" y="2477429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8" name="pt14478"/>
            <p:cNvSpPr/>
            <p:nvPr/>
          </p:nvSpPr>
          <p:spPr>
            <a:xfrm>
              <a:off x="5845498" y="2445627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9" name="pt14479"/>
            <p:cNvSpPr/>
            <p:nvPr/>
          </p:nvSpPr>
          <p:spPr>
            <a:xfrm>
              <a:off x="6886807" y="1657862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0" name="pt14480"/>
            <p:cNvSpPr/>
            <p:nvPr/>
          </p:nvSpPr>
          <p:spPr>
            <a:xfrm>
              <a:off x="5743368" y="2102579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1" name="pt14481"/>
            <p:cNvSpPr/>
            <p:nvPr/>
          </p:nvSpPr>
          <p:spPr>
            <a:xfrm>
              <a:off x="6196655" y="2221728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2" name="pt14482"/>
            <p:cNvSpPr/>
            <p:nvPr/>
          </p:nvSpPr>
          <p:spPr>
            <a:xfrm>
              <a:off x="5162256" y="2370755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3" name="pt14483"/>
            <p:cNvSpPr/>
            <p:nvPr/>
          </p:nvSpPr>
          <p:spPr>
            <a:xfrm>
              <a:off x="6417277" y="2209943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4" name="pt14484"/>
            <p:cNvSpPr/>
            <p:nvPr/>
          </p:nvSpPr>
          <p:spPr>
            <a:xfrm>
              <a:off x="5308541" y="223623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5" name="pt14485"/>
            <p:cNvSpPr/>
            <p:nvPr/>
          </p:nvSpPr>
          <p:spPr>
            <a:xfrm>
              <a:off x="5927211" y="2001968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6" name="pt14486"/>
            <p:cNvSpPr/>
            <p:nvPr/>
          </p:nvSpPr>
          <p:spPr>
            <a:xfrm>
              <a:off x="5736035" y="2160459"/>
              <a:ext cx="16849" cy="16849"/>
            </a:xfrm>
            <a:prstGeom prst="ellipse">
              <a:avLst/>
            </a:prstGeom>
            <a:solidFill>
              <a:srgbClr val="AEDA45">
                <a:alpha val="45098"/>
              </a:srgbClr>
            </a:solidFill>
            <a:ln w="7363" cap="rnd">
              <a:solidFill>
                <a:srgbClr val="AEDA4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7" name="pt14487"/>
            <p:cNvSpPr/>
            <p:nvPr/>
          </p:nvSpPr>
          <p:spPr>
            <a:xfrm>
              <a:off x="6224522" y="230100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8" name="pt14488"/>
            <p:cNvSpPr/>
            <p:nvPr/>
          </p:nvSpPr>
          <p:spPr>
            <a:xfrm>
              <a:off x="6982965" y="1624000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9" name="pt14489"/>
            <p:cNvSpPr/>
            <p:nvPr/>
          </p:nvSpPr>
          <p:spPr>
            <a:xfrm>
              <a:off x="5877245" y="2098112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0" name="pt14490"/>
            <p:cNvSpPr/>
            <p:nvPr/>
          </p:nvSpPr>
          <p:spPr>
            <a:xfrm>
              <a:off x="5965765" y="2386572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1" name="pt14491"/>
            <p:cNvSpPr/>
            <p:nvPr/>
          </p:nvSpPr>
          <p:spPr>
            <a:xfrm>
              <a:off x="6563969" y="2096025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2" name="pt14492"/>
            <p:cNvSpPr/>
            <p:nvPr/>
          </p:nvSpPr>
          <p:spPr>
            <a:xfrm>
              <a:off x="5465094" y="2283739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3" name="pt14493"/>
            <p:cNvSpPr/>
            <p:nvPr/>
          </p:nvSpPr>
          <p:spPr>
            <a:xfrm>
              <a:off x="7078069" y="1768627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4" name="pt14494"/>
            <p:cNvSpPr/>
            <p:nvPr/>
          </p:nvSpPr>
          <p:spPr>
            <a:xfrm>
              <a:off x="6835346" y="1909101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5" name="pt14495"/>
            <p:cNvSpPr/>
            <p:nvPr/>
          </p:nvSpPr>
          <p:spPr>
            <a:xfrm>
              <a:off x="5873040" y="2139656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6" name="pt14496"/>
            <p:cNvSpPr/>
            <p:nvPr/>
          </p:nvSpPr>
          <p:spPr>
            <a:xfrm>
              <a:off x="6432002" y="1994514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7" name="pt14497"/>
            <p:cNvSpPr/>
            <p:nvPr/>
          </p:nvSpPr>
          <p:spPr>
            <a:xfrm>
              <a:off x="5984714" y="2489409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8" name="pt14498"/>
            <p:cNvSpPr/>
            <p:nvPr/>
          </p:nvSpPr>
          <p:spPr>
            <a:xfrm>
              <a:off x="6898254" y="170137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9" name="pt14499"/>
            <p:cNvSpPr/>
            <p:nvPr/>
          </p:nvSpPr>
          <p:spPr>
            <a:xfrm>
              <a:off x="5483241" y="246874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0" name="pt14500"/>
            <p:cNvSpPr/>
            <p:nvPr/>
          </p:nvSpPr>
          <p:spPr>
            <a:xfrm>
              <a:off x="5148639" y="2574665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1" name="pt14501"/>
            <p:cNvSpPr/>
            <p:nvPr/>
          </p:nvSpPr>
          <p:spPr>
            <a:xfrm>
              <a:off x="5687965" y="233692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2" name="pt14502"/>
            <p:cNvSpPr/>
            <p:nvPr/>
          </p:nvSpPr>
          <p:spPr>
            <a:xfrm>
              <a:off x="5834567" y="2446541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3" name="pt14503"/>
            <p:cNvSpPr/>
            <p:nvPr/>
          </p:nvSpPr>
          <p:spPr>
            <a:xfrm>
              <a:off x="6999238" y="2008643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4" name="pt14504"/>
            <p:cNvSpPr/>
            <p:nvPr/>
          </p:nvSpPr>
          <p:spPr>
            <a:xfrm>
              <a:off x="6316578" y="2253505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5" name="pt14505"/>
            <p:cNvSpPr/>
            <p:nvPr/>
          </p:nvSpPr>
          <p:spPr>
            <a:xfrm>
              <a:off x="6574400" y="2112214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6" name="pt14506"/>
            <p:cNvSpPr/>
            <p:nvPr/>
          </p:nvSpPr>
          <p:spPr>
            <a:xfrm>
              <a:off x="6284273" y="2257908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7" name="pt14507"/>
            <p:cNvSpPr/>
            <p:nvPr/>
          </p:nvSpPr>
          <p:spPr>
            <a:xfrm>
              <a:off x="6633638" y="2159327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8" name="pt14508"/>
            <p:cNvSpPr/>
            <p:nvPr/>
          </p:nvSpPr>
          <p:spPr>
            <a:xfrm>
              <a:off x="6183689" y="2233951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9" name="pt14509"/>
            <p:cNvSpPr/>
            <p:nvPr/>
          </p:nvSpPr>
          <p:spPr>
            <a:xfrm>
              <a:off x="6234930" y="2383197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0" name="pt14510"/>
            <p:cNvSpPr/>
            <p:nvPr/>
          </p:nvSpPr>
          <p:spPr>
            <a:xfrm>
              <a:off x="6185373" y="2254284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1" name="pt14511"/>
            <p:cNvSpPr/>
            <p:nvPr/>
          </p:nvSpPr>
          <p:spPr>
            <a:xfrm>
              <a:off x="6894445" y="1897959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2" name="pt14512"/>
            <p:cNvSpPr/>
            <p:nvPr/>
          </p:nvSpPr>
          <p:spPr>
            <a:xfrm>
              <a:off x="6342497" y="2153242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3" name="pt14513"/>
            <p:cNvSpPr/>
            <p:nvPr/>
          </p:nvSpPr>
          <p:spPr>
            <a:xfrm>
              <a:off x="5634030" y="245756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4" name="pt14514"/>
            <p:cNvSpPr/>
            <p:nvPr/>
          </p:nvSpPr>
          <p:spPr>
            <a:xfrm>
              <a:off x="5827913" y="2487686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5" name="pt14515"/>
            <p:cNvSpPr/>
            <p:nvPr/>
          </p:nvSpPr>
          <p:spPr>
            <a:xfrm>
              <a:off x="6331219" y="219663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6" name="pt14516"/>
            <p:cNvSpPr/>
            <p:nvPr/>
          </p:nvSpPr>
          <p:spPr>
            <a:xfrm>
              <a:off x="5719855" y="2579364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7" name="pt14517"/>
            <p:cNvSpPr/>
            <p:nvPr/>
          </p:nvSpPr>
          <p:spPr>
            <a:xfrm>
              <a:off x="5444739" y="2497946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8" name="pt14518"/>
            <p:cNvSpPr/>
            <p:nvPr/>
          </p:nvSpPr>
          <p:spPr>
            <a:xfrm>
              <a:off x="5956318" y="2282200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9" name="pt14519"/>
            <p:cNvSpPr/>
            <p:nvPr/>
          </p:nvSpPr>
          <p:spPr>
            <a:xfrm>
              <a:off x="6849810" y="194423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0" name="pt14520"/>
            <p:cNvSpPr/>
            <p:nvPr/>
          </p:nvSpPr>
          <p:spPr>
            <a:xfrm>
              <a:off x="5640179" y="2350451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1" name="pt14521"/>
            <p:cNvSpPr/>
            <p:nvPr/>
          </p:nvSpPr>
          <p:spPr>
            <a:xfrm>
              <a:off x="5745282" y="2158002"/>
              <a:ext cx="16849" cy="16849"/>
            </a:xfrm>
            <a:prstGeom prst="ellipse">
              <a:avLst/>
            </a:prstGeom>
            <a:solidFill>
              <a:srgbClr val="55BA70">
                <a:alpha val="45098"/>
              </a:srgbClr>
            </a:solidFill>
            <a:ln w="7363" cap="rnd">
              <a:solidFill>
                <a:srgbClr val="55BA7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2" name="pt14522"/>
            <p:cNvSpPr/>
            <p:nvPr/>
          </p:nvSpPr>
          <p:spPr>
            <a:xfrm>
              <a:off x="5481488" y="2678774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3" name="pt14523"/>
            <p:cNvSpPr/>
            <p:nvPr/>
          </p:nvSpPr>
          <p:spPr>
            <a:xfrm>
              <a:off x="5720191" y="2594681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4" name="pt14524"/>
            <p:cNvSpPr/>
            <p:nvPr/>
          </p:nvSpPr>
          <p:spPr>
            <a:xfrm>
              <a:off x="6259696" y="2404274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5" name="pt14525"/>
            <p:cNvSpPr/>
            <p:nvPr/>
          </p:nvSpPr>
          <p:spPr>
            <a:xfrm>
              <a:off x="6385224" y="2322091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6" name="pt14526"/>
            <p:cNvSpPr/>
            <p:nvPr/>
          </p:nvSpPr>
          <p:spPr>
            <a:xfrm>
              <a:off x="5592029" y="2529146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7" name="pt14527"/>
            <p:cNvSpPr/>
            <p:nvPr/>
          </p:nvSpPr>
          <p:spPr>
            <a:xfrm>
              <a:off x="6303700" y="2004121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8" name="pt14528"/>
            <p:cNvSpPr/>
            <p:nvPr/>
          </p:nvSpPr>
          <p:spPr>
            <a:xfrm>
              <a:off x="6686377" y="207508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9" name="pt14529"/>
            <p:cNvSpPr/>
            <p:nvPr/>
          </p:nvSpPr>
          <p:spPr>
            <a:xfrm>
              <a:off x="5809660" y="2308007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0" name="pt14530"/>
            <p:cNvSpPr/>
            <p:nvPr/>
          </p:nvSpPr>
          <p:spPr>
            <a:xfrm>
              <a:off x="6082354" y="2402672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1" name="pt14531"/>
            <p:cNvSpPr/>
            <p:nvPr/>
          </p:nvSpPr>
          <p:spPr>
            <a:xfrm>
              <a:off x="6727095" y="1901350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2" name="pt14532"/>
            <p:cNvSpPr/>
            <p:nvPr/>
          </p:nvSpPr>
          <p:spPr>
            <a:xfrm>
              <a:off x="5828633" y="2256629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3" name="pt14533"/>
            <p:cNvSpPr/>
            <p:nvPr/>
          </p:nvSpPr>
          <p:spPr>
            <a:xfrm>
              <a:off x="5423293" y="2357581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4" name="pt14534"/>
            <p:cNvSpPr/>
            <p:nvPr/>
          </p:nvSpPr>
          <p:spPr>
            <a:xfrm>
              <a:off x="6359130" y="2216554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5" name="pt14535"/>
            <p:cNvSpPr/>
            <p:nvPr/>
          </p:nvSpPr>
          <p:spPr>
            <a:xfrm>
              <a:off x="5803989" y="212231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6" name="pt14536"/>
            <p:cNvSpPr/>
            <p:nvPr/>
          </p:nvSpPr>
          <p:spPr>
            <a:xfrm>
              <a:off x="6494747" y="2043418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7" name="pt14537"/>
            <p:cNvSpPr/>
            <p:nvPr/>
          </p:nvSpPr>
          <p:spPr>
            <a:xfrm>
              <a:off x="6718831" y="2050928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8" name="pt14538"/>
            <p:cNvSpPr/>
            <p:nvPr/>
          </p:nvSpPr>
          <p:spPr>
            <a:xfrm>
              <a:off x="6347882" y="223400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9" name="pt14539"/>
            <p:cNvSpPr/>
            <p:nvPr/>
          </p:nvSpPr>
          <p:spPr>
            <a:xfrm>
              <a:off x="5947102" y="2074384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0" name="pt14540"/>
            <p:cNvSpPr/>
            <p:nvPr/>
          </p:nvSpPr>
          <p:spPr>
            <a:xfrm>
              <a:off x="5967228" y="2359480"/>
              <a:ext cx="16849" cy="16849"/>
            </a:xfrm>
            <a:prstGeom prst="ellipse">
              <a:avLst/>
            </a:prstGeom>
            <a:solidFill>
              <a:srgbClr val="5ABC6D">
                <a:alpha val="45098"/>
              </a:srgbClr>
            </a:solidFill>
            <a:ln w="7363" cap="rnd">
              <a:solidFill>
                <a:srgbClr val="5A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1" name="pt14541"/>
            <p:cNvSpPr/>
            <p:nvPr/>
          </p:nvSpPr>
          <p:spPr>
            <a:xfrm>
              <a:off x="6396574" y="2055809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2" name="pt14542"/>
            <p:cNvSpPr/>
            <p:nvPr/>
          </p:nvSpPr>
          <p:spPr>
            <a:xfrm>
              <a:off x="5750230" y="221270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3" name="pt14543"/>
            <p:cNvSpPr/>
            <p:nvPr/>
          </p:nvSpPr>
          <p:spPr>
            <a:xfrm>
              <a:off x="6223362" y="227338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4" name="pt14544"/>
            <p:cNvSpPr/>
            <p:nvPr/>
          </p:nvSpPr>
          <p:spPr>
            <a:xfrm>
              <a:off x="6588681" y="2106080"/>
              <a:ext cx="16849" cy="16849"/>
            </a:xfrm>
            <a:prstGeom prst="ellipse">
              <a:avLst/>
            </a:prstGeom>
            <a:solidFill>
              <a:srgbClr val="6FC95C">
                <a:alpha val="45098"/>
              </a:srgbClr>
            </a:solidFill>
            <a:ln w="7363" cap="rnd">
              <a:solidFill>
                <a:srgbClr val="6FC95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5" name="pt14545"/>
            <p:cNvSpPr/>
            <p:nvPr/>
          </p:nvSpPr>
          <p:spPr>
            <a:xfrm>
              <a:off x="6653210" y="2065888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6" name="pt14546"/>
            <p:cNvSpPr/>
            <p:nvPr/>
          </p:nvSpPr>
          <p:spPr>
            <a:xfrm>
              <a:off x="7133967" y="135262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7" name="pt14547"/>
            <p:cNvSpPr/>
            <p:nvPr/>
          </p:nvSpPr>
          <p:spPr>
            <a:xfrm>
              <a:off x="6743548" y="2050740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8" name="pt14548"/>
            <p:cNvSpPr/>
            <p:nvPr/>
          </p:nvSpPr>
          <p:spPr>
            <a:xfrm>
              <a:off x="5546348" y="2485586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9" name="pt14549"/>
            <p:cNvSpPr/>
            <p:nvPr/>
          </p:nvSpPr>
          <p:spPr>
            <a:xfrm>
              <a:off x="7073225" y="1986480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0" name="pt14550"/>
            <p:cNvSpPr/>
            <p:nvPr/>
          </p:nvSpPr>
          <p:spPr>
            <a:xfrm>
              <a:off x="6136651" y="2264149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1" name="pt14551"/>
            <p:cNvSpPr/>
            <p:nvPr/>
          </p:nvSpPr>
          <p:spPr>
            <a:xfrm>
              <a:off x="6211885" y="2254799"/>
              <a:ext cx="16849" cy="16849"/>
            </a:xfrm>
            <a:prstGeom prst="ellipse">
              <a:avLst/>
            </a:prstGeom>
            <a:solidFill>
              <a:srgbClr val="5EBE6A">
                <a:alpha val="45098"/>
              </a:srgbClr>
            </a:solidFill>
            <a:ln w="7363" cap="rnd">
              <a:solidFill>
                <a:srgbClr val="5EBE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2" name="pt14552"/>
            <p:cNvSpPr/>
            <p:nvPr/>
          </p:nvSpPr>
          <p:spPr>
            <a:xfrm>
              <a:off x="6054479" y="2351334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3" name="pt14553"/>
            <p:cNvSpPr/>
            <p:nvPr/>
          </p:nvSpPr>
          <p:spPr>
            <a:xfrm>
              <a:off x="6287551" y="2101725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4" name="pt14554"/>
            <p:cNvSpPr/>
            <p:nvPr/>
          </p:nvSpPr>
          <p:spPr>
            <a:xfrm>
              <a:off x="6049084" y="2398401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5" name="pt14555"/>
            <p:cNvSpPr/>
            <p:nvPr/>
          </p:nvSpPr>
          <p:spPr>
            <a:xfrm>
              <a:off x="6701901" y="1873240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6" name="pt14556"/>
            <p:cNvSpPr/>
            <p:nvPr/>
          </p:nvSpPr>
          <p:spPr>
            <a:xfrm>
              <a:off x="6116392" y="2124023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7" name="pt14557"/>
            <p:cNvSpPr/>
            <p:nvPr/>
          </p:nvSpPr>
          <p:spPr>
            <a:xfrm>
              <a:off x="5908369" y="2040208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8" name="pt14558"/>
            <p:cNvSpPr/>
            <p:nvPr/>
          </p:nvSpPr>
          <p:spPr>
            <a:xfrm>
              <a:off x="6154657" y="236552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9" name="pt14559"/>
            <p:cNvSpPr/>
            <p:nvPr/>
          </p:nvSpPr>
          <p:spPr>
            <a:xfrm>
              <a:off x="6108732" y="2217593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0" name="pt14560"/>
            <p:cNvSpPr/>
            <p:nvPr/>
          </p:nvSpPr>
          <p:spPr>
            <a:xfrm>
              <a:off x="6000787" y="2512309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1" name="pt14561"/>
            <p:cNvSpPr/>
            <p:nvPr/>
          </p:nvSpPr>
          <p:spPr>
            <a:xfrm>
              <a:off x="6413365" y="2113755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2" name="pt14562"/>
            <p:cNvSpPr/>
            <p:nvPr/>
          </p:nvSpPr>
          <p:spPr>
            <a:xfrm>
              <a:off x="6603185" y="2083817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3" name="pt14563"/>
            <p:cNvSpPr/>
            <p:nvPr/>
          </p:nvSpPr>
          <p:spPr>
            <a:xfrm>
              <a:off x="6037407" y="2289104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4" name="pt14564"/>
            <p:cNvSpPr/>
            <p:nvPr/>
          </p:nvSpPr>
          <p:spPr>
            <a:xfrm>
              <a:off x="5795597" y="2140028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5" name="pt14565"/>
            <p:cNvSpPr/>
            <p:nvPr/>
          </p:nvSpPr>
          <p:spPr>
            <a:xfrm>
              <a:off x="6250377" y="225782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6" name="pt14566"/>
            <p:cNvSpPr/>
            <p:nvPr/>
          </p:nvSpPr>
          <p:spPr>
            <a:xfrm>
              <a:off x="6558066" y="2062114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7" name="pt14567"/>
            <p:cNvSpPr/>
            <p:nvPr/>
          </p:nvSpPr>
          <p:spPr>
            <a:xfrm>
              <a:off x="6906318" y="2066481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8" name="pt14568"/>
            <p:cNvSpPr/>
            <p:nvPr/>
          </p:nvSpPr>
          <p:spPr>
            <a:xfrm>
              <a:off x="5948794" y="2023098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9" name="pt14569"/>
            <p:cNvSpPr/>
            <p:nvPr/>
          </p:nvSpPr>
          <p:spPr>
            <a:xfrm>
              <a:off x="6034503" y="212140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0" name="pt14570"/>
            <p:cNvSpPr/>
            <p:nvPr/>
          </p:nvSpPr>
          <p:spPr>
            <a:xfrm>
              <a:off x="6162590" y="2312070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1" name="pt14571"/>
            <p:cNvSpPr/>
            <p:nvPr/>
          </p:nvSpPr>
          <p:spPr>
            <a:xfrm>
              <a:off x="6747922" y="2229548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2" name="pt14572"/>
            <p:cNvSpPr/>
            <p:nvPr/>
          </p:nvSpPr>
          <p:spPr>
            <a:xfrm>
              <a:off x="6420081" y="2223890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3" name="pt14573"/>
            <p:cNvSpPr/>
            <p:nvPr/>
          </p:nvSpPr>
          <p:spPr>
            <a:xfrm>
              <a:off x="6021504" y="197226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4" name="pt14574"/>
            <p:cNvSpPr/>
            <p:nvPr/>
          </p:nvSpPr>
          <p:spPr>
            <a:xfrm>
              <a:off x="5679081" y="2408649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5" name="pt14575"/>
            <p:cNvSpPr/>
            <p:nvPr/>
          </p:nvSpPr>
          <p:spPr>
            <a:xfrm>
              <a:off x="6240534" y="226440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6" name="pt14576"/>
            <p:cNvSpPr/>
            <p:nvPr/>
          </p:nvSpPr>
          <p:spPr>
            <a:xfrm>
              <a:off x="5860237" y="2151527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7" name="pt14577"/>
            <p:cNvSpPr/>
            <p:nvPr/>
          </p:nvSpPr>
          <p:spPr>
            <a:xfrm>
              <a:off x="6486393" y="2068929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8" name="pt14578"/>
            <p:cNvSpPr/>
            <p:nvPr/>
          </p:nvSpPr>
          <p:spPr>
            <a:xfrm>
              <a:off x="6183019" y="2228965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9" name="pt14579"/>
            <p:cNvSpPr/>
            <p:nvPr/>
          </p:nvSpPr>
          <p:spPr>
            <a:xfrm>
              <a:off x="6384934" y="2293422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0" name="pt14580"/>
            <p:cNvSpPr/>
            <p:nvPr/>
          </p:nvSpPr>
          <p:spPr>
            <a:xfrm>
              <a:off x="5623438" y="228128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1" name="pt14581"/>
            <p:cNvSpPr/>
            <p:nvPr/>
          </p:nvSpPr>
          <p:spPr>
            <a:xfrm>
              <a:off x="5577447" y="2431213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2" name="pt14582"/>
            <p:cNvSpPr/>
            <p:nvPr/>
          </p:nvSpPr>
          <p:spPr>
            <a:xfrm>
              <a:off x="5595098" y="2324916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3" name="pt14583"/>
            <p:cNvSpPr/>
            <p:nvPr/>
          </p:nvSpPr>
          <p:spPr>
            <a:xfrm>
              <a:off x="5623491" y="2324218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4" name="pt14584"/>
            <p:cNvSpPr/>
            <p:nvPr/>
          </p:nvSpPr>
          <p:spPr>
            <a:xfrm>
              <a:off x="6092277" y="228564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5" name="pt14585"/>
            <p:cNvSpPr/>
            <p:nvPr/>
          </p:nvSpPr>
          <p:spPr>
            <a:xfrm>
              <a:off x="6838875" y="1922523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6" name="pt14586"/>
            <p:cNvSpPr/>
            <p:nvPr/>
          </p:nvSpPr>
          <p:spPr>
            <a:xfrm>
              <a:off x="6499939" y="225043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7" name="pt14587"/>
            <p:cNvSpPr/>
            <p:nvPr/>
          </p:nvSpPr>
          <p:spPr>
            <a:xfrm>
              <a:off x="6179183" y="2035102"/>
              <a:ext cx="16849" cy="16849"/>
            </a:xfrm>
            <a:prstGeom prst="ellipse">
              <a:avLst/>
            </a:prstGeom>
            <a:solidFill>
              <a:srgbClr val="6EC85E">
                <a:alpha val="45098"/>
              </a:srgbClr>
            </a:solidFill>
            <a:ln w="7363" cap="rnd">
              <a:solidFill>
                <a:srgbClr val="6EC85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8" name="pt14588"/>
            <p:cNvSpPr/>
            <p:nvPr/>
          </p:nvSpPr>
          <p:spPr>
            <a:xfrm>
              <a:off x="5648176" y="2403514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9" name="pt14589"/>
            <p:cNvSpPr/>
            <p:nvPr/>
          </p:nvSpPr>
          <p:spPr>
            <a:xfrm>
              <a:off x="5311495" y="2004620"/>
              <a:ext cx="16849" cy="16849"/>
            </a:xfrm>
            <a:prstGeom prst="ellipse">
              <a:avLst/>
            </a:prstGeom>
            <a:solidFill>
              <a:srgbClr val="5EBE6A">
                <a:alpha val="45098"/>
              </a:srgbClr>
            </a:solidFill>
            <a:ln w="7363" cap="rnd">
              <a:solidFill>
                <a:srgbClr val="5EBE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0" name="pt14590"/>
            <p:cNvSpPr/>
            <p:nvPr/>
          </p:nvSpPr>
          <p:spPr>
            <a:xfrm>
              <a:off x="6742382" y="2062959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1" name="pt14591"/>
            <p:cNvSpPr/>
            <p:nvPr/>
          </p:nvSpPr>
          <p:spPr>
            <a:xfrm>
              <a:off x="6164366" y="2270140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2" name="pt14592"/>
            <p:cNvSpPr/>
            <p:nvPr/>
          </p:nvSpPr>
          <p:spPr>
            <a:xfrm>
              <a:off x="6451477" y="1899883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3" name="pt14593"/>
            <p:cNvSpPr/>
            <p:nvPr/>
          </p:nvSpPr>
          <p:spPr>
            <a:xfrm>
              <a:off x="6284057" y="2176834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4" name="pt14594"/>
            <p:cNvSpPr/>
            <p:nvPr/>
          </p:nvSpPr>
          <p:spPr>
            <a:xfrm>
              <a:off x="5540621" y="2165146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5" name="pt14595"/>
            <p:cNvSpPr/>
            <p:nvPr/>
          </p:nvSpPr>
          <p:spPr>
            <a:xfrm>
              <a:off x="5705340" y="240939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6" name="pt14596"/>
            <p:cNvSpPr/>
            <p:nvPr/>
          </p:nvSpPr>
          <p:spPr>
            <a:xfrm>
              <a:off x="5774197" y="2114350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7" name="pt14597"/>
            <p:cNvSpPr/>
            <p:nvPr/>
          </p:nvSpPr>
          <p:spPr>
            <a:xfrm>
              <a:off x="6944219" y="1842363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8" name="pt14598"/>
            <p:cNvSpPr/>
            <p:nvPr/>
          </p:nvSpPr>
          <p:spPr>
            <a:xfrm>
              <a:off x="4809927" y="2672188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9" name="pt14599"/>
            <p:cNvSpPr/>
            <p:nvPr/>
          </p:nvSpPr>
          <p:spPr>
            <a:xfrm>
              <a:off x="6738297" y="2012871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0" name="pt14600"/>
            <p:cNvSpPr/>
            <p:nvPr/>
          </p:nvSpPr>
          <p:spPr>
            <a:xfrm>
              <a:off x="6400467" y="2125201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1" name="pt14601"/>
            <p:cNvSpPr/>
            <p:nvPr/>
          </p:nvSpPr>
          <p:spPr>
            <a:xfrm>
              <a:off x="6226599" y="2224051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2" name="pt14602"/>
            <p:cNvSpPr/>
            <p:nvPr/>
          </p:nvSpPr>
          <p:spPr>
            <a:xfrm>
              <a:off x="5741902" y="1829488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3" name="pt14603"/>
            <p:cNvSpPr/>
            <p:nvPr/>
          </p:nvSpPr>
          <p:spPr>
            <a:xfrm>
              <a:off x="6647289" y="2137620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4" name="pt14604"/>
            <p:cNvSpPr/>
            <p:nvPr/>
          </p:nvSpPr>
          <p:spPr>
            <a:xfrm>
              <a:off x="6230333" y="228176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5" name="pt14605"/>
            <p:cNvSpPr/>
            <p:nvPr/>
          </p:nvSpPr>
          <p:spPr>
            <a:xfrm>
              <a:off x="7104488" y="1227632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6" name="pt14606"/>
            <p:cNvSpPr/>
            <p:nvPr/>
          </p:nvSpPr>
          <p:spPr>
            <a:xfrm>
              <a:off x="6057217" y="2287034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7" name="pt14607"/>
            <p:cNvSpPr/>
            <p:nvPr/>
          </p:nvSpPr>
          <p:spPr>
            <a:xfrm>
              <a:off x="6135737" y="235182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8" name="pt14608"/>
            <p:cNvSpPr/>
            <p:nvPr/>
          </p:nvSpPr>
          <p:spPr>
            <a:xfrm>
              <a:off x="6302615" y="2111175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9" name="pt14609"/>
            <p:cNvSpPr/>
            <p:nvPr/>
          </p:nvSpPr>
          <p:spPr>
            <a:xfrm>
              <a:off x="5528712" y="231111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0" name="pt14610"/>
            <p:cNvSpPr/>
            <p:nvPr/>
          </p:nvSpPr>
          <p:spPr>
            <a:xfrm>
              <a:off x="5915303" y="2084499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1" name="pt14611"/>
            <p:cNvSpPr/>
            <p:nvPr/>
          </p:nvSpPr>
          <p:spPr>
            <a:xfrm>
              <a:off x="5644834" y="2235038"/>
              <a:ext cx="16849" cy="16849"/>
            </a:xfrm>
            <a:prstGeom prst="ellipse">
              <a:avLst/>
            </a:prstGeom>
            <a:solidFill>
              <a:srgbClr val="DCE236">
                <a:alpha val="45098"/>
              </a:srgbClr>
            </a:solidFill>
            <a:ln w="7363" cap="rnd">
              <a:solidFill>
                <a:srgbClr val="DCE23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2" name="pt14612"/>
            <p:cNvSpPr/>
            <p:nvPr/>
          </p:nvSpPr>
          <p:spPr>
            <a:xfrm>
              <a:off x="6283226" y="223113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3" name="pt14613"/>
            <p:cNvSpPr/>
            <p:nvPr/>
          </p:nvSpPr>
          <p:spPr>
            <a:xfrm>
              <a:off x="6295932" y="215464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4" name="pt14614"/>
            <p:cNvSpPr/>
            <p:nvPr/>
          </p:nvSpPr>
          <p:spPr>
            <a:xfrm>
              <a:off x="6873993" y="1837447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5" name="pt14615"/>
            <p:cNvSpPr/>
            <p:nvPr/>
          </p:nvSpPr>
          <p:spPr>
            <a:xfrm>
              <a:off x="6287203" y="2079483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6" name="pt14616"/>
            <p:cNvSpPr/>
            <p:nvPr/>
          </p:nvSpPr>
          <p:spPr>
            <a:xfrm>
              <a:off x="6566998" y="233994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7" name="pt14617"/>
            <p:cNvSpPr/>
            <p:nvPr/>
          </p:nvSpPr>
          <p:spPr>
            <a:xfrm>
              <a:off x="5701901" y="2450549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8" name="pt14618"/>
            <p:cNvSpPr/>
            <p:nvPr/>
          </p:nvSpPr>
          <p:spPr>
            <a:xfrm>
              <a:off x="6529845" y="2256784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9" name="pt14619"/>
            <p:cNvSpPr/>
            <p:nvPr/>
          </p:nvSpPr>
          <p:spPr>
            <a:xfrm>
              <a:off x="5689935" y="240186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0" name="pt14620"/>
            <p:cNvSpPr/>
            <p:nvPr/>
          </p:nvSpPr>
          <p:spPr>
            <a:xfrm>
              <a:off x="6846459" y="1733740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1" name="pt14621"/>
            <p:cNvSpPr/>
            <p:nvPr/>
          </p:nvSpPr>
          <p:spPr>
            <a:xfrm>
              <a:off x="5853919" y="2032808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2" name="pt14622"/>
            <p:cNvSpPr/>
            <p:nvPr/>
          </p:nvSpPr>
          <p:spPr>
            <a:xfrm>
              <a:off x="6401097" y="2103549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3" name="pt14623"/>
            <p:cNvSpPr/>
            <p:nvPr/>
          </p:nvSpPr>
          <p:spPr>
            <a:xfrm>
              <a:off x="6115119" y="2136746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4" name="pt14624"/>
            <p:cNvSpPr/>
            <p:nvPr/>
          </p:nvSpPr>
          <p:spPr>
            <a:xfrm>
              <a:off x="5896801" y="2194270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5" name="pt14625"/>
            <p:cNvSpPr/>
            <p:nvPr/>
          </p:nvSpPr>
          <p:spPr>
            <a:xfrm>
              <a:off x="6701764" y="1986355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6" name="pt14626"/>
            <p:cNvSpPr/>
            <p:nvPr/>
          </p:nvSpPr>
          <p:spPr>
            <a:xfrm>
              <a:off x="6908711" y="1859357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7" name="pt14627"/>
            <p:cNvSpPr/>
            <p:nvPr/>
          </p:nvSpPr>
          <p:spPr>
            <a:xfrm>
              <a:off x="6115110" y="2249229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8" name="pt14628"/>
            <p:cNvSpPr/>
            <p:nvPr/>
          </p:nvSpPr>
          <p:spPr>
            <a:xfrm>
              <a:off x="6475268" y="2103890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9" name="pt14629"/>
            <p:cNvSpPr/>
            <p:nvPr/>
          </p:nvSpPr>
          <p:spPr>
            <a:xfrm>
              <a:off x="6319307" y="225511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0" name="pt14630"/>
            <p:cNvSpPr/>
            <p:nvPr/>
          </p:nvSpPr>
          <p:spPr>
            <a:xfrm>
              <a:off x="6958475" y="1956120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1" name="pt14631"/>
            <p:cNvSpPr/>
            <p:nvPr/>
          </p:nvSpPr>
          <p:spPr>
            <a:xfrm>
              <a:off x="6165542" y="2292857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2" name="pt14632"/>
            <p:cNvSpPr/>
            <p:nvPr/>
          </p:nvSpPr>
          <p:spPr>
            <a:xfrm>
              <a:off x="6347838" y="2139658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3" name="pt14633"/>
            <p:cNvSpPr/>
            <p:nvPr/>
          </p:nvSpPr>
          <p:spPr>
            <a:xfrm>
              <a:off x="6037420" y="216681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4" name="pt14634"/>
            <p:cNvSpPr/>
            <p:nvPr/>
          </p:nvSpPr>
          <p:spPr>
            <a:xfrm>
              <a:off x="6658240" y="2108443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5" name="pt14635"/>
            <p:cNvSpPr/>
            <p:nvPr/>
          </p:nvSpPr>
          <p:spPr>
            <a:xfrm>
              <a:off x="5178014" y="2487608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6" name="pt14636"/>
            <p:cNvSpPr/>
            <p:nvPr/>
          </p:nvSpPr>
          <p:spPr>
            <a:xfrm>
              <a:off x="6436925" y="200439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7" name="pt14637"/>
            <p:cNvSpPr/>
            <p:nvPr/>
          </p:nvSpPr>
          <p:spPr>
            <a:xfrm>
              <a:off x="5720696" y="2351263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8" name="pt14638"/>
            <p:cNvSpPr/>
            <p:nvPr/>
          </p:nvSpPr>
          <p:spPr>
            <a:xfrm>
              <a:off x="6925001" y="1758371"/>
              <a:ext cx="16849" cy="16849"/>
            </a:xfrm>
            <a:prstGeom prst="ellipse">
              <a:avLst/>
            </a:prstGeom>
            <a:solidFill>
              <a:srgbClr val="2C898B">
                <a:alpha val="45098"/>
              </a:srgbClr>
            </a:solidFill>
            <a:ln w="7363" cap="rnd">
              <a:solidFill>
                <a:srgbClr val="2C89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9" name="pt14639"/>
            <p:cNvSpPr/>
            <p:nvPr/>
          </p:nvSpPr>
          <p:spPr>
            <a:xfrm>
              <a:off x="6151071" y="2151148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0" name="pt14640"/>
            <p:cNvSpPr/>
            <p:nvPr/>
          </p:nvSpPr>
          <p:spPr>
            <a:xfrm>
              <a:off x="6206966" y="2311845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1" name="pt14641"/>
            <p:cNvSpPr/>
            <p:nvPr/>
          </p:nvSpPr>
          <p:spPr>
            <a:xfrm>
              <a:off x="6310375" y="239499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2" name="pt14642"/>
            <p:cNvSpPr/>
            <p:nvPr/>
          </p:nvSpPr>
          <p:spPr>
            <a:xfrm>
              <a:off x="5062645" y="284226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3" name="pt14643"/>
            <p:cNvSpPr/>
            <p:nvPr/>
          </p:nvSpPr>
          <p:spPr>
            <a:xfrm>
              <a:off x="5736180" y="2117779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4" name="pt14644"/>
            <p:cNvSpPr/>
            <p:nvPr/>
          </p:nvSpPr>
          <p:spPr>
            <a:xfrm>
              <a:off x="6273696" y="224419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5" name="pt14645"/>
            <p:cNvSpPr/>
            <p:nvPr/>
          </p:nvSpPr>
          <p:spPr>
            <a:xfrm>
              <a:off x="6810818" y="186751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6" name="pt14646"/>
            <p:cNvSpPr/>
            <p:nvPr/>
          </p:nvSpPr>
          <p:spPr>
            <a:xfrm>
              <a:off x="6732224" y="2030028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7" name="pt14647"/>
            <p:cNvSpPr/>
            <p:nvPr/>
          </p:nvSpPr>
          <p:spPr>
            <a:xfrm>
              <a:off x="5497912" y="2325037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8" name="pt14648"/>
            <p:cNvSpPr/>
            <p:nvPr/>
          </p:nvSpPr>
          <p:spPr>
            <a:xfrm>
              <a:off x="6119820" y="219113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9" name="pt14649"/>
            <p:cNvSpPr/>
            <p:nvPr/>
          </p:nvSpPr>
          <p:spPr>
            <a:xfrm>
              <a:off x="6200973" y="205167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0" name="pt14650"/>
            <p:cNvSpPr/>
            <p:nvPr/>
          </p:nvSpPr>
          <p:spPr>
            <a:xfrm>
              <a:off x="4861854" y="2726861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1" name="pt14651"/>
            <p:cNvSpPr/>
            <p:nvPr/>
          </p:nvSpPr>
          <p:spPr>
            <a:xfrm>
              <a:off x="5500419" y="249907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2" name="pt14652"/>
            <p:cNvSpPr/>
            <p:nvPr/>
          </p:nvSpPr>
          <p:spPr>
            <a:xfrm>
              <a:off x="5896202" y="207988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3" name="pt14653"/>
            <p:cNvSpPr/>
            <p:nvPr/>
          </p:nvSpPr>
          <p:spPr>
            <a:xfrm>
              <a:off x="6647025" y="2164073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4" name="pt14654"/>
            <p:cNvSpPr/>
            <p:nvPr/>
          </p:nvSpPr>
          <p:spPr>
            <a:xfrm>
              <a:off x="6417915" y="2159406"/>
              <a:ext cx="16849" cy="16849"/>
            </a:xfrm>
            <a:prstGeom prst="ellipse">
              <a:avLst/>
            </a:prstGeom>
            <a:solidFill>
              <a:srgbClr val="5EBE6A">
                <a:alpha val="45098"/>
              </a:srgbClr>
            </a:solidFill>
            <a:ln w="7363" cap="rnd">
              <a:solidFill>
                <a:srgbClr val="5EBE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5" name="pt14655"/>
            <p:cNvSpPr/>
            <p:nvPr/>
          </p:nvSpPr>
          <p:spPr>
            <a:xfrm>
              <a:off x="6102335" y="2215733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6" name="pt14656"/>
            <p:cNvSpPr/>
            <p:nvPr/>
          </p:nvSpPr>
          <p:spPr>
            <a:xfrm>
              <a:off x="6323993" y="2264590"/>
              <a:ext cx="16849" cy="16849"/>
            </a:xfrm>
            <a:prstGeom prst="ellipse">
              <a:avLst/>
            </a:prstGeom>
            <a:solidFill>
              <a:srgbClr val="336E8D">
                <a:alpha val="45098"/>
              </a:srgbClr>
            </a:solidFill>
            <a:ln w="7363" cap="rnd">
              <a:solidFill>
                <a:srgbClr val="336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7" name="pt14657"/>
            <p:cNvSpPr/>
            <p:nvPr/>
          </p:nvSpPr>
          <p:spPr>
            <a:xfrm>
              <a:off x="5472386" y="2295751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8" name="pt14658"/>
            <p:cNvSpPr/>
            <p:nvPr/>
          </p:nvSpPr>
          <p:spPr>
            <a:xfrm>
              <a:off x="5732719" y="2006714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9" name="pt14659"/>
            <p:cNvSpPr/>
            <p:nvPr/>
          </p:nvSpPr>
          <p:spPr>
            <a:xfrm>
              <a:off x="5390426" y="206871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0" name="pt14660"/>
            <p:cNvSpPr/>
            <p:nvPr/>
          </p:nvSpPr>
          <p:spPr>
            <a:xfrm>
              <a:off x="5498115" y="2292559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1" name="pt14661"/>
            <p:cNvSpPr/>
            <p:nvPr/>
          </p:nvSpPr>
          <p:spPr>
            <a:xfrm>
              <a:off x="6672894" y="2122003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2" name="pt14662"/>
            <p:cNvSpPr/>
            <p:nvPr/>
          </p:nvSpPr>
          <p:spPr>
            <a:xfrm>
              <a:off x="5495326" y="2525182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3" name="pt14663"/>
            <p:cNvSpPr/>
            <p:nvPr/>
          </p:nvSpPr>
          <p:spPr>
            <a:xfrm>
              <a:off x="7067648" y="1618937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4" name="pt14664"/>
            <p:cNvSpPr/>
            <p:nvPr/>
          </p:nvSpPr>
          <p:spPr>
            <a:xfrm>
              <a:off x="5138358" y="2388468"/>
              <a:ext cx="16849" cy="16849"/>
            </a:xfrm>
            <a:prstGeom prst="ellipse">
              <a:avLst/>
            </a:prstGeom>
            <a:solidFill>
              <a:srgbClr val="2A9488">
                <a:alpha val="45098"/>
              </a:srgbClr>
            </a:solidFill>
            <a:ln w="7363" cap="rnd">
              <a:solidFill>
                <a:srgbClr val="2A94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5" name="pt14665"/>
            <p:cNvSpPr/>
            <p:nvPr/>
          </p:nvSpPr>
          <p:spPr>
            <a:xfrm>
              <a:off x="6427871" y="2247470"/>
              <a:ext cx="16849" cy="16849"/>
            </a:xfrm>
            <a:prstGeom prst="ellipse">
              <a:avLst/>
            </a:prstGeom>
            <a:solidFill>
              <a:srgbClr val="DCE236">
                <a:alpha val="45098"/>
              </a:srgbClr>
            </a:solidFill>
            <a:ln w="7363" cap="rnd">
              <a:solidFill>
                <a:srgbClr val="DCE23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6" name="pt14666"/>
            <p:cNvSpPr/>
            <p:nvPr/>
          </p:nvSpPr>
          <p:spPr>
            <a:xfrm>
              <a:off x="5986205" y="219049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7" name="pt14667"/>
            <p:cNvSpPr/>
            <p:nvPr/>
          </p:nvSpPr>
          <p:spPr>
            <a:xfrm>
              <a:off x="6922450" y="192723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8" name="pt14668"/>
            <p:cNvSpPr/>
            <p:nvPr/>
          </p:nvSpPr>
          <p:spPr>
            <a:xfrm>
              <a:off x="6103074" y="2133144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9" name="pt14669"/>
            <p:cNvSpPr/>
            <p:nvPr/>
          </p:nvSpPr>
          <p:spPr>
            <a:xfrm>
              <a:off x="5537053" y="2103237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0" name="pt14670"/>
            <p:cNvSpPr/>
            <p:nvPr/>
          </p:nvSpPr>
          <p:spPr>
            <a:xfrm>
              <a:off x="6209035" y="223625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1" name="pt14671"/>
            <p:cNvSpPr/>
            <p:nvPr/>
          </p:nvSpPr>
          <p:spPr>
            <a:xfrm>
              <a:off x="6323434" y="217107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2" name="pt14672"/>
            <p:cNvSpPr/>
            <p:nvPr/>
          </p:nvSpPr>
          <p:spPr>
            <a:xfrm>
              <a:off x="6148812" y="2303998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3" name="pt14673"/>
            <p:cNvSpPr/>
            <p:nvPr/>
          </p:nvSpPr>
          <p:spPr>
            <a:xfrm>
              <a:off x="6845518" y="1852011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4" name="pt14674"/>
            <p:cNvSpPr/>
            <p:nvPr/>
          </p:nvSpPr>
          <p:spPr>
            <a:xfrm>
              <a:off x="6334675" y="2260143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5" name="pt14675"/>
            <p:cNvSpPr/>
            <p:nvPr/>
          </p:nvSpPr>
          <p:spPr>
            <a:xfrm>
              <a:off x="6200317" y="1973551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6" name="pt14676"/>
            <p:cNvSpPr/>
            <p:nvPr/>
          </p:nvSpPr>
          <p:spPr>
            <a:xfrm>
              <a:off x="6653204" y="2158792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7" name="pt14677"/>
            <p:cNvSpPr/>
            <p:nvPr/>
          </p:nvSpPr>
          <p:spPr>
            <a:xfrm>
              <a:off x="6524949" y="2113624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8" name="pt14678"/>
            <p:cNvSpPr/>
            <p:nvPr/>
          </p:nvSpPr>
          <p:spPr>
            <a:xfrm>
              <a:off x="5861403" y="1928604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9" name="pt14679"/>
            <p:cNvSpPr/>
            <p:nvPr/>
          </p:nvSpPr>
          <p:spPr>
            <a:xfrm>
              <a:off x="5859813" y="2084401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0" name="pt14680"/>
            <p:cNvSpPr/>
            <p:nvPr/>
          </p:nvSpPr>
          <p:spPr>
            <a:xfrm>
              <a:off x="5946606" y="2093554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1" name="pt14681"/>
            <p:cNvSpPr/>
            <p:nvPr/>
          </p:nvSpPr>
          <p:spPr>
            <a:xfrm>
              <a:off x="5905923" y="2181550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2" name="pt14682"/>
            <p:cNvSpPr/>
            <p:nvPr/>
          </p:nvSpPr>
          <p:spPr>
            <a:xfrm>
              <a:off x="6349923" y="2128742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3" name="pt14683"/>
            <p:cNvSpPr/>
            <p:nvPr/>
          </p:nvSpPr>
          <p:spPr>
            <a:xfrm>
              <a:off x="6032512" y="211169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4" name="pt14684"/>
            <p:cNvSpPr/>
            <p:nvPr/>
          </p:nvSpPr>
          <p:spPr>
            <a:xfrm>
              <a:off x="6142546" y="2257549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5" name="pt14685"/>
            <p:cNvSpPr/>
            <p:nvPr/>
          </p:nvSpPr>
          <p:spPr>
            <a:xfrm>
              <a:off x="6841161" y="1920538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6" name="pt14686"/>
            <p:cNvSpPr/>
            <p:nvPr/>
          </p:nvSpPr>
          <p:spPr>
            <a:xfrm>
              <a:off x="6443397" y="1904128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7" name="pt14687"/>
            <p:cNvSpPr/>
            <p:nvPr/>
          </p:nvSpPr>
          <p:spPr>
            <a:xfrm>
              <a:off x="5136619" y="2286563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8" name="pt14688"/>
            <p:cNvSpPr/>
            <p:nvPr/>
          </p:nvSpPr>
          <p:spPr>
            <a:xfrm>
              <a:off x="5877384" y="2141659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9" name="pt14689"/>
            <p:cNvSpPr/>
            <p:nvPr/>
          </p:nvSpPr>
          <p:spPr>
            <a:xfrm>
              <a:off x="6286314" y="2210251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0" name="pt14690"/>
            <p:cNvSpPr/>
            <p:nvPr/>
          </p:nvSpPr>
          <p:spPr>
            <a:xfrm>
              <a:off x="6121848" y="237544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1" name="pt14691"/>
            <p:cNvSpPr/>
            <p:nvPr/>
          </p:nvSpPr>
          <p:spPr>
            <a:xfrm>
              <a:off x="6471065" y="2012089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2" name="pt14692"/>
            <p:cNvSpPr/>
            <p:nvPr/>
          </p:nvSpPr>
          <p:spPr>
            <a:xfrm>
              <a:off x="6227258" y="2325103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3" name="pt14693"/>
            <p:cNvSpPr/>
            <p:nvPr/>
          </p:nvSpPr>
          <p:spPr>
            <a:xfrm>
              <a:off x="6688007" y="2057267"/>
              <a:ext cx="16849" cy="16849"/>
            </a:xfrm>
            <a:prstGeom prst="ellipse">
              <a:avLst/>
            </a:prstGeom>
            <a:solidFill>
              <a:srgbClr val="71CB5A">
                <a:alpha val="45098"/>
              </a:srgbClr>
            </a:solidFill>
            <a:ln w="7363" cap="rnd">
              <a:solidFill>
                <a:srgbClr val="71CB5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4" name="pt14694"/>
            <p:cNvSpPr/>
            <p:nvPr/>
          </p:nvSpPr>
          <p:spPr>
            <a:xfrm>
              <a:off x="5761111" y="2122205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5" name="pt14695"/>
            <p:cNvSpPr/>
            <p:nvPr/>
          </p:nvSpPr>
          <p:spPr>
            <a:xfrm>
              <a:off x="6909471" y="1626741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6" name="pt14696"/>
            <p:cNvSpPr/>
            <p:nvPr/>
          </p:nvSpPr>
          <p:spPr>
            <a:xfrm>
              <a:off x="6225982" y="2333360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7" name="pt14697"/>
            <p:cNvSpPr/>
            <p:nvPr/>
          </p:nvSpPr>
          <p:spPr>
            <a:xfrm>
              <a:off x="5868930" y="2098937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8" name="pt14698"/>
            <p:cNvSpPr/>
            <p:nvPr/>
          </p:nvSpPr>
          <p:spPr>
            <a:xfrm>
              <a:off x="6508646" y="2055536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9" name="pt14699"/>
            <p:cNvSpPr/>
            <p:nvPr/>
          </p:nvSpPr>
          <p:spPr>
            <a:xfrm>
              <a:off x="6090122" y="2240375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0" name="pt14700"/>
            <p:cNvSpPr/>
            <p:nvPr/>
          </p:nvSpPr>
          <p:spPr>
            <a:xfrm>
              <a:off x="6059689" y="239129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1" name="pt14701"/>
            <p:cNvSpPr/>
            <p:nvPr/>
          </p:nvSpPr>
          <p:spPr>
            <a:xfrm>
              <a:off x="5990848" y="238721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2" name="pt14702"/>
            <p:cNvSpPr/>
            <p:nvPr/>
          </p:nvSpPr>
          <p:spPr>
            <a:xfrm>
              <a:off x="5935427" y="2082652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3" name="pt14703"/>
            <p:cNvSpPr/>
            <p:nvPr/>
          </p:nvSpPr>
          <p:spPr>
            <a:xfrm>
              <a:off x="6269268" y="2386618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4" name="pt14704"/>
            <p:cNvSpPr/>
            <p:nvPr/>
          </p:nvSpPr>
          <p:spPr>
            <a:xfrm>
              <a:off x="7112774" y="146148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5" name="pt14705"/>
            <p:cNvSpPr/>
            <p:nvPr/>
          </p:nvSpPr>
          <p:spPr>
            <a:xfrm>
              <a:off x="5916972" y="194041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6" name="pt14706"/>
            <p:cNvSpPr/>
            <p:nvPr/>
          </p:nvSpPr>
          <p:spPr>
            <a:xfrm>
              <a:off x="6000107" y="2585332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7" name="pt14707"/>
            <p:cNvSpPr/>
            <p:nvPr/>
          </p:nvSpPr>
          <p:spPr>
            <a:xfrm>
              <a:off x="6556644" y="2115999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8" name="pt14708"/>
            <p:cNvSpPr/>
            <p:nvPr/>
          </p:nvSpPr>
          <p:spPr>
            <a:xfrm>
              <a:off x="6362424" y="2253186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9" name="pt14709"/>
            <p:cNvSpPr/>
            <p:nvPr/>
          </p:nvSpPr>
          <p:spPr>
            <a:xfrm>
              <a:off x="7309509" y="1774507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0" name="pt14710"/>
            <p:cNvSpPr/>
            <p:nvPr/>
          </p:nvSpPr>
          <p:spPr>
            <a:xfrm>
              <a:off x="6448972" y="2046143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1" name="pt14711"/>
            <p:cNvSpPr/>
            <p:nvPr/>
          </p:nvSpPr>
          <p:spPr>
            <a:xfrm>
              <a:off x="6290113" y="1944792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2" name="pt14712"/>
            <p:cNvSpPr/>
            <p:nvPr/>
          </p:nvSpPr>
          <p:spPr>
            <a:xfrm>
              <a:off x="6581627" y="220227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3" name="pt14713"/>
            <p:cNvSpPr/>
            <p:nvPr/>
          </p:nvSpPr>
          <p:spPr>
            <a:xfrm>
              <a:off x="5515136" y="2496462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4" name="pt14714"/>
            <p:cNvSpPr/>
            <p:nvPr/>
          </p:nvSpPr>
          <p:spPr>
            <a:xfrm>
              <a:off x="6890572" y="1812060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5" name="pt14715"/>
            <p:cNvSpPr/>
            <p:nvPr/>
          </p:nvSpPr>
          <p:spPr>
            <a:xfrm>
              <a:off x="7174153" y="1402477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6" name="pt14716"/>
            <p:cNvSpPr/>
            <p:nvPr/>
          </p:nvSpPr>
          <p:spPr>
            <a:xfrm>
              <a:off x="6344820" y="2198104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7" name="pt14717"/>
            <p:cNvSpPr/>
            <p:nvPr/>
          </p:nvSpPr>
          <p:spPr>
            <a:xfrm>
              <a:off x="5860889" y="188691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8" name="pt14718"/>
            <p:cNvSpPr/>
            <p:nvPr/>
          </p:nvSpPr>
          <p:spPr>
            <a:xfrm>
              <a:off x="5749287" y="2162250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9" name="pt14719"/>
            <p:cNvSpPr/>
            <p:nvPr/>
          </p:nvSpPr>
          <p:spPr>
            <a:xfrm>
              <a:off x="6496572" y="2084217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0" name="pt14720"/>
            <p:cNvSpPr/>
            <p:nvPr/>
          </p:nvSpPr>
          <p:spPr>
            <a:xfrm>
              <a:off x="6151517" y="2331436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1" name="pt14721"/>
            <p:cNvSpPr/>
            <p:nvPr/>
          </p:nvSpPr>
          <p:spPr>
            <a:xfrm>
              <a:off x="6300474" y="1902755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2" name="pt14722"/>
            <p:cNvSpPr/>
            <p:nvPr/>
          </p:nvSpPr>
          <p:spPr>
            <a:xfrm>
              <a:off x="6062088" y="2442035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3" name="pt14723"/>
            <p:cNvSpPr/>
            <p:nvPr/>
          </p:nvSpPr>
          <p:spPr>
            <a:xfrm>
              <a:off x="6968449" y="1781324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4" name="pt14724"/>
            <p:cNvSpPr/>
            <p:nvPr/>
          </p:nvSpPr>
          <p:spPr>
            <a:xfrm>
              <a:off x="6349291" y="2214448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5" name="pt14725"/>
            <p:cNvSpPr/>
            <p:nvPr/>
          </p:nvSpPr>
          <p:spPr>
            <a:xfrm>
              <a:off x="6534691" y="232423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6" name="pt14726"/>
            <p:cNvSpPr/>
            <p:nvPr/>
          </p:nvSpPr>
          <p:spPr>
            <a:xfrm>
              <a:off x="5927225" y="2047437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7" name="pt14727"/>
            <p:cNvSpPr/>
            <p:nvPr/>
          </p:nvSpPr>
          <p:spPr>
            <a:xfrm>
              <a:off x="6869272" y="1990461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8" name="pt14728"/>
            <p:cNvSpPr/>
            <p:nvPr/>
          </p:nvSpPr>
          <p:spPr>
            <a:xfrm>
              <a:off x="6119284" y="2118027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9" name="pt14729"/>
            <p:cNvSpPr/>
            <p:nvPr/>
          </p:nvSpPr>
          <p:spPr>
            <a:xfrm>
              <a:off x="5278212" y="2006268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0" name="pt14730"/>
            <p:cNvSpPr/>
            <p:nvPr/>
          </p:nvSpPr>
          <p:spPr>
            <a:xfrm>
              <a:off x="5457025" y="2601854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1" name="pt14731"/>
            <p:cNvSpPr/>
            <p:nvPr/>
          </p:nvSpPr>
          <p:spPr>
            <a:xfrm>
              <a:off x="5949071" y="2136957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2" name="pt14732"/>
            <p:cNvSpPr/>
            <p:nvPr/>
          </p:nvSpPr>
          <p:spPr>
            <a:xfrm>
              <a:off x="5723530" y="2375797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3" name="pt14733"/>
            <p:cNvSpPr/>
            <p:nvPr/>
          </p:nvSpPr>
          <p:spPr>
            <a:xfrm>
              <a:off x="5853147" y="2135301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4" name="pt14734"/>
            <p:cNvSpPr/>
            <p:nvPr/>
          </p:nvSpPr>
          <p:spPr>
            <a:xfrm>
              <a:off x="6392020" y="2170870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5" name="pt14735"/>
            <p:cNvSpPr/>
            <p:nvPr/>
          </p:nvSpPr>
          <p:spPr>
            <a:xfrm>
              <a:off x="6283632" y="2140936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6" name="pt14736"/>
            <p:cNvSpPr/>
            <p:nvPr/>
          </p:nvSpPr>
          <p:spPr>
            <a:xfrm>
              <a:off x="7276901" y="194491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7" name="pt14737"/>
            <p:cNvSpPr/>
            <p:nvPr/>
          </p:nvSpPr>
          <p:spPr>
            <a:xfrm>
              <a:off x="5479270" y="2205444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8" name="pt14738"/>
            <p:cNvSpPr/>
            <p:nvPr/>
          </p:nvSpPr>
          <p:spPr>
            <a:xfrm>
              <a:off x="5959886" y="198124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9" name="pt14739"/>
            <p:cNvSpPr/>
            <p:nvPr/>
          </p:nvSpPr>
          <p:spPr>
            <a:xfrm>
              <a:off x="6384714" y="2262386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0" name="pt14740"/>
            <p:cNvSpPr/>
            <p:nvPr/>
          </p:nvSpPr>
          <p:spPr>
            <a:xfrm>
              <a:off x="6385328" y="2212626"/>
              <a:ext cx="16849" cy="16849"/>
            </a:xfrm>
            <a:prstGeom prst="ellipse">
              <a:avLst/>
            </a:prstGeom>
            <a:solidFill>
              <a:srgbClr val="25A485">
                <a:alpha val="45098"/>
              </a:srgbClr>
            </a:solidFill>
            <a:ln w="7363" cap="rnd">
              <a:solidFill>
                <a:srgbClr val="25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1" name="pt14741"/>
            <p:cNvSpPr/>
            <p:nvPr/>
          </p:nvSpPr>
          <p:spPr>
            <a:xfrm>
              <a:off x="6389004" y="232113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2" name="pt14742"/>
            <p:cNvSpPr/>
            <p:nvPr/>
          </p:nvSpPr>
          <p:spPr>
            <a:xfrm>
              <a:off x="6626507" y="2187158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3" name="pt14743"/>
            <p:cNvSpPr/>
            <p:nvPr/>
          </p:nvSpPr>
          <p:spPr>
            <a:xfrm>
              <a:off x="6437536" y="1921868"/>
              <a:ext cx="16849" cy="16849"/>
            </a:xfrm>
            <a:prstGeom prst="ellipse">
              <a:avLst/>
            </a:prstGeom>
            <a:solidFill>
              <a:srgbClr val="57BB6E">
                <a:alpha val="45098"/>
              </a:srgbClr>
            </a:solidFill>
            <a:ln w="7363" cap="rnd">
              <a:solidFill>
                <a:srgbClr val="57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4" name="pt14744"/>
            <p:cNvSpPr/>
            <p:nvPr/>
          </p:nvSpPr>
          <p:spPr>
            <a:xfrm>
              <a:off x="6073189" y="2451155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5" name="pt14745"/>
            <p:cNvSpPr/>
            <p:nvPr/>
          </p:nvSpPr>
          <p:spPr>
            <a:xfrm>
              <a:off x="6160928" y="2167126"/>
              <a:ext cx="16849" cy="16849"/>
            </a:xfrm>
            <a:prstGeom prst="ellipse">
              <a:avLst/>
            </a:prstGeom>
            <a:solidFill>
              <a:srgbClr val="89D34E">
                <a:alpha val="45098"/>
              </a:srgbClr>
            </a:solidFill>
            <a:ln w="7363" cap="rnd">
              <a:solidFill>
                <a:srgbClr val="89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6" name="pt14746"/>
            <p:cNvSpPr/>
            <p:nvPr/>
          </p:nvSpPr>
          <p:spPr>
            <a:xfrm>
              <a:off x="6770771" y="1957073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7" name="pt14747"/>
            <p:cNvSpPr/>
            <p:nvPr/>
          </p:nvSpPr>
          <p:spPr>
            <a:xfrm>
              <a:off x="6095473" y="2286060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8" name="pt14748"/>
            <p:cNvSpPr/>
            <p:nvPr/>
          </p:nvSpPr>
          <p:spPr>
            <a:xfrm>
              <a:off x="6004881" y="230838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9" name="pt14749"/>
            <p:cNvSpPr/>
            <p:nvPr/>
          </p:nvSpPr>
          <p:spPr>
            <a:xfrm>
              <a:off x="6879179" y="198779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0" name="pt14750"/>
            <p:cNvSpPr/>
            <p:nvPr/>
          </p:nvSpPr>
          <p:spPr>
            <a:xfrm>
              <a:off x="6576637" y="2282079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1" name="pt14751"/>
            <p:cNvSpPr/>
            <p:nvPr/>
          </p:nvSpPr>
          <p:spPr>
            <a:xfrm>
              <a:off x="6696893" y="200681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2" name="pt14752"/>
            <p:cNvSpPr/>
            <p:nvPr/>
          </p:nvSpPr>
          <p:spPr>
            <a:xfrm>
              <a:off x="6377134" y="239628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3" name="pt14753"/>
            <p:cNvSpPr/>
            <p:nvPr/>
          </p:nvSpPr>
          <p:spPr>
            <a:xfrm>
              <a:off x="5835596" y="2268032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4" name="pt14754"/>
            <p:cNvSpPr/>
            <p:nvPr/>
          </p:nvSpPr>
          <p:spPr>
            <a:xfrm>
              <a:off x="6094933" y="2232144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5" name="pt14755"/>
            <p:cNvSpPr/>
            <p:nvPr/>
          </p:nvSpPr>
          <p:spPr>
            <a:xfrm>
              <a:off x="6093153" y="230237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6" name="pt14756"/>
            <p:cNvSpPr/>
            <p:nvPr/>
          </p:nvSpPr>
          <p:spPr>
            <a:xfrm>
              <a:off x="5751949" y="2180641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7" name="pt14757"/>
            <p:cNvSpPr/>
            <p:nvPr/>
          </p:nvSpPr>
          <p:spPr>
            <a:xfrm>
              <a:off x="5854789" y="2177816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8" name="pt14758"/>
            <p:cNvSpPr/>
            <p:nvPr/>
          </p:nvSpPr>
          <p:spPr>
            <a:xfrm>
              <a:off x="6599802" y="227316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9" name="pt14759"/>
            <p:cNvSpPr/>
            <p:nvPr/>
          </p:nvSpPr>
          <p:spPr>
            <a:xfrm>
              <a:off x="6225545" y="2084956"/>
              <a:ext cx="16849" cy="16849"/>
            </a:xfrm>
            <a:prstGeom prst="ellipse">
              <a:avLst/>
            </a:prstGeom>
            <a:solidFill>
              <a:srgbClr val="72CC59">
                <a:alpha val="45098"/>
              </a:srgbClr>
            </a:solidFill>
            <a:ln w="7363" cap="rnd">
              <a:solidFill>
                <a:srgbClr val="72CC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0" name="pt14760"/>
            <p:cNvSpPr/>
            <p:nvPr/>
          </p:nvSpPr>
          <p:spPr>
            <a:xfrm>
              <a:off x="7154896" y="148359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1" name="pt14761"/>
            <p:cNvSpPr/>
            <p:nvPr/>
          </p:nvSpPr>
          <p:spPr>
            <a:xfrm>
              <a:off x="6686947" y="2079894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2" name="pt14762"/>
            <p:cNvSpPr/>
            <p:nvPr/>
          </p:nvSpPr>
          <p:spPr>
            <a:xfrm>
              <a:off x="6678784" y="213987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3" name="pt14763"/>
            <p:cNvSpPr/>
            <p:nvPr/>
          </p:nvSpPr>
          <p:spPr>
            <a:xfrm>
              <a:off x="6542736" y="223372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4" name="pt14764"/>
            <p:cNvSpPr/>
            <p:nvPr/>
          </p:nvSpPr>
          <p:spPr>
            <a:xfrm>
              <a:off x="6685438" y="2033997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5" name="pt14765"/>
            <p:cNvSpPr/>
            <p:nvPr/>
          </p:nvSpPr>
          <p:spPr>
            <a:xfrm>
              <a:off x="6357517" y="2057986"/>
              <a:ext cx="16849" cy="16849"/>
            </a:xfrm>
            <a:prstGeom prst="ellipse">
              <a:avLst/>
            </a:prstGeom>
            <a:solidFill>
              <a:srgbClr val="A5D847">
                <a:alpha val="45098"/>
              </a:srgbClr>
            </a:solidFill>
            <a:ln w="7363" cap="rnd">
              <a:solidFill>
                <a:srgbClr val="A5D84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6" name="pt14766"/>
            <p:cNvSpPr/>
            <p:nvPr/>
          </p:nvSpPr>
          <p:spPr>
            <a:xfrm>
              <a:off x="6416906" y="232089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7" name="pt14767"/>
            <p:cNvSpPr/>
            <p:nvPr/>
          </p:nvSpPr>
          <p:spPr>
            <a:xfrm>
              <a:off x="6649223" y="2201149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8" name="pt14768"/>
            <p:cNvSpPr/>
            <p:nvPr/>
          </p:nvSpPr>
          <p:spPr>
            <a:xfrm>
              <a:off x="6014331" y="2310038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9" name="pt14769"/>
            <p:cNvSpPr/>
            <p:nvPr/>
          </p:nvSpPr>
          <p:spPr>
            <a:xfrm>
              <a:off x="6300221" y="1988757"/>
              <a:ext cx="16849" cy="16849"/>
            </a:xfrm>
            <a:prstGeom prst="ellipse">
              <a:avLst/>
            </a:prstGeom>
            <a:solidFill>
              <a:srgbClr val="55BA70">
                <a:alpha val="45098"/>
              </a:srgbClr>
            </a:solidFill>
            <a:ln w="7363" cap="rnd">
              <a:solidFill>
                <a:srgbClr val="55BA7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0" name="pt14770"/>
            <p:cNvSpPr/>
            <p:nvPr/>
          </p:nvSpPr>
          <p:spPr>
            <a:xfrm>
              <a:off x="5984631" y="222376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1" name="pt14771"/>
            <p:cNvSpPr/>
            <p:nvPr/>
          </p:nvSpPr>
          <p:spPr>
            <a:xfrm>
              <a:off x="6764418" y="233645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2" name="pt14772"/>
            <p:cNvSpPr/>
            <p:nvPr/>
          </p:nvSpPr>
          <p:spPr>
            <a:xfrm>
              <a:off x="6362832" y="2289260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3" name="pt14773"/>
            <p:cNvSpPr/>
            <p:nvPr/>
          </p:nvSpPr>
          <p:spPr>
            <a:xfrm>
              <a:off x="6567677" y="2161841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4" name="pt14774"/>
            <p:cNvSpPr/>
            <p:nvPr/>
          </p:nvSpPr>
          <p:spPr>
            <a:xfrm>
              <a:off x="5579247" y="2187212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5" name="pt14775"/>
            <p:cNvSpPr/>
            <p:nvPr/>
          </p:nvSpPr>
          <p:spPr>
            <a:xfrm>
              <a:off x="6608591" y="2218324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6" name="pt14776"/>
            <p:cNvSpPr/>
            <p:nvPr/>
          </p:nvSpPr>
          <p:spPr>
            <a:xfrm>
              <a:off x="6728489" y="1837514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7" name="pt14777"/>
            <p:cNvSpPr/>
            <p:nvPr/>
          </p:nvSpPr>
          <p:spPr>
            <a:xfrm>
              <a:off x="6675914" y="204907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8" name="pt14778"/>
            <p:cNvSpPr/>
            <p:nvPr/>
          </p:nvSpPr>
          <p:spPr>
            <a:xfrm>
              <a:off x="6580137" y="2187002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9" name="pt14779"/>
            <p:cNvSpPr/>
            <p:nvPr/>
          </p:nvSpPr>
          <p:spPr>
            <a:xfrm>
              <a:off x="6224968" y="226808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0" name="pt14780"/>
            <p:cNvSpPr/>
            <p:nvPr/>
          </p:nvSpPr>
          <p:spPr>
            <a:xfrm>
              <a:off x="6365453" y="2214454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1" name="pt14781"/>
            <p:cNvSpPr/>
            <p:nvPr/>
          </p:nvSpPr>
          <p:spPr>
            <a:xfrm>
              <a:off x="6050990" y="2277332"/>
              <a:ext cx="16849" cy="16849"/>
            </a:xfrm>
            <a:prstGeom prst="ellipse">
              <a:avLst/>
            </a:prstGeom>
            <a:solidFill>
              <a:srgbClr val="4FB773">
                <a:alpha val="45098"/>
              </a:srgbClr>
            </a:solidFill>
            <a:ln w="7363" cap="rnd">
              <a:solidFill>
                <a:srgbClr val="4FB7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2" name="pt14782"/>
            <p:cNvSpPr/>
            <p:nvPr/>
          </p:nvSpPr>
          <p:spPr>
            <a:xfrm>
              <a:off x="6446317" y="212232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3" name="pt14783"/>
            <p:cNvSpPr/>
            <p:nvPr/>
          </p:nvSpPr>
          <p:spPr>
            <a:xfrm>
              <a:off x="6254969" y="2312369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4" name="pt14784"/>
            <p:cNvSpPr/>
            <p:nvPr/>
          </p:nvSpPr>
          <p:spPr>
            <a:xfrm>
              <a:off x="6842150" y="2034208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5" name="pt14785"/>
            <p:cNvSpPr/>
            <p:nvPr/>
          </p:nvSpPr>
          <p:spPr>
            <a:xfrm>
              <a:off x="6566903" y="230012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6" name="pt14786"/>
            <p:cNvSpPr/>
            <p:nvPr/>
          </p:nvSpPr>
          <p:spPr>
            <a:xfrm>
              <a:off x="6932076" y="1883876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7" name="pt14787"/>
            <p:cNvSpPr/>
            <p:nvPr/>
          </p:nvSpPr>
          <p:spPr>
            <a:xfrm>
              <a:off x="6916802" y="1581697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8" name="pt14788"/>
            <p:cNvSpPr/>
            <p:nvPr/>
          </p:nvSpPr>
          <p:spPr>
            <a:xfrm>
              <a:off x="6405339" y="2175268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9" name="pt14789"/>
            <p:cNvSpPr/>
            <p:nvPr/>
          </p:nvSpPr>
          <p:spPr>
            <a:xfrm>
              <a:off x="5742566" y="1943564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0" name="pt14790"/>
            <p:cNvSpPr/>
            <p:nvPr/>
          </p:nvSpPr>
          <p:spPr>
            <a:xfrm>
              <a:off x="6761407" y="2125587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1" name="pt14791"/>
            <p:cNvSpPr/>
            <p:nvPr/>
          </p:nvSpPr>
          <p:spPr>
            <a:xfrm>
              <a:off x="5561726" y="2510368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2" name="pt14792"/>
            <p:cNvSpPr/>
            <p:nvPr/>
          </p:nvSpPr>
          <p:spPr>
            <a:xfrm>
              <a:off x="5906262" y="2188473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3" name="pt14793"/>
            <p:cNvSpPr/>
            <p:nvPr/>
          </p:nvSpPr>
          <p:spPr>
            <a:xfrm>
              <a:off x="6467778" y="2112707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4" name="pt14794"/>
            <p:cNvSpPr/>
            <p:nvPr/>
          </p:nvSpPr>
          <p:spPr>
            <a:xfrm>
              <a:off x="6273199" y="243613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5" name="pt14795"/>
            <p:cNvSpPr/>
            <p:nvPr/>
          </p:nvSpPr>
          <p:spPr>
            <a:xfrm>
              <a:off x="7035885" y="187798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6" name="pt14796"/>
            <p:cNvSpPr/>
            <p:nvPr/>
          </p:nvSpPr>
          <p:spPr>
            <a:xfrm>
              <a:off x="6701345" y="2031609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7" name="pt14797"/>
            <p:cNvSpPr/>
            <p:nvPr/>
          </p:nvSpPr>
          <p:spPr>
            <a:xfrm>
              <a:off x="6043059" y="2392508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8" name="pt14798"/>
            <p:cNvSpPr/>
            <p:nvPr/>
          </p:nvSpPr>
          <p:spPr>
            <a:xfrm>
              <a:off x="5759505" y="186935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9" name="pt14799"/>
            <p:cNvSpPr/>
            <p:nvPr/>
          </p:nvSpPr>
          <p:spPr>
            <a:xfrm>
              <a:off x="5839891" y="2324950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0" name="pt14800"/>
            <p:cNvSpPr/>
            <p:nvPr/>
          </p:nvSpPr>
          <p:spPr>
            <a:xfrm>
              <a:off x="6711031" y="2072665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1" name="pt14801"/>
            <p:cNvSpPr/>
            <p:nvPr/>
          </p:nvSpPr>
          <p:spPr>
            <a:xfrm>
              <a:off x="6181274" y="2228616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2" name="pt14802"/>
            <p:cNvSpPr/>
            <p:nvPr/>
          </p:nvSpPr>
          <p:spPr>
            <a:xfrm>
              <a:off x="5734625" y="2264286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3" name="pt14803"/>
            <p:cNvSpPr/>
            <p:nvPr/>
          </p:nvSpPr>
          <p:spPr>
            <a:xfrm>
              <a:off x="6484431" y="228341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4" name="pt14804"/>
            <p:cNvSpPr/>
            <p:nvPr/>
          </p:nvSpPr>
          <p:spPr>
            <a:xfrm>
              <a:off x="6273479" y="226726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5" name="pt14805"/>
            <p:cNvSpPr/>
            <p:nvPr/>
          </p:nvSpPr>
          <p:spPr>
            <a:xfrm>
              <a:off x="5698716" y="2406498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6" name="pt14806"/>
            <p:cNvSpPr/>
            <p:nvPr/>
          </p:nvSpPr>
          <p:spPr>
            <a:xfrm>
              <a:off x="6217362" y="2338002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7" name="pt14807"/>
            <p:cNvSpPr/>
            <p:nvPr/>
          </p:nvSpPr>
          <p:spPr>
            <a:xfrm>
              <a:off x="6682190" y="1963908"/>
              <a:ext cx="16849" cy="16849"/>
            </a:xfrm>
            <a:prstGeom prst="ellipse">
              <a:avLst/>
            </a:prstGeom>
            <a:solidFill>
              <a:srgbClr val="5EBE6A">
                <a:alpha val="45098"/>
              </a:srgbClr>
            </a:solidFill>
            <a:ln w="7363" cap="rnd">
              <a:solidFill>
                <a:srgbClr val="5EBE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8" name="pt14808"/>
            <p:cNvSpPr/>
            <p:nvPr/>
          </p:nvSpPr>
          <p:spPr>
            <a:xfrm>
              <a:off x="6555760" y="2163029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9" name="pt14809"/>
            <p:cNvSpPr/>
            <p:nvPr/>
          </p:nvSpPr>
          <p:spPr>
            <a:xfrm>
              <a:off x="6126713" y="229678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0" name="pt14810"/>
            <p:cNvSpPr/>
            <p:nvPr/>
          </p:nvSpPr>
          <p:spPr>
            <a:xfrm>
              <a:off x="7011760" y="172635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1" name="pt14811"/>
            <p:cNvSpPr/>
            <p:nvPr/>
          </p:nvSpPr>
          <p:spPr>
            <a:xfrm>
              <a:off x="5787683" y="2110238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2" name="pt14812"/>
            <p:cNvSpPr/>
            <p:nvPr/>
          </p:nvSpPr>
          <p:spPr>
            <a:xfrm>
              <a:off x="5679469" y="248118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3" name="pt14813"/>
            <p:cNvSpPr/>
            <p:nvPr/>
          </p:nvSpPr>
          <p:spPr>
            <a:xfrm>
              <a:off x="6041159" y="2253205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4" name="pt14814"/>
            <p:cNvSpPr/>
            <p:nvPr/>
          </p:nvSpPr>
          <p:spPr>
            <a:xfrm>
              <a:off x="6283416" y="2168632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5" name="pt14815"/>
            <p:cNvSpPr/>
            <p:nvPr/>
          </p:nvSpPr>
          <p:spPr>
            <a:xfrm>
              <a:off x="5784059" y="2230661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6" name="pt14816"/>
            <p:cNvSpPr/>
            <p:nvPr/>
          </p:nvSpPr>
          <p:spPr>
            <a:xfrm>
              <a:off x="6142003" y="2337917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7" name="pt14817"/>
            <p:cNvSpPr/>
            <p:nvPr/>
          </p:nvSpPr>
          <p:spPr>
            <a:xfrm>
              <a:off x="5834021" y="2415521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8" name="pt14818"/>
            <p:cNvSpPr/>
            <p:nvPr/>
          </p:nvSpPr>
          <p:spPr>
            <a:xfrm>
              <a:off x="6651205" y="2098814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9" name="pt14819"/>
            <p:cNvSpPr/>
            <p:nvPr/>
          </p:nvSpPr>
          <p:spPr>
            <a:xfrm>
              <a:off x="6640619" y="228138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0" name="pt14820"/>
            <p:cNvSpPr/>
            <p:nvPr/>
          </p:nvSpPr>
          <p:spPr>
            <a:xfrm>
              <a:off x="5801117" y="208078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1" name="pt14821"/>
            <p:cNvSpPr/>
            <p:nvPr/>
          </p:nvSpPr>
          <p:spPr>
            <a:xfrm>
              <a:off x="6746845" y="2217536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2" name="pt14822"/>
            <p:cNvSpPr/>
            <p:nvPr/>
          </p:nvSpPr>
          <p:spPr>
            <a:xfrm>
              <a:off x="5743761" y="1995092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3" name="pt14823"/>
            <p:cNvSpPr/>
            <p:nvPr/>
          </p:nvSpPr>
          <p:spPr>
            <a:xfrm>
              <a:off x="4852310" y="274893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4" name="pt14824"/>
            <p:cNvSpPr/>
            <p:nvPr/>
          </p:nvSpPr>
          <p:spPr>
            <a:xfrm>
              <a:off x="6509834" y="2152148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5" name="pt14825"/>
            <p:cNvSpPr/>
            <p:nvPr/>
          </p:nvSpPr>
          <p:spPr>
            <a:xfrm>
              <a:off x="6023832" y="2257569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6" name="pt14826"/>
            <p:cNvSpPr/>
            <p:nvPr/>
          </p:nvSpPr>
          <p:spPr>
            <a:xfrm>
              <a:off x="5634785" y="2350754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7" name="pt14827"/>
            <p:cNvSpPr/>
            <p:nvPr/>
          </p:nvSpPr>
          <p:spPr>
            <a:xfrm>
              <a:off x="6214626" y="2324257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8" name="pt14828"/>
            <p:cNvSpPr/>
            <p:nvPr/>
          </p:nvSpPr>
          <p:spPr>
            <a:xfrm>
              <a:off x="5673983" y="2496653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9" name="pt14829"/>
            <p:cNvSpPr/>
            <p:nvPr/>
          </p:nvSpPr>
          <p:spPr>
            <a:xfrm>
              <a:off x="6088454" y="2256402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0" name="pt14830"/>
            <p:cNvSpPr/>
            <p:nvPr/>
          </p:nvSpPr>
          <p:spPr>
            <a:xfrm>
              <a:off x="5758096" y="2223864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1" name="pt14831"/>
            <p:cNvSpPr/>
            <p:nvPr/>
          </p:nvSpPr>
          <p:spPr>
            <a:xfrm>
              <a:off x="6450945" y="2034670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2" name="pt14832"/>
            <p:cNvSpPr/>
            <p:nvPr/>
          </p:nvSpPr>
          <p:spPr>
            <a:xfrm>
              <a:off x="6565112" y="2193793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3" name="pt14833"/>
            <p:cNvSpPr/>
            <p:nvPr/>
          </p:nvSpPr>
          <p:spPr>
            <a:xfrm>
              <a:off x="5837904" y="2441614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4" name="pt14834"/>
            <p:cNvSpPr/>
            <p:nvPr/>
          </p:nvSpPr>
          <p:spPr>
            <a:xfrm>
              <a:off x="6598940" y="2217009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5" name="pt14835"/>
            <p:cNvSpPr/>
            <p:nvPr/>
          </p:nvSpPr>
          <p:spPr>
            <a:xfrm>
              <a:off x="6493080" y="2207651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6" name="pt14836"/>
            <p:cNvSpPr/>
            <p:nvPr/>
          </p:nvSpPr>
          <p:spPr>
            <a:xfrm>
              <a:off x="5805699" y="2015485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7" name="pt14837"/>
            <p:cNvSpPr/>
            <p:nvPr/>
          </p:nvSpPr>
          <p:spPr>
            <a:xfrm>
              <a:off x="6429752" y="1914558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8" name="pt14838"/>
            <p:cNvSpPr/>
            <p:nvPr/>
          </p:nvSpPr>
          <p:spPr>
            <a:xfrm>
              <a:off x="5470086" y="2639426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9" name="pt14839"/>
            <p:cNvSpPr/>
            <p:nvPr/>
          </p:nvSpPr>
          <p:spPr>
            <a:xfrm>
              <a:off x="5791510" y="2125940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0" name="pt14840"/>
            <p:cNvSpPr/>
            <p:nvPr/>
          </p:nvSpPr>
          <p:spPr>
            <a:xfrm>
              <a:off x="5999380" y="2647408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1" name="pt14841"/>
            <p:cNvSpPr/>
            <p:nvPr/>
          </p:nvSpPr>
          <p:spPr>
            <a:xfrm>
              <a:off x="6108136" y="2189266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2" name="pt14842"/>
            <p:cNvSpPr/>
            <p:nvPr/>
          </p:nvSpPr>
          <p:spPr>
            <a:xfrm>
              <a:off x="5635081" y="2585608"/>
              <a:ext cx="16849" cy="16849"/>
            </a:xfrm>
            <a:prstGeom prst="ellipse">
              <a:avLst/>
            </a:prstGeom>
            <a:solidFill>
              <a:srgbClr val="86D34F">
                <a:alpha val="45098"/>
              </a:srgbClr>
            </a:solidFill>
            <a:ln w="7363" cap="rnd">
              <a:solidFill>
                <a:srgbClr val="86D34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3" name="pt14843"/>
            <p:cNvSpPr/>
            <p:nvPr/>
          </p:nvSpPr>
          <p:spPr>
            <a:xfrm>
              <a:off x="6446464" y="2124396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4" name="pt14844"/>
            <p:cNvSpPr/>
            <p:nvPr/>
          </p:nvSpPr>
          <p:spPr>
            <a:xfrm>
              <a:off x="6941220" y="1829666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5" name="pt14845"/>
            <p:cNvSpPr/>
            <p:nvPr/>
          </p:nvSpPr>
          <p:spPr>
            <a:xfrm>
              <a:off x="5703579" y="2434213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6" name="pt14846"/>
            <p:cNvSpPr/>
            <p:nvPr/>
          </p:nvSpPr>
          <p:spPr>
            <a:xfrm>
              <a:off x="6089813" y="2262298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7" name="pt14847"/>
            <p:cNvSpPr/>
            <p:nvPr/>
          </p:nvSpPr>
          <p:spPr>
            <a:xfrm>
              <a:off x="6041828" y="2326170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8" name="pt14848"/>
            <p:cNvSpPr/>
            <p:nvPr/>
          </p:nvSpPr>
          <p:spPr>
            <a:xfrm>
              <a:off x="6545915" y="2149175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9" name="pt14849"/>
            <p:cNvSpPr/>
            <p:nvPr/>
          </p:nvSpPr>
          <p:spPr>
            <a:xfrm>
              <a:off x="6462642" y="222394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0" name="pt14850"/>
            <p:cNvSpPr/>
            <p:nvPr/>
          </p:nvSpPr>
          <p:spPr>
            <a:xfrm>
              <a:off x="6479997" y="2064523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1" name="pt14851"/>
            <p:cNvSpPr/>
            <p:nvPr/>
          </p:nvSpPr>
          <p:spPr>
            <a:xfrm>
              <a:off x="6574155" y="2123261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2" name="pt14852"/>
            <p:cNvSpPr/>
            <p:nvPr/>
          </p:nvSpPr>
          <p:spPr>
            <a:xfrm>
              <a:off x="5481264" y="2426168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3" name="pt14853"/>
            <p:cNvSpPr/>
            <p:nvPr/>
          </p:nvSpPr>
          <p:spPr>
            <a:xfrm>
              <a:off x="6713942" y="2028219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4" name="pt14854"/>
            <p:cNvSpPr/>
            <p:nvPr/>
          </p:nvSpPr>
          <p:spPr>
            <a:xfrm>
              <a:off x="5963810" y="2349796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5" name="pt14855"/>
            <p:cNvSpPr/>
            <p:nvPr/>
          </p:nvSpPr>
          <p:spPr>
            <a:xfrm>
              <a:off x="7199640" y="1878607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6" name="pt14856"/>
            <p:cNvSpPr/>
            <p:nvPr/>
          </p:nvSpPr>
          <p:spPr>
            <a:xfrm>
              <a:off x="5505162" y="2487806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7" name="pt14857"/>
            <p:cNvSpPr/>
            <p:nvPr/>
          </p:nvSpPr>
          <p:spPr>
            <a:xfrm>
              <a:off x="5545333" y="2474894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8" name="pt14858"/>
            <p:cNvSpPr/>
            <p:nvPr/>
          </p:nvSpPr>
          <p:spPr>
            <a:xfrm>
              <a:off x="6365482" y="231343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9" name="pt14859"/>
            <p:cNvSpPr/>
            <p:nvPr/>
          </p:nvSpPr>
          <p:spPr>
            <a:xfrm>
              <a:off x="6288804" y="2102095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0" name="pt14860"/>
            <p:cNvSpPr/>
            <p:nvPr/>
          </p:nvSpPr>
          <p:spPr>
            <a:xfrm>
              <a:off x="6277783" y="217204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1" name="pt14861"/>
            <p:cNvSpPr/>
            <p:nvPr/>
          </p:nvSpPr>
          <p:spPr>
            <a:xfrm>
              <a:off x="5689836" y="2447505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2" name="pt14862"/>
            <p:cNvSpPr/>
            <p:nvPr/>
          </p:nvSpPr>
          <p:spPr>
            <a:xfrm>
              <a:off x="5691048" y="225033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3" name="pt14863"/>
            <p:cNvSpPr/>
            <p:nvPr/>
          </p:nvSpPr>
          <p:spPr>
            <a:xfrm>
              <a:off x="5684831" y="2442322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4" name="pt14864"/>
            <p:cNvSpPr/>
            <p:nvPr/>
          </p:nvSpPr>
          <p:spPr>
            <a:xfrm>
              <a:off x="6138397" y="233492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5" name="pt14865"/>
            <p:cNvSpPr/>
            <p:nvPr/>
          </p:nvSpPr>
          <p:spPr>
            <a:xfrm>
              <a:off x="5818765" y="2483638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6" name="pt14866"/>
            <p:cNvSpPr/>
            <p:nvPr/>
          </p:nvSpPr>
          <p:spPr>
            <a:xfrm>
              <a:off x="5842335" y="2283469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7" name="pt14867"/>
            <p:cNvSpPr/>
            <p:nvPr/>
          </p:nvSpPr>
          <p:spPr>
            <a:xfrm>
              <a:off x="6912060" y="181035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8" name="pt14868"/>
            <p:cNvSpPr/>
            <p:nvPr/>
          </p:nvSpPr>
          <p:spPr>
            <a:xfrm>
              <a:off x="5527265" y="2417735"/>
              <a:ext cx="16849" cy="16849"/>
            </a:xfrm>
            <a:prstGeom prst="ellipse">
              <a:avLst/>
            </a:prstGeom>
            <a:solidFill>
              <a:srgbClr val="59BC6D">
                <a:alpha val="45098"/>
              </a:srgbClr>
            </a:solidFill>
            <a:ln w="7363" cap="rnd">
              <a:solidFill>
                <a:srgbClr val="59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9" name="pt14869"/>
            <p:cNvSpPr/>
            <p:nvPr/>
          </p:nvSpPr>
          <p:spPr>
            <a:xfrm>
              <a:off x="5869636" y="2087274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0" name="pt14870"/>
            <p:cNvSpPr/>
            <p:nvPr/>
          </p:nvSpPr>
          <p:spPr>
            <a:xfrm>
              <a:off x="5921591" y="2082386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1" name="pt14871"/>
            <p:cNvSpPr/>
            <p:nvPr/>
          </p:nvSpPr>
          <p:spPr>
            <a:xfrm>
              <a:off x="6352527" y="234445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2" name="pt14872"/>
            <p:cNvSpPr/>
            <p:nvPr/>
          </p:nvSpPr>
          <p:spPr>
            <a:xfrm>
              <a:off x="6373729" y="239119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3" name="pt14873"/>
            <p:cNvSpPr/>
            <p:nvPr/>
          </p:nvSpPr>
          <p:spPr>
            <a:xfrm>
              <a:off x="5901267" y="2227500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4" name="pt14874"/>
            <p:cNvSpPr/>
            <p:nvPr/>
          </p:nvSpPr>
          <p:spPr>
            <a:xfrm>
              <a:off x="6128416" y="2324543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5" name="pt14875"/>
            <p:cNvSpPr/>
            <p:nvPr/>
          </p:nvSpPr>
          <p:spPr>
            <a:xfrm>
              <a:off x="5637145" y="2576329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6" name="pt14876"/>
            <p:cNvSpPr/>
            <p:nvPr/>
          </p:nvSpPr>
          <p:spPr>
            <a:xfrm>
              <a:off x="5950588" y="2299220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7" name="pt14877"/>
            <p:cNvSpPr/>
            <p:nvPr/>
          </p:nvSpPr>
          <p:spPr>
            <a:xfrm>
              <a:off x="6206015" y="228957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8" name="pt14878"/>
            <p:cNvSpPr/>
            <p:nvPr/>
          </p:nvSpPr>
          <p:spPr>
            <a:xfrm>
              <a:off x="5816762" y="2478643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9" name="pt14879"/>
            <p:cNvSpPr/>
            <p:nvPr/>
          </p:nvSpPr>
          <p:spPr>
            <a:xfrm>
              <a:off x="6643531" y="2124627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0" name="pt14880"/>
            <p:cNvSpPr/>
            <p:nvPr/>
          </p:nvSpPr>
          <p:spPr>
            <a:xfrm>
              <a:off x="6535332" y="2192924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1" name="pt14881"/>
            <p:cNvSpPr/>
            <p:nvPr/>
          </p:nvSpPr>
          <p:spPr>
            <a:xfrm>
              <a:off x="6431939" y="1872505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2" name="pt14882"/>
            <p:cNvSpPr/>
            <p:nvPr/>
          </p:nvSpPr>
          <p:spPr>
            <a:xfrm>
              <a:off x="7145538" y="1694035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3" name="pt14883"/>
            <p:cNvSpPr/>
            <p:nvPr/>
          </p:nvSpPr>
          <p:spPr>
            <a:xfrm>
              <a:off x="6085051" y="2373621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4" name="pt14884"/>
            <p:cNvSpPr/>
            <p:nvPr/>
          </p:nvSpPr>
          <p:spPr>
            <a:xfrm>
              <a:off x="5557342" y="2477231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5" name="pt14885"/>
            <p:cNvSpPr/>
            <p:nvPr/>
          </p:nvSpPr>
          <p:spPr>
            <a:xfrm>
              <a:off x="5296661" y="233426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6" name="pt14886"/>
            <p:cNvSpPr/>
            <p:nvPr/>
          </p:nvSpPr>
          <p:spPr>
            <a:xfrm>
              <a:off x="6172658" y="2258688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7" name="pt14887"/>
            <p:cNvSpPr/>
            <p:nvPr/>
          </p:nvSpPr>
          <p:spPr>
            <a:xfrm>
              <a:off x="6423106" y="2225900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8" name="pt14888"/>
            <p:cNvSpPr/>
            <p:nvPr/>
          </p:nvSpPr>
          <p:spPr>
            <a:xfrm>
              <a:off x="6234666" y="2316350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9" name="pt14889"/>
            <p:cNvSpPr/>
            <p:nvPr/>
          </p:nvSpPr>
          <p:spPr>
            <a:xfrm>
              <a:off x="6473673" y="2244039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0" name="pt14890"/>
            <p:cNvSpPr/>
            <p:nvPr/>
          </p:nvSpPr>
          <p:spPr>
            <a:xfrm>
              <a:off x="6625384" y="2146482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1" name="pt14891"/>
            <p:cNvSpPr/>
            <p:nvPr/>
          </p:nvSpPr>
          <p:spPr>
            <a:xfrm>
              <a:off x="6183105" y="2178101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2" name="pt14892"/>
            <p:cNvSpPr/>
            <p:nvPr/>
          </p:nvSpPr>
          <p:spPr>
            <a:xfrm>
              <a:off x="6748376" y="215775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3" name="pt14893"/>
            <p:cNvSpPr/>
            <p:nvPr/>
          </p:nvSpPr>
          <p:spPr>
            <a:xfrm>
              <a:off x="6119116" y="2291129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4" name="pt14894"/>
            <p:cNvSpPr/>
            <p:nvPr/>
          </p:nvSpPr>
          <p:spPr>
            <a:xfrm>
              <a:off x="5929533" y="2068877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5" name="pt14895"/>
            <p:cNvSpPr/>
            <p:nvPr/>
          </p:nvSpPr>
          <p:spPr>
            <a:xfrm>
              <a:off x="6975768" y="1848302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6" name="pt14896"/>
            <p:cNvSpPr/>
            <p:nvPr/>
          </p:nvSpPr>
          <p:spPr>
            <a:xfrm>
              <a:off x="6815533" y="194232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7" name="pt14897"/>
            <p:cNvSpPr/>
            <p:nvPr/>
          </p:nvSpPr>
          <p:spPr>
            <a:xfrm>
              <a:off x="6817359" y="1986286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8" name="pt14898"/>
            <p:cNvSpPr/>
            <p:nvPr/>
          </p:nvSpPr>
          <p:spPr>
            <a:xfrm>
              <a:off x="6075406" y="2466380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9" name="pt14899"/>
            <p:cNvSpPr/>
            <p:nvPr/>
          </p:nvSpPr>
          <p:spPr>
            <a:xfrm>
              <a:off x="6128808" y="239007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0" name="pt14900"/>
            <p:cNvSpPr/>
            <p:nvPr/>
          </p:nvSpPr>
          <p:spPr>
            <a:xfrm>
              <a:off x="5657412" y="2294296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1" name="pt14901"/>
            <p:cNvSpPr/>
            <p:nvPr/>
          </p:nvSpPr>
          <p:spPr>
            <a:xfrm>
              <a:off x="6395879" y="2085514"/>
              <a:ext cx="16849" cy="16849"/>
            </a:xfrm>
            <a:prstGeom prst="ellipse">
              <a:avLst/>
            </a:prstGeom>
            <a:solidFill>
              <a:srgbClr val="8DD44D">
                <a:alpha val="45098"/>
              </a:srgbClr>
            </a:solidFill>
            <a:ln w="7363" cap="rnd">
              <a:solidFill>
                <a:srgbClr val="8D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2" name="pt14902"/>
            <p:cNvSpPr/>
            <p:nvPr/>
          </p:nvSpPr>
          <p:spPr>
            <a:xfrm>
              <a:off x="6189115" y="2202919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3" name="pt14903"/>
            <p:cNvSpPr/>
            <p:nvPr/>
          </p:nvSpPr>
          <p:spPr>
            <a:xfrm>
              <a:off x="6928722" y="1828955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4" name="pt14904"/>
            <p:cNvSpPr/>
            <p:nvPr/>
          </p:nvSpPr>
          <p:spPr>
            <a:xfrm>
              <a:off x="5556154" y="2555613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5" name="pt14905"/>
            <p:cNvSpPr/>
            <p:nvPr/>
          </p:nvSpPr>
          <p:spPr>
            <a:xfrm>
              <a:off x="5471974" y="2554749"/>
              <a:ext cx="16849" cy="16849"/>
            </a:xfrm>
            <a:prstGeom prst="ellipse">
              <a:avLst/>
            </a:prstGeom>
            <a:solidFill>
              <a:srgbClr val="66C364">
                <a:alpha val="45098"/>
              </a:srgbClr>
            </a:solidFill>
            <a:ln w="7363" cap="rnd">
              <a:solidFill>
                <a:srgbClr val="66C36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6" name="pt14906"/>
            <p:cNvSpPr/>
            <p:nvPr/>
          </p:nvSpPr>
          <p:spPr>
            <a:xfrm>
              <a:off x="5516452" y="2519541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7" name="pt14907"/>
            <p:cNvSpPr/>
            <p:nvPr/>
          </p:nvSpPr>
          <p:spPr>
            <a:xfrm>
              <a:off x="6917966" y="194337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8" name="pt14908"/>
            <p:cNvSpPr/>
            <p:nvPr/>
          </p:nvSpPr>
          <p:spPr>
            <a:xfrm>
              <a:off x="6984350" y="153018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9" name="pt14909"/>
            <p:cNvSpPr/>
            <p:nvPr/>
          </p:nvSpPr>
          <p:spPr>
            <a:xfrm>
              <a:off x="5546051" y="223766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0" name="pt14910"/>
            <p:cNvSpPr/>
            <p:nvPr/>
          </p:nvSpPr>
          <p:spPr>
            <a:xfrm>
              <a:off x="5512339" y="210132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1" name="pt14911"/>
            <p:cNvSpPr/>
            <p:nvPr/>
          </p:nvSpPr>
          <p:spPr>
            <a:xfrm>
              <a:off x="7243671" y="1754211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2" name="pt14912"/>
            <p:cNvSpPr/>
            <p:nvPr/>
          </p:nvSpPr>
          <p:spPr>
            <a:xfrm>
              <a:off x="6997350" y="1612088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3" name="pt14913"/>
            <p:cNvSpPr/>
            <p:nvPr/>
          </p:nvSpPr>
          <p:spPr>
            <a:xfrm>
              <a:off x="5686309" y="2273821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4" name="pt14914"/>
            <p:cNvSpPr/>
            <p:nvPr/>
          </p:nvSpPr>
          <p:spPr>
            <a:xfrm>
              <a:off x="5578111" y="2497824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5" name="pt14915"/>
            <p:cNvSpPr/>
            <p:nvPr/>
          </p:nvSpPr>
          <p:spPr>
            <a:xfrm>
              <a:off x="7355721" y="2066044"/>
              <a:ext cx="16849" cy="16849"/>
            </a:xfrm>
            <a:prstGeom prst="ellipse">
              <a:avLst/>
            </a:prstGeom>
            <a:solidFill>
              <a:srgbClr val="30AB80">
                <a:alpha val="45098"/>
              </a:srgbClr>
            </a:solidFill>
            <a:ln w="7363" cap="rnd">
              <a:solidFill>
                <a:srgbClr val="30AB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6" name="pt14916"/>
            <p:cNvSpPr/>
            <p:nvPr/>
          </p:nvSpPr>
          <p:spPr>
            <a:xfrm>
              <a:off x="5758601" y="218292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7" name="pt14917"/>
            <p:cNvSpPr/>
            <p:nvPr/>
          </p:nvSpPr>
          <p:spPr>
            <a:xfrm>
              <a:off x="5995021" y="236203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8" name="pt14918"/>
            <p:cNvSpPr/>
            <p:nvPr/>
          </p:nvSpPr>
          <p:spPr>
            <a:xfrm>
              <a:off x="6766543" y="204911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9" name="pt14919"/>
            <p:cNvSpPr/>
            <p:nvPr/>
          </p:nvSpPr>
          <p:spPr>
            <a:xfrm>
              <a:off x="6127562" y="2372236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0" name="pt14920"/>
            <p:cNvSpPr/>
            <p:nvPr/>
          </p:nvSpPr>
          <p:spPr>
            <a:xfrm>
              <a:off x="6738229" y="1901149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1" name="pt14921"/>
            <p:cNvSpPr/>
            <p:nvPr/>
          </p:nvSpPr>
          <p:spPr>
            <a:xfrm>
              <a:off x="5860123" y="2027942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2" name="pt14922"/>
            <p:cNvSpPr/>
            <p:nvPr/>
          </p:nvSpPr>
          <p:spPr>
            <a:xfrm>
              <a:off x="6371670" y="2455724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3" name="pt14923"/>
            <p:cNvSpPr/>
            <p:nvPr/>
          </p:nvSpPr>
          <p:spPr>
            <a:xfrm>
              <a:off x="5470476" y="2482200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4" name="pt14924"/>
            <p:cNvSpPr/>
            <p:nvPr/>
          </p:nvSpPr>
          <p:spPr>
            <a:xfrm>
              <a:off x="6520385" y="2255297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5" name="pt14925"/>
            <p:cNvSpPr/>
            <p:nvPr/>
          </p:nvSpPr>
          <p:spPr>
            <a:xfrm>
              <a:off x="5836963" y="2403666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6" name="pt14926"/>
            <p:cNvSpPr/>
            <p:nvPr/>
          </p:nvSpPr>
          <p:spPr>
            <a:xfrm>
              <a:off x="6410628" y="2020244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7" name="pt14927"/>
            <p:cNvSpPr/>
            <p:nvPr/>
          </p:nvSpPr>
          <p:spPr>
            <a:xfrm>
              <a:off x="5278985" y="1978185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8" name="pt14928"/>
            <p:cNvSpPr/>
            <p:nvPr/>
          </p:nvSpPr>
          <p:spPr>
            <a:xfrm>
              <a:off x="6590383" y="2158136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9" name="pt14929"/>
            <p:cNvSpPr/>
            <p:nvPr/>
          </p:nvSpPr>
          <p:spPr>
            <a:xfrm>
              <a:off x="6294527" y="2132438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0" name="pt14930"/>
            <p:cNvSpPr/>
            <p:nvPr/>
          </p:nvSpPr>
          <p:spPr>
            <a:xfrm>
              <a:off x="5941723" y="2121146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1" name="pt14931"/>
            <p:cNvSpPr/>
            <p:nvPr/>
          </p:nvSpPr>
          <p:spPr>
            <a:xfrm>
              <a:off x="5838316" y="2496400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2" name="pt14932"/>
            <p:cNvSpPr/>
            <p:nvPr/>
          </p:nvSpPr>
          <p:spPr>
            <a:xfrm>
              <a:off x="5674988" y="2500082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3" name="pt14933"/>
            <p:cNvSpPr/>
            <p:nvPr/>
          </p:nvSpPr>
          <p:spPr>
            <a:xfrm>
              <a:off x="5722236" y="255510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4" name="pt14934"/>
            <p:cNvSpPr/>
            <p:nvPr/>
          </p:nvSpPr>
          <p:spPr>
            <a:xfrm>
              <a:off x="6199894" y="2253784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5" name="pt14935"/>
            <p:cNvSpPr/>
            <p:nvPr/>
          </p:nvSpPr>
          <p:spPr>
            <a:xfrm>
              <a:off x="6026787" y="2184266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6" name="pt14936"/>
            <p:cNvSpPr/>
            <p:nvPr/>
          </p:nvSpPr>
          <p:spPr>
            <a:xfrm>
              <a:off x="6402098" y="212483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7" name="pt14937"/>
            <p:cNvSpPr/>
            <p:nvPr/>
          </p:nvSpPr>
          <p:spPr>
            <a:xfrm>
              <a:off x="5636023" y="2440078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8" name="pt14938"/>
            <p:cNvSpPr/>
            <p:nvPr/>
          </p:nvSpPr>
          <p:spPr>
            <a:xfrm>
              <a:off x="6528022" y="2176292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9" name="pt14939"/>
            <p:cNvSpPr/>
            <p:nvPr/>
          </p:nvSpPr>
          <p:spPr>
            <a:xfrm>
              <a:off x="6123287" y="2332207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0" name="pt14940"/>
            <p:cNvSpPr/>
            <p:nvPr/>
          </p:nvSpPr>
          <p:spPr>
            <a:xfrm>
              <a:off x="6445304" y="1916426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1" name="pt14941"/>
            <p:cNvSpPr/>
            <p:nvPr/>
          </p:nvSpPr>
          <p:spPr>
            <a:xfrm>
              <a:off x="6425523" y="204229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2" name="pt14942"/>
            <p:cNvSpPr/>
            <p:nvPr/>
          </p:nvSpPr>
          <p:spPr>
            <a:xfrm>
              <a:off x="5765082" y="2040409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3" name="pt14943"/>
            <p:cNvSpPr/>
            <p:nvPr/>
          </p:nvSpPr>
          <p:spPr>
            <a:xfrm>
              <a:off x="5572850" y="2483054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4" name="pt14944"/>
            <p:cNvSpPr/>
            <p:nvPr/>
          </p:nvSpPr>
          <p:spPr>
            <a:xfrm>
              <a:off x="6622357" y="2098635"/>
              <a:ext cx="16849" cy="16849"/>
            </a:xfrm>
            <a:prstGeom prst="ellipse">
              <a:avLst/>
            </a:prstGeom>
            <a:solidFill>
              <a:srgbClr val="76CE56">
                <a:alpha val="45098"/>
              </a:srgbClr>
            </a:solidFill>
            <a:ln w="7363" cap="rnd">
              <a:solidFill>
                <a:srgbClr val="76CE5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5" name="pt14945"/>
            <p:cNvSpPr/>
            <p:nvPr/>
          </p:nvSpPr>
          <p:spPr>
            <a:xfrm>
              <a:off x="6773844" y="188550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6" name="pt14946"/>
            <p:cNvSpPr/>
            <p:nvPr/>
          </p:nvSpPr>
          <p:spPr>
            <a:xfrm>
              <a:off x="6625125" y="2221560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7" name="pt14947"/>
            <p:cNvSpPr/>
            <p:nvPr/>
          </p:nvSpPr>
          <p:spPr>
            <a:xfrm>
              <a:off x="7387943" y="1860453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8" name="pt14948"/>
            <p:cNvSpPr/>
            <p:nvPr/>
          </p:nvSpPr>
          <p:spPr>
            <a:xfrm>
              <a:off x="6427301" y="207837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9" name="pt14949"/>
            <p:cNvSpPr/>
            <p:nvPr/>
          </p:nvSpPr>
          <p:spPr>
            <a:xfrm>
              <a:off x="6749934" y="2121822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0" name="pt14950"/>
            <p:cNvSpPr/>
            <p:nvPr/>
          </p:nvSpPr>
          <p:spPr>
            <a:xfrm>
              <a:off x="5709488" y="2426197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1" name="pt14951"/>
            <p:cNvSpPr/>
            <p:nvPr/>
          </p:nvSpPr>
          <p:spPr>
            <a:xfrm>
              <a:off x="6695895" y="205912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2" name="pt14952"/>
            <p:cNvSpPr/>
            <p:nvPr/>
          </p:nvSpPr>
          <p:spPr>
            <a:xfrm>
              <a:off x="5896777" y="185285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3" name="pt14953"/>
            <p:cNvSpPr/>
            <p:nvPr/>
          </p:nvSpPr>
          <p:spPr>
            <a:xfrm>
              <a:off x="6740033" y="199462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4" name="pt14954"/>
            <p:cNvSpPr/>
            <p:nvPr/>
          </p:nvSpPr>
          <p:spPr>
            <a:xfrm>
              <a:off x="6441889" y="198383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5" name="pt14955"/>
            <p:cNvSpPr/>
            <p:nvPr/>
          </p:nvSpPr>
          <p:spPr>
            <a:xfrm>
              <a:off x="5260027" y="2314628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6" name="pt14956"/>
            <p:cNvSpPr/>
            <p:nvPr/>
          </p:nvSpPr>
          <p:spPr>
            <a:xfrm>
              <a:off x="6456356" y="2032425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7" name="pt14957"/>
            <p:cNvSpPr/>
            <p:nvPr/>
          </p:nvSpPr>
          <p:spPr>
            <a:xfrm>
              <a:off x="6241363" y="2300197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8" name="pt14958"/>
            <p:cNvSpPr/>
            <p:nvPr/>
          </p:nvSpPr>
          <p:spPr>
            <a:xfrm>
              <a:off x="6487253" y="2077555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9" name="pt14959"/>
            <p:cNvSpPr/>
            <p:nvPr/>
          </p:nvSpPr>
          <p:spPr>
            <a:xfrm>
              <a:off x="6232141" y="2300403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0" name="pt14960"/>
            <p:cNvSpPr/>
            <p:nvPr/>
          </p:nvSpPr>
          <p:spPr>
            <a:xfrm>
              <a:off x="6060047" y="2334599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1" name="pt14961"/>
            <p:cNvSpPr/>
            <p:nvPr/>
          </p:nvSpPr>
          <p:spPr>
            <a:xfrm>
              <a:off x="6257330" y="2420536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2" name="pt14962"/>
            <p:cNvSpPr/>
            <p:nvPr/>
          </p:nvSpPr>
          <p:spPr>
            <a:xfrm>
              <a:off x="6144286" y="2315673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3" name="pt14963"/>
            <p:cNvSpPr/>
            <p:nvPr/>
          </p:nvSpPr>
          <p:spPr>
            <a:xfrm>
              <a:off x="5802780" y="208020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4" name="pt14964"/>
            <p:cNvSpPr/>
            <p:nvPr/>
          </p:nvSpPr>
          <p:spPr>
            <a:xfrm>
              <a:off x="5669832" y="2420830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5" name="pt14965"/>
            <p:cNvSpPr/>
            <p:nvPr/>
          </p:nvSpPr>
          <p:spPr>
            <a:xfrm>
              <a:off x="5870884" y="2023212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6" name="pt14966"/>
            <p:cNvSpPr/>
            <p:nvPr/>
          </p:nvSpPr>
          <p:spPr>
            <a:xfrm>
              <a:off x="5880803" y="2154137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7" name="pt14967"/>
            <p:cNvSpPr/>
            <p:nvPr/>
          </p:nvSpPr>
          <p:spPr>
            <a:xfrm>
              <a:off x="6183120" y="2197257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8" name="pt14968"/>
            <p:cNvSpPr/>
            <p:nvPr/>
          </p:nvSpPr>
          <p:spPr>
            <a:xfrm>
              <a:off x="6524347" y="231634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9" name="pt14969"/>
            <p:cNvSpPr/>
            <p:nvPr/>
          </p:nvSpPr>
          <p:spPr>
            <a:xfrm>
              <a:off x="5956860" y="205780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0" name="pt14970"/>
            <p:cNvSpPr/>
            <p:nvPr/>
          </p:nvSpPr>
          <p:spPr>
            <a:xfrm>
              <a:off x="7003095" y="1561456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1" name="pt14971"/>
            <p:cNvSpPr/>
            <p:nvPr/>
          </p:nvSpPr>
          <p:spPr>
            <a:xfrm>
              <a:off x="6406481" y="2136895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2" name="pt14972"/>
            <p:cNvSpPr/>
            <p:nvPr/>
          </p:nvSpPr>
          <p:spPr>
            <a:xfrm>
              <a:off x="5681978" y="2528293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3" name="pt14973"/>
            <p:cNvSpPr/>
            <p:nvPr/>
          </p:nvSpPr>
          <p:spPr>
            <a:xfrm>
              <a:off x="5772000" y="2167910"/>
              <a:ext cx="16849" cy="16849"/>
            </a:xfrm>
            <a:prstGeom prst="ellipse">
              <a:avLst/>
            </a:prstGeom>
            <a:solidFill>
              <a:srgbClr val="26A983">
                <a:alpha val="45098"/>
              </a:srgbClr>
            </a:solidFill>
            <a:ln w="7363" cap="rnd">
              <a:solidFill>
                <a:srgbClr val="26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4" name="pt14974"/>
            <p:cNvSpPr/>
            <p:nvPr/>
          </p:nvSpPr>
          <p:spPr>
            <a:xfrm>
              <a:off x="6308541" y="2199684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5" name="pt14975"/>
            <p:cNvSpPr/>
            <p:nvPr/>
          </p:nvSpPr>
          <p:spPr>
            <a:xfrm>
              <a:off x="5745153" y="2122560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6" name="pt14976"/>
            <p:cNvSpPr/>
            <p:nvPr/>
          </p:nvSpPr>
          <p:spPr>
            <a:xfrm>
              <a:off x="6943447" y="1728537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7" name="pt14977"/>
            <p:cNvSpPr/>
            <p:nvPr/>
          </p:nvSpPr>
          <p:spPr>
            <a:xfrm>
              <a:off x="5983334" y="256973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8" name="pt14978"/>
            <p:cNvSpPr/>
            <p:nvPr/>
          </p:nvSpPr>
          <p:spPr>
            <a:xfrm>
              <a:off x="5645879" y="2340293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9" name="pt14979"/>
            <p:cNvSpPr/>
            <p:nvPr/>
          </p:nvSpPr>
          <p:spPr>
            <a:xfrm>
              <a:off x="6489126" y="2051461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0" name="pt14980"/>
            <p:cNvSpPr/>
            <p:nvPr/>
          </p:nvSpPr>
          <p:spPr>
            <a:xfrm>
              <a:off x="6069366" y="234943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1" name="pt14981"/>
            <p:cNvSpPr/>
            <p:nvPr/>
          </p:nvSpPr>
          <p:spPr>
            <a:xfrm>
              <a:off x="6341084" y="230864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2" name="pt14982"/>
            <p:cNvSpPr/>
            <p:nvPr/>
          </p:nvSpPr>
          <p:spPr>
            <a:xfrm>
              <a:off x="5523819" y="2463943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3" name="pt14983"/>
            <p:cNvSpPr/>
            <p:nvPr/>
          </p:nvSpPr>
          <p:spPr>
            <a:xfrm>
              <a:off x="6592017" y="2145291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4" name="pt14984"/>
            <p:cNvSpPr/>
            <p:nvPr/>
          </p:nvSpPr>
          <p:spPr>
            <a:xfrm>
              <a:off x="5563162" y="2642028"/>
              <a:ext cx="16849" cy="16849"/>
            </a:xfrm>
            <a:prstGeom prst="ellipse">
              <a:avLst/>
            </a:prstGeom>
            <a:solidFill>
              <a:srgbClr val="7BD151">
                <a:alpha val="45098"/>
              </a:srgbClr>
            </a:solidFill>
            <a:ln w="7363" cap="rnd">
              <a:solidFill>
                <a:srgbClr val="7BD15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5" name="pt14985"/>
            <p:cNvSpPr/>
            <p:nvPr/>
          </p:nvSpPr>
          <p:spPr>
            <a:xfrm>
              <a:off x="6801732" y="178824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6" name="pt14986"/>
            <p:cNvSpPr/>
            <p:nvPr/>
          </p:nvSpPr>
          <p:spPr>
            <a:xfrm>
              <a:off x="6091628" y="2103790"/>
              <a:ext cx="16849" cy="16849"/>
            </a:xfrm>
            <a:prstGeom prst="ellipse">
              <a:avLst/>
            </a:prstGeom>
            <a:solidFill>
              <a:srgbClr val="A5D848">
                <a:alpha val="45098"/>
              </a:srgbClr>
            </a:solidFill>
            <a:ln w="7363" cap="rnd">
              <a:solidFill>
                <a:srgbClr val="A5D84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7" name="pt14987"/>
            <p:cNvSpPr/>
            <p:nvPr/>
          </p:nvSpPr>
          <p:spPr>
            <a:xfrm>
              <a:off x="6620898" y="2154710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8" name="pt14988"/>
            <p:cNvSpPr/>
            <p:nvPr/>
          </p:nvSpPr>
          <p:spPr>
            <a:xfrm>
              <a:off x="6479229" y="2081805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9" name="pt14989"/>
            <p:cNvSpPr/>
            <p:nvPr/>
          </p:nvSpPr>
          <p:spPr>
            <a:xfrm>
              <a:off x="5843748" y="240017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0" name="pt14990"/>
            <p:cNvSpPr/>
            <p:nvPr/>
          </p:nvSpPr>
          <p:spPr>
            <a:xfrm>
              <a:off x="7276262" y="2218958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1" name="pt14991"/>
            <p:cNvSpPr/>
            <p:nvPr/>
          </p:nvSpPr>
          <p:spPr>
            <a:xfrm>
              <a:off x="6543781" y="2186238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2" name="pt14992"/>
            <p:cNvSpPr/>
            <p:nvPr/>
          </p:nvSpPr>
          <p:spPr>
            <a:xfrm>
              <a:off x="6713669" y="2043280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3" name="pt14993"/>
            <p:cNvSpPr/>
            <p:nvPr/>
          </p:nvSpPr>
          <p:spPr>
            <a:xfrm>
              <a:off x="6020922" y="2148371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4" name="pt14994"/>
            <p:cNvSpPr/>
            <p:nvPr/>
          </p:nvSpPr>
          <p:spPr>
            <a:xfrm>
              <a:off x="6282014" y="2199946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5" name="pt14995"/>
            <p:cNvSpPr/>
            <p:nvPr/>
          </p:nvSpPr>
          <p:spPr>
            <a:xfrm>
              <a:off x="5539145" y="205368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6" name="pt14996"/>
            <p:cNvSpPr/>
            <p:nvPr/>
          </p:nvSpPr>
          <p:spPr>
            <a:xfrm>
              <a:off x="5794717" y="2085721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7" name="pt14997"/>
            <p:cNvSpPr/>
            <p:nvPr/>
          </p:nvSpPr>
          <p:spPr>
            <a:xfrm>
              <a:off x="5579464" y="2570257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8" name="pt14998"/>
            <p:cNvSpPr/>
            <p:nvPr/>
          </p:nvSpPr>
          <p:spPr>
            <a:xfrm>
              <a:off x="6316052" y="2057887"/>
              <a:ext cx="16849" cy="16849"/>
            </a:xfrm>
            <a:prstGeom prst="ellipse">
              <a:avLst/>
            </a:prstGeom>
            <a:solidFill>
              <a:srgbClr val="68C562">
                <a:alpha val="45098"/>
              </a:srgbClr>
            </a:solidFill>
            <a:ln w="7363" cap="rnd">
              <a:solidFill>
                <a:srgbClr val="68C56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9" name="pt14999"/>
            <p:cNvSpPr/>
            <p:nvPr/>
          </p:nvSpPr>
          <p:spPr>
            <a:xfrm>
              <a:off x="6280942" y="2137213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0" name="pt15000"/>
            <p:cNvSpPr/>
            <p:nvPr/>
          </p:nvSpPr>
          <p:spPr>
            <a:xfrm>
              <a:off x="6320262" y="2121089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1" name="pt15001"/>
            <p:cNvSpPr/>
            <p:nvPr/>
          </p:nvSpPr>
          <p:spPr>
            <a:xfrm>
              <a:off x="6590022" y="2114265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2" name="pt15002"/>
            <p:cNvSpPr/>
            <p:nvPr/>
          </p:nvSpPr>
          <p:spPr>
            <a:xfrm>
              <a:off x="7301254" y="2248902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3" name="pt15003"/>
            <p:cNvSpPr/>
            <p:nvPr/>
          </p:nvSpPr>
          <p:spPr>
            <a:xfrm>
              <a:off x="6933267" y="2001405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4" name="pt15004"/>
            <p:cNvSpPr/>
            <p:nvPr/>
          </p:nvSpPr>
          <p:spPr>
            <a:xfrm>
              <a:off x="6110279" y="2274361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5" name="pt15005"/>
            <p:cNvSpPr/>
            <p:nvPr/>
          </p:nvSpPr>
          <p:spPr>
            <a:xfrm>
              <a:off x="5706237" y="2436863"/>
              <a:ext cx="16849" cy="16849"/>
            </a:xfrm>
            <a:prstGeom prst="ellipse">
              <a:avLst/>
            </a:prstGeom>
            <a:solidFill>
              <a:srgbClr val="44B279">
                <a:alpha val="45098"/>
              </a:srgbClr>
            </a:solidFill>
            <a:ln w="7363" cap="rnd">
              <a:solidFill>
                <a:srgbClr val="44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6" name="pt15006"/>
            <p:cNvSpPr/>
            <p:nvPr/>
          </p:nvSpPr>
          <p:spPr>
            <a:xfrm>
              <a:off x="6764217" y="1997478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7" name="pt15007"/>
            <p:cNvSpPr/>
            <p:nvPr/>
          </p:nvSpPr>
          <p:spPr>
            <a:xfrm>
              <a:off x="6270591" y="2383818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8" name="pt15008"/>
            <p:cNvSpPr/>
            <p:nvPr/>
          </p:nvSpPr>
          <p:spPr>
            <a:xfrm>
              <a:off x="5990189" y="2447580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9" name="pt15009"/>
            <p:cNvSpPr/>
            <p:nvPr/>
          </p:nvSpPr>
          <p:spPr>
            <a:xfrm>
              <a:off x="5982771" y="233927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0" name="pt15010"/>
            <p:cNvSpPr/>
            <p:nvPr/>
          </p:nvSpPr>
          <p:spPr>
            <a:xfrm>
              <a:off x="6230911" y="2254366"/>
              <a:ext cx="16849" cy="16849"/>
            </a:xfrm>
            <a:prstGeom prst="ellipse">
              <a:avLst/>
            </a:prstGeom>
            <a:solidFill>
              <a:srgbClr val="5EBE6A">
                <a:alpha val="45098"/>
              </a:srgbClr>
            </a:solidFill>
            <a:ln w="7363" cap="rnd">
              <a:solidFill>
                <a:srgbClr val="5EBE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1" name="pt15011"/>
            <p:cNvSpPr/>
            <p:nvPr/>
          </p:nvSpPr>
          <p:spPr>
            <a:xfrm>
              <a:off x="6248918" y="2294186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2" name="pt15012"/>
            <p:cNvSpPr/>
            <p:nvPr/>
          </p:nvSpPr>
          <p:spPr>
            <a:xfrm>
              <a:off x="6207477" y="237161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3" name="pt15013"/>
            <p:cNvSpPr/>
            <p:nvPr/>
          </p:nvSpPr>
          <p:spPr>
            <a:xfrm>
              <a:off x="6610427" y="2166078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4" name="pt15014"/>
            <p:cNvSpPr/>
            <p:nvPr/>
          </p:nvSpPr>
          <p:spPr>
            <a:xfrm>
              <a:off x="6982888" y="1747568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5" name="pt15015"/>
            <p:cNvSpPr/>
            <p:nvPr/>
          </p:nvSpPr>
          <p:spPr>
            <a:xfrm>
              <a:off x="6145033" y="2158051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6" name="pt15016"/>
            <p:cNvSpPr/>
            <p:nvPr/>
          </p:nvSpPr>
          <p:spPr>
            <a:xfrm>
              <a:off x="6157977" y="2313049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7" name="pt15017"/>
            <p:cNvSpPr/>
            <p:nvPr/>
          </p:nvSpPr>
          <p:spPr>
            <a:xfrm>
              <a:off x="5582492" y="1990418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8" name="pt15018"/>
            <p:cNvSpPr/>
            <p:nvPr/>
          </p:nvSpPr>
          <p:spPr>
            <a:xfrm>
              <a:off x="6402657" y="2091354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9" name="pt15019"/>
            <p:cNvSpPr/>
            <p:nvPr/>
          </p:nvSpPr>
          <p:spPr>
            <a:xfrm>
              <a:off x="6159360" y="236332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0" name="pt15020"/>
            <p:cNvSpPr/>
            <p:nvPr/>
          </p:nvSpPr>
          <p:spPr>
            <a:xfrm>
              <a:off x="5543094" y="2219739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1" name="pt15021"/>
            <p:cNvSpPr/>
            <p:nvPr/>
          </p:nvSpPr>
          <p:spPr>
            <a:xfrm>
              <a:off x="6911447" y="2093491"/>
              <a:ext cx="16849" cy="16849"/>
            </a:xfrm>
            <a:prstGeom prst="ellipse">
              <a:avLst/>
            </a:prstGeom>
            <a:solidFill>
              <a:srgbClr val="BBDC41">
                <a:alpha val="45098"/>
              </a:srgbClr>
            </a:solidFill>
            <a:ln w="7363" cap="rnd">
              <a:solidFill>
                <a:srgbClr val="BBDC4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2" name="pt15022"/>
            <p:cNvSpPr/>
            <p:nvPr/>
          </p:nvSpPr>
          <p:spPr>
            <a:xfrm>
              <a:off x="5738639" y="2166674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3" name="pt15023"/>
            <p:cNvSpPr/>
            <p:nvPr/>
          </p:nvSpPr>
          <p:spPr>
            <a:xfrm>
              <a:off x="6731197" y="1876063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4" name="pt15024"/>
            <p:cNvSpPr/>
            <p:nvPr/>
          </p:nvSpPr>
          <p:spPr>
            <a:xfrm>
              <a:off x="5758160" y="211863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5" name="pt15025"/>
            <p:cNvSpPr/>
            <p:nvPr/>
          </p:nvSpPr>
          <p:spPr>
            <a:xfrm>
              <a:off x="7202512" y="1782711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6" name="pt15026"/>
            <p:cNvSpPr/>
            <p:nvPr/>
          </p:nvSpPr>
          <p:spPr>
            <a:xfrm>
              <a:off x="6079882" y="2416265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7" name="pt15027"/>
            <p:cNvSpPr/>
            <p:nvPr/>
          </p:nvSpPr>
          <p:spPr>
            <a:xfrm>
              <a:off x="6174174" y="2282067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8" name="pt15028"/>
            <p:cNvSpPr/>
            <p:nvPr/>
          </p:nvSpPr>
          <p:spPr>
            <a:xfrm>
              <a:off x="6498502" y="2096521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9" name="pt15029"/>
            <p:cNvSpPr/>
            <p:nvPr/>
          </p:nvSpPr>
          <p:spPr>
            <a:xfrm>
              <a:off x="6381251" y="2248058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0" name="pt15030"/>
            <p:cNvSpPr/>
            <p:nvPr/>
          </p:nvSpPr>
          <p:spPr>
            <a:xfrm>
              <a:off x="5500817" y="2505389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1" name="pt15031"/>
            <p:cNvSpPr/>
            <p:nvPr/>
          </p:nvSpPr>
          <p:spPr>
            <a:xfrm>
              <a:off x="6270397" y="2468701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2" name="pt15032"/>
            <p:cNvSpPr/>
            <p:nvPr/>
          </p:nvSpPr>
          <p:spPr>
            <a:xfrm>
              <a:off x="6206104" y="2294700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3" name="pt15033"/>
            <p:cNvSpPr/>
            <p:nvPr/>
          </p:nvSpPr>
          <p:spPr>
            <a:xfrm>
              <a:off x="6681225" y="2051674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4" name="pt15034"/>
            <p:cNvSpPr/>
            <p:nvPr/>
          </p:nvSpPr>
          <p:spPr>
            <a:xfrm>
              <a:off x="6317757" y="2232248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5" name="pt15035"/>
            <p:cNvSpPr/>
            <p:nvPr/>
          </p:nvSpPr>
          <p:spPr>
            <a:xfrm>
              <a:off x="6330174" y="2167770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6" name="pt15036"/>
            <p:cNvSpPr/>
            <p:nvPr/>
          </p:nvSpPr>
          <p:spPr>
            <a:xfrm>
              <a:off x="6196046" y="2250777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7" name="pt15037"/>
            <p:cNvSpPr/>
            <p:nvPr/>
          </p:nvSpPr>
          <p:spPr>
            <a:xfrm>
              <a:off x="6601355" y="2103944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8" name="pt15038"/>
            <p:cNvSpPr/>
            <p:nvPr/>
          </p:nvSpPr>
          <p:spPr>
            <a:xfrm>
              <a:off x="6556437" y="2126425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9" name="pt15039"/>
            <p:cNvSpPr/>
            <p:nvPr/>
          </p:nvSpPr>
          <p:spPr>
            <a:xfrm>
              <a:off x="6311070" y="2199474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0" name="pt15040"/>
            <p:cNvSpPr/>
            <p:nvPr/>
          </p:nvSpPr>
          <p:spPr>
            <a:xfrm>
              <a:off x="5638928" y="243284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1" name="pt15041"/>
            <p:cNvSpPr/>
            <p:nvPr/>
          </p:nvSpPr>
          <p:spPr>
            <a:xfrm>
              <a:off x="5607085" y="2464291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2" name="pt15042"/>
            <p:cNvSpPr/>
            <p:nvPr/>
          </p:nvSpPr>
          <p:spPr>
            <a:xfrm>
              <a:off x="6713284" y="2014585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3" name="pt15043"/>
            <p:cNvSpPr/>
            <p:nvPr/>
          </p:nvSpPr>
          <p:spPr>
            <a:xfrm>
              <a:off x="6791581" y="1731339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4" name="pt15044"/>
            <p:cNvSpPr/>
            <p:nvPr/>
          </p:nvSpPr>
          <p:spPr>
            <a:xfrm>
              <a:off x="5901185" y="2265083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5" name="pt15045"/>
            <p:cNvSpPr/>
            <p:nvPr/>
          </p:nvSpPr>
          <p:spPr>
            <a:xfrm>
              <a:off x="5826066" y="235295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6" name="pt15046"/>
            <p:cNvSpPr/>
            <p:nvPr/>
          </p:nvSpPr>
          <p:spPr>
            <a:xfrm>
              <a:off x="6975842" y="1646666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7" name="pt15047"/>
            <p:cNvSpPr/>
            <p:nvPr/>
          </p:nvSpPr>
          <p:spPr>
            <a:xfrm>
              <a:off x="7248537" y="2024729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8" name="pt15048"/>
            <p:cNvSpPr/>
            <p:nvPr/>
          </p:nvSpPr>
          <p:spPr>
            <a:xfrm>
              <a:off x="6338707" y="2186299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9" name="pt15049"/>
            <p:cNvSpPr/>
            <p:nvPr/>
          </p:nvSpPr>
          <p:spPr>
            <a:xfrm>
              <a:off x="6956188" y="1757168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0" name="pt15050"/>
            <p:cNvSpPr/>
            <p:nvPr/>
          </p:nvSpPr>
          <p:spPr>
            <a:xfrm>
              <a:off x="6877707" y="2000311"/>
              <a:ext cx="16849" cy="16849"/>
            </a:xfrm>
            <a:prstGeom prst="ellipse">
              <a:avLst/>
            </a:prstGeom>
            <a:solidFill>
              <a:srgbClr val="89D34E">
                <a:alpha val="45098"/>
              </a:srgbClr>
            </a:solidFill>
            <a:ln w="7363" cap="rnd">
              <a:solidFill>
                <a:srgbClr val="89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1" name="pt15051"/>
            <p:cNvSpPr/>
            <p:nvPr/>
          </p:nvSpPr>
          <p:spPr>
            <a:xfrm>
              <a:off x="5487693" y="2526205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2" name="pt15052"/>
            <p:cNvSpPr/>
            <p:nvPr/>
          </p:nvSpPr>
          <p:spPr>
            <a:xfrm>
              <a:off x="7194385" y="1808405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3" name="pt15053"/>
            <p:cNvSpPr/>
            <p:nvPr/>
          </p:nvSpPr>
          <p:spPr>
            <a:xfrm>
              <a:off x="6718100" y="1937410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4" name="pt15054"/>
            <p:cNvSpPr/>
            <p:nvPr/>
          </p:nvSpPr>
          <p:spPr>
            <a:xfrm>
              <a:off x="6303565" y="2034737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5" name="pt15055"/>
            <p:cNvSpPr/>
            <p:nvPr/>
          </p:nvSpPr>
          <p:spPr>
            <a:xfrm>
              <a:off x="5849926" y="2449140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6" name="pt15056"/>
            <p:cNvSpPr/>
            <p:nvPr/>
          </p:nvSpPr>
          <p:spPr>
            <a:xfrm>
              <a:off x="6832467" y="2094738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7" name="pt15057"/>
            <p:cNvSpPr/>
            <p:nvPr/>
          </p:nvSpPr>
          <p:spPr>
            <a:xfrm>
              <a:off x="5961853" y="214869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8" name="pt15058"/>
            <p:cNvSpPr/>
            <p:nvPr/>
          </p:nvSpPr>
          <p:spPr>
            <a:xfrm>
              <a:off x="6332086" y="2201506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9" name="pt15059"/>
            <p:cNvSpPr/>
            <p:nvPr/>
          </p:nvSpPr>
          <p:spPr>
            <a:xfrm>
              <a:off x="5816658" y="246547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0" name="pt15060"/>
            <p:cNvSpPr/>
            <p:nvPr/>
          </p:nvSpPr>
          <p:spPr>
            <a:xfrm>
              <a:off x="5266930" y="1874114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1" name="pt15061"/>
            <p:cNvSpPr/>
            <p:nvPr/>
          </p:nvSpPr>
          <p:spPr>
            <a:xfrm>
              <a:off x="5775872" y="2123460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2" name="pt15062"/>
            <p:cNvSpPr/>
            <p:nvPr/>
          </p:nvSpPr>
          <p:spPr>
            <a:xfrm>
              <a:off x="7225009" y="2288954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3" name="pt15063"/>
            <p:cNvSpPr/>
            <p:nvPr/>
          </p:nvSpPr>
          <p:spPr>
            <a:xfrm>
              <a:off x="6355337" y="2255598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4" name="pt15064"/>
            <p:cNvSpPr/>
            <p:nvPr/>
          </p:nvSpPr>
          <p:spPr>
            <a:xfrm>
              <a:off x="5852742" y="2142790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5" name="pt15065"/>
            <p:cNvSpPr/>
            <p:nvPr/>
          </p:nvSpPr>
          <p:spPr>
            <a:xfrm>
              <a:off x="6420840" y="2292659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6" name="pt15066"/>
            <p:cNvSpPr/>
            <p:nvPr/>
          </p:nvSpPr>
          <p:spPr>
            <a:xfrm>
              <a:off x="5041826" y="272253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7" name="pt15067"/>
            <p:cNvSpPr/>
            <p:nvPr/>
          </p:nvSpPr>
          <p:spPr>
            <a:xfrm>
              <a:off x="6492776" y="221708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8" name="pt15068"/>
            <p:cNvSpPr/>
            <p:nvPr/>
          </p:nvSpPr>
          <p:spPr>
            <a:xfrm>
              <a:off x="6359658" y="2323181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9" name="pt15069"/>
            <p:cNvSpPr/>
            <p:nvPr/>
          </p:nvSpPr>
          <p:spPr>
            <a:xfrm>
              <a:off x="5447086" y="2454682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0" name="pt15070"/>
            <p:cNvSpPr/>
            <p:nvPr/>
          </p:nvSpPr>
          <p:spPr>
            <a:xfrm>
              <a:off x="7030407" y="1736574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1" name="pt15071"/>
            <p:cNvSpPr/>
            <p:nvPr/>
          </p:nvSpPr>
          <p:spPr>
            <a:xfrm>
              <a:off x="5863745" y="2095670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2" name="pt15072"/>
            <p:cNvSpPr/>
            <p:nvPr/>
          </p:nvSpPr>
          <p:spPr>
            <a:xfrm>
              <a:off x="6240999" y="236857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3" name="pt15073"/>
            <p:cNvSpPr/>
            <p:nvPr/>
          </p:nvSpPr>
          <p:spPr>
            <a:xfrm>
              <a:off x="5744422" y="2095119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4" name="pt15074"/>
            <p:cNvSpPr/>
            <p:nvPr/>
          </p:nvSpPr>
          <p:spPr>
            <a:xfrm>
              <a:off x="6437082" y="1920724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5" name="pt15075"/>
            <p:cNvSpPr/>
            <p:nvPr/>
          </p:nvSpPr>
          <p:spPr>
            <a:xfrm>
              <a:off x="6348545" y="2168709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6" name="pt15076"/>
            <p:cNvSpPr/>
            <p:nvPr/>
          </p:nvSpPr>
          <p:spPr>
            <a:xfrm>
              <a:off x="5969708" y="2441202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7" name="pt15077"/>
            <p:cNvSpPr/>
            <p:nvPr/>
          </p:nvSpPr>
          <p:spPr>
            <a:xfrm>
              <a:off x="7484403" y="1309346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8" name="pt15078"/>
            <p:cNvSpPr/>
            <p:nvPr/>
          </p:nvSpPr>
          <p:spPr>
            <a:xfrm>
              <a:off x="6477235" y="212268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9" name="pt15079"/>
            <p:cNvSpPr/>
            <p:nvPr/>
          </p:nvSpPr>
          <p:spPr>
            <a:xfrm>
              <a:off x="6076271" y="236470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0" name="pt15080"/>
            <p:cNvSpPr/>
            <p:nvPr/>
          </p:nvSpPr>
          <p:spPr>
            <a:xfrm>
              <a:off x="6141172" y="241718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1" name="pt15081"/>
            <p:cNvSpPr/>
            <p:nvPr/>
          </p:nvSpPr>
          <p:spPr>
            <a:xfrm>
              <a:off x="6923920" y="1888106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2" name="pt15082"/>
            <p:cNvSpPr/>
            <p:nvPr/>
          </p:nvSpPr>
          <p:spPr>
            <a:xfrm>
              <a:off x="6801675" y="1799486"/>
              <a:ext cx="16849" cy="16849"/>
            </a:xfrm>
            <a:prstGeom prst="ellipse">
              <a:avLst/>
            </a:prstGeom>
            <a:solidFill>
              <a:srgbClr val="81D250">
                <a:alpha val="45098"/>
              </a:srgbClr>
            </a:solidFill>
            <a:ln w="7363" cap="rnd">
              <a:solidFill>
                <a:srgbClr val="81D25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3" name="pt15083"/>
            <p:cNvSpPr/>
            <p:nvPr/>
          </p:nvSpPr>
          <p:spPr>
            <a:xfrm>
              <a:off x="5783474" y="2146912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4" name="pt15084"/>
            <p:cNvSpPr/>
            <p:nvPr/>
          </p:nvSpPr>
          <p:spPr>
            <a:xfrm>
              <a:off x="6537244" y="227276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5" name="pt15085"/>
            <p:cNvSpPr/>
            <p:nvPr/>
          </p:nvSpPr>
          <p:spPr>
            <a:xfrm>
              <a:off x="5218402" y="2229238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6" name="pt15086"/>
            <p:cNvSpPr/>
            <p:nvPr/>
          </p:nvSpPr>
          <p:spPr>
            <a:xfrm>
              <a:off x="5908850" y="2143169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7" name="pt15087"/>
            <p:cNvSpPr/>
            <p:nvPr/>
          </p:nvSpPr>
          <p:spPr>
            <a:xfrm>
              <a:off x="6357470" y="246690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8" name="pt15088"/>
            <p:cNvSpPr/>
            <p:nvPr/>
          </p:nvSpPr>
          <p:spPr>
            <a:xfrm>
              <a:off x="6344727" y="2138356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9" name="pt15089"/>
            <p:cNvSpPr/>
            <p:nvPr/>
          </p:nvSpPr>
          <p:spPr>
            <a:xfrm>
              <a:off x="5434261" y="2375171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0" name="pt15090"/>
            <p:cNvSpPr/>
            <p:nvPr/>
          </p:nvSpPr>
          <p:spPr>
            <a:xfrm>
              <a:off x="5988096" y="2226914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1" name="pt15091"/>
            <p:cNvSpPr/>
            <p:nvPr/>
          </p:nvSpPr>
          <p:spPr>
            <a:xfrm>
              <a:off x="6327614" y="2156837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2" name="pt15092"/>
            <p:cNvSpPr/>
            <p:nvPr/>
          </p:nvSpPr>
          <p:spPr>
            <a:xfrm>
              <a:off x="5859864" y="2074830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3" name="pt15093"/>
            <p:cNvSpPr/>
            <p:nvPr/>
          </p:nvSpPr>
          <p:spPr>
            <a:xfrm>
              <a:off x="6383296" y="2274719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4" name="pt15094"/>
            <p:cNvSpPr/>
            <p:nvPr/>
          </p:nvSpPr>
          <p:spPr>
            <a:xfrm>
              <a:off x="5839444" y="2429440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5" name="pt15095"/>
            <p:cNvSpPr/>
            <p:nvPr/>
          </p:nvSpPr>
          <p:spPr>
            <a:xfrm>
              <a:off x="6518051" y="2208621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6" name="pt15096"/>
            <p:cNvSpPr/>
            <p:nvPr/>
          </p:nvSpPr>
          <p:spPr>
            <a:xfrm>
              <a:off x="6186824" y="2266081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7" name="pt15097"/>
            <p:cNvSpPr/>
            <p:nvPr/>
          </p:nvSpPr>
          <p:spPr>
            <a:xfrm>
              <a:off x="6287324" y="1988158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8" name="pt15098"/>
            <p:cNvSpPr/>
            <p:nvPr/>
          </p:nvSpPr>
          <p:spPr>
            <a:xfrm>
              <a:off x="6270124" y="2438257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9" name="pt15099"/>
            <p:cNvSpPr/>
            <p:nvPr/>
          </p:nvSpPr>
          <p:spPr>
            <a:xfrm>
              <a:off x="6874829" y="187823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0" name="pt15100"/>
            <p:cNvSpPr/>
            <p:nvPr/>
          </p:nvSpPr>
          <p:spPr>
            <a:xfrm>
              <a:off x="5591082" y="2609386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1" name="pt15101"/>
            <p:cNvSpPr/>
            <p:nvPr/>
          </p:nvSpPr>
          <p:spPr>
            <a:xfrm>
              <a:off x="6726570" y="1762132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2" name="pt15102"/>
            <p:cNvSpPr/>
            <p:nvPr/>
          </p:nvSpPr>
          <p:spPr>
            <a:xfrm>
              <a:off x="6594165" y="2171435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3" name="pt15103"/>
            <p:cNvSpPr/>
            <p:nvPr/>
          </p:nvSpPr>
          <p:spPr>
            <a:xfrm>
              <a:off x="6343738" y="2185584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4" name="pt15104"/>
            <p:cNvSpPr/>
            <p:nvPr/>
          </p:nvSpPr>
          <p:spPr>
            <a:xfrm>
              <a:off x="6266312" y="2374868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5" name="pt15105"/>
            <p:cNvSpPr/>
            <p:nvPr/>
          </p:nvSpPr>
          <p:spPr>
            <a:xfrm>
              <a:off x="6294160" y="2161311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6" name="pt15106"/>
            <p:cNvSpPr/>
            <p:nvPr/>
          </p:nvSpPr>
          <p:spPr>
            <a:xfrm>
              <a:off x="6269022" y="2443396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7" name="pt15107"/>
            <p:cNvSpPr/>
            <p:nvPr/>
          </p:nvSpPr>
          <p:spPr>
            <a:xfrm>
              <a:off x="5989798" y="2501460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8" name="pt15108"/>
            <p:cNvSpPr/>
            <p:nvPr/>
          </p:nvSpPr>
          <p:spPr>
            <a:xfrm>
              <a:off x="6219391" y="2298564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9" name="pt15109"/>
            <p:cNvSpPr/>
            <p:nvPr/>
          </p:nvSpPr>
          <p:spPr>
            <a:xfrm>
              <a:off x="7283503" y="2064566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0" name="pt15110"/>
            <p:cNvSpPr/>
            <p:nvPr/>
          </p:nvSpPr>
          <p:spPr>
            <a:xfrm>
              <a:off x="6597389" y="214275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1" name="pt15111"/>
            <p:cNvSpPr/>
            <p:nvPr/>
          </p:nvSpPr>
          <p:spPr>
            <a:xfrm>
              <a:off x="5293680" y="2064384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2" name="pt15112"/>
            <p:cNvSpPr/>
            <p:nvPr/>
          </p:nvSpPr>
          <p:spPr>
            <a:xfrm>
              <a:off x="6507093" y="2119393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3" name="pt15113"/>
            <p:cNvSpPr/>
            <p:nvPr/>
          </p:nvSpPr>
          <p:spPr>
            <a:xfrm>
              <a:off x="6310716" y="224091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4" name="pt15114"/>
            <p:cNvSpPr/>
            <p:nvPr/>
          </p:nvSpPr>
          <p:spPr>
            <a:xfrm>
              <a:off x="5927021" y="200856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5" name="pt15115"/>
            <p:cNvSpPr/>
            <p:nvPr/>
          </p:nvSpPr>
          <p:spPr>
            <a:xfrm>
              <a:off x="6880885" y="1749866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6" name="pt15116"/>
            <p:cNvSpPr/>
            <p:nvPr/>
          </p:nvSpPr>
          <p:spPr>
            <a:xfrm>
              <a:off x="5951057" y="2231595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7" name="pt15117"/>
            <p:cNvSpPr/>
            <p:nvPr/>
          </p:nvSpPr>
          <p:spPr>
            <a:xfrm>
              <a:off x="6159746" y="2331632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8" name="pt15118"/>
            <p:cNvSpPr/>
            <p:nvPr/>
          </p:nvSpPr>
          <p:spPr>
            <a:xfrm>
              <a:off x="6776151" y="1777116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9" name="pt15119"/>
            <p:cNvSpPr/>
            <p:nvPr/>
          </p:nvSpPr>
          <p:spPr>
            <a:xfrm>
              <a:off x="6162443" y="2272081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0" name="pt15120"/>
            <p:cNvSpPr/>
            <p:nvPr/>
          </p:nvSpPr>
          <p:spPr>
            <a:xfrm>
              <a:off x="5583767" y="1986125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1" name="pt15121"/>
            <p:cNvSpPr/>
            <p:nvPr/>
          </p:nvSpPr>
          <p:spPr>
            <a:xfrm>
              <a:off x="6862556" y="1855213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2" name="pt15122"/>
            <p:cNvSpPr/>
            <p:nvPr/>
          </p:nvSpPr>
          <p:spPr>
            <a:xfrm>
              <a:off x="6067616" y="2361943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3" name="pt15123"/>
            <p:cNvSpPr/>
            <p:nvPr/>
          </p:nvSpPr>
          <p:spPr>
            <a:xfrm>
              <a:off x="6334653" y="2267940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4" name="pt15124"/>
            <p:cNvSpPr/>
            <p:nvPr/>
          </p:nvSpPr>
          <p:spPr>
            <a:xfrm>
              <a:off x="6230824" y="2270438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5" name="pt15125"/>
            <p:cNvSpPr/>
            <p:nvPr/>
          </p:nvSpPr>
          <p:spPr>
            <a:xfrm>
              <a:off x="6028995" y="202139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6" name="pt15126"/>
            <p:cNvSpPr/>
            <p:nvPr/>
          </p:nvSpPr>
          <p:spPr>
            <a:xfrm>
              <a:off x="6271596" y="2427152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7" name="pt15127"/>
            <p:cNvSpPr/>
            <p:nvPr/>
          </p:nvSpPr>
          <p:spPr>
            <a:xfrm>
              <a:off x="6635054" y="2139798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8" name="pt15128"/>
            <p:cNvSpPr/>
            <p:nvPr/>
          </p:nvSpPr>
          <p:spPr>
            <a:xfrm>
              <a:off x="6471888" y="212931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9" name="pt15129"/>
            <p:cNvSpPr/>
            <p:nvPr/>
          </p:nvSpPr>
          <p:spPr>
            <a:xfrm>
              <a:off x="6439404" y="1985982"/>
              <a:ext cx="16849" cy="16849"/>
            </a:xfrm>
            <a:prstGeom prst="ellipse">
              <a:avLst/>
            </a:prstGeom>
            <a:solidFill>
              <a:srgbClr val="5ABC6D">
                <a:alpha val="45098"/>
              </a:srgbClr>
            </a:solidFill>
            <a:ln w="7363" cap="rnd">
              <a:solidFill>
                <a:srgbClr val="5A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0" name="pt15130"/>
            <p:cNvSpPr/>
            <p:nvPr/>
          </p:nvSpPr>
          <p:spPr>
            <a:xfrm>
              <a:off x="6657425" y="2162640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1" name="pt15131"/>
            <p:cNvSpPr/>
            <p:nvPr/>
          </p:nvSpPr>
          <p:spPr>
            <a:xfrm>
              <a:off x="5935641" y="2051714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2" name="pt15132"/>
            <p:cNvSpPr/>
            <p:nvPr/>
          </p:nvSpPr>
          <p:spPr>
            <a:xfrm>
              <a:off x="5467327" y="2216150"/>
              <a:ext cx="16849" cy="16849"/>
            </a:xfrm>
            <a:prstGeom prst="ellipse">
              <a:avLst/>
            </a:prstGeom>
            <a:solidFill>
              <a:srgbClr val="57BB6E">
                <a:alpha val="45098"/>
              </a:srgbClr>
            </a:solidFill>
            <a:ln w="7363" cap="rnd">
              <a:solidFill>
                <a:srgbClr val="57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3" name="pt15133"/>
            <p:cNvSpPr/>
            <p:nvPr/>
          </p:nvSpPr>
          <p:spPr>
            <a:xfrm>
              <a:off x="6660457" y="223901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4" name="pt15134"/>
            <p:cNvSpPr/>
            <p:nvPr/>
          </p:nvSpPr>
          <p:spPr>
            <a:xfrm>
              <a:off x="6769840" y="2000387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5" name="pt15135"/>
            <p:cNvSpPr/>
            <p:nvPr/>
          </p:nvSpPr>
          <p:spPr>
            <a:xfrm>
              <a:off x="6007824" y="2440123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6" name="pt15136"/>
            <p:cNvSpPr/>
            <p:nvPr/>
          </p:nvSpPr>
          <p:spPr>
            <a:xfrm>
              <a:off x="6414862" y="2270938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7" name="pt15137"/>
            <p:cNvSpPr/>
            <p:nvPr/>
          </p:nvSpPr>
          <p:spPr>
            <a:xfrm>
              <a:off x="6279386" y="1949044"/>
              <a:ext cx="16849" cy="16849"/>
            </a:xfrm>
            <a:prstGeom prst="ellipse">
              <a:avLst/>
            </a:prstGeom>
            <a:solidFill>
              <a:srgbClr val="72CC59">
                <a:alpha val="45098"/>
              </a:srgbClr>
            </a:solidFill>
            <a:ln w="7363" cap="rnd">
              <a:solidFill>
                <a:srgbClr val="72CC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8" name="pt15138"/>
            <p:cNvSpPr/>
            <p:nvPr/>
          </p:nvSpPr>
          <p:spPr>
            <a:xfrm>
              <a:off x="6810561" y="1611106"/>
              <a:ext cx="16849" cy="16849"/>
            </a:xfrm>
            <a:prstGeom prst="ellipse">
              <a:avLst/>
            </a:prstGeom>
            <a:solidFill>
              <a:srgbClr val="2B7B8D">
                <a:alpha val="45098"/>
              </a:srgbClr>
            </a:solidFill>
            <a:ln w="7363" cap="rnd">
              <a:solidFill>
                <a:srgbClr val="2B7B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9" name="pt15139"/>
            <p:cNvSpPr/>
            <p:nvPr/>
          </p:nvSpPr>
          <p:spPr>
            <a:xfrm>
              <a:off x="6583719" y="234678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0" name="pt15140"/>
            <p:cNvSpPr/>
            <p:nvPr/>
          </p:nvSpPr>
          <p:spPr>
            <a:xfrm>
              <a:off x="6158477" y="2102952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1" name="pt15141"/>
            <p:cNvSpPr/>
            <p:nvPr/>
          </p:nvSpPr>
          <p:spPr>
            <a:xfrm>
              <a:off x="6306182" y="230316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2" name="pt15142"/>
            <p:cNvSpPr/>
            <p:nvPr/>
          </p:nvSpPr>
          <p:spPr>
            <a:xfrm>
              <a:off x="5886846" y="2151185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3" name="pt15143"/>
            <p:cNvSpPr/>
            <p:nvPr/>
          </p:nvSpPr>
          <p:spPr>
            <a:xfrm>
              <a:off x="6333093" y="231226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4" name="pt15144"/>
            <p:cNvSpPr/>
            <p:nvPr/>
          </p:nvSpPr>
          <p:spPr>
            <a:xfrm>
              <a:off x="6481043" y="2156782"/>
              <a:ext cx="16849" cy="16849"/>
            </a:xfrm>
            <a:prstGeom prst="ellipse">
              <a:avLst/>
            </a:prstGeom>
            <a:solidFill>
              <a:srgbClr val="8DD44D">
                <a:alpha val="45098"/>
              </a:srgbClr>
            </a:solidFill>
            <a:ln w="7363" cap="rnd">
              <a:solidFill>
                <a:srgbClr val="8D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5" name="pt15145"/>
            <p:cNvSpPr/>
            <p:nvPr/>
          </p:nvSpPr>
          <p:spPr>
            <a:xfrm>
              <a:off x="5959198" y="2347888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6" name="pt15146"/>
            <p:cNvSpPr/>
            <p:nvPr/>
          </p:nvSpPr>
          <p:spPr>
            <a:xfrm>
              <a:off x="6464028" y="221234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7" name="pt15147"/>
            <p:cNvSpPr/>
            <p:nvPr/>
          </p:nvSpPr>
          <p:spPr>
            <a:xfrm>
              <a:off x="5965294" y="222415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8" name="pt15148"/>
            <p:cNvSpPr/>
            <p:nvPr/>
          </p:nvSpPr>
          <p:spPr>
            <a:xfrm>
              <a:off x="6761968" y="209314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9" name="pt15149"/>
            <p:cNvSpPr/>
            <p:nvPr/>
          </p:nvSpPr>
          <p:spPr>
            <a:xfrm>
              <a:off x="6420522" y="2417447"/>
              <a:ext cx="16849" cy="16849"/>
            </a:xfrm>
            <a:prstGeom prst="ellipse">
              <a:avLst/>
            </a:prstGeom>
            <a:solidFill>
              <a:srgbClr val="DCE236">
                <a:alpha val="45098"/>
              </a:srgbClr>
            </a:solidFill>
            <a:ln w="7363" cap="rnd">
              <a:solidFill>
                <a:srgbClr val="DCE23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0" name="pt15150"/>
            <p:cNvSpPr/>
            <p:nvPr/>
          </p:nvSpPr>
          <p:spPr>
            <a:xfrm>
              <a:off x="6439130" y="1885782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1" name="pt15151"/>
            <p:cNvSpPr/>
            <p:nvPr/>
          </p:nvSpPr>
          <p:spPr>
            <a:xfrm>
              <a:off x="6387452" y="2261267"/>
              <a:ext cx="16849" cy="16849"/>
            </a:xfrm>
            <a:prstGeom prst="ellipse">
              <a:avLst/>
            </a:prstGeom>
            <a:solidFill>
              <a:srgbClr val="A5D847">
                <a:alpha val="45098"/>
              </a:srgbClr>
            </a:solidFill>
            <a:ln w="7363" cap="rnd">
              <a:solidFill>
                <a:srgbClr val="A5D84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2" name="pt15152"/>
            <p:cNvSpPr/>
            <p:nvPr/>
          </p:nvSpPr>
          <p:spPr>
            <a:xfrm>
              <a:off x="6096072" y="2194642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3" name="pt15153"/>
            <p:cNvSpPr/>
            <p:nvPr/>
          </p:nvSpPr>
          <p:spPr>
            <a:xfrm>
              <a:off x="6474974" y="2212191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4" name="pt15154"/>
            <p:cNvSpPr/>
            <p:nvPr/>
          </p:nvSpPr>
          <p:spPr>
            <a:xfrm>
              <a:off x="5581514" y="188338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5" name="pt15155"/>
            <p:cNvSpPr/>
            <p:nvPr/>
          </p:nvSpPr>
          <p:spPr>
            <a:xfrm>
              <a:off x="6715162" y="1983278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6" name="pt15156"/>
            <p:cNvSpPr/>
            <p:nvPr/>
          </p:nvSpPr>
          <p:spPr>
            <a:xfrm>
              <a:off x="6823053" y="1926548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7" name="pt15157"/>
            <p:cNvSpPr/>
            <p:nvPr/>
          </p:nvSpPr>
          <p:spPr>
            <a:xfrm>
              <a:off x="6169923" y="233337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8" name="pt15158"/>
            <p:cNvSpPr/>
            <p:nvPr/>
          </p:nvSpPr>
          <p:spPr>
            <a:xfrm>
              <a:off x="6627958" y="214634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9" name="pt15159"/>
            <p:cNvSpPr/>
            <p:nvPr/>
          </p:nvSpPr>
          <p:spPr>
            <a:xfrm>
              <a:off x="7123307" y="161724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0" name="pt15160"/>
            <p:cNvSpPr/>
            <p:nvPr/>
          </p:nvSpPr>
          <p:spPr>
            <a:xfrm>
              <a:off x="6653185" y="1994975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1" name="pt15161"/>
            <p:cNvSpPr/>
            <p:nvPr/>
          </p:nvSpPr>
          <p:spPr>
            <a:xfrm>
              <a:off x="6313572" y="234390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2" name="pt15162"/>
            <p:cNvSpPr/>
            <p:nvPr/>
          </p:nvSpPr>
          <p:spPr>
            <a:xfrm>
              <a:off x="5544637" y="233490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3" name="pt15163"/>
            <p:cNvSpPr/>
            <p:nvPr/>
          </p:nvSpPr>
          <p:spPr>
            <a:xfrm>
              <a:off x="5562592" y="2475958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4" name="pt15164"/>
            <p:cNvSpPr/>
            <p:nvPr/>
          </p:nvSpPr>
          <p:spPr>
            <a:xfrm>
              <a:off x="5900772" y="2262532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5" name="pt15165"/>
            <p:cNvSpPr/>
            <p:nvPr/>
          </p:nvSpPr>
          <p:spPr>
            <a:xfrm>
              <a:off x="6060443" y="234049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6" name="pt15166"/>
            <p:cNvSpPr/>
            <p:nvPr/>
          </p:nvSpPr>
          <p:spPr>
            <a:xfrm>
              <a:off x="5603103" y="2497922"/>
              <a:ext cx="16849" cy="16849"/>
            </a:xfrm>
            <a:prstGeom prst="ellipse">
              <a:avLst/>
            </a:prstGeom>
            <a:solidFill>
              <a:srgbClr val="2AAA82">
                <a:alpha val="45098"/>
              </a:srgbClr>
            </a:solidFill>
            <a:ln w="7363" cap="rnd">
              <a:solidFill>
                <a:srgbClr val="2A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7" name="pt15167"/>
            <p:cNvSpPr/>
            <p:nvPr/>
          </p:nvSpPr>
          <p:spPr>
            <a:xfrm>
              <a:off x="6523625" y="2179631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8" name="pt15168"/>
            <p:cNvSpPr/>
            <p:nvPr/>
          </p:nvSpPr>
          <p:spPr>
            <a:xfrm>
              <a:off x="5953517" y="197451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9" name="pt15169"/>
            <p:cNvSpPr/>
            <p:nvPr/>
          </p:nvSpPr>
          <p:spPr>
            <a:xfrm>
              <a:off x="5914348" y="197293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0" name="pt15170"/>
            <p:cNvSpPr/>
            <p:nvPr/>
          </p:nvSpPr>
          <p:spPr>
            <a:xfrm>
              <a:off x="5817272" y="2468734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1" name="pt15171"/>
            <p:cNvSpPr/>
            <p:nvPr/>
          </p:nvSpPr>
          <p:spPr>
            <a:xfrm>
              <a:off x="5474114" y="2723801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2" name="pt15172"/>
            <p:cNvSpPr/>
            <p:nvPr/>
          </p:nvSpPr>
          <p:spPr>
            <a:xfrm>
              <a:off x="7131542" y="1510327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3" name="pt15173"/>
            <p:cNvSpPr/>
            <p:nvPr/>
          </p:nvSpPr>
          <p:spPr>
            <a:xfrm>
              <a:off x="5631693" y="2422390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4" name="pt15174"/>
            <p:cNvSpPr/>
            <p:nvPr/>
          </p:nvSpPr>
          <p:spPr>
            <a:xfrm>
              <a:off x="5649226" y="2375616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5" name="pt15175"/>
            <p:cNvSpPr/>
            <p:nvPr/>
          </p:nvSpPr>
          <p:spPr>
            <a:xfrm>
              <a:off x="6649375" y="2048472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6" name="pt15176"/>
            <p:cNvSpPr/>
            <p:nvPr/>
          </p:nvSpPr>
          <p:spPr>
            <a:xfrm>
              <a:off x="6726383" y="1836109"/>
              <a:ext cx="16849" cy="16849"/>
            </a:xfrm>
            <a:prstGeom prst="ellipse">
              <a:avLst/>
            </a:prstGeom>
            <a:solidFill>
              <a:srgbClr val="2B7B8D">
                <a:alpha val="45098"/>
              </a:srgbClr>
            </a:solidFill>
            <a:ln w="7363" cap="rnd">
              <a:solidFill>
                <a:srgbClr val="2B7B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7" name="pt15177"/>
            <p:cNvSpPr/>
            <p:nvPr/>
          </p:nvSpPr>
          <p:spPr>
            <a:xfrm>
              <a:off x="6707686" y="2146582"/>
              <a:ext cx="16849" cy="16849"/>
            </a:xfrm>
            <a:prstGeom prst="ellipse">
              <a:avLst/>
            </a:prstGeom>
            <a:solidFill>
              <a:srgbClr val="2AAA82">
                <a:alpha val="45098"/>
              </a:srgbClr>
            </a:solidFill>
            <a:ln w="7363" cap="rnd">
              <a:solidFill>
                <a:srgbClr val="2A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8" name="pt15178"/>
            <p:cNvSpPr/>
            <p:nvPr/>
          </p:nvSpPr>
          <p:spPr>
            <a:xfrm>
              <a:off x="5608240" y="2247261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9" name="pt15179"/>
            <p:cNvSpPr/>
            <p:nvPr/>
          </p:nvSpPr>
          <p:spPr>
            <a:xfrm>
              <a:off x="5680107" y="2359049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0" name="pt15180"/>
            <p:cNvSpPr/>
            <p:nvPr/>
          </p:nvSpPr>
          <p:spPr>
            <a:xfrm>
              <a:off x="5915626" y="2174571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1" name="pt15181"/>
            <p:cNvSpPr/>
            <p:nvPr/>
          </p:nvSpPr>
          <p:spPr>
            <a:xfrm>
              <a:off x="6323797" y="224805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2" name="pt15182"/>
            <p:cNvSpPr/>
            <p:nvPr/>
          </p:nvSpPr>
          <p:spPr>
            <a:xfrm>
              <a:off x="6193973" y="2227519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3" name="pt15183"/>
            <p:cNvSpPr/>
            <p:nvPr/>
          </p:nvSpPr>
          <p:spPr>
            <a:xfrm>
              <a:off x="6971440" y="1907552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4" name="pt15184"/>
            <p:cNvSpPr/>
            <p:nvPr/>
          </p:nvSpPr>
          <p:spPr>
            <a:xfrm>
              <a:off x="6769491" y="2075759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5" name="pt15185"/>
            <p:cNvSpPr/>
            <p:nvPr/>
          </p:nvSpPr>
          <p:spPr>
            <a:xfrm>
              <a:off x="6920406" y="2048130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6" name="pt15186"/>
            <p:cNvSpPr/>
            <p:nvPr/>
          </p:nvSpPr>
          <p:spPr>
            <a:xfrm>
              <a:off x="6742808" y="212869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7" name="pt15187"/>
            <p:cNvSpPr/>
            <p:nvPr/>
          </p:nvSpPr>
          <p:spPr>
            <a:xfrm>
              <a:off x="5594515" y="249167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8" name="pt15188"/>
            <p:cNvSpPr/>
            <p:nvPr/>
          </p:nvSpPr>
          <p:spPr>
            <a:xfrm>
              <a:off x="6529701" y="2222333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9" name="pt15189"/>
            <p:cNvSpPr/>
            <p:nvPr/>
          </p:nvSpPr>
          <p:spPr>
            <a:xfrm>
              <a:off x="5569280" y="2425893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0" name="pt15190"/>
            <p:cNvSpPr/>
            <p:nvPr/>
          </p:nvSpPr>
          <p:spPr>
            <a:xfrm>
              <a:off x="6546287" y="2099318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1" name="pt15191"/>
            <p:cNvSpPr/>
            <p:nvPr/>
          </p:nvSpPr>
          <p:spPr>
            <a:xfrm>
              <a:off x="5563524" y="2419249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2" name="pt15192"/>
            <p:cNvSpPr/>
            <p:nvPr/>
          </p:nvSpPr>
          <p:spPr>
            <a:xfrm>
              <a:off x="7308556" y="2098826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3" name="pt15193"/>
            <p:cNvSpPr/>
            <p:nvPr/>
          </p:nvSpPr>
          <p:spPr>
            <a:xfrm>
              <a:off x="6102446" y="2104407"/>
              <a:ext cx="16849" cy="16849"/>
            </a:xfrm>
            <a:prstGeom prst="ellipse">
              <a:avLst/>
            </a:prstGeom>
            <a:solidFill>
              <a:srgbClr val="C0DD40">
                <a:alpha val="45098"/>
              </a:srgbClr>
            </a:solidFill>
            <a:ln w="7363" cap="rnd">
              <a:solidFill>
                <a:srgbClr val="C0DD4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4" name="pt15194"/>
            <p:cNvSpPr/>
            <p:nvPr/>
          </p:nvSpPr>
          <p:spPr>
            <a:xfrm>
              <a:off x="6112198" y="2360159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5" name="pt15195"/>
            <p:cNvSpPr/>
            <p:nvPr/>
          </p:nvSpPr>
          <p:spPr>
            <a:xfrm>
              <a:off x="6447589" y="1982636"/>
              <a:ext cx="16849" cy="16849"/>
            </a:xfrm>
            <a:prstGeom prst="ellipse">
              <a:avLst/>
            </a:prstGeom>
            <a:solidFill>
              <a:srgbClr val="8DD44D">
                <a:alpha val="45098"/>
              </a:srgbClr>
            </a:solidFill>
            <a:ln w="7363" cap="rnd">
              <a:solidFill>
                <a:srgbClr val="8D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6" name="pt15196"/>
            <p:cNvSpPr/>
            <p:nvPr/>
          </p:nvSpPr>
          <p:spPr>
            <a:xfrm>
              <a:off x="6019988" y="2190249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7" name="pt15197"/>
            <p:cNvSpPr/>
            <p:nvPr/>
          </p:nvSpPr>
          <p:spPr>
            <a:xfrm>
              <a:off x="6226289" y="229199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8" name="pt15198"/>
            <p:cNvSpPr/>
            <p:nvPr/>
          </p:nvSpPr>
          <p:spPr>
            <a:xfrm>
              <a:off x="5936868" y="164850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9" name="pt15199"/>
            <p:cNvSpPr/>
            <p:nvPr/>
          </p:nvSpPr>
          <p:spPr>
            <a:xfrm>
              <a:off x="5761636" y="2219114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0" name="pt15200"/>
            <p:cNvSpPr/>
            <p:nvPr/>
          </p:nvSpPr>
          <p:spPr>
            <a:xfrm>
              <a:off x="5865127" y="2030931"/>
              <a:ext cx="16849" cy="16849"/>
            </a:xfrm>
            <a:prstGeom prst="ellipse">
              <a:avLst/>
            </a:prstGeom>
            <a:solidFill>
              <a:srgbClr val="2DAB81">
                <a:alpha val="45098"/>
              </a:srgbClr>
            </a:solidFill>
            <a:ln w="7363" cap="rnd">
              <a:solidFill>
                <a:srgbClr val="2D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1" name="pt15201"/>
            <p:cNvSpPr/>
            <p:nvPr/>
          </p:nvSpPr>
          <p:spPr>
            <a:xfrm>
              <a:off x="6573115" y="2046780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2" name="pt15202"/>
            <p:cNvSpPr/>
            <p:nvPr/>
          </p:nvSpPr>
          <p:spPr>
            <a:xfrm>
              <a:off x="6398829" y="2109728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3" name="pt15203"/>
            <p:cNvSpPr/>
            <p:nvPr/>
          </p:nvSpPr>
          <p:spPr>
            <a:xfrm>
              <a:off x="6063559" y="2411812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4" name="pt15204"/>
            <p:cNvSpPr/>
            <p:nvPr/>
          </p:nvSpPr>
          <p:spPr>
            <a:xfrm>
              <a:off x="6577640" y="2122222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5" name="pt15205"/>
            <p:cNvSpPr/>
            <p:nvPr/>
          </p:nvSpPr>
          <p:spPr>
            <a:xfrm>
              <a:off x="6244744" y="2384246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6" name="pt15206"/>
            <p:cNvSpPr/>
            <p:nvPr/>
          </p:nvSpPr>
          <p:spPr>
            <a:xfrm>
              <a:off x="6694263" y="2191922"/>
              <a:ext cx="16849" cy="16849"/>
            </a:xfrm>
            <a:prstGeom prst="ellipse">
              <a:avLst/>
            </a:prstGeom>
            <a:solidFill>
              <a:srgbClr val="C0DD40">
                <a:alpha val="45098"/>
              </a:srgbClr>
            </a:solidFill>
            <a:ln w="7363" cap="rnd">
              <a:solidFill>
                <a:srgbClr val="C0DD4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7" name="pt15207"/>
            <p:cNvSpPr/>
            <p:nvPr/>
          </p:nvSpPr>
          <p:spPr>
            <a:xfrm>
              <a:off x="6090555" y="2244477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8" name="pt15208"/>
            <p:cNvSpPr/>
            <p:nvPr/>
          </p:nvSpPr>
          <p:spPr>
            <a:xfrm>
              <a:off x="5659081" y="2368299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9" name="pt15209"/>
            <p:cNvSpPr/>
            <p:nvPr/>
          </p:nvSpPr>
          <p:spPr>
            <a:xfrm>
              <a:off x="5852892" y="204898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0" name="pt15210"/>
            <p:cNvSpPr/>
            <p:nvPr/>
          </p:nvSpPr>
          <p:spPr>
            <a:xfrm>
              <a:off x="5897154" y="2141627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1" name="pt15211"/>
            <p:cNvSpPr/>
            <p:nvPr/>
          </p:nvSpPr>
          <p:spPr>
            <a:xfrm>
              <a:off x="6159835" y="2260223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2" name="pt15212"/>
            <p:cNvSpPr/>
            <p:nvPr/>
          </p:nvSpPr>
          <p:spPr>
            <a:xfrm>
              <a:off x="6539346" y="2236432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3" name="pt15213"/>
            <p:cNvSpPr/>
            <p:nvPr/>
          </p:nvSpPr>
          <p:spPr>
            <a:xfrm>
              <a:off x="6710499" y="2114274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4" name="pt15214"/>
            <p:cNvSpPr/>
            <p:nvPr/>
          </p:nvSpPr>
          <p:spPr>
            <a:xfrm>
              <a:off x="5973039" y="219337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5" name="pt15215"/>
            <p:cNvSpPr/>
            <p:nvPr/>
          </p:nvSpPr>
          <p:spPr>
            <a:xfrm>
              <a:off x="6075681" y="232754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6" name="pt15216"/>
            <p:cNvSpPr/>
            <p:nvPr/>
          </p:nvSpPr>
          <p:spPr>
            <a:xfrm>
              <a:off x="7180125" y="1643412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7" name="pt15217"/>
            <p:cNvSpPr/>
            <p:nvPr/>
          </p:nvSpPr>
          <p:spPr>
            <a:xfrm>
              <a:off x="6450075" y="2028792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8" name="pt15218"/>
            <p:cNvSpPr/>
            <p:nvPr/>
          </p:nvSpPr>
          <p:spPr>
            <a:xfrm>
              <a:off x="6379761" y="2244865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9" name="pt15219"/>
            <p:cNvSpPr/>
            <p:nvPr/>
          </p:nvSpPr>
          <p:spPr>
            <a:xfrm>
              <a:off x="5908901" y="2184116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0" name="pt15220"/>
            <p:cNvSpPr/>
            <p:nvPr/>
          </p:nvSpPr>
          <p:spPr>
            <a:xfrm>
              <a:off x="6551983" y="2042870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1" name="pt15221"/>
            <p:cNvSpPr/>
            <p:nvPr/>
          </p:nvSpPr>
          <p:spPr>
            <a:xfrm>
              <a:off x="6405927" y="217741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2" name="pt15222"/>
            <p:cNvSpPr/>
            <p:nvPr/>
          </p:nvSpPr>
          <p:spPr>
            <a:xfrm>
              <a:off x="5861711" y="1868752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3" name="pt15223"/>
            <p:cNvSpPr/>
            <p:nvPr/>
          </p:nvSpPr>
          <p:spPr>
            <a:xfrm>
              <a:off x="6067357" y="239264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4" name="pt15224"/>
            <p:cNvSpPr/>
            <p:nvPr/>
          </p:nvSpPr>
          <p:spPr>
            <a:xfrm>
              <a:off x="5327802" y="1882298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5" name="pt15225"/>
            <p:cNvSpPr/>
            <p:nvPr/>
          </p:nvSpPr>
          <p:spPr>
            <a:xfrm>
              <a:off x="6146564" y="2354251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6" name="pt15226"/>
            <p:cNvSpPr/>
            <p:nvPr/>
          </p:nvSpPr>
          <p:spPr>
            <a:xfrm>
              <a:off x="6553623" y="2131422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7" name="pt15227"/>
            <p:cNvSpPr/>
            <p:nvPr/>
          </p:nvSpPr>
          <p:spPr>
            <a:xfrm>
              <a:off x="7045652" y="1704540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8" name="pt15228"/>
            <p:cNvSpPr/>
            <p:nvPr/>
          </p:nvSpPr>
          <p:spPr>
            <a:xfrm>
              <a:off x="6389888" y="2332010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9" name="pt15229"/>
            <p:cNvSpPr/>
            <p:nvPr/>
          </p:nvSpPr>
          <p:spPr>
            <a:xfrm>
              <a:off x="6490387" y="2222749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0" name="pt15230"/>
            <p:cNvSpPr/>
            <p:nvPr/>
          </p:nvSpPr>
          <p:spPr>
            <a:xfrm>
              <a:off x="6460184" y="2114273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1" name="pt15231"/>
            <p:cNvSpPr/>
            <p:nvPr/>
          </p:nvSpPr>
          <p:spPr>
            <a:xfrm>
              <a:off x="6185015" y="2203574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2" name="pt15232"/>
            <p:cNvSpPr/>
            <p:nvPr/>
          </p:nvSpPr>
          <p:spPr>
            <a:xfrm>
              <a:off x="6142527" y="2327630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3" name="pt15233"/>
            <p:cNvSpPr/>
            <p:nvPr/>
          </p:nvSpPr>
          <p:spPr>
            <a:xfrm>
              <a:off x="6562697" y="2093340"/>
              <a:ext cx="16849" cy="16849"/>
            </a:xfrm>
            <a:prstGeom prst="ellipse">
              <a:avLst/>
            </a:prstGeom>
            <a:solidFill>
              <a:srgbClr val="5BBD6C">
                <a:alpha val="45098"/>
              </a:srgbClr>
            </a:solidFill>
            <a:ln w="7363" cap="rnd">
              <a:solidFill>
                <a:srgbClr val="5B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4" name="pt15234"/>
            <p:cNvSpPr/>
            <p:nvPr/>
          </p:nvSpPr>
          <p:spPr>
            <a:xfrm>
              <a:off x="6042350" y="2308549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5" name="pt15235"/>
            <p:cNvSpPr/>
            <p:nvPr/>
          </p:nvSpPr>
          <p:spPr>
            <a:xfrm>
              <a:off x="5877187" y="2154683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6" name="pt15236"/>
            <p:cNvSpPr/>
            <p:nvPr/>
          </p:nvSpPr>
          <p:spPr>
            <a:xfrm>
              <a:off x="5687026" y="2477852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7" name="pt15237"/>
            <p:cNvSpPr/>
            <p:nvPr/>
          </p:nvSpPr>
          <p:spPr>
            <a:xfrm>
              <a:off x="5968736" y="2473063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8" name="pt15238"/>
            <p:cNvSpPr/>
            <p:nvPr/>
          </p:nvSpPr>
          <p:spPr>
            <a:xfrm>
              <a:off x="6662223" y="1949090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9" name="pt15239"/>
            <p:cNvSpPr/>
            <p:nvPr/>
          </p:nvSpPr>
          <p:spPr>
            <a:xfrm>
              <a:off x="6155856" y="234601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0" name="pt15240"/>
            <p:cNvSpPr/>
            <p:nvPr/>
          </p:nvSpPr>
          <p:spPr>
            <a:xfrm>
              <a:off x="6548936" y="2081138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1" name="pt15241"/>
            <p:cNvSpPr/>
            <p:nvPr/>
          </p:nvSpPr>
          <p:spPr>
            <a:xfrm>
              <a:off x="6480847" y="2097504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2" name="pt15242"/>
            <p:cNvSpPr/>
            <p:nvPr/>
          </p:nvSpPr>
          <p:spPr>
            <a:xfrm>
              <a:off x="6171461" y="2275088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3" name="pt15243"/>
            <p:cNvSpPr/>
            <p:nvPr/>
          </p:nvSpPr>
          <p:spPr>
            <a:xfrm>
              <a:off x="6765165" y="2009983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4" name="pt15244"/>
            <p:cNvSpPr/>
            <p:nvPr/>
          </p:nvSpPr>
          <p:spPr>
            <a:xfrm>
              <a:off x="6335549" y="2090038"/>
              <a:ext cx="16849" cy="16849"/>
            </a:xfrm>
            <a:prstGeom prst="ellipse">
              <a:avLst/>
            </a:prstGeom>
            <a:solidFill>
              <a:srgbClr val="68C562">
                <a:alpha val="45098"/>
              </a:srgbClr>
            </a:solidFill>
            <a:ln w="7363" cap="rnd">
              <a:solidFill>
                <a:srgbClr val="68C56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5" name="pt15245"/>
            <p:cNvSpPr/>
            <p:nvPr/>
          </p:nvSpPr>
          <p:spPr>
            <a:xfrm>
              <a:off x="6502195" y="2144650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6" name="pt15246"/>
            <p:cNvSpPr/>
            <p:nvPr/>
          </p:nvSpPr>
          <p:spPr>
            <a:xfrm>
              <a:off x="5746170" y="2270064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7" name="pt15247"/>
            <p:cNvSpPr/>
            <p:nvPr/>
          </p:nvSpPr>
          <p:spPr>
            <a:xfrm>
              <a:off x="6719667" y="1984704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8" name="pt15248"/>
            <p:cNvSpPr/>
            <p:nvPr/>
          </p:nvSpPr>
          <p:spPr>
            <a:xfrm>
              <a:off x="6419424" y="232528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9" name="pt15249"/>
            <p:cNvSpPr/>
            <p:nvPr/>
          </p:nvSpPr>
          <p:spPr>
            <a:xfrm>
              <a:off x="5838675" y="238647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0" name="pt15250"/>
            <p:cNvSpPr/>
            <p:nvPr/>
          </p:nvSpPr>
          <p:spPr>
            <a:xfrm>
              <a:off x="6286384" y="2248577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1" name="pt15251"/>
            <p:cNvSpPr/>
            <p:nvPr/>
          </p:nvSpPr>
          <p:spPr>
            <a:xfrm>
              <a:off x="5791944" y="2157034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2" name="pt15252"/>
            <p:cNvSpPr/>
            <p:nvPr/>
          </p:nvSpPr>
          <p:spPr>
            <a:xfrm>
              <a:off x="6061305" y="2336584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3" name="pt15253"/>
            <p:cNvSpPr/>
            <p:nvPr/>
          </p:nvSpPr>
          <p:spPr>
            <a:xfrm>
              <a:off x="5908196" y="2233992"/>
              <a:ext cx="16849" cy="16849"/>
            </a:xfrm>
            <a:prstGeom prst="ellipse">
              <a:avLst/>
            </a:prstGeom>
            <a:solidFill>
              <a:srgbClr val="6AC661">
                <a:alpha val="45098"/>
              </a:srgbClr>
            </a:solidFill>
            <a:ln w="7363" cap="rnd">
              <a:solidFill>
                <a:srgbClr val="6AC66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4" name="pt15254"/>
            <p:cNvSpPr/>
            <p:nvPr/>
          </p:nvSpPr>
          <p:spPr>
            <a:xfrm>
              <a:off x="6340379" y="2229916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5" name="pt15255"/>
            <p:cNvSpPr/>
            <p:nvPr/>
          </p:nvSpPr>
          <p:spPr>
            <a:xfrm>
              <a:off x="6098900" y="1941023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6" name="pt15256"/>
            <p:cNvSpPr/>
            <p:nvPr/>
          </p:nvSpPr>
          <p:spPr>
            <a:xfrm>
              <a:off x="6258924" y="2493843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7" name="pt15257"/>
            <p:cNvSpPr/>
            <p:nvPr/>
          </p:nvSpPr>
          <p:spPr>
            <a:xfrm>
              <a:off x="5741547" y="224214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8" name="pt15258"/>
            <p:cNvSpPr/>
            <p:nvPr/>
          </p:nvSpPr>
          <p:spPr>
            <a:xfrm>
              <a:off x="5671224" y="232530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9" name="pt15259"/>
            <p:cNvSpPr/>
            <p:nvPr/>
          </p:nvSpPr>
          <p:spPr>
            <a:xfrm>
              <a:off x="5907175" y="2112527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0" name="pt15260"/>
            <p:cNvSpPr/>
            <p:nvPr/>
          </p:nvSpPr>
          <p:spPr>
            <a:xfrm>
              <a:off x="6204919" y="2157264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1" name="pt15261"/>
            <p:cNvSpPr/>
            <p:nvPr/>
          </p:nvSpPr>
          <p:spPr>
            <a:xfrm>
              <a:off x="6322408" y="2257098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2" name="pt15262"/>
            <p:cNvSpPr/>
            <p:nvPr/>
          </p:nvSpPr>
          <p:spPr>
            <a:xfrm>
              <a:off x="6606235" y="232340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3" name="pt15263"/>
            <p:cNvSpPr/>
            <p:nvPr/>
          </p:nvSpPr>
          <p:spPr>
            <a:xfrm>
              <a:off x="5779700" y="2097163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4" name="pt15264"/>
            <p:cNvSpPr/>
            <p:nvPr/>
          </p:nvSpPr>
          <p:spPr>
            <a:xfrm>
              <a:off x="6935439" y="1880875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5" name="pt15265"/>
            <p:cNvSpPr/>
            <p:nvPr/>
          </p:nvSpPr>
          <p:spPr>
            <a:xfrm>
              <a:off x="6165453" y="2256405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6" name="pt15266"/>
            <p:cNvSpPr/>
            <p:nvPr/>
          </p:nvSpPr>
          <p:spPr>
            <a:xfrm>
              <a:off x="6688130" y="1948419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7" name="pt15267"/>
            <p:cNvSpPr/>
            <p:nvPr/>
          </p:nvSpPr>
          <p:spPr>
            <a:xfrm>
              <a:off x="6832064" y="1889913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8" name="pt15268"/>
            <p:cNvSpPr/>
            <p:nvPr/>
          </p:nvSpPr>
          <p:spPr>
            <a:xfrm>
              <a:off x="6868640" y="1982031"/>
              <a:ext cx="16849" cy="16849"/>
            </a:xfrm>
            <a:prstGeom prst="ellipse">
              <a:avLst/>
            </a:prstGeom>
            <a:solidFill>
              <a:srgbClr val="63C266">
                <a:alpha val="45098"/>
              </a:srgbClr>
            </a:solidFill>
            <a:ln w="7363" cap="rnd">
              <a:solidFill>
                <a:srgbClr val="63C26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9" name="pt15269"/>
            <p:cNvSpPr/>
            <p:nvPr/>
          </p:nvSpPr>
          <p:spPr>
            <a:xfrm>
              <a:off x="5810133" y="2089745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0" name="pt15270"/>
            <p:cNvSpPr/>
            <p:nvPr/>
          </p:nvSpPr>
          <p:spPr>
            <a:xfrm>
              <a:off x="6084010" y="2362732"/>
              <a:ext cx="16849" cy="16849"/>
            </a:xfrm>
            <a:prstGeom prst="ellipse">
              <a:avLst/>
            </a:prstGeom>
            <a:solidFill>
              <a:srgbClr val="2A9488">
                <a:alpha val="45098"/>
              </a:srgbClr>
            </a:solidFill>
            <a:ln w="7363" cap="rnd">
              <a:solidFill>
                <a:srgbClr val="2A94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1" name="pt15271"/>
            <p:cNvSpPr/>
            <p:nvPr/>
          </p:nvSpPr>
          <p:spPr>
            <a:xfrm>
              <a:off x="6598590" y="212306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2" name="pt15272"/>
            <p:cNvSpPr/>
            <p:nvPr/>
          </p:nvSpPr>
          <p:spPr>
            <a:xfrm>
              <a:off x="6567718" y="230143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3" name="pt15273"/>
            <p:cNvSpPr/>
            <p:nvPr/>
          </p:nvSpPr>
          <p:spPr>
            <a:xfrm>
              <a:off x="6222905" y="2259806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4" name="pt15274"/>
            <p:cNvSpPr/>
            <p:nvPr/>
          </p:nvSpPr>
          <p:spPr>
            <a:xfrm>
              <a:off x="7068443" y="1758517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5" name="pt15275"/>
            <p:cNvSpPr/>
            <p:nvPr/>
          </p:nvSpPr>
          <p:spPr>
            <a:xfrm>
              <a:off x="6315989" y="2112104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6" name="pt15276"/>
            <p:cNvSpPr/>
            <p:nvPr/>
          </p:nvSpPr>
          <p:spPr>
            <a:xfrm>
              <a:off x="6237117" y="2340499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7" name="pt15277"/>
            <p:cNvSpPr/>
            <p:nvPr/>
          </p:nvSpPr>
          <p:spPr>
            <a:xfrm>
              <a:off x="6283427" y="218046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8" name="pt15278"/>
            <p:cNvSpPr/>
            <p:nvPr/>
          </p:nvSpPr>
          <p:spPr>
            <a:xfrm>
              <a:off x="5446065" y="2378330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9" name="pt15279"/>
            <p:cNvSpPr/>
            <p:nvPr/>
          </p:nvSpPr>
          <p:spPr>
            <a:xfrm>
              <a:off x="7068545" y="1771701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0" name="pt15280"/>
            <p:cNvSpPr/>
            <p:nvPr/>
          </p:nvSpPr>
          <p:spPr>
            <a:xfrm>
              <a:off x="5570464" y="2523074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1" name="pt15281"/>
            <p:cNvSpPr/>
            <p:nvPr/>
          </p:nvSpPr>
          <p:spPr>
            <a:xfrm>
              <a:off x="6320400" y="2242849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2" name="pt15282"/>
            <p:cNvSpPr/>
            <p:nvPr/>
          </p:nvSpPr>
          <p:spPr>
            <a:xfrm>
              <a:off x="5790121" y="211647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3" name="pt15283"/>
            <p:cNvSpPr/>
            <p:nvPr/>
          </p:nvSpPr>
          <p:spPr>
            <a:xfrm>
              <a:off x="5693839" y="2531422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4" name="pt15284"/>
            <p:cNvSpPr/>
            <p:nvPr/>
          </p:nvSpPr>
          <p:spPr>
            <a:xfrm>
              <a:off x="5566211" y="2576524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5" name="pt15285"/>
            <p:cNvSpPr/>
            <p:nvPr/>
          </p:nvSpPr>
          <p:spPr>
            <a:xfrm>
              <a:off x="6829840" y="183574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6" name="pt15286"/>
            <p:cNvSpPr/>
            <p:nvPr/>
          </p:nvSpPr>
          <p:spPr>
            <a:xfrm>
              <a:off x="6247810" y="2348399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7" name="pt15287"/>
            <p:cNvSpPr/>
            <p:nvPr/>
          </p:nvSpPr>
          <p:spPr>
            <a:xfrm>
              <a:off x="6823882" y="1800301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8" name="pt15288"/>
            <p:cNvSpPr/>
            <p:nvPr/>
          </p:nvSpPr>
          <p:spPr>
            <a:xfrm>
              <a:off x="5907177" y="2036321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9" name="pt15289"/>
            <p:cNvSpPr/>
            <p:nvPr/>
          </p:nvSpPr>
          <p:spPr>
            <a:xfrm>
              <a:off x="6248980" y="2305765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0" name="pt15290"/>
            <p:cNvSpPr/>
            <p:nvPr/>
          </p:nvSpPr>
          <p:spPr>
            <a:xfrm>
              <a:off x="7029795" y="2014706"/>
              <a:ext cx="16849" cy="16849"/>
            </a:xfrm>
            <a:prstGeom prst="ellipse">
              <a:avLst/>
            </a:prstGeom>
            <a:solidFill>
              <a:srgbClr val="97D64B">
                <a:alpha val="45098"/>
              </a:srgbClr>
            </a:solidFill>
            <a:ln w="7363" cap="rnd">
              <a:solidFill>
                <a:srgbClr val="97D64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1" name="pt15291"/>
            <p:cNvSpPr/>
            <p:nvPr/>
          </p:nvSpPr>
          <p:spPr>
            <a:xfrm>
              <a:off x="5937213" y="208275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2" name="pt15292"/>
            <p:cNvSpPr/>
            <p:nvPr/>
          </p:nvSpPr>
          <p:spPr>
            <a:xfrm>
              <a:off x="5555469" y="2361738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3" name="pt15293"/>
            <p:cNvSpPr/>
            <p:nvPr/>
          </p:nvSpPr>
          <p:spPr>
            <a:xfrm>
              <a:off x="6307860" y="2223141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4" name="pt15294"/>
            <p:cNvSpPr/>
            <p:nvPr/>
          </p:nvSpPr>
          <p:spPr>
            <a:xfrm>
              <a:off x="6132963" y="2122530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5" name="pt15295"/>
            <p:cNvSpPr/>
            <p:nvPr/>
          </p:nvSpPr>
          <p:spPr>
            <a:xfrm>
              <a:off x="6066668" y="2422140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6" name="pt15296"/>
            <p:cNvSpPr/>
            <p:nvPr/>
          </p:nvSpPr>
          <p:spPr>
            <a:xfrm>
              <a:off x="6804402" y="2002149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7" name="pt15297"/>
            <p:cNvSpPr/>
            <p:nvPr/>
          </p:nvSpPr>
          <p:spPr>
            <a:xfrm>
              <a:off x="6651354" y="2031152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8" name="pt15298"/>
            <p:cNvSpPr/>
            <p:nvPr/>
          </p:nvSpPr>
          <p:spPr>
            <a:xfrm>
              <a:off x="6058806" y="2440118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9" name="pt15299"/>
            <p:cNvSpPr/>
            <p:nvPr/>
          </p:nvSpPr>
          <p:spPr>
            <a:xfrm>
              <a:off x="6655358" y="2097858"/>
              <a:ext cx="16849" cy="16849"/>
            </a:xfrm>
            <a:prstGeom prst="ellipse">
              <a:avLst/>
            </a:prstGeom>
            <a:solidFill>
              <a:srgbClr val="7BD151">
                <a:alpha val="45098"/>
              </a:srgbClr>
            </a:solidFill>
            <a:ln w="7363" cap="rnd">
              <a:solidFill>
                <a:srgbClr val="7BD15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0" name="pt15300"/>
            <p:cNvSpPr/>
            <p:nvPr/>
          </p:nvSpPr>
          <p:spPr>
            <a:xfrm>
              <a:off x="6256840" y="2425963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1" name="pt15301"/>
            <p:cNvSpPr/>
            <p:nvPr/>
          </p:nvSpPr>
          <p:spPr>
            <a:xfrm>
              <a:off x="6520726" y="232393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2" name="pt15302"/>
            <p:cNvSpPr/>
            <p:nvPr/>
          </p:nvSpPr>
          <p:spPr>
            <a:xfrm>
              <a:off x="5944250" y="190713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3" name="pt15303"/>
            <p:cNvSpPr/>
            <p:nvPr/>
          </p:nvSpPr>
          <p:spPr>
            <a:xfrm>
              <a:off x="6352619" y="2291466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4" name="pt15304"/>
            <p:cNvSpPr/>
            <p:nvPr/>
          </p:nvSpPr>
          <p:spPr>
            <a:xfrm>
              <a:off x="5907108" y="2222473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5" name="pt15305"/>
            <p:cNvSpPr/>
            <p:nvPr/>
          </p:nvSpPr>
          <p:spPr>
            <a:xfrm>
              <a:off x="6187187" y="218642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6" name="pt15306"/>
            <p:cNvSpPr/>
            <p:nvPr/>
          </p:nvSpPr>
          <p:spPr>
            <a:xfrm>
              <a:off x="6126913" y="231345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7" name="pt15307"/>
            <p:cNvSpPr/>
            <p:nvPr/>
          </p:nvSpPr>
          <p:spPr>
            <a:xfrm>
              <a:off x="6336535" y="2099854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8" name="pt15308"/>
            <p:cNvSpPr/>
            <p:nvPr/>
          </p:nvSpPr>
          <p:spPr>
            <a:xfrm>
              <a:off x="5806475" y="2050239"/>
              <a:ext cx="16849" cy="16849"/>
            </a:xfrm>
            <a:prstGeom prst="ellipse">
              <a:avLst/>
            </a:prstGeom>
            <a:solidFill>
              <a:srgbClr val="45B279">
                <a:alpha val="45098"/>
              </a:srgbClr>
            </a:solidFill>
            <a:ln w="7363" cap="rnd">
              <a:solidFill>
                <a:srgbClr val="45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9" name="pt15309"/>
            <p:cNvSpPr/>
            <p:nvPr/>
          </p:nvSpPr>
          <p:spPr>
            <a:xfrm>
              <a:off x="6173724" y="2291790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0" name="pt15310"/>
            <p:cNvSpPr/>
            <p:nvPr/>
          </p:nvSpPr>
          <p:spPr>
            <a:xfrm>
              <a:off x="5835358" y="2461460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1" name="pt15311"/>
            <p:cNvSpPr/>
            <p:nvPr/>
          </p:nvSpPr>
          <p:spPr>
            <a:xfrm>
              <a:off x="6248570" y="2303781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2" name="pt15312"/>
            <p:cNvSpPr/>
            <p:nvPr/>
          </p:nvSpPr>
          <p:spPr>
            <a:xfrm>
              <a:off x="6280890" y="1848587"/>
              <a:ext cx="16849" cy="16849"/>
            </a:xfrm>
            <a:prstGeom prst="ellipse">
              <a:avLst/>
            </a:prstGeom>
            <a:solidFill>
              <a:srgbClr val="CCDF3C">
                <a:alpha val="45098"/>
              </a:srgbClr>
            </a:solidFill>
            <a:ln w="7363" cap="rnd">
              <a:solidFill>
                <a:srgbClr val="CCDF3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3" name="pt15313"/>
            <p:cNvSpPr/>
            <p:nvPr/>
          </p:nvSpPr>
          <p:spPr>
            <a:xfrm>
              <a:off x="5484540" y="2595576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4" name="pt15314"/>
            <p:cNvSpPr/>
            <p:nvPr/>
          </p:nvSpPr>
          <p:spPr>
            <a:xfrm>
              <a:off x="5719659" y="244124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5" name="pt15315"/>
            <p:cNvSpPr/>
            <p:nvPr/>
          </p:nvSpPr>
          <p:spPr>
            <a:xfrm>
              <a:off x="6152106" y="2334316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6" name="pt15316"/>
            <p:cNvSpPr/>
            <p:nvPr/>
          </p:nvSpPr>
          <p:spPr>
            <a:xfrm>
              <a:off x="5842707" y="2400027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7" name="pt15317"/>
            <p:cNvSpPr/>
            <p:nvPr/>
          </p:nvSpPr>
          <p:spPr>
            <a:xfrm>
              <a:off x="4660396" y="2597332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8" name="pt15318"/>
            <p:cNvSpPr/>
            <p:nvPr/>
          </p:nvSpPr>
          <p:spPr>
            <a:xfrm>
              <a:off x="6800823" y="1887232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9" name="pt15319"/>
            <p:cNvSpPr/>
            <p:nvPr/>
          </p:nvSpPr>
          <p:spPr>
            <a:xfrm>
              <a:off x="6379523" y="234862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0" name="pt15320"/>
            <p:cNvSpPr/>
            <p:nvPr/>
          </p:nvSpPr>
          <p:spPr>
            <a:xfrm>
              <a:off x="6952255" y="159834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1" name="pt15321"/>
            <p:cNvSpPr/>
            <p:nvPr/>
          </p:nvSpPr>
          <p:spPr>
            <a:xfrm>
              <a:off x="5731848" y="203244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2" name="pt15322"/>
            <p:cNvSpPr/>
            <p:nvPr/>
          </p:nvSpPr>
          <p:spPr>
            <a:xfrm>
              <a:off x="6460315" y="2095542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3" name="pt15323"/>
            <p:cNvSpPr/>
            <p:nvPr/>
          </p:nvSpPr>
          <p:spPr>
            <a:xfrm>
              <a:off x="6677689" y="2049584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4" name="pt15324"/>
            <p:cNvSpPr/>
            <p:nvPr/>
          </p:nvSpPr>
          <p:spPr>
            <a:xfrm>
              <a:off x="6343570" y="2247608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5" name="pt15325"/>
            <p:cNvSpPr/>
            <p:nvPr/>
          </p:nvSpPr>
          <p:spPr>
            <a:xfrm>
              <a:off x="5611459" y="241996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6" name="pt15326"/>
            <p:cNvSpPr/>
            <p:nvPr/>
          </p:nvSpPr>
          <p:spPr>
            <a:xfrm>
              <a:off x="6158357" y="2302237"/>
              <a:ext cx="16849" cy="16849"/>
            </a:xfrm>
            <a:prstGeom prst="ellipse">
              <a:avLst/>
            </a:prstGeom>
            <a:solidFill>
              <a:srgbClr val="2A9488">
                <a:alpha val="45098"/>
              </a:srgbClr>
            </a:solidFill>
            <a:ln w="7363" cap="rnd">
              <a:solidFill>
                <a:srgbClr val="2A94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7" name="pt15327"/>
            <p:cNvSpPr/>
            <p:nvPr/>
          </p:nvSpPr>
          <p:spPr>
            <a:xfrm>
              <a:off x="6069012" y="235764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8" name="pt15328"/>
            <p:cNvSpPr/>
            <p:nvPr/>
          </p:nvSpPr>
          <p:spPr>
            <a:xfrm>
              <a:off x="6284611" y="228064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9" name="pt15329"/>
            <p:cNvSpPr/>
            <p:nvPr/>
          </p:nvSpPr>
          <p:spPr>
            <a:xfrm>
              <a:off x="6906083" y="1875770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0" name="pt15330"/>
            <p:cNvSpPr/>
            <p:nvPr/>
          </p:nvSpPr>
          <p:spPr>
            <a:xfrm>
              <a:off x="6629496" y="2196253"/>
              <a:ext cx="16849" cy="16849"/>
            </a:xfrm>
            <a:prstGeom prst="ellipse">
              <a:avLst/>
            </a:prstGeom>
            <a:solidFill>
              <a:srgbClr val="DCE236">
                <a:alpha val="45098"/>
              </a:srgbClr>
            </a:solidFill>
            <a:ln w="7363" cap="rnd">
              <a:solidFill>
                <a:srgbClr val="DCE23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1" name="pt15331"/>
            <p:cNvSpPr/>
            <p:nvPr/>
          </p:nvSpPr>
          <p:spPr>
            <a:xfrm>
              <a:off x="6362363" y="2302763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2" name="pt15332"/>
            <p:cNvSpPr/>
            <p:nvPr/>
          </p:nvSpPr>
          <p:spPr>
            <a:xfrm>
              <a:off x="6789168" y="184999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3" name="pt15333"/>
            <p:cNvSpPr/>
            <p:nvPr/>
          </p:nvSpPr>
          <p:spPr>
            <a:xfrm>
              <a:off x="6386924" y="2240555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4" name="pt15334"/>
            <p:cNvSpPr/>
            <p:nvPr/>
          </p:nvSpPr>
          <p:spPr>
            <a:xfrm>
              <a:off x="6085855" y="2451726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5" name="pt15335"/>
            <p:cNvSpPr/>
            <p:nvPr/>
          </p:nvSpPr>
          <p:spPr>
            <a:xfrm>
              <a:off x="6087974" y="226695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6" name="pt15336"/>
            <p:cNvSpPr/>
            <p:nvPr/>
          </p:nvSpPr>
          <p:spPr>
            <a:xfrm>
              <a:off x="6808162" y="182331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7" name="pt15337"/>
            <p:cNvSpPr/>
            <p:nvPr/>
          </p:nvSpPr>
          <p:spPr>
            <a:xfrm>
              <a:off x="6633372" y="2151002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8" name="pt15338"/>
            <p:cNvSpPr/>
            <p:nvPr/>
          </p:nvSpPr>
          <p:spPr>
            <a:xfrm>
              <a:off x="5639670" y="229205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9" name="pt15339"/>
            <p:cNvSpPr/>
            <p:nvPr/>
          </p:nvSpPr>
          <p:spPr>
            <a:xfrm>
              <a:off x="6404609" y="2172581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0" name="pt15340"/>
            <p:cNvSpPr/>
            <p:nvPr/>
          </p:nvSpPr>
          <p:spPr>
            <a:xfrm>
              <a:off x="5727918" y="251611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1" name="pt15341"/>
            <p:cNvSpPr/>
            <p:nvPr/>
          </p:nvSpPr>
          <p:spPr>
            <a:xfrm>
              <a:off x="5955182" y="2077890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2" name="pt15342"/>
            <p:cNvSpPr/>
            <p:nvPr/>
          </p:nvSpPr>
          <p:spPr>
            <a:xfrm>
              <a:off x="6623208" y="2012314"/>
              <a:ext cx="16849" cy="16849"/>
            </a:xfrm>
            <a:prstGeom prst="ellipse">
              <a:avLst/>
            </a:prstGeom>
            <a:solidFill>
              <a:srgbClr val="2B7B8D">
                <a:alpha val="45098"/>
              </a:srgbClr>
            </a:solidFill>
            <a:ln w="7363" cap="rnd">
              <a:solidFill>
                <a:srgbClr val="2B7B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3" name="pt15343"/>
            <p:cNvSpPr/>
            <p:nvPr/>
          </p:nvSpPr>
          <p:spPr>
            <a:xfrm>
              <a:off x="6269517" y="2383833"/>
              <a:ext cx="16849" cy="16849"/>
            </a:xfrm>
            <a:prstGeom prst="ellipse">
              <a:avLst/>
            </a:prstGeom>
            <a:solidFill>
              <a:srgbClr val="5ABC6D">
                <a:alpha val="45098"/>
              </a:srgbClr>
            </a:solidFill>
            <a:ln w="7363" cap="rnd">
              <a:solidFill>
                <a:srgbClr val="5A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4" name="pt15344"/>
            <p:cNvSpPr/>
            <p:nvPr/>
          </p:nvSpPr>
          <p:spPr>
            <a:xfrm>
              <a:off x="6801466" y="1848653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5" name="pt15345"/>
            <p:cNvSpPr/>
            <p:nvPr/>
          </p:nvSpPr>
          <p:spPr>
            <a:xfrm>
              <a:off x="6305584" y="2094263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6" name="pt15346"/>
            <p:cNvSpPr/>
            <p:nvPr/>
          </p:nvSpPr>
          <p:spPr>
            <a:xfrm>
              <a:off x="6201246" y="2095161"/>
              <a:ext cx="16849" cy="16849"/>
            </a:xfrm>
            <a:prstGeom prst="ellipse">
              <a:avLst/>
            </a:prstGeom>
            <a:solidFill>
              <a:srgbClr val="33AC80">
                <a:alpha val="45098"/>
              </a:srgbClr>
            </a:solidFill>
            <a:ln w="7363" cap="rnd">
              <a:solidFill>
                <a:srgbClr val="33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7" name="pt15347"/>
            <p:cNvSpPr/>
            <p:nvPr/>
          </p:nvSpPr>
          <p:spPr>
            <a:xfrm>
              <a:off x="5980195" y="2578945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8" name="pt15348"/>
            <p:cNvSpPr/>
            <p:nvPr/>
          </p:nvSpPr>
          <p:spPr>
            <a:xfrm>
              <a:off x="6329501" y="2110835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9" name="pt15349"/>
            <p:cNvSpPr/>
            <p:nvPr/>
          </p:nvSpPr>
          <p:spPr>
            <a:xfrm>
              <a:off x="4970968" y="2906763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0" name="pt15350"/>
            <p:cNvSpPr/>
            <p:nvPr/>
          </p:nvSpPr>
          <p:spPr>
            <a:xfrm>
              <a:off x="5558489" y="2459143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1" name="pt15351"/>
            <p:cNvSpPr/>
            <p:nvPr/>
          </p:nvSpPr>
          <p:spPr>
            <a:xfrm>
              <a:off x="5992849" y="2477976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2" name="pt15352"/>
            <p:cNvSpPr/>
            <p:nvPr/>
          </p:nvSpPr>
          <p:spPr>
            <a:xfrm>
              <a:off x="6537531" y="235437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3" name="pt15353"/>
            <p:cNvSpPr/>
            <p:nvPr/>
          </p:nvSpPr>
          <p:spPr>
            <a:xfrm>
              <a:off x="5537538" y="2198351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4" name="pt15354"/>
            <p:cNvSpPr/>
            <p:nvPr/>
          </p:nvSpPr>
          <p:spPr>
            <a:xfrm>
              <a:off x="6082515" y="2379464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5" name="pt15355"/>
            <p:cNvSpPr/>
            <p:nvPr/>
          </p:nvSpPr>
          <p:spPr>
            <a:xfrm>
              <a:off x="5587608" y="1835598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6" name="pt15356"/>
            <p:cNvSpPr/>
            <p:nvPr/>
          </p:nvSpPr>
          <p:spPr>
            <a:xfrm>
              <a:off x="6599231" y="221636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7" name="pt15357"/>
            <p:cNvSpPr/>
            <p:nvPr/>
          </p:nvSpPr>
          <p:spPr>
            <a:xfrm>
              <a:off x="7136189" y="1300962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8" name="pt15358"/>
            <p:cNvSpPr/>
            <p:nvPr/>
          </p:nvSpPr>
          <p:spPr>
            <a:xfrm>
              <a:off x="6296347" y="2163379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9" name="pt15359"/>
            <p:cNvSpPr/>
            <p:nvPr/>
          </p:nvSpPr>
          <p:spPr>
            <a:xfrm>
              <a:off x="5808616" y="2212863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0" name="pt15360"/>
            <p:cNvSpPr/>
            <p:nvPr/>
          </p:nvSpPr>
          <p:spPr>
            <a:xfrm>
              <a:off x="5268091" y="2142427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1" name="pt15361"/>
            <p:cNvSpPr/>
            <p:nvPr/>
          </p:nvSpPr>
          <p:spPr>
            <a:xfrm>
              <a:off x="5958555" y="2365406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2" name="pt15362"/>
            <p:cNvSpPr/>
            <p:nvPr/>
          </p:nvSpPr>
          <p:spPr>
            <a:xfrm>
              <a:off x="5985121" y="2475687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3" name="pt15363"/>
            <p:cNvSpPr/>
            <p:nvPr/>
          </p:nvSpPr>
          <p:spPr>
            <a:xfrm>
              <a:off x="6327065" y="2263628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4" name="pt15364"/>
            <p:cNvSpPr/>
            <p:nvPr/>
          </p:nvSpPr>
          <p:spPr>
            <a:xfrm>
              <a:off x="5825268" y="2261986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5" name="pt15365"/>
            <p:cNvSpPr/>
            <p:nvPr/>
          </p:nvSpPr>
          <p:spPr>
            <a:xfrm>
              <a:off x="6653195" y="2027849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6" name="pt15366"/>
            <p:cNvSpPr/>
            <p:nvPr/>
          </p:nvSpPr>
          <p:spPr>
            <a:xfrm>
              <a:off x="6434139" y="1934328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7" name="pt15367"/>
            <p:cNvSpPr/>
            <p:nvPr/>
          </p:nvSpPr>
          <p:spPr>
            <a:xfrm>
              <a:off x="6442879" y="214508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8" name="pt15368"/>
            <p:cNvSpPr/>
            <p:nvPr/>
          </p:nvSpPr>
          <p:spPr>
            <a:xfrm>
              <a:off x="6467194" y="214233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9" name="pt15369"/>
            <p:cNvSpPr/>
            <p:nvPr/>
          </p:nvSpPr>
          <p:spPr>
            <a:xfrm>
              <a:off x="5944179" y="2102657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0" name="pt15370"/>
            <p:cNvSpPr/>
            <p:nvPr/>
          </p:nvSpPr>
          <p:spPr>
            <a:xfrm>
              <a:off x="6251288" y="2089592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1" name="pt15371"/>
            <p:cNvSpPr/>
            <p:nvPr/>
          </p:nvSpPr>
          <p:spPr>
            <a:xfrm>
              <a:off x="6767670" y="2060493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2" name="pt15372"/>
            <p:cNvSpPr/>
            <p:nvPr/>
          </p:nvSpPr>
          <p:spPr>
            <a:xfrm>
              <a:off x="6175711" y="2278814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3" name="pt15373"/>
            <p:cNvSpPr/>
            <p:nvPr/>
          </p:nvSpPr>
          <p:spPr>
            <a:xfrm>
              <a:off x="6474091" y="219277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4" name="pt15374"/>
            <p:cNvSpPr/>
            <p:nvPr/>
          </p:nvSpPr>
          <p:spPr>
            <a:xfrm>
              <a:off x="6489319" y="2100027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5" name="pt15375"/>
            <p:cNvSpPr/>
            <p:nvPr/>
          </p:nvSpPr>
          <p:spPr>
            <a:xfrm>
              <a:off x="6703540" y="1998933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6" name="pt15376"/>
            <p:cNvSpPr/>
            <p:nvPr/>
          </p:nvSpPr>
          <p:spPr>
            <a:xfrm>
              <a:off x="6370981" y="231111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7" name="pt15377"/>
            <p:cNvSpPr/>
            <p:nvPr/>
          </p:nvSpPr>
          <p:spPr>
            <a:xfrm>
              <a:off x="5569723" y="2508576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8" name="pt15378"/>
            <p:cNvSpPr/>
            <p:nvPr/>
          </p:nvSpPr>
          <p:spPr>
            <a:xfrm>
              <a:off x="7186384" y="1720948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9" name="pt15379"/>
            <p:cNvSpPr/>
            <p:nvPr/>
          </p:nvSpPr>
          <p:spPr>
            <a:xfrm>
              <a:off x="6568874" y="2115291"/>
              <a:ext cx="16849" cy="16849"/>
            </a:xfrm>
            <a:prstGeom prst="ellipse">
              <a:avLst/>
            </a:prstGeom>
            <a:solidFill>
              <a:srgbClr val="64C265">
                <a:alpha val="45098"/>
              </a:srgbClr>
            </a:solidFill>
            <a:ln w="7363" cap="rnd">
              <a:solidFill>
                <a:srgbClr val="64C2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0" name="pt15380"/>
            <p:cNvSpPr/>
            <p:nvPr/>
          </p:nvSpPr>
          <p:spPr>
            <a:xfrm>
              <a:off x="6421402" y="236446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1" name="pt15381"/>
            <p:cNvSpPr/>
            <p:nvPr/>
          </p:nvSpPr>
          <p:spPr>
            <a:xfrm>
              <a:off x="6692692" y="2034310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2" name="pt15382"/>
            <p:cNvSpPr/>
            <p:nvPr/>
          </p:nvSpPr>
          <p:spPr>
            <a:xfrm>
              <a:off x="7480761" y="1578783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3" name="pt15383"/>
            <p:cNvSpPr/>
            <p:nvPr/>
          </p:nvSpPr>
          <p:spPr>
            <a:xfrm>
              <a:off x="6061945" y="244295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4" name="pt15384"/>
            <p:cNvSpPr/>
            <p:nvPr/>
          </p:nvSpPr>
          <p:spPr>
            <a:xfrm>
              <a:off x="6292949" y="2100428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5" name="pt15385"/>
            <p:cNvSpPr/>
            <p:nvPr/>
          </p:nvSpPr>
          <p:spPr>
            <a:xfrm>
              <a:off x="5819183" y="2561401"/>
              <a:ext cx="16849" cy="16849"/>
            </a:xfrm>
            <a:prstGeom prst="ellipse">
              <a:avLst/>
            </a:prstGeom>
            <a:solidFill>
              <a:srgbClr val="299987">
                <a:alpha val="45098"/>
              </a:srgbClr>
            </a:solidFill>
            <a:ln w="7363" cap="rnd">
              <a:solidFill>
                <a:srgbClr val="2999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6" name="pt15386"/>
            <p:cNvSpPr/>
            <p:nvPr/>
          </p:nvSpPr>
          <p:spPr>
            <a:xfrm>
              <a:off x="6514865" y="236204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7" name="pt15387"/>
            <p:cNvSpPr/>
            <p:nvPr/>
          </p:nvSpPr>
          <p:spPr>
            <a:xfrm>
              <a:off x="6483306" y="2195746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8" name="pt15388"/>
            <p:cNvSpPr/>
            <p:nvPr/>
          </p:nvSpPr>
          <p:spPr>
            <a:xfrm>
              <a:off x="6482636" y="2109347"/>
              <a:ext cx="16849" cy="16849"/>
            </a:xfrm>
            <a:prstGeom prst="ellipse">
              <a:avLst/>
            </a:prstGeom>
            <a:solidFill>
              <a:srgbClr val="64C265">
                <a:alpha val="45098"/>
              </a:srgbClr>
            </a:solidFill>
            <a:ln w="7363" cap="rnd">
              <a:solidFill>
                <a:srgbClr val="64C2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9" name="pt15389"/>
            <p:cNvSpPr/>
            <p:nvPr/>
          </p:nvSpPr>
          <p:spPr>
            <a:xfrm>
              <a:off x="5828411" y="2358278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0" name="pt15390"/>
            <p:cNvSpPr/>
            <p:nvPr/>
          </p:nvSpPr>
          <p:spPr>
            <a:xfrm>
              <a:off x="5910805" y="2110643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1" name="pt15391"/>
            <p:cNvSpPr/>
            <p:nvPr/>
          </p:nvSpPr>
          <p:spPr>
            <a:xfrm>
              <a:off x="5450071" y="2457634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2" name="pt15392"/>
            <p:cNvSpPr/>
            <p:nvPr/>
          </p:nvSpPr>
          <p:spPr>
            <a:xfrm>
              <a:off x="5738894" y="2017384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3" name="pt15393"/>
            <p:cNvSpPr/>
            <p:nvPr/>
          </p:nvSpPr>
          <p:spPr>
            <a:xfrm>
              <a:off x="6777967" y="1852783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4" name="pt15394"/>
            <p:cNvSpPr/>
            <p:nvPr/>
          </p:nvSpPr>
          <p:spPr>
            <a:xfrm>
              <a:off x="6020780" y="197269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5" name="pt15395"/>
            <p:cNvSpPr/>
            <p:nvPr/>
          </p:nvSpPr>
          <p:spPr>
            <a:xfrm>
              <a:off x="5623246" y="2511743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6" name="pt15396"/>
            <p:cNvSpPr/>
            <p:nvPr/>
          </p:nvSpPr>
          <p:spPr>
            <a:xfrm>
              <a:off x="7023506" y="1679620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7" name="pt15397"/>
            <p:cNvSpPr/>
            <p:nvPr/>
          </p:nvSpPr>
          <p:spPr>
            <a:xfrm>
              <a:off x="6542944" y="2215116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8" name="pt15398"/>
            <p:cNvSpPr/>
            <p:nvPr/>
          </p:nvSpPr>
          <p:spPr>
            <a:xfrm>
              <a:off x="6819110" y="1661315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9" name="pt15399"/>
            <p:cNvSpPr/>
            <p:nvPr/>
          </p:nvSpPr>
          <p:spPr>
            <a:xfrm>
              <a:off x="6049366" y="2349318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0" name="pt15400"/>
            <p:cNvSpPr/>
            <p:nvPr/>
          </p:nvSpPr>
          <p:spPr>
            <a:xfrm>
              <a:off x="6548674" y="223278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1" name="pt15401"/>
            <p:cNvSpPr/>
            <p:nvPr/>
          </p:nvSpPr>
          <p:spPr>
            <a:xfrm>
              <a:off x="5802250" y="2269558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2" name="pt15402"/>
            <p:cNvSpPr/>
            <p:nvPr/>
          </p:nvSpPr>
          <p:spPr>
            <a:xfrm>
              <a:off x="5739306" y="1908545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3" name="pt15403"/>
            <p:cNvSpPr/>
            <p:nvPr/>
          </p:nvSpPr>
          <p:spPr>
            <a:xfrm>
              <a:off x="5890028" y="205862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4" name="pt15404"/>
            <p:cNvSpPr/>
            <p:nvPr/>
          </p:nvSpPr>
          <p:spPr>
            <a:xfrm>
              <a:off x="6190816" y="2219209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5" name="pt15405"/>
            <p:cNvSpPr/>
            <p:nvPr/>
          </p:nvSpPr>
          <p:spPr>
            <a:xfrm>
              <a:off x="6323428" y="223189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6" name="pt15406"/>
            <p:cNvSpPr/>
            <p:nvPr/>
          </p:nvSpPr>
          <p:spPr>
            <a:xfrm>
              <a:off x="5967755" y="2519398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7" name="pt15407"/>
            <p:cNvSpPr/>
            <p:nvPr/>
          </p:nvSpPr>
          <p:spPr>
            <a:xfrm>
              <a:off x="6365358" y="2311687"/>
              <a:ext cx="16849" cy="16849"/>
            </a:xfrm>
            <a:prstGeom prst="ellipse">
              <a:avLst/>
            </a:prstGeom>
            <a:solidFill>
              <a:srgbClr val="2B7B8D">
                <a:alpha val="45098"/>
              </a:srgbClr>
            </a:solidFill>
            <a:ln w="7363" cap="rnd">
              <a:solidFill>
                <a:srgbClr val="2B7B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8" name="pt15408"/>
            <p:cNvSpPr/>
            <p:nvPr/>
          </p:nvSpPr>
          <p:spPr>
            <a:xfrm>
              <a:off x="6832077" y="1912902"/>
              <a:ext cx="16849" cy="16849"/>
            </a:xfrm>
            <a:prstGeom prst="ellipse">
              <a:avLst/>
            </a:prstGeom>
            <a:solidFill>
              <a:srgbClr val="71CB5A">
                <a:alpha val="45098"/>
              </a:srgbClr>
            </a:solidFill>
            <a:ln w="7363" cap="rnd">
              <a:solidFill>
                <a:srgbClr val="71CB5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9" name="pt15409"/>
            <p:cNvSpPr/>
            <p:nvPr/>
          </p:nvSpPr>
          <p:spPr>
            <a:xfrm>
              <a:off x="5347241" y="2012697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0" name="pt15410"/>
            <p:cNvSpPr/>
            <p:nvPr/>
          </p:nvSpPr>
          <p:spPr>
            <a:xfrm>
              <a:off x="6206132" y="2312820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1" name="pt15411"/>
            <p:cNvSpPr/>
            <p:nvPr/>
          </p:nvSpPr>
          <p:spPr>
            <a:xfrm>
              <a:off x="6042598" y="223083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2" name="pt15412"/>
            <p:cNvSpPr/>
            <p:nvPr/>
          </p:nvSpPr>
          <p:spPr>
            <a:xfrm>
              <a:off x="5733229" y="2225158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3" name="pt15413"/>
            <p:cNvSpPr/>
            <p:nvPr/>
          </p:nvSpPr>
          <p:spPr>
            <a:xfrm>
              <a:off x="5955892" y="2247549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4" name="pt15414"/>
            <p:cNvSpPr/>
            <p:nvPr/>
          </p:nvSpPr>
          <p:spPr>
            <a:xfrm>
              <a:off x="5919948" y="2022357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5" name="pt15415"/>
            <p:cNvSpPr/>
            <p:nvPr/>
          </p:nvSpPr>
          <p:spPr>
            <a:xfrm>
              <a:off x="5611443" y="2582744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6" name="pt15416"/>
            <p:cNvSpPr/>
            <p:nvPr/>
          </p:nvSpPr>
          <p:spPr>
            <a:xfrm>
              <a:off x="6157286" y="2346339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7" name="pt15417"/>
            <p:cNvSpPr/>
            <p:nvPr/>
          </p:nvSpPr>
          <p:spPr>
            <a:xfrm>
              <a:off x="5919149" y="2072785"/>
              <a:ext cx="16849" cy="16849"/>
            </a:xfrm>
            <a:prstGeom prst="ellipse">
              <a:avLst/>
            </a:prstGeom>
            <a:solidFill>
              <a:srgbClr val="86D34F">
                <a:alpha val="45098"/>
              </a:srgbClr>
            </a:solidFill>
            <a:ln w="7363" cap="rnd">
              <a:solidFill>
                <a:srgbClr val="86D34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8" name="pt15418"/>
            <p:cNvSpPr/>
            <p:nvPr/>
          </p:nvSpPr>
          <p:spPr>
            <a:xfrm>
              <a:off x="5540067" y="1985856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9" name="pt15419"/>
            <p:cNvSpPr/>
            <p:nvPr/>
          </p:nvSpPr>
          <p:spPr>
            <a:xfrm>
              <a:off x="6428043" y="1752897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0" name="pt15420"/>
            <p:cNvSpPr/>
            <p:nvPr/>
          </p:nvSpPr>
          <p:spPr>
            <a:xfrm>
              <a:off x="6737383" y="202576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1" name="pt15421"/>
            <p:cNvSpPr/>
            <p:nvPr/>
          </p:nvSpPr>
          <p:spPr>
            <a:xfrm>
              <a:off x="4982098" y="3008275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2" name="pt15422"/>
            <p:cNvSpPr/>
            <p:nvPr/>
          </p:nvSpPr>
          <p:spPr>
            <a:xfrm>
              <a:off x="6313685" y="2092220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3" name="pt15423"/>
            <p:cNvSpPr/>
            <p:nvPr/>
          </p:nvSpPr>
          <p:spPr>
            <a:xfrm>
              <a:off x="6166508" y="2184379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4" name="pt15424"/>
            <p:cNvSpPr/>
            <p:nvPr/>
          </p:nvSpPr>
          <p:spPr>
            <a:xfrm>
              <a:off x="5963244" y="2288094"/>
              <a:ext cx="16849" cy="16849"/>
            </a:xfrm>
            <a:prstGeom prst="ellipse">
              <a:avLst/>
            </a:prstGeom>
            <a:solidFill>
              <a:srgbClr val="C5DE3E">
                <a:alpha val="45098"/>
              </a:srgbClr>
            </a:solidFill>
            <a:ln w="7363" cap="rnd">
              <a:solidFill>
                <a:srgbClr val="C5DE3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5" name="pt15425"/>
            <p:cNvSpPr/>
            <p:nvPr/>
          </p:nvSpPr>
          <p:spPr>
            <a:xfrm>
              <a:off x="7272167" y="2168911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6" name="pt15426"/>
            <p:cNvSpPr/>
            <p:nvPr/>
          </p:nvSpPr>
          <p:spPr>
            <a:xfrm>
              <a:off x="5622125" y="2264786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7" name="pt15427"/>
            <p:cNvSpPr/>
            <p:nvPr/>
          </p:nvSpPr>
          <p:spPr>
            <a:xfrm>
              <a:off x="6558764" y="2106349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8" name="pt15428"/>
            <p:cNvSpPr/>
            <p:nvPr/>
          </p:nvSpPr>
          <p:spPr>
            <a:xfrm>
              <a:off x="6222996" y="2316854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9" name="pt15429"/>
            <p:cNvSpPr/>
            <p:nvPr/>
          </p:nvSpPr>
          <p:spPr>
            <a:xfrm>
              <a:off x="6401897" y="2036850"/>
              <a:ext cx="16849" cy="16849"/>
            </a:xfrm>
            <a:prstGeom prst="ellipse">
              <a:avLst/>
            </a:prstGeom>
            <a:solidFill>
              <a:srgbClr val="2DAA81">
                <a:alpha val="45098"/>
              </a:srgbClr>
            </a:solidFill>
            <a:ln w="7363" cap="rnd">
              <a:solidFill>
                <a:srgbClr val="2DAA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0" name="pt15430"/>
            <p:cNvSpPr/>
            <p:nvPr/>
          </p:nvSpPr>
          <p:spPr>
            <a:xfrm>
              <a:off x="6249826" y="2301186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1" name="pt15431"/>
            <p:cNvSpPr/>
            <p:nvPr/>
          </p:nvSpPr>
          <p:spPr>
            <a:xfrm>
              <a:off x="6009094" y="2294231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2" name="pt15432"/>
            <p:cNvSpPr/>
            <p:nvPr/>
          </p:nvSpPr>
          <p:spPr>
            <a:xfrm>
              <a:off x="6305088" y="2118753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3" name="pt15433"/>
            <p:cNvSpPr/>
            <p:nvPr/>
          </p:nvSpPr>
          <p:spPr>
            <a:xfrm>
              <a:off x="6393619" y="2123943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4" name="pt15434"/>
            <p:cNvSpPr/>
            <p:nvPr/>
          </p:nvSpPr>
          <p:spPr>
            <a:xfrm>
              <a:off x="6583124" y="2103363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5" name="pt15435"/>
            <p:cNvSpPr/>
            <p:nvPr/>
          </p:nvSpPr>
          <p:spPr>
            <a:xfrm>
              <a:off x="5925697" y="2010216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6" name="pt15436"/>
            <p:cNvSpPr/>
            <p:nvPr/>
          </p:nvSpPr>
          <p:spPr>
            <a:xfrm>
              <a:off x="5307846" y="2424312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7" name="pt15437"/>
            <p:cNvSpPr/>
            <p:nvPr/>
          </p:nvSpPr>
          <p:spPr>
            <a:xfrm>
              <a:off x="6598305" y="2059118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8" name="pt15438"/>
            <p:cNvSpPr/>
            <p:nvPr/>
          </p:nvSpPr>
          <p:spPr>
            <a:xfrm>
              <a:off x="6318299" y="2287576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9" name="pt15439"/>
            <p:cNvSpPr/>
            <p:nvPr/>
          </p:nvSpPr>
          <p:spPr>
            <a:xfrm>
              <a:off x="6716701" y="1958559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0" name="pt15440"/>
            <p:cNvSpPr/>
            <p:nvPr/>
          </p:nvSpPr>
          <p:spPr>
            <a:xfrm>
              <a:off x="5415653" y="236770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1" name="pt15441"/>
            <p:cNvSpPr/>
            <p:nvPr/>
          </p:nvSpPr>
          <p:spPr>
            <a:xfrm>
              <a:off x="6067630" y="2389299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2" name="pt15442"/>
            <p:cNvSpPr/>
            <p:nvPr/>
          </p:nvSpPr>
          <p:spPr>
            <a:xfrm>
              <a:off x="5593757" y="2489761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3" name="pt15443"/>
            <p:cNvSpPr/>
            <p:nvPr/>
          </p:nvSpPr>
          <p:spPr>
            <a:xfrm>
              <a:off x="6305642" y="2146850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4" name="pt15444"/>
            <p:cNvSpPr/>
            <p:nvPr/>
          </p:nvSpPr>
          <p:spPr>
            <a:xfrm>
              <a:off x="6814771" y="1876714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5" name="pt15445"/>
            <p:cNvSpPr/>
            <p:nvPr/>
          </p:nvSpPr>
          <p:spPr>
            <a:xfrm>
              <a:off x="6545908" y="2159845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6" name="pt15446"/>
            <p:cNvSpPr/>
            <p:nvPr/>
          </p:nvSpPr>
          <p:spPr>
            <a:xfrm>
              <a:off x="6129841" y="2270561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7" name="pt15447"/>
            <p:cNvSpPr/>
            <p:nvPr/>
          </p:nvSpPr>
          <p:spPr>
            <a:xfrm>
              <a:off x="5977642" y="2435779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8" name="pt15448"/>
            <p:cNvSpPr/>
            <p:nvPr/>
          </p:nvSpPr>
          <p:spPr>
            <a:xfrm>
              <a:off x="6422276" y="2264672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9" name="pt15449"/>
            <p:cNvSpPr/>
            <p:nvPr/>
          </p:nvSpPr>
          <p:spPr>
            <a:xfrm>
              <a:off x="6708682" y="2104740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0" name="pt15450"/>
            <p:cNvSpPr/>
            <p:nvPr/>
          </p:nvSpPr>
          <p:spPr>
            <a:xfrm>
              <a:off x="6757822" y="2081079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1" name="pt15451"/>
            <p:cNvSpPr/>
            <p:nvPr/>
          </p:nvSpPr>
          <p:spPr>
            <a:xfrm>
              <a:off x="6664210" y="2070174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2" name="pt15452"/>
            <p:cNvSpPr/>
            <p:nvPr/>
          </p:nvSpPr>
          <p:spPr>
            <a:xfrm>
              <a:off x="5934615" y="1941061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3" name="pt15453"/>
            <p:cNvSpPr/>
            <p:nvPr/>
          </p:nvSpPr>
          <p:spPr>
            <a:xfrm>
              <a:off x="5651421" y="2502043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4" name="pt15454"/>
            <p:cNvSpPr/>
            <p:nvPr/>
          </p:nvSpPr>
          <p:spPr>
            <a:xfrm>
              <a:off x="6480982" y="2033801"/>
              <a:ext cx="16849" cy="16849"/>
            </a:xfrm>
            <a:prstGeom prst="ellipse">
              <a:avLst/>
            </a:prstGeom>
            <a:solidFill>
              <a:srgbClr val="299987">
                <a:alpha val="45098"/>
              </a:srgbClr>
            </a:solidFill>
            <a:ln w="7363" cap="rnd">
              <a:solidFill>
                <a:srgbClr val="2999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5" name="pt15455"/>
            <p:cNvSpPr/>
            <p:nvPr/>
          </p:nvSpPr>
          <p:spPr>
            <a:xfrm>
              <a:off x="6373721" y="2277542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6" name="pt15456"/>
            <p:cNvSpPr/>
            <p:nvPr/>
          </p:nvSpPr>
          <p:spPr>
            <a:xfrm>
              <a:off x="6405122" y="218448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7" name="pt15457"/>
            <p:cNvSpPr/>
            <p:nvPr/>
          </p:nvSpPr>
          <p:spPr>
            <a:xfrm>
              <a:off x="6446705" y="1923527"/>
              <a:ext cx="16849" cy="16849"/>
            </a:xfrm>
            <a:prstGeom prst="ellipse">
              <a:avLst/>
            </a:prstGeom>
            <a:solidFill>
              <a:srgbClr val="5EBF6A">
                <a:alpha val="45098"/>
              </a:srgbClr>
            </a:solidFill>
            <a:ln w="7363" cap="rnd">
              <a:solidFill>
                <a:srgbClr val="5EBF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8" name="pt15458"/>
            <p:cNvSpPr/>
            <p:nvPr/>
          </p:nvSpPr>
          <p:spPr>
            <a:xfrm>
              <a:off x="6299609" y="2062470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9" name="pt15459"/>
            <p:cNvSpPr/>
            <p:nvPr/>
          </p:nvSpPr>
          <p:spPr>
            <a:xfrm>
              <a:off x="6302333" y="1998097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0" name="pt15460"/>
            <p:cNvSpPr/>
            <p:nvPr/>
          </p:nvSpPr>
          <p:spPr>
            <a:xfrm>
              <a:off x="5927319" y="2123310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1" name="pt15461"/>
            <p:cNvSpPr/>
            <p:nvPr/>
          </p:nvSpPr>
          <p:spPr>
            <a:xfrm>
              <a:off x="6563379" y="2095553"/>
              <a:ext cx="16849" cy="16849"/>
            </a:xfrm>
            <a:prstGeom prst="ellipse">
              <a:avLst/>
            </a:prstGeom>
            <a:solidFill>
              <a:srgbClr val="6EC95D">
                <a:alpha val="45098"/>
              </a:srgbClr>
            </a:solidFill>
            <a:ln w="7363" cap="rnd">
              <a:solidFill>
                <a:srgbClr val="6E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2" name="pt15462"/>
            <p:cNvSpPr/>
            <p:nvPr/>
          </p:nvSpPr>
          <p:spPr>
            <a:xfrm>
              <a:off x="5908803" y="2189806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3" name="pt15463"/>
            <p:cNvSpPr/>
            <p:nvPr/>
          </p:nvSpPr>
          <p:spPr>
            <a:xfrm>
              <a:off x="6613199" y="2106740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4" name="pt15464"/>
            <p:cNvSpPr/>
            <p:nvPr/>
          </p:nvSpPr>
          <p:spPr>
            <a:xfrm>
              <a:off x="7253125" y="2273030"/>
              <a:ext cx="16849" cy="16849"/>
            </a:xfrm>
            <a:prstGeom prst="ellipse">
              <a:avLst/>
            </a:prstGeom>
            <a:solidFill>
              <a:srgbClr val="BBDC41">
                <a:alpha val="45098"/>
              </a:srgbClr>
            </a:solidFill>
            <a:ln w="7363" cap="rnd">
              <a:solidFill>
                <a:srgbClr val="BBDC4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5" name="pt15465"/>
            <p:cNvSpPr/>
            <p:nvPr/>
          </p:nvSpPr>
          <p:spPr>
            <a:xfrm>
              <a:off x="6232180" y="2284907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6" name="pt15466"/>
            <p:cNvSpPr/>
            <p:nvPr/>
          </p:nvSpPr>
          <p:spPr>
            <a:xfrm>
              <a:off x="5922956" y="189455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7" name="pt15467"/>
            <p:cNvSpPr/>
            <p:nvPr/>
          </p:nvSpPr>
          <p:spPr>
            <a:xfrm>
              <a:off x="6442611" y="1940258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8" name="pt15468"/>
            <p:cNvSpPr/>
            <p:nvPr/>
          </p:nvSpPr>
          <p:spPr>
            <a:xfrm>
              <a:off x="6225533" y="2394284"/>
              <a:ext cx="16849" cy="16849"/>
            </a:xfrm>
            <a:prstGeom prst="ellipse">
              <a:avLst/>
            </a:prstGeom>
            <a:solidFill>
              <a:srgbClr val="2B7B8D">
                <a:alpha val="45098"/>
              </a:srgbClr>
            </a:solidFill>
            <a:ln w="7363" cap="rnd">
              <a:solidFill>
                <a:srgbClr val="2B7B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9" name="pt15469"/>
            <p:cNvSpPr/>
            <p:nvPr/>
          </p:nvSpPr>
          <p:spPr>
            <a:xfrm>
              <a:off x="5736675" y="221479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0" name="pt15470"/>
            <p:cNvSpPr/>
            <p:nvPr/>
          </p:nvSpPr>
          <p:spPr>
            <a:xfrm>
              <a:off x="6649768" y="2088848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1" name="pt15471"/>
            <p:cNvSpPr/>
            <p:nvPr/>
          </p:nvSpPr>
          <p:spPr>
            <a:xfrm>
              <a:off x="4812528" y="289268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2" name="pt15472"/>
            <p:cNvSpPr/>
            <p:nvPr/>
          </p:nvSpPr>
          <p:spPr>
            <a:xfrm>
              <a:off x="6322072" y="2065116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3" name="pt15473"/>
            <p:cNvSpPr/>
            <p:nvPr/>
          </p:nvSpPr>
          <p:spPr>
            <a:xfrm>
              <a:off x="6412896" y="2064374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4" name="pt15474"/>
            <p:cNvSpPr/>
            <p:nvPr/>
          </p:nvSpPr>
          <p:spPr>
            <a:xfrm>
              <a:off x="6300114" y="207027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5" name="pt15475"/>
            <p:cNvSpPr/>
            <p:nvPr/>
          </p:nvSpPr>
          <p:spPr>
            <a:xfrm>
              <a:off x="5624699" y="2572742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6" name="pt15476"/>
            <p:cNvSpPr/>
            <p:nvPr/>
          </p:nvSpPr>
          <p:spPr>
            <a:xfrm>
              <a:off x="6836015" y="1863330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7" name="pt15477"/>
            <p:cNvSpPr/>
            <p:nvPr/>
          </p:nvSpPr>
          <p:spPr>
            <a:xfrm>
              <a:off x="5664676" y="2425027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8" name="pt15478"/>
            <p:cNvSpPr/>
            <p:nvPr/>
          </p:nvSpPr>
          <p:spPr>
            <a:xfrm>
              <a:off x="6145963" y="2312714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9" name="pt15479"/>
            <p:cNvSpPr/>
            <p:nvPr/>
          </p:nvSpPr>
          <p:spPr>
            <a:xfrm>
              <a:off x="6575027" y="230656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0" name="pt15480"/>
            <p:cNvSpPr/>
            <p:nvPr/>
          </p:nvSpPr>
          <p:spPr>
            <a:xfrm>
              <a:off x="5752294" y="2300246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1" name="pt15481"/>
            <p:cNvSpPr/>
            <p:nvPr/>
          </p:nvSpPr>
          <p:spPr>
            <a:xfrm>
              <a:off x="5765029" y="2112288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2" name="pt15482"/>
            <p:cNvSpPr/>
            <p:nvPr/>
          </p:nvSpPr>
          <p:spPr>
            <a:xfrm>
              <a:off x="7005912" y="1700960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3" name="pt15483"/>
            <p:cNvSpPr/>
            <p:nvPr/>
          </p:nvSpPr>
          <p:spPr>
            <a:xfrm>
              <a:off x="5787521" y="206513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4" name="pt15484"/>
            <p:cNvSpPr/>
            <p:nvPr/>
          </p:nvSpPr>
          <p:spPr>
            <a:xfrm>
              <a:off x="6379038" y="2353204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5" name="pt15485"/>
            <p:cNvSpPr/>
            <p:nvPr/>
          </p:nvSpPr>
          <p:spPr>
            <a:xfrm>
              <a:off x="5507929" y="2364733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6" name="pt15486"/>
            <p:cNvSpPr/>
            <p:nvPr/>
          </p:nvSpPr>
          <p:spPr>
            <a:xfrm>
              <a:off x="5622892" y="2502930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7" name="pt15487"/>
            <p:cNvSpPr/>
            <p:nvPr/>
          </p:nvSpPr>
          <p:spPr>
            <a:xfrm>
              <a:off x="6444038" y="2010516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8" name="pt15488"/>
            <p:cNvSpPr/>
            <p:nvPr/>
          </p:nvSpPr>
          <p:spPr>
            <a:xfrm>
              <a:off x="7230611" y="2107708"/>
              <a:ext cx="16849" cy="16849"/>
            </a:xfrm>
            <a:prstGeom prst="ellipse">
              <a:avLst/>
            </a:prstGeom>
            <a:solidFill>
              <a:srgbClr val="97D64B">
                <a:alpha val="45098"/>
              </a:srgbClr>
            </a:solidFill>
            <a:ln w="7363" cap="rnd">
              <a:solidFill>
                <a:srgbClr val="97D64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9" name="pt15489"/>
            <p:cNvSpPr/>
            <p:nvPr/>
          </p:nvSpPr>
          <p:spPr>
            <a:xfrm>
              <a:off x="5699650" y="2563461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0" name="pt15490"/>
            <p:cNvSpPr/>
            <p:nvPr/>
          </p:nvSpPr>
          <p:spPr>
            <a:xfrm>
              <a:off x="5973798" y="2388328"/>
              <a:ext cx="16849" cy="16849"/>
            </a:xfrm>
            <a:prstGeom prst="ellipse">
              <a:avLst/>
            </a:prstGeom>
            <a:solidFill>
              <a:srgbClr val="5EBE6A">
                <a:alpha val="45098"/>
              </a:srgbClr>
            </a:solidFill>
            <a:ln w="7363" cap="rnd">
              <a:solidFill>
                <a:srgbClr val="5EBE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1" name="pt15491"/>
            <p:cNvSpPr/>
            <p:nvPr/>
          </p:nvSpPr>
          <p:spPr>
            <a:xfrm>
              <a:off x="6116736" y="2317140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2" name="pt15492"/>
            <p:cNvSpPr/>
            <p:nvPr/>
          </p:nvSpPr>
          <p:spPr>
            <a:xfrm>
              <a:off x="5725948" y="242969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3" name="pt15493"/>
            <p:cNvSpPr/>
            <p:nvPr/>
          </p:nvSpPr>
          <p:spPr>
            <a:xfrm>
              <a:off x="6286097" y="216522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4" name="pt15494"/>
            <p:cNvSpPr/>
            <p:nvPr/>
          </p:nvSpPr>
          <p:spPr>
            <a:xfrm>
              <a:off x="6256049" y="2210485"/>
              <a:ext cx="16849" cy="16849"/>
            </a:xfrm>
            <a:prstGeom prst="ellipse">
              <a:avLst/>
            </a:prstGeom>
            <a:solidFill>
              <a:srgbClr val="81D250">
                <a:alpha val="45098"/>
              </a:srgbClr>
            </a:solidFill>
            <a:ln w="7363" cap="rnd">
              <a:solidFill>
                <a:srgbClr val="81D25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5" name="pt15495"/>
            <p:cNvSpPr/>
            <p:nvPr/>
          </p:nvSpPr>
          <p:spPr>
            <a:xfrm>
              <a:off x="6244852" y="228330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6" name="pt15496"/>
            <p:cNvSpPr/>
            <p:nvPr/>
          </p:nvSpPr>
          <p:spPr>
            <a:xfrm>
              <a:off x="6268271" y="2303180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7" name="pt15497"/>
            <p:cNvSpPr/>
            <p:nvPr/>
          </p:nvSpPr>
          <p:spPr>
            <a:xfrm>
              <a:off x="6372773" y="2286595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8" name="pt15498"/>
            <p:cNvSpPr/>
            <p:nvPr/>
          </p:nvSpPr>
          <p:spPr>
            <a:xfrm>
              <a:off x="6780781" y="1863968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9" name="pt15499"/>
            <p:cNvSpPr/>
            <p:nvPr/>
          </p:nvSpPr>
          <p:spPr>
            <a:xfrm>
              <a:off x="6895533" y="2044339"/>
              <a:ext cx="16849" cy="16849"/>
            </a:xfrm>
            <a:prstGeom prst="ellipse">
              <a:avLst/>
            </a:prstGeom>
            <a:solidFill>
              <a:srgbClr val="77CF54">
                <a:alpha val="45098"/>
              </a:srgbClr>
            </a:solidFill>
            <a:ln w="7363" cap="rnd">
              <a:solidFill>
                <a:srgbClr val="77CF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0" name="pt15500"/>
            <p:cNvSpPr/>
            <p:nvPr/>
          </p:nvSpPr>
          <p:spPr>
            <a:xfrm>
              <a:off x="6291107" y="2142254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1" name="pt15501"/>
            <p:cNvSpPr/>
            <p:nvPr/>
          </p:nvSpPr>
          <p:spPr>
            <a:xfrm>
              <a:off x="6404906" y="2135566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2" name="pt15502"/>
            <p:cNvSpPr/>
            <p:nvPr/>
          </p:nvSpPr>
          <p:spPr>
            <a:xfrm>
              <a:off x="5847997" y="244954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3" name="pt15503"/>
            <p:cNvSpPr/>
            <p:nvPr/>
          </p:nvSpPr>
          <p:spPr>
            <a:xfrm>
              <a:off x="6512969" y="2260982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4" name="pt15504"/>
            <p:cNvSpPr/>
            <p:nvPr/>
          </p:nvSpPr>
          <p:spPr>
            <a:xfrm>
              <a:off x="6300068" y="1988388"/>
              <a:ext cx="16849" cy="16849"/>
            </a:xfrm>
            <a:prstGeom prst="ellipse">
              <a:avLst/>
            </a:prstGeom>
            <a:solidFill>
              <a:srgbClr val="2DAB81">
                <a:alpha val="45098"/>
              </a:srgbClr>
            </a:solidFill>
            <a:ln w="7363" cap="rnd">
              <a:solidFill>
                <a:srgbClr val="2D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5" name="pt15505"/>
            <p:cNvSpPr/>
            <p:nvPr/>
          </p:nvSpPr>
          <p:spPr>
            <a:xfrm>
              <a:off x="6582280" y="219456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6" name="pt15506"/>
            <p:cNvSpPr/>
            <p:nvPr/>
          </p:nvSpPr>
          <p:spPr>
            <a:xfrm>
              <a:off x="6513539" y="2162859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7" name="pt15507"/>
            <p:cNvSpPr/>
            <p:nvPr/>
          </p:nvSpPr>
          <p:spPr>
            <a:xfrm>
              <a:off x="6801207" y="1826457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8" name="pt15508"/>
            <p:cNvSpPr/>
            <p:nvPr/>
          </p:nvSpPr>
          <p:spPr>
            <a:xfrm>
              <a:off x="5984962" y="245747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9" name="pt15509"/>
            <p:cNvSpPr/>
            <p:nvPr/>
          </p:nvSpPr>
          <p:spPr>
            <a:xfrm>
              <a:off x="5719117" y="2400484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0" name="pt15510"/>
            <p:cNvSpPr/>
            <p:nvPr/>
          </p:nvSpPr>
          <p:spPr>
            <a:xfrm>
              <a:off x="7318650" y="2224492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1" name="pt15511"/>
            <p:cNvSpPr/>
            <p:nvPr/>
          </p:nvSpPr>
          <p:spPr>
            <a:xfrm>
              <a:off x="6917917" y="2147292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2" name="pt15512"/>
            <p:cNvSpPr/>
            <p:nvPr/>
          </p:nvSpPr>
          <p:spPr>
            <a:xfrm>
              <a:off x="6679824" y="2003373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3" name="pt15513"/>
            <p:cNvSpPr/>
            <p:nvPr/>
          </p:nvSpPr>
          <p:spPr>
            <a:xfrm>
              <a:off x="6250627" y="2361319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4" name="pt15514"/>
            <p:cNvSpPr/>
            <p:nvPr/>
          </p:nvSpPr>
          <p:spPr>
            <a:xfrm>
              <a:off x="6286331" y="227247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5" name="pt15515"/>
            <p:cNvSpPr/>
            <p:nvPr/>
          </p:nvSpPr>
          <p:spPr>
            <a:xfrm>
              <a:off x="5794167" y="2081151"/>
              <a:ext cx="16849" cy="16849"/>
            </a:xfrm>
            <a:prstGeom prst="ellipse">
              <a:avLst/>
            </a:prstGeom>
            <a:solidFill>
              <a:srgbClr val="45B279">
                <a:alpha val="45098"/>
              </a:srgbClr>
            </a:solidFill>
            <a:ln w="7363" cap="rnd">
              <a:solidFill>
                <a:srgbClr val="45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6" name="pt15516"/>
            <p:cNvSpPr/>
            <p:nvPr/>
          </p:nvSpPr>
          <p:spPr>
            <a:xfrm>
              <a:off x="6347741" y="2091605"/>
              <a:ext cx="16849" cy="16849"/>
            </a:xfrm>
            <a:prstGeom prst="ellipse">
              <a:avLst/>
            </a:prstGeom>
            <a:solidFill>
              <a:srgbClr val="A1D749">
                <a:alpha val="45098"/>
              </a:srgbClr>
            </a:solidFill>
            <a:ln w="7363" cap="rnd">
              <a:solidFill>
                <a:srgbClr val="A1D74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7" name="pt15517"/>
            <p:cNvSpPr/>
            <p:nvPr/>
          </p:nvSpPr>
          <p:spPr>
            <a:xfrm>
              <a:off x="5750035" y="2093666"/>
              <a:ext cx="16849" cy="16849"/>
            </a:xfrm>
            <a:prstGeom prst="ellipse">
              <a:avLst/>
            </a:prstGeom>
            <a:solidFill>
              <a:srgbClr val="57BB6E">
                <a:alpha val="45098"/>
              </a:srgbClr>
            </a:solidFill>
            <a:ln w="7363" cap="rnd">
              <a:solidFill>
                <a:srgbClr val="57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8" name="pt15518"/>
            <p:cNvSpPr/>
            <p:nvPr/>
          </p:nvSpPr>
          <p:spPr>
            <a:xfrm>
              <a:off x="5260808" y="2461096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9" name="pt15519"/>
            <p:cNvSpPr/>
            <p:nvPr/>
          </p:nvSpPr>
          <p:spPr>
            <a:xfrm>
              <a:off x="6309939" y="226088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0" name="pt15520"/>
            <p:cNvSpPr/>
            <p:nvPr/>
          </p:nvSpPr>
          <p:spPr>
            <a:xfrm>
              <a:off x="6170044" y="235039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1" name="pt15521"/>
            <p:cNvSpPr/>
            <p:nvPr/>
          </p:nvSpPr>
          <p:spPr>
            <a:xfrm>
              <a:off x="6028311" y="2355291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2" name="pt15522"/>
            <p:cNvSpPr/>
            <p:nvPr/>
          </p:nvSpPr>
          <p:spPr>
            <a:xfrm>
              <a:off x="6103255" y="236053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3" name="pt15523"/>
            <p:cNvSpPr/>
            <p:nvPr/>
          </p:nvSpPr>
          <p:spPr>
            <a:xfrm>
              <a:off x="5700088" y="2354610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4" name="pt15524"/>
            <p:cNvSpPr/>
            <p:nvPr/>
          </p:nvSpPr>
          <p:spPr>
            <a:xfrm>
              <a:off x="6369179" y="2232923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5" name="pt15525"/>
            <p:cNvSpPr/>
            <p:nvPr/>
          </p:nvSpPr>
          <p:spPr>
            <a:xfrm>
              <a:off x="6255789" y="2322749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6" name="pt15526"/>
            <p:cNvSpPr/>
            <p:nvPr/>
          </p:nvSpPr>
          <p:spPr>
            <a:xfrm>
              <a:off x="6363499" y="2213810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7" name="pt15527"/>
            <p:cNvSpPr/>
            <p:nvPr/>
          </p:nvSpPr>
          <p:spPr>
            <a:xfrm>
              <a:off x="6404492" y="2100824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8" name="pt15528"/>
            <p:cNvSpPr/>
            <p:nvPr/>
          </p:nvSpPr>
          <p:spPr>
            <a:xfrm>
              <a:off x="6073676" y="2426655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9" name="pt15529"/>
            <p:cNvSpPr/>
            <p:nvPr/>
          </p:nvSpPr>
          <p:spPr>
            <a:xfrm>
              <a:off x="6695172" y="2028637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0" name="pt15530"/>
            <p:cNvSpPr/>
            <p:nvPr/>
          </p:nvSpPr>
          <p:spPr>
            <a:xfrm>
              <a:off x="5958555" y="193965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1" name="pt15531"/>
            <p:cNvSpPr/>
            <p:nvPr/>
          </p:nvSpPr>
          <p:spPr>
            <a:xfrm>
              <a:off x="6708627" y="199182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2" name="pt15532"/>
            <p:cNvSpPr/>
            <p:nvPr/>
          </p:nvSpPr>
          <p:spPr>
            <a:xfrm>
              <a:off x="6225875" y="2063710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3" name="pt15533"/>
            <p:cNvSpPr/>
            <p:nvPr/>
          </p:nvSpPr>
          <p:spPr>
            <a:xfrm>
              <a:off x="5863784" y="2036132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4" name="pt15534"/>
            <p:cNvSpPr/>
            <p:nvPr/>
          </p:nvSpPr>
          <p:spPr>
            <a:xfrm>
              <a:off x="6007776" y="2494859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5" name="pt15535"/>
            <p:cNvSpPr/>
            <p:nvPr/>
          </p:nvSpPr>
          <p:spPr>
            <a:xfrm>
              <a:off x="6072926" y="2402843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6" name="pt15536"/>
            <p:cNvSpPr/>
            <p:nvPr/>
          </p:nvSpPr>
          <p:spPr>
            <a:xfrm>
              <a:off x="6801033" y="1856321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7" name="pt15537"/>
            <p:cNvSpPr/>
            <p:nvPr/>
          </p:nvSpPr>
          <p:spPr>
            <a:xfrm>
              <a:off x="6454343" y="1848286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8" name="pt15538"/>
            <p:cNvSpPr/>
            <p:nvPr/>
          </p:nvSpPr>
          <p:spPr>
            <a:xfrm>
              <a:off x="5871157" y="191345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9" name="pt15539"/>
            <p:cNvSpPr/>
            <p:nvPr/>
          </p:nvSpPr>
          <p:spPr>
            <a:xfrm>
              <a:off x="5542197" y="2266130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0" name="pt15540"/>
            <p:cNvSpPr/>
            <p:nvPr/>
          </p:nvSpPr>
          <p:spPr>
            <a:xfrm>
              <a:off x="6711006" y="1980524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1" name="pt15541"/>
            <p:cNvSpPr/>
            <p:nvPr/>
          </p:nvSpPr>
          <p:spPr>
            <a:xfrm>
              <a:off x="6825154" y="1917536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2" name="pt15542"/>
            <p:cNvSpPr/>
            <p:nvPr/>
          </p:nvSpPr>
          <p:spPr>
            <a:xfrm>
              <a:off x="6269391" y="2407869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3" name="pt15543"/>
            <p:cNvSpPr/>
            <p:nvPr/>
          </p:nvSpPr>
          <p:spPr>
            <a:xfrm>
              <a:off x="6136980" y="2383790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4" name="pt15544"/>
            <p:cNvSpPr/>
            <p:nvPr/>
          </p:nvSpPr>
          <p:spPr>
            <a:xfrm>
              <a:off x="6316951" y="2267014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5" name="pt15545"/>
            <p:cNvSpPr/>
            <p:nvPr/>
          </p:nvSpPr>
          <p:spPr>
            <a:xfrm>
              <a:off x="6609357" y="238852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6" name="pt15546"/>
            <p:cNvSpPr/>
            <p:nvPr/>
          </p:nvSpPr>
          <p:spPr>
            <a:xfrm>
              <a:off x="6336672" y="2229644"/>
              <a:ext cx="16849" cy="16849"/>
            </a:xfrm>
            <a:prstGeom prst="ellipse">
              <a:avLst/>
            </a:prstGeom>
            <a:solidFill>
              <a:srgbClr val="5ABC6D">
                <a:alpha val="45098"/>
              </a:srgbClr>
            </a:solidFill>
            <a:ln w="7363" cap="rnd">
              <a:solidFill>
                <a:srgbClr val="5A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7" name="pt15547"/>
            <p:cNvSpPr/>
            <p:nvPr/>
          </p:nvSpPr>
          <p:spPr>
            <a:xfrm>
              <a:off x="5995777" y="2611042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8" name="pt15548"/>
            <p:cNvSpPr/>
            <p:nvPr/>
          </p:nvSpPr>
          <p:spPr>
            <a:xfrm>
              <a:off x="6582514" y="218730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9" name="pt15549"/>
            <p:cNvSpPr/>
            <p:nvPr/>
          </p:nvSpPr>
          <p:spPr>
            <a:xfrm>
              <a:off x="6188549" y="2210159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0" name="pt15550"/>
            <p:cNvSpPr/>
            <p:nvPr/>
          </p:nvSpPr>
          <p:spPr>
            <a:xfrm>
              <a:off x="6078700" y="2461725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1" name="pt15551"/>
            <p:cNvSpPr/>
            <p:nvPr/>
          </p:nvSpPr>
          <p:spPr>
            <a:xfrm>
              <a:off x="6459808" y="2217662"/>
              <a:ext cx="16849" cy="16849"/>
            </a:xfrm>
            <a:prstGeom prst="ellipse">
              <a:avLst/>
            </a:prstGeom>
            <a:solidFill>
              <a:srgbClr val="A1D749">
                <a:alpha val="45098"/>
              </a:srgbClr>
            </a:solidFill>
            <a:ln w="7363" cap="rnd">
              <a:solidFill>
                <a:srgbClr val="A1D74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2" name="pt15552"/>
            <p:cNvSpPr/>
            <p:nvPr/>
          </p:nvSpPr>
          <p:spPr>
            <a:xfrm>
              <a:off x="6266450" y="2409787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3" name="pt15553"/>
            <p:cNvSpPr/>
            <p:nvPr/>
          </p:nvSpPr>
          <p:spPr>
            <a:xfrm>
              <a:off x="6353337" y="231650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4" name="pt15554"/>
            <p:cNvSpPr/>
            <p:nvPr/>
          </p:nvSpPr>
          <p:spPr>
            <a:xfrm>
              <a:off x="5751809" y="217800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5" name="pt15555"/>
            <p:cNvSpPr/>
            <p:nvPr/>
          </p:nvSpPr>
          <p:spPr>
            <a:xfrm>
              <a:off x="6056587" y="2289599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6" name="pt15556"/>
            <p:cNvSpPr/>
            <p:nvPr/>
          </p:nvSpPr>
          <p:spPr>
            <a:xfrm>
              <a:off x="6009741" y="206344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7" name="pt15557"/>
            <p:cNvSpPr/>
            <p:nvPr/>
          </p:nvSpPr>
          <p:spPr>
            <a:xfrm>
              <a:off x="6993471" y="1797047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8" name="pt15558"/>
            <p:cNvSpPr/>
            <p:nvPr/>
          </p:nvSpPr>
          <p:spPr>
            <a:xfrm>
              <a:off x="6470404" y="2097015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9" name="pt15559"/>
            <p:cNvSpPr/>
            <p:nvPr/>
          </p:nvSpPr>
          <p:spPr>
            <a:xfrm>
              <a:off x="6165893" y="233010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0" name="pt15560"/>
            <p:cNvSpPr/>
            <p:nvPr/>
          </p:nvSpPr>
          <p:spPr>
            <a:xfrm>
              <a:off x="6439563" y="207898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1" name="pt15561"/>
            <p:cNvSpPr/>
            <p:nvPr/>
          </p:nvSpPr>
          <p:spPr>
            <a:xfrm>
              <a:off x="6310810" y="232409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2" name="pt15562"/>
            <p:cNvSpPr/>
            <p:nvPr/>
          </p:nvSpPr>
          <p:spPr>
            <a:xfrm>
              <a:off x="5783157" y="2210737"/>
              <a:ext cx="16849" cy="16849"/>
            </a:xfrm>
            <a:prstGeom prst="ellipse">
              <a:avLst/>
            </a:prstGeom>
            <a:solidFill>
              <a:srgbClr val="6AC661">
                <a:alpha val="45098"/>
              </a:srgbClr>
            </a:solidFill>
            <a:ln w="7363" cap="rnd">
              <a:solidFill>
                <a:srgbClr val="6AC66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3" name="pt15563"/>
            <p:cNvSpPr/>
            <p:nvPr/>
          </p:nvSpPr>
          <p:spPr>
            <a:xfrm>
              <a:off x="5820031" y="241601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4" name="pt15564"/>
            <p:cNvSpPr/>
            <p:nvPr/>
          </p:nvSpPr>
          <p:spPr>
            <a:xfrm>
              <a:off x="6600504" y="2194173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5" name="pt15565"/>
            <p:cNvSpPr/>
            <p:nvPr/>
          </p:nvSpPr>
          <p:spPr>
            <a:xfrm>
              <a:off x="6294969" y="2100428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6" name="pt15566"/>
            <p:cNvSpPr/>
            <p:nvPr/>
          </p:nvSpPr>
          <p:spPr>
            <a:xfrm>
              <a:off x="6061297" y="2443232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7" name="pt15567"/>
            <p:cNvSpPr/>
            <p:nvPr/>
          </p:nvSpPr>
          <p:spPr>
            <a:xfrm>
              <a:off x="6620353" y="2142220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8" name="pt15568"/>
            <p:cNvSpPr/>
            <p:nvPr/>
          </p:nvSpPr>
          <p:spPr>
            <a:xfrm>
              <a:off x="5506589" y="2358473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9" name="pt15569"/>
            <p:cNvSpPr/>
            <p:nvPr/>
          </p:nvSpPr>
          <p:spPr>
            <a:xfrm>
              <a:off x="5903150" y="2285585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0" name="pt15570"/>
            <p:cNvSpPr/>
            <p:nvPr/>
          </p:nvSpPr>
          <p:spPr>
            <a:xfrm>
              <a:off x="5460919" y="235176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1" name="pt15571"/>
            <p:cNvSpPr/>
            <p:nvPr/>
          </p:nvSpPr>
          <p:spPr>
            <a:xfrm>
              <a:off x="6792877" y="1733882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2" name="pt15572"/>
            <p:cNvSpPr/>
            <p:nvPr/>
          </p:nvSpPr>
          <p:spPr>
            <a:xfrm>
              <a:off x="6325421" y="2265492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3" name="pt15573"/>
            <p:cNvSpPr/>
            <p:nvPr/>
          </p:nvSpPr>
          <p:spPr>
            <a:xfrm>
              <a:off x="6895078" y="1881355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4" name="pt15574"/>
            <p:cNvSpPr/>
            <p:nvPr/>
          </p:nvSpPr>
          <p:spPr>
            <a:xfrm>
              <a:off x="7198891" y="1928697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5" name="pt15575"/>
            <p:cNvSpPr/>
            <p:nvPr/>
          </p:nvSpPr>
          <p:spPr>
            <a:xfrm>
              <a:off x="6410345" y="2164067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6" name="pt15576"/>
            <p:cNvSpPr/>
            <p:nvPr/>
          </p:nvSpPr>
          <p:spPr>
            <a:xfrm>
              <a:off x="6461823" y="2128075"/>
              <a:ext cx="16849" cy="16849"/>
            </a:xfrm>
            <a:prstGeom prst="ellipse">
              <a:avLst/>
            </a:prstGeom>
            <a:solidFill>
              <a:srgbClr val="68C562">
                <a:alpha val="45098"/>
              </a:srgbClr>
            </a:solidFill>
            <a:ln w="7363" cap="rnd">
              <a:solidFill>
                <a:srgbClr val="68C56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7" name="pt15577"/>
            <p:cNvSpPr/>
            <p:nvPr/>
          </p:nvSpPr>
          <p:spPr>
            <a:xfrm>
              <a:off x="6186951" y="2069119"/>
              <a:ext cx="16849" cy="16849"/>
            </a:xfrm>
            <a:prstGeom prst="ellipse">
              <a:avLst/>
            </a:prstGeom>
            <a:solidFill>
              <a:srgbClr val="FDE725">
                <a:alpha val="45098"/>
              </a:srgbClr>
            </a:solidFill>
            <a:ln w="7363" cap="rnd">
              <a:solidFill>
                <a:srgbClr val="FDE72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8" name="pt15578"/>
            <p:cNvSpPr/>
            <p:nvPr/>
          </p:nvSpPr>
          <p:spPr>
            <a:xfrm>
              <a:off x="5539747" y="2068566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9" name="pt15579"/>
            <p:cNvSpPr/>
            <p:nvPr/>
          </p:nvSpPr>
          <p:spPr>
            <a:xfrm>
              <a:off x="5961334" y="2276972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0" name="pt15580"/>
            <p:cNvSpPr/>
            <p:nvPr/>
          </p:nvSpPr>
          <p:spPr>
            <a:xfrm>
              <a:off x="4828541" y="2815121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1" name="pt15581"/>
            <p:cNvSpPr/>
            <p:nvPr/>
          </p:nvSpPr>
          <p:spPr>
            <a:xfrm>
              <a:off x="5862851" y="2157513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2" name="pt15582"/>
            <p:cNvSpPr/>
            <p:nvPr/>
          </p:nvSpPr>
          <p:spPr>
            <a:xfrm>
              <a:off x="6323701" y="2239621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3" name="pt15583"/>
            <p:cNvSpPr/>
            <p:nvPr/>
          </p:nvSpPr>
          <p:spPr>
            <a:xfrm>
              <a:off x="5285846" y="2182694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4" name="pt15584"/>
            <p:cNvSpPr/>
            <p:nvPr/>
          </p:nvSpPr>
          <p:spPr>
            <a:xfrm>
              <a:off x="6683860" y="1982848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5" name="pt15585"/>
            <p:cNvSpPr/>
            <p:nvPr/>
          </p:nvSpPr>
          <p:spPr>
            <a:xfrm>
              <a:off x="6651262" y="2108097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6" name="pt15586"/>
            <p:cNvSpPr/>
            <p:nvPr/>
          </p:nvSpPr>
          <p:spPr>
            <a:xfrm>
              <a:off x="7052289" y="1767155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7" name="pt15587"/>
            <p:cNvSpPr/>
            <p:nvPr/>
          </p:nvSpPr>
          <p:spPr>
            <a:xfrm>
              <a:off x="5755915" y="214273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8" name="pt15588"/>
            <p:cNvSpPr/>
            <p:nvPr/>
          </p:nvSpPr>
          <p:spPr>
            <a:xfrm>
              <a:off x="5798627" y="2056534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9" name="pt15589"/>
            <p:cNvSpPr/>
            <p:nvPr/>
          </p:nvSpPr>
          <p:spPr>
            <a:xfrm>
              <a:off x="6298082" y="210855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0" name="pt15590"/>
            <p:cNvSpPr/>
            <p:nvPr/>
          </p:nvSpPr>
          <p:spPr>
            <a:xfrm>
              <a:off x="6999880" y="169046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1" name="pt15591"/>
            <p:cNvSpPr/>
            <p:nvPr/>
          </p:nvSpPr>
          <p:spPr>
            <a:xfrm>
              <a:off x="6553954" y="2177526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2" name="pt15592"/>
            <p:cNvSpPr/>
            <p:nvPr/>
          </p:nvSpPr>
          <p:spPr>
            <a:xfrm>
              <a:off x="6511337" y="2178098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3" name="pt15593"/>
            <p:cNvSpPr/>
            <p:nvPr/>
          </p:nvSpPr>
          <p:spPr>
            <a:xfrm>
              <a:off x="5253514" y="2282575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4" name="pt15594"/>
            <p:cNvSpPr/>
            <p:nvPr/>
          </p:nvSpPr>
          <p:spPr>
            <a:xfrm>
              <a:off x="6745026" y="1902139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5" name="pt15595"/>
            <p:cNvSpPr/>
            <p:nvPr/>
          </p:nvSpPr>
          <p:spPr>
            <a:xfrm>
              <a:off x="6132679" y="2273217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6" name="pt15596"/>
            <p:cNvSpPr/>
            <p:nvPr/>
          </p:nvSpPr>
          <p:spPr>
            <a:xfrm>
              <a:off x="5941159" y="2040609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7" name="pt15597"/>
            <p:cNvSpPr/>
            <p:nvPr/>
          </p:nvSpPr>
          <p:spPr>
            <a:xfrm>
              <a:off x="6918762" y="1960839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8" name="pt15598"/>
            <p:cNvSpPr/>
            <p:nvPr/>
          </p:nvSpPr>
          <p:spPr>
            <a:xfrm>
              <a:off x="6387328" y="2214555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9" name="pt15599"/>
            <p:cNvSpPr/>
            <p:nvPr/>
          </p:nvSpPr>
          <p:spPr>
            <a:xfrm>
              <a:off x="6600581" y="1991859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0" name="pt15600"/>
            <p:cNvSpPr/>
            <p:nvPr/>
          </p:nvSpPr>
          <p:spPr>
            <a:xfrm>
              <a:off x="5474033" y="2486529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1" name="pt15601"/>
            <p:cNvSpPr/>
            <p:nvPr/>
          </p:nvSpPr>
          <p:spPr>
            <a:xfrm>
              <a:off x="6320876" y="2069392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2" name="pt15602"/>
            <p:cNvSpPr/>
            <p:nvPr/>
          </p:nvSpPr>
          <p:spPr>
            <a:xfrm>
              <a:off x="5531727" y="2200220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3" name="pt15603"/>
            <p:cNvSpPr/>
            <p:nvPr/>
          </p:nvSpPr>
          <p:spPr>
            <a:xfrm>
              <a:off x="6162807" y="236575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4" name="pt15604"/>
            <p:cNvSpPr/>
            <p:nvPr/>
          </p:nvSpPr>
          <p:spPr>
            <a:xfrm>
              <a:off x="6407231" y="217963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5" name="pt15605"/>
            <p:cNvSpPr/>
            <p:nvPr/>
          </p:nvSpPr>
          <p:spPr>
            <a:xfrm>
              <a:off x="6231736" y="2284012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6" name="pt15606"/>
            <p:cNvSpPr/>
            <p:nvPr/>
          </p:nvSpPr>
          <p:spPr>
            <a:xfrm>
              <a:off x="5878720" y="2178544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7" name="pt15607"/>
            <p:cNvSpPr/>
            <p:nvPr/>
          </p:nvSpPr>
          <p:spPr>
            <a:xfrm>
              <a:off x="6502863" y="2150639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8" name="pt15608"/>
            <p:cNvSpPr/>
            <p:nvPr/>
          </p:nvSpPr>
          <p:spPr>
            <a:xfrm>
              <a:off x="6096810" y="2219977"/>
              <a:ext cx="16849" cy="16849"/>
            </a:xfrm>
            <a:prstGeom prst="ellipse">
              <a:avLst/>
            </a:prstGeom>
            <a:solidFill>
              <a:srgbClr val="299987">
                <a:alpha val="45098"/>
              </a:srgbClr>
            </a:solidFill>
            <a:ln w="7363" cap="rnd">
              <a:solidFill>
                <a:srgbClr val="2999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9" name="pt15609"/>
            <p:cNvSpPr/>
            <p:nvPr/>
          </p:nvSpPr>
          <p:spPr>
            <a:xfrm>
              <a:off x="6201914" y="2123264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0" name="pt15610"/>
            <p:cNvSpPr/>
            <p:nvPr/>
          </p:nvSpPr>
          <p:spPr>
            <a:xfrm>
              <a:off x="6867785" y="1958276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1" name="pt15611"/>
            <p:cNvSpPr/>
            <p:nvPr/>
          </p:nvSpPr>
          <p:spPr>
            <a:xfrm>
              <a:off x="7156145" y="1696681"/>
              <a:ext cx="16849" cy="16849"/>
            </a:xfrm>
            <a:prstGeom prst="ellipse">
              <a:avLst/>
            </a:prstGeom>
            <a:solidFill>
              <a:srgbClr val="30AB80">
                <a:alpha val="45098"/>
              </a:srgbClr>
            </a:solidFill>
            <a:ln w="7363" cap="rnd">
              <a:solidFill>
                <a:srgbClr val="30AB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2" name="pt15612"/>
            <p:cNvSpPr/>
            <p:nvPr/>
          </p:nvSpPr>
          <p:spPr>
            <a:xfrm>
              <a:off x="6358583" y="2284956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3" name="pt15613"/>
            <p:cNvSpPr/>
            <p:nvPr/>
          </p:nvSpPr>
          <p:spPr>
            <a:xfrm>
              <a:off x="4964752" y="2493986"/>
              <a:ext cx="16849" cy="16849"/>
            </a:xfrm>
            <a:prstGeom prst="ellipse">
              <a:avLst/>
            </a:prstGeom>
            <a:solidFill>
              <a:srgbClr val="2DAA81">
                <a:alpha val="45098"/>
              </a:srgbClr>
            </a:solidFill>
            <a:ln w="7363" cap="rnd">
              <a:solidFill>
                <a:srgbClr val="2DAA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4" name="pt15614"/>
            <p:cNvSpPr/>
            <p:nvPr/>
          </p:nvSpPr>
          <p:spPr>
            <a:xfrm>
              <a:off x="6347159" y="229622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5" name="pt15615"/>
            <p:cNvSpPr/>
            <p:nvPr/>
          </p:nvSpPr>
          <p:spPr>
            <a:xfrm>
              <a:off x="6192057" y="2255032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6" name="pt15616"/>
            <p:cNvSpPr/>
            <p:nvPr/>
          </p:nvSpPr>
          <p:spPr>
            <a:xfrm>
              <a:off x="6329564" y="2203343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7" name="pt15617"/>
            <p:cNvSpPr/>
            <p:nvPr/>
          </p:nvSpPr>
          <p:spPr>
            <a:xfrm>
              <a:off x="6077614" y="2352692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8" name="pt15618"/>
            <p:cNvSpPr/>
            <p:nvPr/>
          </p:nvSpPr>
          <p:spPr>
            <a:xfrm>
              <a:off x="5851489" y="191613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9" name="pt15619"/>
            <p:cNvSpPr/>
            <p:nvPr/>
          </p:nvSpPr>
          <p:spPr>
            <a:xfrm>
              <a:off x="6488080" y="2069566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0" name="pt15620"/>
            <p:cNvSpPr/>
            <p:nvPr/>
          </p:nvSpPr>
          <p:spPr>
            <a:xfrm>
              <a:off x="6811295" y="1868522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1" name="pt15621"/>
            <p:cNvSpPr/>
            <p:nvPr/>
          </p:nvSpPr>
          <p:spPr>
            <a:xfrm>
              <a:off x="6117962" y="2229864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2" name="pt15622"/>
            <p:cNvSpPr/>
            <p:nvPr/>
          </p:nvSpPr>
          <p:spPr>
            <a:xfrm>
              <a:off x="6082455" y="2380722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3" name="pt15623"/>
            <p:cNvSpPr/>
            <p:nvPr/>
          </p:nvSpPr>
          <p:spPr>
            <a:xfrm>
              <a:off x="6473389" y="2189556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4" name="pt15624"/>
            <p:cNvSpPr/>
            <p:nvPr/>
          </p:nvSpPr>
          <p:spPr>
            <a:xfrm>
              <a:off x="6125499" y="2405173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5" name="pt15625"/>
            <p:cNvSpPr/>
            <p:nvPr/>
          </p:nvSpPr>
          <p:spPr>
            <a:xfrm>
              <a:off x="6290054" y="209041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6" name="pt15626"/>
            <p:cNvSpPr/>
            <p:nvPr/>
          </p:nvSpPr>
          <p:spPr>
            <a:xfrm>
              <a:off x="5444730" y="2555791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7" name="pt15627"/>
            <p:cNvSpPr/>
            <p:nvPr/>
          </p:nvSpPr>
          <p:spPr>
            <a:xfrm>
              <a:off x="5941982" y="1949343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8" name="pt15628"/>
            <p:cNvSpPr/>
            <p:nvPr/>
          </p:nvSpPr>
          <p:spPr>
            <a:xfrm>
              <a:off x="5730487" y="2198225"/>
              <a:ext cx="16849" cy="16849"/>
            </a:xfrm>
            <a:prstGeom prst="ellipse">
              <a:avLst/>
            </a:prstGeom>
            <a:solidFill>
              <a:srgbClr val="38AE7E">
                <a:alpha val="45098"/>
              </a:srgbClr>
            </a:solidFill>
            <a:ln w="7363" cap="rnd">
              <a:solidFill>
                <a:srgbClr val="38AE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9" name="pt15629"/>
            <p:cNvSpPr/>
            <p:nvPr/>
          </p:nvSpPr>
          <p:spPr>
            <a:xfrm>
              <a:off x="5505196" y="2376615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0" name="pt15630"/>
            <p:cNvSpPr/>
            <p:nvPr/>
          </p:nvSpPr>
          <p:spPr>
            <a:xfrm>
              <a:off x="6351376" y="222594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1" name="pt15631"/>
            <p:cNvSpPr/>
            <p:nvPr/>
          </p:nvSpPr>
          <p:spPr>
            <a:xfrm>
              <a:off x="5895563" y="198612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2" name="pt15632"/>
            <p:cNvSpPr/>
            <p:nvPr/>
          </p:nvSpPr>
          <p:spPr>
            <a:xfrm>
              <a:off x="5957317" y="2379604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3" name="pt15633"/>
            <p:cNvSpPr/>
            <p:nvPr/>
          </p:nvSpPr>
          <p:spPr>
            <a:xfrm>
              <a:off x="5931840" y="1880805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4" name="pt15634"/>
            <p:cNvSpPr/>
            <p:nvPr/>
          </p:nvSpPr>
          <p:spPr>
            <a:xfrm>
              <a:off x="6599589" y="225311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5" name="pt15635"/>
            <p:cNvSpPr/>
            <p:nvPr/>
          </p:nvSpPr>
          <p:spPr>
            <a:xfrm>
              <a:off x="6228449" y="2269285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6" name="pt15636"/>
            <p:cNvSpPr/>
            <p:nvPr/>
          </p:nvSpPr>
          <p:spPr>
            <a:xfrm>
              <a:off x="6201004" y="2105997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7" name="pt15637"/>
            <p:cNvSpPr/>
            <p:nvPr/>
          </p:nvSpPr>
          <p:spPr>
            <a:xfrm>
              <a:off x="6333196" y="2227448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8" name="pt15638"/>
            <p:cNvSpPr/>
            <p:nvPr/>
          </p:nvSpPr>
          <p:spPr>
            <a:xfrm>
              <a:off x="6937540" y="1742712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9" name="pt15639"/>
            <p:cNvSpPr/>
            <p:nvPr/>
          </p:nvSpPr>
          <p:spPr>
            <a:xfrm>
              <a:off x="6004331" y="2626238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0" name="pt15640"/>
            <p:cNvSpPr/>
            <p:nvPr/>
          </p:nvSpPr>
          <p:spPr>
            <a:xfrm>
              <a:off x="7076837" y="1760321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1" name="pt15641"/>
            <p:cNvSpPr/>
            <p:nvPr/>
          </p:nvSpPr>
          <p:spPr>
            <a:xfrm>
              <a:off x="5992809" y="2580043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2" name="pt15642"/>
            <p:cNvSpPr/>
            <p:nvPr/>
          </p:nvSpPr>
          <p:spPr>
            <a:xfrm>
              <a:off x="7050736" y="1656959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3" name="pt15643"/>
            <p:cNvSpPr/>
            <p:nvPr/>
          </p:nvSpPr>
          <p:spPr>
            <a:xfrm>
              <a:off x="6173403" y="2268316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4" name="pt15644"/>
            <p:cNvSpPr/>
            <p:nvPr/>
          </p:nvSpPr>
          <p:spPr>
            <a:xfrm>
              <a:off x="6251266" y="2272956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5" name="pt15645"/>
            <p:cNvSpPr/>
            <p:nvPr/>
          </p:nvSpPr>
          <p:spPr>
            <a:xfrm>
              <a:off x="6670140" y="2001732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6" name="pt15646"/>
            <p:cNvSpPr/>
            <p:nvPr/>
          </p:nvSpPr>
          <p:spPr>
            <a:xfrm>
              <a:off x="5462837" y="2546517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7" name="pt15647"/>
            <p:cNvSpPr/>
            <p:nvPr/>
          </p:nvSpPr>
          <p:spPr>
            <a:xfrm>
              <a:off x="6722917" y="1919923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8" name="pt15648"/>
            <p:cNvSpPr/>
            <p:nvPr/>
          </p:nvSpPr>
          <p:spPr>
            <a:xfrm>
              <a:off x="5852343" y="2057409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9" name="pt15649"/>
            <p:cNvSpPr/>
            <p:nvPr/>
          </p:nvSpPr>
          <p:spPr>
            <a:xfrm>
              <a:off x="5994967" y="233707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0" name="pt15650"/>
            <p:cNvSpPr/>
            <p:nvPr/>
          </p:nvSpPr>
          <p:spPr>
            <a:xfrm>
              <a:off x="5853856" y="2152340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1" name="pt15651"/>
            <p:cNvSpPr/>
            <p:nvPr/>
          </p:nvSpPr>
          <p:spPr>
            <a:xfrm>
              <a:off x="6341130" y="2130884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2" name="pt15652"/>
            <p:cNvSpPr/>
            <p:nvPr/>
          </p:nvSpPr>
          <p:spPr>
            <a:xfrm>
              <a:off x="6991322" y="1675326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3" name="pt15653"/>
            <p:cNvSpPr/>
            <p:nvPr/>
          </p:nvSpPr>
          <p:spPr>
            <a:xfrm>
              <a:off x="5179871" y="2527797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4" name="pt15654"/>
            <p:cNvSpPr/>
            <p:nvPr/>
          </p:nvSpPr>
          <p:spPr>
            <a:xfrm>
              <a:off x="6093429" y="2220915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5" name="pt15655"/>
            <p:cNvSpPr/>
            <p:nvPr/>
          </p:nvSpPr>
          <p:spPr>
            <a:xfrm>
              <a:off x="6459811" y="212011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6" name="pt15656"/>
            <p:cNvSpPr/>
            <p:nvPr/>
          </p:nvSpPr>
          <p:spPr>
            <a:xfrm>
              <a:off x="5910538" y="2215873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7" name="pt15657"/>
            <p:cNvSpPr/>
            <p:nvPr/>
          </p:nvSpPr>
          <p:spPr>
            <a:xfrm>
              <a:off x="6382556" y="2266385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8" name="pt15658"/>
            <p:cNvSpPr/>
            <p:nvPr/>
          </p:nvSpPr>
          <p:spPr>
            <a:xfrm>
              <a:off x="6509850" y="2266271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9" name="pt15659"/>
            <p:cNvSpPr/>
            <p:nvPr/>
          </p:nvSpPr>
          <p:spPr>
            <a:xfrm>
              <a:off x="6102373" y="2301018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0" name="pt15660"/>
            <p:cNvSpPr/>
            <p:nvPr/>
          </p:nvSpPr>
          <p:spPr>
            <a:xfrm>
              <a:off x="6824475" y="1771063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1" name="pt15661"/>
            <p:cNvSpPr/>
            <p:nvPr/>
          </p:nvSpPr>
          <p:spPr>
            <a:xfrm>
              <a:off x="7348530" y="1957169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2" name="pt15662"/>
            <p:cNvSpPr/>
            <p:nvPr/>
          </p:nvSpPr>
          <p:spPr>
            <a:xfrm>
              <a:off x="5941506" y="2057428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3" name="pt15663"/>
            <p:cNvSpPr/>
            <p:nvPr/>
          </p:nvSpPr>
          <p:spPr>
            <a:xfrm>
              <a:off x="6554948" y="2132577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4" name="pt15664"/>
            <p:cNvSpPr/>
            <p:nvPr/>
          </p:nvSpPr>
          <p:spPr>
            <a:xfrm>
              <a:off x="5432767" y="2275041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5" name="pt15665"/>
            <p:cNvSpPr/>
            <p:nvPr/>
          </p:nvSpPr>
          <p:spPr>
            <a:xfrm>
              <a:off x="6300592" y="2061046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6" name="pt15666"/>
            <p:cNvSpPr/>
            <p:nvPr/>
          </p:nvSpPr>
          <p:spPr>
            <a:xfrm>
              <a:off x="6544061" y="2260874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7" name="pt15667"/>
            <p:cNvSpPr/>
            <p:nvPr/>
          </p:nvSpPr>
          <p:spPr>
            <a:xfrm>
              <a:off x="6062206" y="2387973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8" name="pt15668"/>
            <p:cNvSpPr/>
            <p:nvPr/>
          </p:nvSpPr>
          <p:spPr>
            <a:xfrm>
              <a:off x="5652054" y="2465622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9" name="pt15669"/>
            <p:cNvSpPr/>
            <p:nvPr/>
          </p:nvSpPr>
          <p:spPr>
            <a:xfrm>
              <a:off x="6446478" y="2030098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0" name="pt15670"/>
            <p:cNvSpPr/>
            <p:nvPr/>
          </p:nvSpPr>
          <p:spPr>
            <a:xfrm>
              <a:off x="5391986" y="2285437"/>
              <a:ext cx="16849" cy="16849"/>
            </a:xfrm>
            <a:prstGeom prst="ellipse">
              <a:avLst/>
            </a:prstGeom>
            <a:solidFill>
              <a:srgbClr val="57BB6E">
                <a:alpha val="45098"/>
              </a:srgbClr>
            </a:solidFill>
            <a:ln w="7363" cap="rnd">
              <a:solidFill>
                <a:srgbClr val="57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1" name="pt15671"/>
            <p:cNvSpPr/>
            <p:nvPr/>
          </p:nvSpPr>
          <p:spPr>
            <a:xfrm>
              <a:off x="5613742" y="241548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2" name="pt15672"/>
            <p:cNvSpPr/>
            <p:nvPr/>
          </p:nvSpPr>
          <p:spPr>
            <a:xfrm>
              <a:off x="6086569" y="2382057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3" name="pt15673"/>
            <p:cNvSpPr/>
            <p:nvPr/>
          </p:nvSpPr>
          <p:spPr>
            <a:xfrm>
              <a:off x="6590105" y="2118618"/>
              <a:ext cx="16849" cy="16849"/>
            </a:xfrm>
            <a:prstGeom prst="ellipse">
              <a:avLst/>
            </a:prstGeom>
            <a:solidFill>
              <a:srgbClr val="6EC85E">
                <a:alpha val="45098"/>
              </a:srgbClr>
            </a:solidFill>
            <a:ln w="7363" cap="rnd">
              <a:solidFill>
                <a:srgbClr val="6EC85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4" name="pt15674"/>
            <p:cNvSpPr/>
            <p:nvPr/>
          </p:nvSpPr>
          <p:spPr>
            <a:xfrm>
              <a:off x="6406862" y="2239730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5" name="pt15675"/>
            <p:cNvSpPr/>
            <p:nvPr/>
          </p:nvSpPr>
          <p:spPr>
            <a:xfrm>
              <a:off x="5763542" y="2123855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6" name="pt15676"/>
            <p:cNvSpPr/>
            <p:nvPr/>
          </p:nvSpPr>
          <p:spPr>
            <a:xfrm>
              <a:off x="6539040" y="2208883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7" name="pt15677"/>
            <p:cNvSpPr/>
            <p:nvPr/>
          </p:nvSpPr>
          <p:spPr>
            <a:xfrm>
              <a:off x="7009403" y="1793955"/>
              <a:ext cx="16849" cy="16849"/>
            </a:xfrm>
            <a:prstGeom prst="ellipse">
              <a:avLst/>
            </a:prstGeom>
            <a:solidFill>
              <a:srgbClr val="77CF54">
                <a:alpha val="45098"/>
              </a:srgbClr>
            </a:solidFill>
            <a:ln w="7363" cap="rnd">
              <a:solidFill>
                <a:srgbClr val="77CF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8" name="pt15678"/>
            <p:cNvSpPr/>
            <p:nvPr/>
          </p:nvSpPr>
          <p:spPr>
            <a:xfrm>
              <a:off x="6171927" y="2230583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9" name="pt15679"/>
            <p:cNvSpPr/>
            <p:nvPr/>
          </p:nvSpPr>
          <p:spPr>
            <a:xfrm>
              <a:off x="6424524" y="1923158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0" name="pt15680"/>
            <p:cNvSpPr/>
            <p:nvPr/>
          </p:nvSpPr>
          <p:spPr>
            <a:xfrm>
              <a:off x="6864627" y="2043233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1" name="pt15681"/>
            <p:cNvSpPr/>
            <p:nvPr/>
          </p:nvSpPr>
          <p:spPr>
            <a:xfrm>
              <a:off x="6209417" y="2262995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2" name="pt15682"/>
            <p:cNvSpPr/>
            <p:nvPr/>
          </p:nvSpPr>
          <p:spPr>
            <a:xfrm>
              <a:off x="5801190" y="2040816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3" name="pt15683"/>
            <p:cNvSpPr/>
            <p:nvPr/>
          </p:nvSpPr>
          <p:spPr>
            <a:xfrm>
              <a:off x="6259498" y="2425871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4" name="pt15684"/>
            <p:cNvSpPr/>
            <p:nvPr/>
          </p:nvSpPr>
          <p:spPr>
            <a:xfrm>
              <a:off x="6659942" y="2178168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5" name="pt15685"/>
            <p:cNvSpPr/>
            <p:nvPr/>
          </p:nvSpPr>
          <p:spPr>
            <a:xfrm>
              <a:off x="5389632" y="2205766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6" name="pt15686"/>
            <p:cNvSpPr/>
            <p:nvPr/>
          </p:nvSpPr>
          <p:spPr>
            <a:xfrm>
              <a:off x="5953050" y="2360294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7" name="pt15687"/>
            <p:cNvSpPr/>
            <p:nvPr/>
          </p:nvSpPr>
          <p:spPr>
            <a:xfrm>
              <a:off x="6580781" y="2161474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8" name="pt15688"/>
            <p:cNvSpPr/>
            <p:nvPr/>
          </p:nvSpPr>
          <p:spPr>
            <a:xfrm>
              <a:off x="5843831" y="2452291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9" name="pt15689"/>
            <p:cNvSpPr/>
            <p:nvPr/>
          </p:nvSpPr>
          <p:spPr>
            <a:xfrm>
              <a:off x="6417078" y="2225121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0" name="pt15690"/>
            <p:cNvSpPr/>
            <p:nvPr/>
          </p:nvSpPr>
          <p:spPr>
            <a:xfrm>
              <a:off x="6579802" y="2157226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1" name="pt15691"/>
            <p:cNvSpPr/>
            <p:nvPr/>
          </p:nvSpPr>
          <p:spPr>
            <a:xfrm>
              <a:off x="7254351" y="2178168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2" name="pt15692"/>
            <p:cNvSpPr/>
            <p:nvPr/>
          </p:nvSpPr>
          <p:spPr>
            <a:xfrm>
              <a:off x="6126246" y="2272560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3" name="pt15693"/>
            <p:cNvSpPr/>
            <p:nvPr/>
          </p:nvSpPr>
          <p:spPr>
            <a:xfrm>
              <a:off x="7126838" y="1742383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4" name="pt15694"/>
            <p:cNvSpPr/>
            <p:nvPr/>
          </p:nvSpPr>
          <p:spPr>
            <a:xfrm>
              <a:off x="6053422" y="2350187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5" name="pt15695"/>
            <p:cNvSpPr/>
            <p:nvPr/>
          </p:nvSpPr>
          <p:spPr>
            <a:xfrm>
              <a:off x="6792684" y="1713286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6" name="pt15696"/>
            <p:cNvSpPr/>
            <p:nvPr/>
          </p:nvSpPr>
          <p:spPr>
            <a:xfrm>
              <a:off x="6412230" y="2148463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7" name="pt15697"/>
            <p:cNvSpPr/>
            <p:nvPr/>
          </p:nvSpPr>
          <p:spPr>
            <a:xfrm>
              <a:off x="6228865" y="235402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8" name="pt15698"/>
            <p:cNvSpPr/>
            <p:nvPr/>
          </p:nvSpPr>
          <p:spPr>
            <a:xfrm>
              <a:off x="5875046" y="2177961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9" name="pt15699"/>
            <p:cNvSpPr/>
            <p:nvPr/>
          </p:nvSpPr>
          <p:spPr>
            <a:xfrm>
              <a:off x="6665974" y="1966808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0" name="pt15700"/>
            <p:cNvSpPr/>
            <p:nvPr/>
          </p:nvSpPr>
          <p:spPr>
            <a:xfrm>
              <a:off x="4922491" y="2356542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1" name="pt15701"/>
            <p:cNvSpPr/>
            <p:nvPr/>
          </p:nvSpPr>
          <p:spPr>
            <a:xfrm>
              <a:off x="6364590" y="2314768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2" name="pt15702"/>
            <p:cNvSpPr/>
            <p:nvPr/>
          </p:nvSpPr>
          <p:spPr>
            <a:xfrm>
              <a:off x="5361087" y="235207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3" name="pt15703"/>
            <p:cNvSpPr/>
            <p:nvPr/>
          </p:nvSpPr>
          <p:spPr>
            <a:xfrm>
              <a:off x="5286702" y="190913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4" name="pt15704"/>
            <p:cNvSpPr/>
            <p:nvPr/>
          </p:nvSpPr>
          <p:spPr>
            <a:xfrm>
              <a:off x="5992443" y="254568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5" name="pt15705"/>
            <p:cNvSpPr/>
            <p:nvPr/>
          </p:nvSpPr>
          <p:spPr>
            <a:xfrm>
              <a:off x="5719477" y="2533382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6" name="pt15706"/>
            <p:cNvSpPr/>
            <p:nvPr/>
          </p:nvSpPr>
          <p:spPr>
            <a:xfrm>
              <a:off x="6648882" y="2067540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7" name="pt15707"/>
            <p:cNvSpPr/>
            <p:nvPr/>
          </p:nvSpPr>
          <p:spPr>
            <a:xfrm>
              <a:off x="6837936" y="1928685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8" name="pt15708"/>
            <p:cNvSpPr/>
            <p:nvPr/>
          </p:nvSpPr>
          <p:spPr>
            <a:xfrm>
              <a:off x="5385512" y="241436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9" name="pt15709"/>
            <p:cNvSpPr/>
            <p:nvPr/>
          </p:nvSpPr>
          <p:spPr>
            <a:xfrm>
              <a:off x="6080764" y="2395065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0" name="pt15710"/>
            <p:cNvSpPr/>
            <p:nvPr/>
          </p:nvSpPr>
          <p:spPr>
            <a:xfrm>
              <a:off x="5855218" y="196161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1" name="pt15711"/>
            <p:cNvSpPr/>
            <p:nvPr/>
          </p:nvSpPr>
          <p:spPr>
            <a:xfrm>
              <a:off x="6311385" y="227635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2" name="pt15712"/>
            <p:cNvSpPr/>
            <p:nvPr/>
          </p:nvSpPr>
          <p:spPr>
            <a:xfrm>
              <a:off x="6212264" y="2298910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3" name="pt15713"/>
            <p:cNvSpPr/>
            <p:nvPr/>
          </p:nvSpPr>
          <p:spPr>
            <a:xfrm>
              <a:off x="5776802" y="2111777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4" name="pt15714"/>
            <p:cNvSpPr/>
            <p:nvPr/>
          </p:nvSpPr>
          <p:spPr>
            <a:xfrm>
              <a:off x="6640781" y="209865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5" name="pt15715"/>
            <p:cNvSpPr/>
            <p:nvPr/>
          </p:nvSpPr>
          <p:spPr>
            <a:xfrm>
              <a:off x="6788075" y="1817432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6" name="pt15716"/>
            <p:cNvSpPr/>
            <p:nvPr/>
          </p:nvSpPr>
          <p:spPr>
            <a:xfrm>
              <a:off x="6493028" y="2046443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7" name="pt15717"/>
            <p:cNvSpPr/>
            <p:nvPr/>
          </p:nvSpPr>
          <p:spPr>
            <a:xfrm>
              <a:off x="6149951" y="2300089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8" name="pt15718"/>
            <p:cNvSpPr/>
            <p:nvPr/>
          </p:nvSpPr>
          <p:spPr>
            <a:xfrm>
              <a:off x="6044181" y="2257924"/>
              <a:ext cx="16849" cy="16849"/>
            </a:xfrm>
            <a:prstGeom prst="ellipse">
              <a:avLst/>
            </a:prstGeom>
            <a:solidFill>
              <a:srgbClr val="7BD151">
                <a:alpha val="45098"/>
              </a:srgbClr>
            </a:solidFill>
            <a:ln w="7363" cap="rnd">
              <a:solidFill>
                <a:srgbClr val="7BD15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9" name="pt15719"/>
            <p:cNvSpPr/>
            <p:nvPr/>
          </p:nvSpPr>
          <p:spPr>
            <a:xfrm>
              <a:off x="6506638" y="2014411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0" name="pt15720"/>
            <p:cNvSpPr/>
            <p:nvPr/>
          </p:nvSpPr>
          <p:spPr>
            <a:xfrm>
              <a:off x="5639063" y="2336900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1" name="pt15721"/>
            <p:cNvSpPr/>
            <p:nvPr/>
          </p:nvSpPr>
          <p:spPr>
            <a:xfrm>
              <a:off x="6472701" y="2142489"/>
              <a:ext cx="16849" cy="16849"/>
            </a:xfrm>
            <a:prstGeom prst="ellipse">
              <a:avLst/>
            </a:prstGeom>
            <a:solidFill>
              <a:srgbClr val="2DAB81">
                <a:alpha val="45098"/>
              </a:srgbClr>
            </a:solidFill>
            <a:ln w="7363" cap="rnd">
              <a:solidFill>
                <a:srgbClr val="2D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2" name="pt15722"/>
            <p:cNvSpPr/>
            <p:nvPr/>
          </p:nvSpPr>
          <p:spPr>
            <a:xfrm>
              <a:off x="6204580" y="2269691"/>
              <a:ext cx="16849" cy="16849"/>
            </a:xfrm>
            <a:prstGeom prst="ellipse">
              <a:avLst/>
            </a:prstGeom>
            <a:solidFill>
              <a:srgbClr val="59BC6D">
                <a:alpha val="45098"/>
              </a:srgbClr>
            </a:solidFill>
            <a:ln w="7363" cap="rnd">
              <a:solidFill>
                <a:srgbClr val="59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3" name="pt15723"/>
            <p:cNvSpPr/>
            <p:nvPr/>
          </p:nvSpPr>
          <p:spPr>
            <a:xfrm>
              <a:off x="6463146" y="2072585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4" name="pt15724"/>
            <p:cNvSpPr/>
            <p:nvPr/>
          </p:nvSpPr>
          <p:spPr>
            <a:xfrm>
              <a:off x="6687018" y="2087927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5" name="pt15725"/>
            <p:cNvSpPr/>
            <p:nvPr/>
          </p:nvSpPr>
          <p:spPr>
            <a:xfrm>
              <a:off x="5914502" y="2026832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6" name="pt15726"/>
            <p:cNvSpPr/>
            <p:nvPr/>
          </p:nvSpPr>
          <p:spPr>
            <a:xfrm>
              <a:off x="5542623" y="2062251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7" name="pt15727"/>
            <p:cNvSpPr/>
            <p:nvPr/>
          </p:nvSpPr>
          <p:spPr>
            <a:xfrm>
              <a:off x="6493098" y="2215937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8" name="pt15728"/>
            <p:cNvSpPr/>
            <p:nvPr/>
          </p:nvSpPr>
          <p:spPr>
            <a:xfrm>
              <a:off x="5969258" y="2471774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9" name="pt15729"/>
            <p:cNvSpPr/>
            <p:nvPr/>
          </p:nvSpPr>
          <p:spPr>
            <a:xfrm>
              <a:off x="5420952" y="2291934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0" name="pt15730"/>
            <p:cNvSpPr/>
            <p:nvPr/>
          </p:nvSpPr>
          <p:spPr>
            <a:xfrm>
              <a:off x="6207596" y="2304666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1" name="pt15731"/>
            <p:cNvSpPr/>
            <p:nvPr/>
          </p:nvSpPr>
          <p:spPr>
            <a:xfrm>
              <a:off x="6413942" y="2283913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2" name="pt15732"/>
            <p:cNvSpPr/>
            <p:nvPr/>
          </p:nvSpPr>
          <p:spPr>
            <a:xfrm>
              <a:off x="6176076" y="2271395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3" name="pt15733"/>
            <p:cNvSpPr/>
            <p:nvPr/>
          </p:nvSpPr>
          <p:spPr>
            <a:xfrm>
              <a:off x="6092005" y="226128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4" name="pt15734"/>
            <p:cNvSpPr/>
            <p:nvPr/>
          </p:nvSpPr>
          <p:spPr>
            <a:xfrm>
              <a:off x="6450009" y="207632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5" name="pt15735"/>
            <p:cNvSpPr/>
            <p:nvPr/>
          </p:nvSpPr>
          <p:spPr>
            <a:xfrm>
              <a:off x="4640078" y="2680634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6" name="pt15736"/>
            <p:cNvSpPr/>
            <p:nvPr/>
          </p:nvSpPr>
          <p:spPr>
            <a:xfrm>
              <a:off x="6931762" y="1877645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7" name="pt15737"/>
            <p:cNvSpPr/>
            <p:nvPr/>
          </p:nvSpPr>
          <p:spPr>
            <a:xfrm>
              <a:off x="6618125" y="2034686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8" name="pt15738"/>
            <p:cNvSpPr/>
            <p:nvPr/>
          </p:nvSpPr>
          <p:spPr>
            <a:xfrm>
              <a:off x="6427615" y="1970640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9" name="pt15739"/>
            <p:cNvSpPr/>
            <p:nvPr/>
          </p:nvSpPr>
          <p:spPr>
            <a:xfrm>
              <a:off x="6225724" y="2113288"/>
              <a:ext cx="16849" cy="16849"/>
            </a:xfrm>
            <a:prstGeom prst="ellipse">
              <a:avLst/>
            </a:prstGeom>
            <a:solidFill>
              <a:srgbClr val="C5DE3E">
                <a:alpha val="45098"/>
              </a:srgbClr>
            </a:solidFill>
            <a:ln w="7363" cap="rnd">
              <a:solidFill>
                <a:srgbClr val="C5DE3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0" name="pt15740"/>
            <p:cNvSpPr/>
            <p:nvPr/>
          </p:nvSpPr>
          <p:spPr>
            <a:xfrm>
              <a:off x="6163723" y="2230433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1" name="pt15741"/>
            <p:cNvSpPr/>
            <p:nvPr/>
          </p:nvSpPr>
          <p:spPr>
            <a:xfrm>
              <a:off x="6553096" y="2036630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2" name="pt15742"/>
            <p:cNvSpPr/>
            <p:nvPr/>
          </p:nvSpPr>
          <p:spPr>
            <a:xfrm>
              <a:off x="6547947" y="231347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3" name="pt15743"/>
            <p:cNvSpPr/>
            <p:nvPr/>
          </p:nvSpPr>
          <p:spPr>
            <a:xfrm>
              <a:off x="6331889" y="227670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4" name="pt15744"/>
            <p:cNvSpPr/>
            <p:nvPr/>
          </p:nvSpPr>
          <p:spPr>
            <a:xfrm>
              <a:off x="5925720" y="1905407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5" name="pt15745"/>
            <p:cNvSpPr/>
            <p:nvPr/>
          </p:nvSpPr>
          <p:spPr>
            <a:xfrm>
              <a:off x="6003167" y="2549447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6" name="pt15746"/>
            <p:cNvSpPr/>
            <p:nvPr/>
          </p:nvSpPr>
          <p:spPr>
            <a:xfrm>
              <a:off x="6695375" y="2014775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7" name="pt15747"/>
            <p:cNvSpPr/>
            <p:nvPr/>
          </p:nvSpPr>
          <p:spPr>
            <a:xfrm>
              <a:off x="4828406" y="2764857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8" name="pt15748"/>
            <p:cNvSpPr/>
            <p:nvPr/>
          </p:nvSpPr>
          <p:spPr>
            <a:xfrm>
              <a:off x="5946714" y="190888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9" name="pt15749"/>
            <p:cNvSpPr/>
            <p:nvPr/>
          </p:nvSpPr>
          <p:spPr>
            <a:xfrm>
              <a:off x="6273400" y="215688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0" name="pt15750"/>
            <p:cNvSpPr/>
            <p:nvPr/>
          </p:nvSpPr>
          <p:spPr>
            <a:xfrm>
              <a:off x="6473515" y="226661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1" name="pt15751"/>
            <p:cNvSpPr/>
            <p:nvPr/>
          </p:nvSpPr>
          <p:spPr>
            <a:xfrm>
              <a:off x="6404320" y="2077350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2" name="pt15752"/>
            <p:cNvSpPr/>
            <p:nvPr/>
          </p:nvSpPr>
          <p:spPr>
            <a:xfrm>
              <a:off x="6129530" y="239545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3" name="pt15753"/>
            <p:cNvSpPr/>
            <p:nvPr/>
          </p:nvSpPr>
          <p:spPr>
            <a:xfrm>
              <a:off x="5547058" y="2463097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4" name="pt15754"/>
            <p:cNvSpPr/>
            <p:nvPr/>
          </p:nvSpPr>
          <p:spPr>
            <a:xfrm>
              <a:off x="6344423" y="2200570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5" name="pt15755"/>
            <p:cNvSpPr/>
            <p:nvPr/>
          </p:nvSpPr>
          <p:spPr>
            <a:xfrm>
              <a:off x="6425441" y="2011322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6" name="pt15756"/>
            <p:cNvSpPr/>
            <p:nvPr/>
          </p:nvSpPr>
          <p:spPr>
            <a:xfrm>
              <a:off x="6298106" y="1992056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7" name="pt15757"/>
            <p:cNvSpPr/>
            <p:nvPr/>
          </p:nvSpPr>
          <p:spPr>
            <a:xfrm>
              <a:off x="6743594" y="1990515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8" name="pt15758"/>
            <p:cNvSpPr/>
            <p:nvPr/>
          </p:nvSpPr>
          <p:spPr>
            <a:xfrm>
              <a:off x="5686434" y="223453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9" name="pt15759"/>
            <p:cNvSpPr/>
            <p:nvPr/>
          </p:nvSpPr>
          <p:spPr>
            <a:xfrm>
              <a:off x="6118870" y="2332194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0" name="pt15760"/>
            <p:cNvSpPr/>
            <p:nvPr/>
          </p:nvSpPr>
          <p:spPr>
            <a:xfrm>
              <a:off x="5656232" y="239038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1" name="pt15761"/>
            <p:cNvSpPr/>
            <p:nvPr/>
          </p:nvSpPr>
          <p:spPr>
            <a:xfrm>
              <a:off x="6172654" y="2205339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2" name="pt15762"/>
            <p:cNvSpPr/>
            <p:nvPr/>
          </p:nvSpPr>
          <p:spPr>
            <a:xfrm>
              <a:off x="5543932" y="1696512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3" name="pt15763"/>
            <p:cNvSpPr/>
            <p:nvPr/>
          </p:nvSpPr>
          <p:spPr>
            <a:xfrm>
              <a:off x="6639888" y="234827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4" name="pt15764"/>
            <p:cNvSpPr/>
            <p:nvPr/>
          </p:nvSpPr>
          <p:spPr>
            <a:xfrm>
              <a:off x="6297899" y="211891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5" name="pt15765"/>
            <p:cNvSpPr/>
            <p:nvPr/>
          </p:nvSpPr>
          <p:spPr>
            <a:xfrm>
              <a:off x="6369194" y="2301837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6" name="pt15766"/>
            <p:cNvSpPr/>
            <p:nvPr/>
          </p:nvSpPr>
          <p:spPr>
            <a:xfrm>
              <a:off x="6154492" y="2327340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7" name="pt15767"/>
            <p:cNvSpPr/>
            <p:nvPr/>
          </p:nvSpPr>
          <p:spPr>
            <a:xfrm>
              <a:off x="6656938" y="229320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8" name="pt15768"/>
            <p:cNvSpPr/>
            <p:nvPr/>
          </p:nvSpPr>
          <p:spPr>
            <a:xfrm>
              <a:off x="6679473" y="2091223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9" name="pt15769"/>
            <p:cNvSpPr/>
            <p:nvPr/>
          </p:nvSpPr>
          <p:spPr>
            <a:xfrm>
              <a:off x="6166026" y="2084587"/>
              <a:ext cx="16849" cy="16849"/>
            </a:xfrm>
            <a:prstGeom prst="ellipse">
              <a:avLst/>
            </a:prstGeom>
            <a:solidFill>
              <a:srgbClr val="CCDF3C">
                <a:alpha val="45098"/>
              </a:srgbClr>
            </a:solidFill>
            <a:ln w="7363" cap="rnd">
              <a:solidFill>
                <a:srgbClr val="CCDF3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0" name="pt15770"/>
            <p:cNvSpPr/>
            <p:nvPr/>
          </p:nvSpPr>
          <p:spPr>
            <a:xfrm>
              <a:off x="5680508" y="2569889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1" name="pt15771"/>
            <p:cNvSpPr/>
            <p:nvPr/>
          </p:nvSpPr>
          <p:spPr>
            <a:xfrm>
              <a:off x="6553899" y="2113686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2" name="pt15772"/>
            <p:cNvSpPr/>
            <p:nvPr/>
          </p:nvSpPr>
          <p:spPr>
            <a:xfrm>
              <a:off x="5696847" y="2555242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3" name="pt15773"/>
            <p:cNvSpPr/>
            <p:nvPr/>
          </p:nvSpPr>
          <p:spPr>
            <a:xfrm>
              <a:off x="6100379" y="2150377"/>
              <a:ext cx="16849" cy="16849"/>
            </a:xfrm>
            <a:prstGeom prst="ellipse">
              <a:avLst/>
            </a:prstGeom>
            <a:solidFill>
              <a:srgbClr val="64C265">
                <a:alpha val="45098"/>
              </a:srgbClr>
            </a:solidFill>
            <a:ln w="7363" cap="rnd">
              <a:solidFill>
                <a:srgbClr val="64C2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4" name="pt15774"/>
            <p:cNvSpPr/>
            <p:nvPr/>
          </p:nvSpPr>
          <p:spPr>
            <a:xfrm>
              <a:off x="6099336" y="2283084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5" name="pt15775"/>
            <p:cNvSpPr/>
            <p:nvPr/>
          </p:nvSpPr>
          <p:spPr>
            <a:xfrm>
              <a:off x="5659629" y="2426931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6" name="pt15776"/>
            <p:cNvSpPr/>
            <p:nvPr/>
          </p:nvSpPr>
          <p:spPr>
            <a:xfrm>
              <a:off x="5936098" y="1795266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7" name="pt15777"/>
            <p:cNvSpPr/>
            <p:nvPr/>
          </p:nvSpPr>
          <p:spPr>
            <a:xfrm>
              <a:off x="6994548" y="1777048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8" name="pt15778"/>
            <p:cNvSpPr/>
            <p:nvPr/>
          </p:nvSpPr>
          <p:spPr>
            <a:xfrm>
              <a:off x="6342962" y="2191718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9" name="pt15779"/>
            <p:cNvSpPr/>
            <p:nvPr/>
          </p:nvSpPr>
          <p:spPr>
            <a:xfrm>
              <a:off x="6030342" y="2170343"/>
              <a:ext cx="16849" cy="16849"/>
            </a:xfrm>
            <a:prstGeom prst="ellipse">
              <a:avLst/>
            </a:prstGeom>
            <a:solidFill>
              <a:srgbClr val="24A485">
                <a:alpha val="45098"/>
              </a:srgbClr>
            </a:solidFill>
            <a:ln w="7363" cap="rnd">
              <a:solidFill>
                <a:srgbClr val="24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0" name="pt15780"/>
            <p:cNvSpPr/>
            <p:nvPr/>
          </p:nvSpPr>
          <p:spPr>
            <a:xfrm>
              <a:off x="5844591" y="2505399"/>
              <a:ext cx="16849" cy="16849"/>
            </a:xfrm>
            <a:prstGeom prst="ellipse">
              <a:avLst/>
            </a:prstGeom>
            <a:solidFill>
              <a:srgbClr val="78CF53">
                <a:alpha val="45098"/>
              </a:srgbClr>
            </a:solidFill>
            <a:ln w="7363" cap="rnd">
              <a:solidFill>
                <a:srgbClr val="78CF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1" name="pt15781"/>
            <p:cNvSpPr/>
            <p:nvPr/>
          </p:nvSpPr>
          <p:spPr>
            <a:xfrm>
              <a:off x="5417721" y="242329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2" name="pt15782"/>
            <p:cNvSpPr/>
            <p:nvPr/>
          </p:nvSpPr>
          <p:spPr>
            <a:xfrm>
              <a:off x="6100878" y="2240974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3" name="pt15783"/>
            <p:cNvSpPr/>
            <p:nvPr/>
          </p:nvSpPr>
          <p:spPr>
            <a:xfrm>
              <a:off x="6042695" y="2299437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4" name="pt15784"/>
            <p:cNvSpPr/>
            <p:nvPr/>
          </p:nvSpPr>
          <p:spPr>
            <a:xfrm>
              <a:off x="5839879" y="2327658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5" name="pt15785"/>
            <p:cNvSpPr/>
            <p:nvPr/>
          </p:nvSpPr>
          <p:spPr>
            <a:xfrm>
              <a:off x="4970854" y="2934226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6" name="pt15786"/>
            <p:cNvSpPr/>
            <p:nvPr/>
          </p:nvSpPr>
          <p:spPr>
            <a:xfrm>
              <a:off x="6089939" y="2302982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7" name="pt15787"/>
            <p:cNvSpPr/>
            <p:nvPr/>
          </p:nvSpPr>
          <p:spPr>
            <a:xfrm>
              <a:off x="6252971" y="2246340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8" name="pt15788"/>
            <p:cNvSpPr/>
            <p:nvPr/>
          </p:nvSpPr>
          <p:spPr>
            <a:xfrm>
              <a:off x="5961042" y="214049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9" name="pt15789"/>
            <p:cNvSpPr/>
            <p:nvPr/>
          </p:nvSpPr>
          <p:spPr>
            <a:xfrm>
              <a:off x="6118912" y="2199405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0" name="pt15790"/>
            <p:cNvSpPr/>
            <p:nvPr/>
          </p:nvSpPr>
          <p:spPr>
            <a:xfrm>
              <a:off x="5284513" y="1970075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1" name="pt15791"/>
            <p:cNvSpPr/>
            <p:nvPr/>
          </p:nvSpPr>
          <p:spPr>
            <a:xfrm>
              <a:off x="6639456" y="2226319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2" name="pt15792"/>
            <p:cNvSpPr/>
            <p:nvPr/>
          </p:nvSpPr>
          <p:spPr>
            <a:xfrm>
              <a:off x="6214910" y="2301895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3" name="pt15793"/>
            <p:cNvSpPr/>
            <p:nvPr/>
          </p:nvSpPr>
          <p:spPr>
            <a:xfrm>
              <a:off x="6156803" y="2313782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4" name="pt15794"/>
            <p:cNvSpPr/>
            <p:nvPr/>
          </p:nvSpPr>
          <p:spPr>
            <a:xfrm>
              <a:off x="5493517" y="2336059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5" name="pt15795"/>
            <p:cNvSpPr/>
            <p:nvPr/>
          </p:nvSpPr>
          <p:spPr>
            <a:xfrm>
              <a:off x="6276271" y="2146395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6" name="pt15796"/>
            <p:cNvSpPr/>
            <p:nvPr/>
          </p:nvSpPr>
          <p:spPr>
            <a:xfrm>
              <a:off x="6404653" y="2203307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7" name="pt15797"/>
            <p:cNvSpPr/>
            <p:nvPr/>
          </p:nvSpPr>
          <p:spPr>
            <a:xfrm>
              <a:off x="5413795" y="2520045"/>
              <a:ext cx="16849" cy="16849"/>
            </a:xfrm>
            <a:prstGeom prst="ellipse">
              <a:avLst/>
            </a:prstGeom>
            <a:solidFill>
              <a:srgbClr val="6AC661">
                <a:alpha val="45098"/>
              </a:srgbClr>
            </a:solidFill>
            <a:ln w="7363" cap="rnd">
              <a:solidFill>
                <a:srgbClr val="6AC66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8" name="pt15798"/>
            <p:cNvSpPr/>
            <p:nvPr/>
          </p:nvSpPr>
          <p:spPr>
            <a:xfrm>
              <a:off x="6178851" y="2139737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9" name="pt15799"/>
            <p:cNvSpPr/>
            <p:nvPr/>
          </p:nvSpPr>
          <p:spPr>
            <a:xfrm>
              <a:off x="6413216" y="2021980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0" name="pt15800"/>
            <p:cNvSpPr/>
            <p:nvPr/>
          </p:nvSpPr>
          <p:spPr>
            <a:xfrm>
              <a:off x="5570712" y="2525011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1" name="pt15801"/>
            <p:cNvSpPr/>
            <p:nvPr/>
          </p:nvSpPr>
          <p:spPr>
            <a:xfrm>
              <a:off x="6297947" y="212107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2" name="pt15802"/>
            <p:cNvSpPr/>
            <p:nvPr/>
          </p:nvSpPr>
          <p:spPr>
            <a:xfrm>
              <a:off x="5647387" y="2316104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3" name="pt15803"/>
            <p:cNvSpPr/>
            <p:nvPr/>
          </p:nvSpPr>
          <p:spPr>
            <a:xfrm>
              <a:off x="5822285" y="2529712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4" name="pt15804"/>
            <p:cNvSpPr/>
            <p:nvPr/>
          </p:nvSpPr>
          <p:spPr>
            <a:xfrm>
              <a:off x="6467634" y="2066011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5" name="pt15805"/>
            <p:cNvSpPr/>
            <p:nvPr/>
          </p:nvSpPr>
          <p:spPr>
            <a:xfrm>
              <a:off x="6775290" y="191334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6" name="pt15806"/>
            <p:cNvSpPr/>
            <p:nvPr/>
          </p:nvSpPr>
          <p:spPr>
            <a:xfrm>
              <a:off x="6479279" y="221831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7" name="pt15807"/>
            <p:cNvSpPr/>
            <p:nvPr/>
          </p:nvSpPr>
          <p:spPr>
            <a:xfrm>
              <a:off x="5700871" y="2474969"/>
              <a:ext cx="16849" cy="16849"/>
            </a:xfrm>
            <a:prstGeom prst="ellipse">
              <a:avLst/>
            </a:prstGeom>
            <a:solidFill>
              <a:srgbClr val="8DD44D">
                <a:alpha val="45098"/>
              </a:srgbClr>
            </a:solidFill>
            <a:ln w="7363" cap="rnd">
              <a:solidFill>
                <a:srgbClr val="8D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8" name="pt15808"/>
            <p:cNvSpPr/>
            <p:nvPr/>
          </p:nvSpPr>
          <p:spPr>
            <a:xfrm>
              <a:off x="6371341" y="230060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9" name="pt15809"/>
            <p:cNvSpPr/>
            <p:nvPr/>
          </p:nvSpPr>
          <p:spPr>
            <a:xfrm>
              <a:off x="5620301" y="248432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0" name="pt15810"/>
            <p:cNvSpPr/>
            <p:nvPr/>
          </p:nvSpPr>
          <p:spPr>
            <a:xfrm>
              <a:off x="6876447" y="205452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1" name="pt15811"/>
            <p:cNvSpPr/>
            <p:nvPr/>
          </p:nvSpPr>
          <p:spPr>
            <a:xfrm>
              <a:off x="5797090" y="2065020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2" name="pt15812"/>
            <p:cNvSpPr/>
            <p:nvPr/>
          </p:nvSpPr>
          <p:spPr>
            <a:xfrm>
              <a:off x="6696549" y="201493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3" name="pt15813"/>
            <p:cNvSpPr/>
            <p:nvPr/>
          </p:nvSpPr>
          <p:spPr>
            <a:xfrm>
              <a:off x="6269952" y="236309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4" name="pt15814"/>
            <p:cNvSpPr/>
            <p:nvPr/>
          </p:nvSpPr>
          <p:spPr>
            <a:xfrm>
              <a:off x="6346607" y="2169853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5" name="pt15815"/>
            <p:cNvSpPr/>
            <p:nvPr/>
          </p:nvSpPr>
          <p:spPr>
            <a:xfrm>
              <a:off x="6405927" y="2134486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6" name="pt15816"/>
            <p:cNvSpPr/>
            <p:nvPr/>
          </p:nvSpPr>
          <p:spPr>
            <a:xfrm>
              <a:off x="6049824" y="2320514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7" name="pt15817"/>
            <p:cNvSpPr/>
            <p:nvPr/>
          </p:nvSpPr>
          <p:spPr>
            <a:xfrm>
              <a:off x="7188413" y="1711474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8" name="pt15818"/>
            <p:cNvSpPr/>
            <p:nvPr/>
          </p:nvSpPr>
          <p:spPr>
            <a:xfrm>
              <a:off x="5644961" y="2409075"/>
              <a:ext cx="16849" cy="16849"/>
            </a:xfrm>
            <a:prstGeom prst="ellipse">
              <a:avLst/>
            </a:prstGeom>
            <a:solidFill>
              <a:srgbClr val="62C167">
                <a:alpha val="45098"/>
              </a:srgbClr>
            </a:solidFill>
            <a:ln w="7363" cap="rnd">
              <a:solidFill>
                <a:srgbClr val="62C16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9" name="pt15819"/>
            <p:cNvSpPr/>
            <p:nvPr/>
          </p:nvSpPr>
          <p:spPr>
            <a:xfrm>
              <a:off x="6368127" y="2272296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0" name="pt15820"/>
            <p:cNvSpPr/>
            <p:nvPr/>
          </p:nvSpPr>
          <p:spPr>
            <a:xfrm>
              <a:off x="5965580" y="2375071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1" name="pt15821"/>
            <p:cNvSpPr/>
            <p:nvPr/>
          </p:nvSpPr>
          <p:spPr>
            <a:xfrm>
              <a:off x="5922519" y="1983383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2" name="pt15822"/>
            <p:cNvSpPr/>
            <p:nvPr/>
          </p:nvSpPr>
          <p:spPr>
            <a:xfrm>
              <a:off x="6681870" y="2096780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3" name="pt15823"/>
            <p:cNvSpPr/>
            <p:nvPr/>
          </p:nvSpPr>
          <p:spPr>
            <a:xfrm>
              <a:off x="6433087" y="203039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4" name="pt15824"/>
            <p:cNvSpPr/>
            <p:nvPr/>
          </p:nvSpPr>
          <p:spPr>
            <a:xfrm>
              <a:off x="6285439" y="2281180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5" name="pt15825"/>
            <p:cNvSpPr/>
            <p:nvPr/>
          </p:nvSpPr>
          <p:spPr>
            <a:xfrm>
              <a:off x="6870808" y="1975420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6" name="pt15826"/>
            <p:cNvSpPr/>
            <p:nvPr/>
          </p:nvSpPr>
          <p:spPr>
            <a:xfrm>
              <a:off x="5982147" y="2561918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7" name="pt15827"/>
            <p:cNvSpPr/>
            <p:nvPr/>
          </p:nvSpPr>
          <p:spPr>
            <a:xfrm>
              <a:off x="6251512" y="2301813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8" name="pt15828"/>
            <p:cNvSpPr/>
            <p:nvPr/>
          </p:nvSpPr>
          <p:spPr>
            <a:xfrm>
              <a:off x="6208632" y="2165402"/>
              <a:ext cx="16849" cy="16849"/>
            </a:xfrm>
            <a:prstGeom prst="ellipse">
              <a:avLst/>
            </a:prstGeom>
            <a:solidFill>
              <a:srgbClr val="AEDA45">
                <a:alpha val="45098"/>
              </a:srgbClr>
            </a:solidFill>
            <a:ln w="7363" cap="rnd">
              <a:solidFill>
                <a:srgbClr val="AEDA4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9" name="pt15829"/>
            <p:cNvSpPr/>
            <p:nvPr/>
          </p:nvSpPr>
          <p:spPr>
            <a:xfrm>
              <a:off x="5838326" y="236943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0" name="pt15830"/>
            <p:cNvSpPr/>
            <p:nvPr/>
          </p:nvSpPr>
          <p:spPr>
            <a:xfrm>
              <a:off x="5589064" y="2088034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1" name="pt15831"/>
            <p:cNvSpPr/>
            <p:nvPr/>
          </p:nvSpPr>
          <p:spPr>
            <a:xfrm>
              <a:off x="6761452" y="2015945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2" name="pt15832"/>
            <p:cNvSpPr/>
            <p:nvPr/>
          </p:nvSpPr>
          <p:spPr>
            <a:xfrm>
              <a:off x="5605495" y="2495967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3" name="pt15833"/>
            <p:cNvSpPr/>
            <p:nvPr/>
          </p:nvSpPr>
          <p:spPr>
            <a:xfrm>
              <a:off x="6384407" y="2229244"/>
              <a:ext cx="16849" cy="16849"/>
            </a:xfrm>
            <a:prstGeom prst="ellipse">
              <a:avLst/>
            </a:prstGeom>
            <a:solidFill>
              <a:srgbClr val="A5D847">
                <a:alpha val="45098"/>
              </a:srgbClr>
            </a:solidFill>
            <a:ln w="7363" cap="rnd">
              <a:solidFill>
                <a:srgbClr val="A5D84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4" name="pt15834"/>
            <p:cNvSpPr/>
            <p:nvPr/>
          </p:nvSpPr>
          <p:spPr>
            <a:xfrm>
              <a:off x="7379154" y="1609211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5" name="pt15835"/>
            <p:cNvSpPr/>
            <p:nvPr/>
          </p:nvSpPr>
          <p:spPr>
            <a:xfrm>
              <a:off x="6144403" y="222404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6" name="pt15836"/>
            <p:cNvSpPr/>
            <p:nvPr/>
          </p:nvSpPr>
          <p:spPr>
            <a:xfrm>
              <a:off x="6792724" y="1851506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7" name="pt15837"/>
            <p:cNvSpPr/>
            <p:nvPr/>
          </p:nvSpPr>
          <p:spPr>
            <a:xfrm>
              <a:off x="6105264" y="2158746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8" name="pt15838"/>
            <p:cNvSpPr/>
            <p:nvPr/>
          </p:nvSpPr>
          <p:spPr>
            <a:xfrm>
              <a:off x="6869797" y="1967176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9" name="pt15839"/>
            <p:cNvSpPr/>
            <p:nvPr/>
          </p:nvSpPr>
          <p:spPr>
            <a:xfrm>
              <a:off x="6218600" y="2281603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0" name="pt15840"/>
            <p:cNvSpPr/>
            <p:nvPr/>
          </p:nvSpPr>
          <p:spPr>
            <a:xfrm>
              <a:off x="6284143" y="2176635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1" name="pt15841"/>
            <p:cNvSpPr/>
            <p:nvPr/>
          </p:nvSpPr>
          <p:spPr>
            <a:xfrm>
              <a:off x="7009391" y="170396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2" name="pt15842"/>
            <p:cNvSpPr/>
            <p:nvPr/>
          </p:nvSpPr>
          <p:spPr>
            <a:xfrm>
              <a:off x="6301803" y="1998393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3" name="pt15843"/>
            <p:cNvSpPr/>
            <p:nvPr/>
          </p:nvSpPr>
          <p:spPr>
            <a:xfrm>
              <a:off x="6390315" y="2142321"/>
              <a:ext cx="16849" cy="16849"/>
            </a:xfrm>
            <a:prstGeom prst="ellipse">
              <a:avLst/>
            </a:prstGeom>
            <a:solidFill>
              <a:srgbClr val="6FC95C">
                <a:alpha val="45098"/>
              </a:srgbClr>
            </a:solidFill>
            <a:ln w="7363" cap="rnd">
              <a:solidFill>
                <a:srgbClr val="6FC95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4" name="pt15844"/>
            <p:cNvSpPr/>
            <p:nvPr/>
          </p:nvSpPr>
          <p:spPr>
            <a:xfrm>
              <a:off x="7030441" y="1791730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5" name="pt15845"/>
            <p:cNvSpPr/>
            <p:nvPr/>
          </p:nvSpPr>
          <p:spPr>
            <a:xfrm>
              <a:off x="5825258" y="2506906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6" name="pt15846"/>
            <p:cNvSpPr/>
            <p:nvPr/>
          </p:nvSpPr>
          <p:spPr>
            <a:xfrm>
              <a:off x="6698199" y="209811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7" name="pt15847"/>
            <p:cNvSpPr/>
            <p:nvPr/>
          </p:nvSpPr>
          <p:spPr>
            <a:xfrm>
              <a:off x="5734908" y="2164856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8" name="pt15848"/>
            <p:cNvSpPr/>
            <p:nvPr/>
          </p:nvSpPr>
          <p:spPr>
            <a:xfrm>
              <a:off x="6098401" y="2230456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9" name="pt15849"/>
            <p:cNvSpPr/>
            <p:nvPr/>
          </p:nvSpPr>
          <p:spPr>
            <a:xfrm>
              <a:off x="6173237" y="2238182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0" name="pt15850"/>
            <p:cNvSpPr/>
            <p:nvPr/>
          </p:nvSpPr>
          <p:spPr>
            <a:xfrm>
              <a:off x="6352034" y="222866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1" name="pt15851"/>
            <p:cNvSpPr/>
            <p:nvPr/>
          </p:nvSpPr>
          <p:spPr>
            <a:xfrm>
              <a:off x="6606355" y="241650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2" name="pt15852"/>
            <p:cNvSpPr/>
            <p:nvPr/>
          </p:nvSpPr>
          <p:spPr>
            <a:xfrm>
              <a:off x="6245012" y="2256770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3" name="pt15853"/>
            <p:cNvSpPr/>
            <p:nvPr/>
          </p:nvSpPr>
          <p:spPr>
            <a:xfrm>
              <a:off x="5879574" y="205360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4" name="pt15854"/>
            <p:cNvSpPr/>
            <p:nvPr/>
          </p:nvSpPr>
          <p:spPr>
            <a:xfrm>
              <a:off x="6286517" y="210082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5" name="pt15855"/>
            <p:cNvSpPr/>
            <p:nvPr/>
          </p:nvSpPr>
          <p:spPr>
            <a:xfrm>
              <a:off x="6295389" y="209360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6" name="pt15856"/>
            <p:cNvSpPr/>
            <p:nvPr/>
          </p:nvSpPr>
          <p:spPr>
            <a:xfrm>
              <a:off x="6730867" y="1913269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7" name="pt15857"/>
            <p:cNvSpPr/>
            <p:nvPr/>
          </p:nvSpPr>
          <p:spPr>
            <a:xfrm>
              <a:off x="6140508" y="234718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8" name="pt15858"/>
            <p:cNvSpPr/>
            <p:nvPr/>
          </p:nvSpPr>
          <p:spPr>
            <a:xfrm>
              <a:off x="5602859" y="2602048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9" name="pt15859"/>
            <p:cNvSpPr/>
            <p:nvPr/>
          </p:nvSpPr>
          <p:spPr>
            <a:xfrm>
              <a:off x="6292989" y="218943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0" name="pt15860"/>
            <p:cNvSpPr/>
            <p:nvPr/>
          </p:nvSpPr>
          <p:spPr>
            <a:xfrm>
              <a:off x="5923388" y="2156700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1" name="pt15861"/>
            <p:cNvSpPr/>
            <p:nvPr/>
          </p:nvSpPr>
          <p:spPr>
            <a:xfrm>
              <a:off x="5764140" y="211378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2" name="pt15862"/>
            <p:cNvSpPr/>
            <p:nvPr/>
          </p:nvSpPr>
          <p:spPr>
            <a:xfrm>
              <a:off x="6587307" y="2187117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3" name="pt15863"/>
            <p:cNvSpPr/>
            <p:nvPr/>
          </p:nvSpPr>
          <p:spPr>
            <a:xfrm>
              <a:off x="6575755" y="226751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4" name="pt15864"/>
            <p:cNvSpPr/>
            <p:nvPr/>
          </p:nvSpPr>
          <p:spPr>
            <a:xfrm>
              <a:off x="6112298" y="2253358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5" name="pt15865"/>
            <p:cNvSpPr/>
            <p:nvPr/>
          </p:nvSpPr>
          <p:spPr>
            <a:xfrm>
              <a:off x="6702800" y="1959232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6" name="pt15866"/>
            <p:cNvSpPr/>
            <p:nvPr/>
          </p:nvSpPr>
          <p:spPr>
            <a:xfrm>
              <a:off x="6091624" y="223852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7" name="pt15867"/>
            <p:cNvSpPr/>
            <p:nvPr/>
          </p:nvSpPr>
          <p:spPr>
            <a:xfrm>
              <a:off x="6210105" y="2276228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8" name="pt15868"/>
            <p:cNvSpPr/>
            <p:nvPr/>
          </p:nvSpPr>
          <p:spPr>
            <a:xfrm>
              <a:off x="5817838" y="2412981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9" name="pt15869"/>
            <p:cNvSpPr/>
            <p:nvPr/>
          </p:nvSpPr>
          <p:spPr>
            <a:xfrm>
              <a:off x="5951039" y="2233909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0" name="pt15870"/>
            <p:cNvSpPr/>
            <p:nvPr/>
          </p:nvSpPr>
          <p:spPr>
            <a:xfrm>
              <a:off x="6480223" y="221564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1" name="pt15871"/>
            <p:cNvSpPr/>
            <p:nvPr/>
          </p:nvSpPr>
          <p:spPr>
            <a:xfrm>
              <a:off x="5467200" y="2621549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2" name="pt15872"/>
            <p:cNvSpPr/>
            <p:nvPr/>
          </p:nvSpPr>
          <p:spPr>
            <a:xfrm>
              <a:off x="5806698" y="2135116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3" name="pt15873"/>
            <p:cNvSpPr/>
            <p:nvPr/>
          </p:nvSpPr>
          <p:spPr>
            <a:xfrm>
              <a:off x="5595876" y="2608804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4" name="pt15874"/>
            <p:cNvSpPr/>
            <p:nvPr/>
          </p:nvSpPr>
          <p:spPr>
            <a:xfrm>
              <a:off x="6153870" y="230753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5" name="pt15875"/>
            <p:cNvSpPr/>
            <p:nvPr/>
          </p:nvSpPr>
          <p:spPr>
            <a:xfrm>
              <a:off x="6696354" y="2120371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6" name="pt15876"/>
            <p:cNvSpPr/>
            <p:nvPr/>
          </p:nvSpPr>
          <p:spPr>
            <a:xfrm>
              <a:off x="6289218" y="212471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7" name="pt15877"/>
            <p:cNvSpPr/>
            <p:nvPr/>
          </p:nvSpPr>
          <p:spPr>
            <a:xfrm>
              <a:off x="5502361" y="2460878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8" name="pt15878"/>
            <p:cNvSpPr/>
            <p:nvPr/>
          </p:nvSpPr>
          <p:spPr>
            <a:xfrm>
              <a:off x="6663941" y="212462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9" name="pt15879"/>
            <p:cNvSpPr/>
            <p:nvPr/>
          </p:nvSpPr>
          <p:spPr>
            <a:xfrm>
              <a:off x="7233428" y="1839791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0" name="pt15880"/>
            <p:cNvSpPr/>
            <p:nvPr/>
          </p:nvSpPr>
          <p:spPr>
            <a:xfrm>
              <a:off x="6051263" y="2427597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1" name="pt15881"/>
            <p:cNvSpPr/>
            <p:nvPr/>
          </p:nvSpPr>
          <p:spPr>
            <a:xfrm>
              <a:off x="5813273" y="2148180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2" name="pt15882"/>
            <p:cNvSpPr/>
            <p:nvPr/>
          </p:nvSpPr>
          <p:spPr>
            <a:xfrm>
              <a:off x="5529370" y="2484806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3" name="pt15883"/>
            <p:cNvSpPr/>
            <p:nvPr/>
          </p:nvSpPr>
          <p:spPr>
            <a:xfrm>
              <a:off x="6215579" y="2298056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4" name="pt15884"/>
            <p:cNvSpPr/>
            <p:nvPr/>
          </p:nvSpPr>
          <p:spPr>
            <a:xfrm>
              <a:off x="6387130" y="2221774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5" name="pt15885"/>
            <p:cNvSpPr/>
            <p:nvPr/>
          </p:nvSpPr>
          <p:spPr>
            <a:xfrm>
              <a:off x="6341784" y="2224727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6" name="pt15886"/>
            <p:cNvSpPr/>
            <p:nvPr/>
          </p:nvSpPr>
          <p:spPr>
            <a:xfrm>
              <a:off x="6879535" y="1887522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7" name="pt15887"/>
            <p:cNvSpPr/>
            <p:nvPr/>
          </p:nvSpPr>
          <p:spPr>
            <a:xfrm>
              <a:off x="6180957" y="2021069"/>
              <a:ext cx="16849" cy="16849"/>
            </a:xfrm>
            <a:prstGeom prst="ellipse">
              <a:avLst/>
            </a:prstGeom>
            <a:solidFill>
              <a:srgbClr val="76CE56">
                <a:alpha val="45098"/>
              </a:srgbClr>
            </a:solidFill>
            <a:ln w="7363" cap="rnd">
              <a:solidFill>
                <a:srgbClr val="76CE5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8" name="pt15888"/>
            <p:cNvSpPr/>
            <p:nvPr/>
          </p:nvSpPr>
          <p:spPr>
            <a:xfrm>
              <a:off x="6434836" y="1782318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9" name="pt15889"/>
            <p:cNvSpPr/>
            <p:nvPr/>
          </p:nvSpPr>
          <p:spPr>
            <a:xfrm>
              <a:off x="5644254" y="222913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0" name="pt15890"/>
            <p:cNvSpPr/>
            <p:nvPr/>
          </p:nvSpPr>
          <p:spPr>
            <a:xfrm>
              <a:off x="5120784" y="2072935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1" name="pt15891"/>
            <p:cNvSpPr/>
            <p:nvPr/>
          </p:nvSpPr>
          <p:spPr>
            <a:xfrm>
              <a:off x="6162639" y="2294083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2" name="pt15892"/>
            <p:cNvSpPr/>
            <p:nvPr/>
          </p:nvSpPr>
          <p:spPr>
            <a:xfrm>
              <a:off x="6805313" y="1818570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3" name="pt15893"/>
            <p:cNvSpPr/>
            <p:nvPr/>
          </p:nvSpPr>
          <p:spPr>
            <a:xfrm>
              <a:off x="5866122" y="1878071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4" name="pt15894"/>
            <p:cNvSpPr/>
            <p:nvPr/>
          </p:nvSpPr>
          <p:spPr>
            <a:xfrm>
              <a:off x="6534679" y="2245935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5" name="pt15895"/>
            <p:cNvSpPr/>
            <p:nvPr/>
          </p:nvSpPr>
          <p:spPr>
            <a:xfrm>
              <a:off x="6191944" y="2185678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6" name="pt15896"/>
            <p:cNvSpPr/>
            <p:nvPr/>
          </p:nvSpPr>
          <p:spPr>
            <a:xfrm>
              <a:off x="6732386" y="2042477"/>
              <a:ext cx="16849" cy="16849"/>
            </a:xfrm>
            <a:prstGeom prst="ellipse">
              <a:avLst/>
            </a:prstGeom>
            <a:solidFill>
              <a:srgbClr val="49B476">
                <a:alpha val="45098"/>
              </a:srgbClr>
            </a:solidFill>
            <a:ln w="7363" cap="rnd">
              <a:solidFill>
                <a:srgbClr val="49B4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7" name="pt15897"/>
            <p:cNvSpPr/>
            <p:nvPr/>
          </p:nvSpPr>
          <p:spPr>
            <a:xfrm>
              <a:off x="6292376" y="209570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8" name="pt15898"/>
            <p:cNvSpPr/>
            <p:nvPr/>
          </p:nvSpPr>
          <p:spPr>
            <a:xfrm>
              <a:off x="6709465" y="2128748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9" name="pt15899"/>
            <p:cNvSpPr/>
            <p:nvPr/>
          </p:nvSpPr>
          <p:spPr>
            <a:xfrm>
              <a:off x="5831624" y="2293927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0" name="pt15900"/>
            <p:cNvSpPr/>
            <p:nvPr/>
          </p:nvSpPr>
          <p:spPr>
            <a:xfrm>
              <a:off x="5933964" y="1981955"/>
              <a:ext cx="16849" cy="16849"/>
            </a:xfrm>
            <a:prstGeom prst="ellipse">
              <a:avLst/>
            </a:prstGeom>
            <a:solidFill>
              <a:srgbClr val="76CE56">
                <a:alpha val="45098"/>
              </a:srgbClr>
            </a:solidFill>
            <a:ln w="7363" cap="rnd">
              <a:solidFill>
                <a:srgbClr val="76CE5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1" name="pt15901"/>
            <p:cNvSpPr/>
            <p:nvPr/>
          </p:nvSpPr>
          <p:spPr>
            <a:xfrm>
              <a:off x="5827019" y="242355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2" name="pt15902"/>
            <p:cNvSpPr/>
            <p:nvPr/>
          </p:nvSpPr>
          <p:spPr>
            <a:xfrm>
              <a:off x="5862712" y="2106594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3" name="pt15903"/>
            <p:cNvSpPr/>
            <p:nvPr/>
          </p:nvSpPr>
          <p:spPr>
            <a:xfrm>
              <a:off x="5679078" y="2524821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4" name="pt15904"/>
            <p:cNvSpPr/>
            <p:nvPr/>
          </p:nvSpPr>
          <p:spPr>
            <a:xfrm>
              <a:off x="6211721" y="229716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5" name="pt15905"/>
            <p:cNvSpPr/>
            <p:nvPr/>
          </p:nvSpPr>
          <p:spPr>
            <a:xfrm>
              <a:off x="5766283" y="2071898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6" name="pt15906"/>
            <p:cNvSpPr/>
            <p:nvPr/>
          </p:nvSpPr>
          <p:spPr>
            <a:xfrm>
              <a:off x="6156491" y="2246857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7" name="pt15907"/>
            <p:cNvSpPr/>
            <p:nvPr/>
          </p:nvSpPr>
          <p:spPr>
            <a:xfrm>
              <a:off x="6001587" y="2608538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8" name="pt15908"/>
            <p:cNvSpPr/>
            <p:nvPr/>
          </p:nvSpPr>
          <p:spPr>
            <a:xfrm>
              <a:off x="6408249" y="225536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9" name="pt15909"/>
            <p:cNvSpPr/>
            <p:nvPr/>
          </p:nvSpPr>
          <p:spPr>
            <a:xfrm>
              <a:off x="6088415" y="2232855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0" name="pt15910"/>
            <p:cNvSpPr/>
            <p:nvPr/>
          </p:nvSpPr>
          <p:spPr>
            <a:xfrm>
              <a:off x="6652357" y="2039760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1" name="pt15911"/>
            <p:cNvSpPr/>
            <p:nvPr/>
          </p:nvSpPr>
          <p:spPr>
            <a:xfrm>
              <a:off x="6296144" y="2072534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2" name="pt15912"/>
            <p:cNvSpPr/>
            <p:nvPr/>
          </p:nvSpPr>
          <p:spPr>
            <a:xfrm>
              <a:off x="5927256" y="186309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3" name="pt15913"/>
            <p:cNvSpPr/>
            <p:nvPr/>
          </p:nvSpPr>
          <p:spPr>
            <a:xfrm>
              <a:off x="6222346" y="224416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4" name="pt15914"/>
            <p:cNvSpPr/>
            <p:nvPr/>
          </p:nvSpPr>
          <p:spPr>
            <a:xfrm>
              <a:off x="6535252" y="2213377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5" name="pt15915"/>
            <p:cNvSpPr/>
            <p:nvPr/>
          </p:nvSpPr>
          <p:spPr>
            <a:xfrm>
              <a:off x="6597616" y="2152676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6" name="pt15916"/>
            <p:cNvSpPr/>
            <p:nvPr/>
          </p:nvSpPr>
          <p:spPr>
            <a:xfrm>
              <a:off x="5468270" y="2518817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7" name="pt15917"/>
            <p:cNvSpPr/>
            <p:nvPr/>
          </p:nvSpPr>
          <p:spPr>
            <a:xfrm>
              <a:off x="6957962" y="1946952"/>
              <a:ext cx="16849" cy="16849"/>
            </a:xfrm>
            <a:prstGeom prst="ellipse">
              <a:avLst/>
            </a:prstGeom>
            <a:solidFill>
              <a:srgbClr val="97D64B">
                <a:alpha val="45098"/>
              </a:srgbClr>
            </a:solidFill>
            <a:ln w="7363" cap="rnd">
              <a:solidFill>
                <a:srgbClr val="97D64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8" name="pt15918"/>
            <p:cNvSpPr/>
            <p:nvPr/>
          </p:nvSpPr>
          <p:spPr>
            <a:xfrm>
              <a:off x="5839434" y="225649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9" name="pt15919"/>
            <p:cNvSpPr/>
            <p:nvPr/>
          </p:nvSpPr>
          <p:spPr>
            <a:xfrm>
              <a:off x="7446107" y="1363021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0" name="pt15920"/>
            <p:cNvSpPr/>
            <p:nvPr/>
          </p:nvSpPr>
          <p:spPr>
            <a:xfrm>
              <a:off x="5892268" y="2046621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1" name="pt15921"/>
            <p:cNvSpPr/>
            <p:nvPr/>
          </p:nvSpPr>
          <p:spPr>
            <a:xfrm>
              <a:off x="5353154" y="233391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2" name="pt15922"/>
            <p:cNvSpPr/>
            <p:nvPr/>
          </p:nvSpPr>
          <p:spPr>
            <a:xfrm>
              <a:off x="6442437" y="1789566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3" name="pt15923"/>
            <p:cNvSpPr/>
            <p:nvPr/>
          </p:nvSpPr>
          <p:spPr>
            <a:xfrm>
              <a:off x="6571007" y="215383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4" name="pt15924"/>
            <p:cNvSpPr/>
            <p:nvPr/>
          </p:nvSpPr>
          <p:spPr>
            <a:xfrm>
              <a:off x="6640387" y="215407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5" name="pt15925"/>
            <p:cNvSpPr/>
            <p:nvPr/>
          </p:nvSpPr>
          <p:spPr>
            <a:xfrm>
              <a:off x="6457999" y="1990319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6" name="pt15926"/>
            <p:cNvSpPr/>
            <p:nvPr/>
          </p:nvSpPr>
          <p:spPr>
            <a:xfrm>
              <a:off x="6646104" y="222328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7" name="pt15927"/>
            <p:cNvSpPr/>
            <p:nvPr/>
          </p:nvSpPr>
          <p:spPr>
            <a:xfrm>
              <a:off x="5965594" y="2355354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8" name="pt15928"/>
            <p:cNvSpPr/>
            <p:nvPr/>
          </p:nvSpPr>
          <p:spPr>
            <a:xfrm>
              <a:off x="6414278" y="2200266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9" name="pt15929"/>
            <p:cNvSpPr/>
            <p:nvPr/>
          </p:nvSpPr>
          <p:spPr>
            <a:xfrm>
              <a:off x="6837727" y="184994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0" name="pt15930"/>
            <p:cNvSpPr/>
            <p:nvPr/>
          </p:nvSpPr>
          <p:spPr>
            <a:xfrm>
              <a:off x="6400168" y="225242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1" name="pt15931"/>
            <p:cNvSpPr/>
            <p:nvPr/>
          </p:nvSpPr>
          <p:spPr>
            <a:xfrm>
              <a:off x="5527647" y="2166196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2" name="pt15932"/>
            <p:cNvSpPr/>
            <p:nvPr/>
          </p:nvSpPr>
          <p:spPr>
            <a:xfrm>
              <a:off x="6571878" y="225791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3" name="pt15933"/>
            <p:cNvSpPr/>
            <p:nvPr/>
          </p:nvSpPr>
          <p:spPr>
            <a:xfrm>
              <a:off x="6014301" y="223421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4" name="pt15934"/>
            <p:cNvSpPr/>
            <p:nvPr/>
          </p:nvSpPr>
          <p:spPr>
            <a:xfrm>
              <a:off x="6574311" y="2128638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5" name="pt15935"/>
            <p:cNvSpPr/>
            <p:nvPr/>
          </p:nvSpPr>
          <p:spPr>
            <a:xfrm>
              <a:off x="6208214" y="2308366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6" name="pt15936"/>
            <p:cNvSpPr/>
            <p:nvPr/>
          </p:nvSpPr>
          <p:spPr>
            <a:xfrm>
              <a:off x="6758382" y="2194180"/>
              <a:ext cx="16849" cy="16849"/>
            </a:xfrm>
            <a:prstGeom prst="ellipse">
              <a:avLst/>
            </a:prstGeom>
            <a:solidFill>
              <a:srgbClr val="FDE725">
                <a:alpha val="45098"/>
              </a:srgbClr>
            </a:solidFill>
            <a:ln w="7363" cap="rnd">
              <a:solidFill>
                <a:srgbClr val="FDE72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7" name="pt15937"/>
            <p:cNvSpPr/>
            <p:nvPr/>
          </p:nvSpPr>
          <p:spPr>
            <a:xfrm>
              <a:off x="6249937" y="2349083"/>
              <a:ext cx="16849" cy="16849"/>
            </a:xfrm>
            <a:prstGeom prst="ellipse">
              <a:avLst/>
            </a:prstGeom>
            <a:solidFill>
              <a:srgbClr val="4FB773">
                <a:alpha val="45098"/>
              </a:srgbClr>
            </a:solidFill>
            <a:ln w="7363" cap="rnd">
              <a:solidFill>
                <a:srgbClr val="4FB7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8" name="pt15938"/>
            <p:cNvSpPr/>
            <p:nvPr/>
          </p:nvSpPr>
          <p:spPr>
            <a:xfrm>
              <a:off x="6143703" y="241063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9" name="pt15939"/>
            <p:cNvSpPr/>
            <p:nvPr/>
          </p:nvSpPr>
          <p:spPr>
            <a:xfrm>
              <a:off x="5691127" y="2373255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0" name="pt15940"/>
            <p:cNvSpPr/>
            <p:nvPr/>
          </p:nvSpPr>
          <p:spPr>
            <a:xfrm>
              <a:off x="5236966" y="2245282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1" name="pt15941"/>
            <p:cNvSpPr/>
            <p:nvPr/>
          </p:nvSpPr>
          <p:spPr>
            <a:xfrm>
              <a:off x="5352473" y="2487688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2" name="pt15942"/>
            <p:cNvSpPr/>
            <p:nvPr/>
          </p:nvSpPr>
          <p:spPr>
            <a:xfrm>
              <a:off x="5774762" y="2097910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3" name="pt15943"/>
            <p:cNvSpPr/>
            <p:nvPr/>
          </p:nvSpPr>
          <p:spPr>
            <a:xfrm>
              <a:off x="6123637" y="2283928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4" name="pt15944"/>
            <p:cNvSpPr/>
            <p:nvPr/>
          </p:nvSpPr>
          <p:spPr>
            <a:xfrm>
              <a:off x="6260711" y="2375131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5" name="pt15945"/>
            <p:cNvSpPr/>
            <p:nvPr/>
          </p:nvSpPr>
          <p:spPr>
            <a:xfrm>
              <a:off x="6264370" y="234894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6" name="pt15946"/>
            <p:cNvSpPr/>
            <p:nvPr/>
          </p:nvSpPr>
          <p:spPr>
            <a:xfrm>
              <a:off x="5874079" y="2215910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7" name="pt15947"/>
            <p:cNvSpPr/>
            <p:nvPr/>
          </p:nvSpPr>
          <p:spPr>
            <a:xfrm>
              <a:off x="6024468" y="2221710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8" name="pt15948"/>
            <p:cNvSpPr/>
            <p:nvPr/>
          </p:nvSpPr>
          <p:spPr>
            <a:xfrm>
              <a:off x="6048788" y="2394592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9" name="pt15949"/>
            <p:cNvSpPr/>
            <p:nvPr/>
          </p:nvSpPr>
          <p:spPr>
            <a:xfrm>
              <a:off x="6955716" y="163086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0" name="pt15950"/>
            <p:cNvSpPr/>
            <p:nvPr/>
          </p:nvSpPr>
          <p:spPr>
            <a:xfrm>
              <a:off x="6491661" y="2127835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1" name="pt15951"/>
            <p:cNvSpPr/>
            <p:nvPr/>
          </p:nvSpPr>
          <p:spPr>
            <a:xfrm>
              <a:off x="6140694" y="242631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2" name="pt15952"/>
            <p:cNvSpPr/>
            <p:nvPr/>
          </p:nvSpPr>
          <p:spPr>
            <a:xfrm>
              <a:off x="6719111" y="1987212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3" name="pt15953"/>
            <p:cNvSpPr/>
            <p:nvPr/>
          </p:nvSpPr>
          <p:spPr>
            <a:xfrm>
              <a:off x="6446467" y="1931396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4" name="pt15954"/>
            <p:cNvSpPr/>
            <p:nvPr/>
          </p:nvSpPr>
          <p:spPr>
            <a:xfrm>
              <a:off x="6276785" y="2091374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5" name="pt15955"/>
            <p:cNvSpPr/>
            <p:nvPr/>
          </p:nvSpPr>
          <p:spPr>
            <a:xfrm>
              <a:off x="6946181" y="1743209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6" name="pt15956"/>
            <p:cNvSpPr/>
            <p:nvPr/>
          </p:nvSpPr>
          <p:spPr>
            <a:xfrm>
              <a:off x="6616612" y="223942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7" name="pt15957"/>
            <p:cNvSpPr/>
            <p:nvPr/>
          </p:nvSpPr>
          <p:spPr>
            <a:xfrm>
              <a:off x="5997466" y="2600065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8" name="pt15958"/>
            <p:cNvSpPr/>
            <p:nvPr/>
          </p:nvSpPr>
          <p:spPr>
            <a:xfrm>
              <a:off x="6426782" y="2272829"/>
              <a:ext cx="16849" cy="16849"/>
            </a:xfrm>
            <a:prstGeom prst="ellipse">
              <a:avLst/>
            </a:prstGeom>
            <a:solidFill>
              <a:srgbClr val="DCE236">
                <a:alpha val="45098"/>
              </a:srgbClr>
            </a:solidFill>
            <a:ln w="7363" cap="rnd">
              <a:solidFill>
                <a:srgbClr val="DCE23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9" name="pt15959"/>
            <p:cNvSpPr/>
            <p:nvPr/>
          </p:nvSpPr>
          <p:spPr>
            <a:xfrm>
              <a:off x="6508730" y="2221330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0" name="pt15960"/>
            <p:cNvSpPr/>
            <p:nvPr/>
          </p:nvSpPr>
          <p:spPr>
            <a:xfrm>
              <a:off x="6115065" y="2299638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1" name="pt15961"/>
            <p:cNvSpPr/>
            <p:nvPr/>
          </p:nvSpPr>
          <p:spPr>
            <a:xfrm>
              <a:off x="6362306" y="2229749"/>
              <a:ext cx="16849" cy="16849"/>
            </a:xfrm>
            <a:prstGeom prst="ellipse">
              <a:avLst/>
            </a:prstGeom>
            <a:solidFill>
              <a:srgbClr val="2AAA82">
                <a:alpha val="45098"/>
              </a:srgbClr>
            </a:solidFill>
            <a:ln w="7363" cap="rnd">
              <a:solidFill>
                <a:srgbClr val="2A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2" name="pt15962"/>
            <p:cNvSpPr/>
            <p:nvPr/>
          </p:nvSpPr>
          <p:spPr>
            <a:xfrm>
              <a:off x="6443904" y="2053812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3" name="pt15963"/>
            <p:cNvSpPr/>
            <p:nvPr/>
          </p:nvSpPr>
          <p:spPr>
            <a:xfrm>
              <a:off x="6378695" y="236281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4" name="pt15964"/>
            <p:cNvSpPr/>
            <p:nvPr/>
          </p:nvSpPr>
          <p:spPr>
            <a:xfrm>
              <a:off x="5980092" y="221175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5" name="pt15965"/>
            <p:cNvSpPr/>
            <p:nvPr/>
          </p:nvSpPr>
          <p:spPr>
            <a:xfrm>
              <a:off x="6474448" y="2189378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6" name="pt15966"/>
            <p:cNvSpPr/>
            <p:nvPr/>
          </p:nvSpPr>
          <p:spPr>
            <a:xfrm>
              <a:off x="6100926" y="226844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7" name="pt15967"/>
            <p:cNvSpPr/>
            <p:nvPr/>
          </p:nvSpPr>
          <p:spPr>
            <a:xfrm>
              <a:off x="6162002" y="2350273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8" name="pt15968"/>
            <p:cNvSpPr/>
            <p:nvPr/>
          </p:nvSpPr>
          <p:spPr>
            <a:xfrm>
              <a:off x="6634740" y="2314790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9" name="pt15969"/>
            <p:cNvSpPr/>
            <p:nvPr/>
          </p:nvSpPr>
          <p:spPr>
            <a:xfrm>
              <a:off x="6459366" y="2102588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0" name="pt15970"/>
            <p:cNvSpPr/>
            <p:nvPr/>
          </p:nvSpPr>
          <p:spPr>
            <a:xfrm>
              <a:off x="6137466" y="2328325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1" name="pt15971"/>
            <p:cNvSpPr/>
            <p:nvPr/>
          </p:nvSpPr>
          <p:spPr>
            <a:xfrm>
              <a:off x="6674916" y="221649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2" name="pt15972"/>
            <p:cNvSpPr/>
            <p:nvPr/>
          </p:nvSpPr>
          <p:spPr>
            <a:xfrm>
              <a:off x="6022952" y="2260193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3" name="pt15973"/>
            <p:cNvSpPr/>
            <p:nvPr/>
          </p:nvSpPr>
          <p:spPr>
            <a:xfrm>
              <a:off x="5855361" y="2159211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4" name="pt15974"/>
            <p:cNvSpPr/>
            <p:nvPr/>
          </p:nvSpPr>
          <p:spPr>
            <a:xfrm>
              <a:off x="6882838" y="206679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5" name="pt15975"/>
            <p:cNvSpPr/>
            <p:nvPr/>
          </p:nvSpPr>
          <p:spPr>
            <a:xfrm>
              <a:off x="6284157" y="216728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6" name="pt15976"/>
            <p:cNvSpPr/>
            <p:nvPr/>
          </p:nvSpPr>
          <p:spPr>
            <a:xfrm>
              <a:off x="7352203" y="2188750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7" name="pt15977"/>
            <p:cNvSpPr/>
            <p:nvPr/>
          </p:nvSpPr>
          <p:spPr>
            <a:xfrm>
              <a:off x="5825725" y="2388842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8" name="pt15978"/>
            <p:cNvSpPr/>
            <p:nvPr/>
          </p:nvSpPr>
          <p:spPr>
            <a:xfrm>
              <a:off x="6404646" y="2052026"/>
              <a:ext cx="16849" cy="16849"/>
            </a:xfrm>
            <a:prstGeom prst="ellipse">
              <a:avLst/>
            </a:prstGeom>
            <a:solidFill>
              <a:srgbClr val="28A983">
                <a:alpha val="45098"/>
              </a:srgbClr>
            </a:solidFill>
            <a:ln w="7363" cap="rnd">
              <a:solidFill>
                <a:srgbClr val="28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9" name="pt15979"/>
            <p:cNvSpPr/>
            <p:nvPr/>
          </p:nvSpPr>
          <p:spPr>
            <a:xfrm>
              <a:off x="6060622" y="236656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0" name="pt15980"/>
            <p:cNvSpPr/>
            <p:nvPr/>
          </p:nvSpPr>
          <p:spPr>
            <a:xfrm>
              <a:off x="5811101" y="2110028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1" name="pt15981"/>
            <p:cNvSpPr/>
            <p:nvPr/>
          </p:nvSpPr>
          <p:spPr>
            <a:xfrm>
              <a:off x="5636460" y="2475877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2" name="pt15982"/>
            <p:cNvSpPr/>
            <p:nvPr/>
          </p:nvSpPr>
          <p:spPr>
            <a:xfrm>
              <a:off x="6349302" y="2175688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3" name="pt15983"/>
            <p:cNvSpPr/>
            <p:nvPr/>
          </p:nvSpPr>
          <p:spPr>
            <a:xfrm>
              <a:off x="6531105" y="230556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4" name="pt15984"/>
            <p:cNvSpPr/>
            <p:nvPr/>
          </p:nvSpPr>
          <p:spPr>
            <a:xfrm>
              <a:off x="5619473" y="2349236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5" name="pt15985"/>
            <p:cNvSpPr/>
            <p:nvPr/>
          </p:nvSpPr>
          <p:spPr>
            <a:xfrm>
              <a:off x="5793021" y="2249958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6" name="pt15986"/>
            <p:cNvSpPr/>
            <p:nvPr/>
          </p:nvSpPr>
          <p:spPr>
            <a:xfrm>
              <a:off x="6593036" y="2182187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7" name="pt15987"/>
            <p:cNvSpPr/>
            <p:nvPr/>
          </p:nvSpPr>
          <p:spPr>
            <a:xfrm>
              <a:off x="6522161" y="2387401"/>
              <a:ext cx="16849" cy="16849"/>
            </a:xfrm>
            <a:prstGeom prst="ellipse">
              <a:avLst/>
            </a:prstGeom>
            <a:solidFill>
              <a:srgbClr val="C0DD40">
                <a:alpha val="45098"/>
              </a:srgbClr>
            </a:solidFill>
            <a:ln w="7363" cap="rnd">
              <a:solidFill>
                <a:srgbClr val="C0DD4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8" name="pt15988"/>
            <p:cNvSpPr/>
            <p:nvPr/>
          </p:nvSpPr>
          <p:spPr>
            <a:xfrm>
              <a:off x="6528496" y="228727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9" name="pt15989"/>
            <p:cNvSpPr/>
            <p:nvPr/>
          </p:nvSpPr>
          <p:spPr>
            <a:xfrm>
              <a:off x="6521753" y="2144041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0" name="pt15990"/>
            <p:cNvSpPr/>
            <p:nvPr/>
          </p:nvSpPr>
          <p:spPr>
            <a:xfrm>
              <a:off x="6967571" y="189919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1" name="pt15991"/>
            <p:cNvSpPr/>
            <p:nvPr/>
          </p:nvSpPr>
          <p:spPr>
            <a:xfrm>
              <a:off x="5580495" y="183852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2" name="pt15992"/>
            <p:cNvSpPr/>
            <p:nvPr/>
          </p:nvSpPr>
          <p:spPr>
            <a:xfrm>
              <a:off x="5541008" y="2084923"/>
              <a:ext cx="16849" cy="16849"/>
            </a:xfrm>
            <a:prstGeom prst="ellipse">
              <a:avLst/>
            </a:prstGeom>
            <a:solidFill>
              <a:srgbClr val="C5DE3E">
                <a:alpha val="45098"/>
              </a:srgbClr>
            </a:solidFill>
            <a:ln w="7363" cap="rnd">
              <a:solidFill>
                <a:srgbClr val="C5DE3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3" name="pt15993"/>
            <p:cNvSpPr/>
            <p:nvPr/>
          </p:nvSpPr>
          <p:spPr>
            <a:xfrm>
              <a:off x="5926075" y="2062658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4" name="pt15994"/>
            <p:cNvSpPr/>
            <p:nvPr/>
          </p:nvSpPr>
          <p:spPr>
            <a:xfrm>
              <a:off x="6601998" y="2248242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5" name="pt15995"/>
            <p:cNvSpPr/>
            <p:nvPr/>
          </p:nvSpPr>
          <p:spPr>
            <a:xfrm>
              <a:off x="6319181" y="2155717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6" name="pt15996"/>
            <p:cNvSpPr/>
            <p:nvPr/>
          </p:nvSpPr>
          <p:spPr>
            <a:xfrm>
              <a:off x="5113433" y="235393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7" name="pt15997"/>
            <p:cNvSpPr/>
            <p:nvPr/>
          </p:nvSpPr>
          <p:spPr>
            <a:xfrm>
              <a:off x="5341673" y="189573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8" name="pt15998"/>
            <p:cNvSpPr/>
            <p:nvPr/>
          </p:nvSpPr>
          <p:spPr>
            <a:xfrm>
              <a:off x="5892342" y="2082435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9" name="pt15999"/>
            <p:cNvSpPr/>
            <p:nvPr/>
          </p:nvSpPr>
          <p:spPr>
            <a:xfrm>
              <a:off x="5883060" y="2029283"/>
              <a:ext cx="16849" cy="16849"/>
            </a:xfrm>
            <a:prstGeom prst="ellipse">
              <a:avLst/>
            </a:prstGeom>
            <a:solidFill>
              <a:srgbClr val="AEDA45">
                <a:alpha val="45098"/>
              </a:srgbClr>
            </a:solidFill>
            <a:ln w="7363" cap="rnd">
              <a:solidFill>
                <a:srgbClr val="AEDA4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0" name="pt16000"/>
            <p:cNvSpPr/>
            <p:nvPr/>
          </p:nvSpPr>
          <p:spPr>
            <a:xfrm>
              <a:off x="5837673" y="2453237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1" name="pt16001"/>
            <p:cNvSpPr/>
            <p:nvPr/>
          </p:nvSpPr>
          <p:spPr>
            <a:xfrm>
              <a:off x="6340454" y="2170275"/>
              <a:ext cx="16849" cy="16849"/>
            </a:xfrm>
            <a:prstGeom prst="ellipse">
              <a:avLst/>
            </a:prstGeom>
            <a:solidFill>
              <a:srgbClr val="38AE7E">
                <a:alpha val="45098"/>
              </a:srgbClr>
            </a:solidFill>
            <a:ln w="7363" cap="rnd">
              <a:solidFill>
                <a:srgbClr val="38AE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2" name="pt16002"/>
            <p:cNvSpPr/>
            <p:nvPr/>
          </p:nvSpPr>
          <p:spPr>
            <a:xfrm>
              <a:off x="6363208" y="2108997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3" name="pt16003"/>
            <p:cNvSpPr/>
            <p:nvPr/>
          </p:nvSpPr>
          <p:spPr>
            <a:xfrm>
              <a:off x="6778800" y="2062711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4" name="pt16004"/>
            <p:cNvSpPr/>
            <p:nvPr/>
          </p:nvSpPr>
          <p:spPr>
            <a:xfrm>
              <a:off x="6636076" y="2151457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5" name="pt16005"/>
            <p:cNvSpPr/>
            <p:nvPr/>
          </p:nvSpPr>
          <p:spPr>
            <a:xfrm>
              <a:off x="6142185" y="2118548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6" name="pt16006"/>
            <p:cNvSpPr/>
            <p:nvPr/>
          </p:nvSpPr>
          <p:spPr>
            <a:xfrm>
              <a:off x="6854230" y="1926318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7" name="pt16007"/>
            <p:cNvSpPr/>
            <p:nvPr/>
          </p:nvSpPr>
          <p:spPr>
            <a:xfrm>
              <a:off x="5837304" y="2408711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8" name="pt16008"/>
            <p:cNvSpPr/>
            <p:nvPr/>
          </p:nvSpPr>
          <p:spPr>
            <a:xfrm>
              <a:off x="5091710" y="2795128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9" name="pt16009"/>
            <p:cNvSpPr/>
            <p:nvPr/>
          </p:nvSpPr>
          <p:spPr>
            <a:xfrm>
              <a:off x="6627628" y="2259295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0" name="pt16010"/>
            <p:cNvSpPr/>
            <p:nvPr/>
          </p:nvSpPr>
          <p:spPr>
            <a:xfrm>
              <a:off x="6447065" y="1968756"/>
              <a:ext cx="16849" cy="16849"/>
            </a:xfrm>
            <a:prstGeom prst="ellipse">
              <a:avLst/>
            </a:prstGeom>
            <a:solidFill>
              <a:srgbClr val="25A485">
                <a:alpha val="45098"/>
              </a:srgbClr>
            </a:solidFill>
            <a:ln w="7363" cap="rnd">
              <a:solidFill>
                <a:srgbClr val="25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1" name="pt16011"/>
            <p:cNvSpPr/>
            <p:nvPr/>
          </p:nvSpPr>
          <p:spPr>
            <a:xfrm>
              <a:off x="6224223" y="233039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2" name="pt16012"/>
            <p:cNvSpPr/>
            <p:nvPr/>
          </p:nvSpPr>
          <p:spPr>
            <a:xfrm>
              <a:off x="5670699" y="2391587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3" name="pt16013"/>
            <p:cNvSpPr/>
            <p:nvPr/>
          </p:nvSpPr>
          <p:spPr>
            <a:xfrm>
              <a:off x="6714280" y="219548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4" name="pt16014"/>
            <p:cNvSpPr/>
            <p:nvPr/>
          </p:nvSpPr>
          <p:spPr>
            <a:xfrm>
              <a:off x="5855125" y="2165404"/>
              <a:ext cx="16849" cy="16849"/>
            </a:xfrm>
            <a:prstGeom prst="ellipse">
              <a:avLst/>
            </a:prstGeom>
            <a:solidFill>
              <a:srgbClr val="62C167">
                <a:alpha val="45098"/>
              </a:srgbClr>
            </a:solidFill>
            <a:ln w="7363" cap="rnd">
              <a:solidFill>
                <a:srgbClr val="62C16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5" name="pt16015"/>
            <p:cNvSpPr/>
            <p:nvPr/>
          </p:nvSpPr>
          <p:spPr>
            <a:xfrm>
              <a:off x="5706082" y="2433124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6" name="pt16016"/>
            <p:cNvSpPr/>
            <p:nvPr/>
          </p:nvSpPr>
          <p:spPr>
            <a:xfrm>
              <a:off x="5411620" y="2361927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7" name="pt16017"/>
            <p:cNvSpPr/>
            <p:nvPr/>
          </p:nvSpPr>
          <p:spPr>
            <a:xfrm>
              <a:off x="5542148" y="2222110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8" name="pt16018"/>
            <p:cNvSpPr/>
            <p:nvPr/>
          </p:nvSpPr>
          <p:spPr>
            <a:xfrm>
              <a:off x="5786756" y="2057085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9" name="pt16019"/>
            <p:cNvSpPr/>
            <p:nvPr/>
          </p:nvSpPr>
          <p:spPr>
            <a:xfrm>
              <a:off x="6267430" y="2424021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0" name="pt16020"/>
            <p:cNvSpPr/>
            <p:nvPr/>
          </p:nvSpPr>
          <p:spPr>
            <a:xfrm>
              <a:off x="5695689" y="2480175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1" name="pt16021"/>
            <p:cNvSpPr/>
            <p:nvPr/>
          </p:nvSpPr>
          <p:spPr>
            <a:xfrm>
              <a:off x="6539338" y="2173244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2" name="pt16022"/>
            <p:cNvSpPr/>
            <p:nvPr/>
          </p:nvSpPr>
          <p:spPr>
            <a:xfrm>
              <a:off x="6288171" y="211903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3" name="pt16023"/>
            <p:cNvSpPr/>
            <p:nvPr/>
          </p:nvSpPr>
          <p:spPr>
            <a:xfrm>
              <a:off x="6050994" y="2364502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4" name="pt16024"/>
            <p:cNvSpPr/>
            <p:nvPr/>
          </p:nvSpPr>
          <p:spPr>
            <a:xfrm>
              <a:off x="6856154" y="1905472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5" name="pt16025"/>
            <p:cNvSpPr/>
            <p:nvPr/>
          </p:nvSpPr>
          <p:spPr>
            <a:xfrm>
              <a:off x="6037574" y="2368632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6" name="pt16026"/>
            <p:cNvSpPr/>
            <p:nvPr/>
          </p:nvSpPr>
          <p:spPr>
            <a:xfrm>
              <a:off x="6454445" y="206938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7" name="pt16027"/>
            <p:cNvSpPr/>
            <p:nvPr/>
          </p:nvSpPr>
          <p:spPr>
            <a:xfrm>
              <a:off x="6535741" y="2200776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8" name="pt16028"/>
            <p:cNvSpPr/>
            <p:nvPr/>
          </p:nvSpPr>
          <p:spPr>
            <a:xfrm>
              <a:off x="7441286" y="1466672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9" name="pt16029"/>
            <p:cNvSpPr/>
            <p:nvPr/>
          </p:nvSpPr>
          <p:spPr>
            <a:xfrm>
              <a:off x="6459835" y="209515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0" name="pt16030"/>
            <p:cNvSpPr/>
            <p:nvPr/>
          </p:nvSpPr>
          <p:spPr>
            <a:xfrm>
              <a:off x="6946838" y="1920483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1" name="pt16031"/>
            <p:cNvSpPr/>
            <p:nvPr/>
          </p:nvSpPr>
          <p:spPr>
            <a:xfrm>
              <a:off x="5455165" y="2429245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2" name="pt16032"/>
            <p:cNvSpPr/>
            <p:nvPr/>
          </p:nvSpPr>
          <p:spPr>
            <a:xfrm>
              <a:off x="6202377" y="2188708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3" name="pt16033"/>
            <p:cNvSpPr/>
            <p:nvPr/>
          </p:nvSpPr>
          <p:spPr>
            <a:xfrm>
              <a:off x="6236570" y="2338650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4" name="pt16034"/>
            <p:cNvSpPr/>
            <p:nvPr/>
          </p:nvSpPr>
          <p:spPr>
            <a:xfrm>
              <a:off x="5164785" y="2369392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5" name="pt16035"/>
            <p:cNvSpPr/>
            <p:nvPr/>
          </p:nvSpPr>
          <p:spPr>
            <a:xfrm>
              <a:off x="5539628" y="2101829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6" name="pt16036"/>
            <p:cNvSpPr/>
            <p:nvPr/>
          </p:nvSpPr>
          <p:spPr>
            <a:xfrm>
              <a:off x="6386876" y="234688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7" name="pt16037"/>
            <p:cNvSpPr/>
            <p:nvPr/>
          </p:nvSpPr>
          <p:spPr>
            <a:xfrm>
              <a:off x="5867954" y="210122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8" name="pt16038"/>
            <p:cNvSpPr/>
            <p:nvPr/>
          </p:nvSpPr>
          <p:spPr>
            <a:xfrm>
              <a:off x="6795424" y="1883367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9" name="pt16039"/>
            <p:cNvSpPr/>
            <p:nvPr/>
          </p:nvSpPr>
          <p:spPr>
            <a:xfrm>
              <a:off x="6148651" y="2280710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0" name="pt16040"/>
            <p:cNvSpPr/>
            <p:nvPr/>
          </p:nvSpPr>
          <p:spPr>
            <a:xfrm>
              <a:off x="5657558" y="2320640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1" name="pt16041"/>
            <p:cNvSpPr/>
            <p:nvPr/>
          </p:nvSpPr>
          <p:spPr>
            <a:xfrm>
              <a:off x="5831590" y="2378070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2" name="pt16042"/>
            <p:cNvSpPr/>
            <p:nvPr/>
          </p:nvSpPr>
          <p:spPr>
            <a:xfrm>
              <a:off x="6229027" y="2279263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3" name="pt16043"/>
            <p:cNvSpPr/>
            <p:nvPr/>
          </p:nvSpPr>
          <p:spPr>
            <a:xfrm>
              <a:off x="5577712" y="2392435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4" name="pt16044"/>
            <p:cNvSpPr/>
            <p:nvPr/>
          </p:nvSpPr>
          <p:spPr>
            <a:xfrm>
              <a:off x="5098753" y="2801190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5" name="pt16045"/>
            <p:cNvSpPr/>
            <p:nvPr/>
          </p:nvSpPr>
          <p:spPr>
            <a:xfrm>
              <a:off x="6222980" y="2263913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6" name="pt16046"/>
            <p:cNvSpPr/>
            <p:nvPr/>
          </p:nvSpPr>
          <p:spPr>
            <a:xfrm>
              <a:off x="6306664" y="215828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7" name="pt16047"/>
            <p:cNvSpPr/>
            <p:nvPr/>
          </p:nvSpPr>
          <p:spPr>
            <a:xfrm>
              <a:off x="6995886" y="1685769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8" name="pt16048"/>
            <p:cNvSpPr/>
            <p:nvPr/>
          </p:nvSpPr>
          <p:spPr>
            <a:xfrm>
              <a:off x="6727796" y="2199075"/>
              <a:ext cx="16849" cy="16849"/>
            </a:xfrm>
            <a:prstGeom prst="ellipse">
              <a:avLst/>
            </a:prstGeom>
            <a:solidFill>
              <a:srgbClr val="FDE725">
                <a:alpha val="45098"/>
              </a:srgbClr>
            </a:solidFill>
            <a:ln w="7363" cap="rnd">
              <a:solidFill>
                <a:srgbClr val="FDE72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9" name="pt16049"/>
            <p:cNvSpPr/>
            <p:nvPr/>
          </p:nvSpPr>
          <p:spPr>
            <a:xfrm>
              <a:off x="6654551" y="2034686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0" name="pt16050"/>
            <p:cNvSpPr/>
            <p:nvPr/>
          </p:nvSpPr>
          <p:spPr>
            <a:xfrm>
              <a:off x="6632168" y="237667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1" name="pt16051"/>
            <p:cNvSpPr/>
            <p:nvPr/>
          </p:nvSpPr>
          <p:spPr>
            <a:xfrm>
              <a:off x="5688007" y="2574650"/>
              <a:ext cx="16849" cy="16849"/>
            </a:xfrm>
            <a:prstGeom prst="ellipse">
              <a:avLst/>
            </a:prstGeom>
            <a:solidFill>
              <a:srgbClr val="86D34F">
                <a:alpha val="45098"/>
              </a:srgbClr>
            </a:solidFill>
            <a:ln w="7363" cap="rnd">
              <a:solidFill>
                <a:srgbClr val="86D34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2" name="pt16052"/>
            <p:cNvSpPr/>
            <p:nvPr/>
          </p:nvSpPr>
          <p:spPr>
            <a:xfrm>
              <a:off x="6283293" y="2216804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3" name="pt16053"/>
            <p:cNvSpPr/>
            <p:nvPr/>
          </p:nvSpPr>
          <p:spPr>
            <a:xfrm>
              <a:off x="5969171" y="2468063"/>
              <a:ext cx="16849" cy="16849"/>
            </a:xfrm>
            <a:prstGeom prst="ellipse">
              <a:avLst/>
            </a:prstGeom>
            <a:solidFill>
              <a:srgbClr val="2DAA81">
                <a:alpha val="45098"/>
              </a:srgbClr>
            </a:solidFill>
            <a:ln w="7363" cap="rnd">
              <a:solidFill>
                <a:srgbClr val="2DAA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4" name="pt16054"/>
            <p:cNvSpPr/>
            <p:nvPr/>
          </p:nvSpPr>
          <p:spPr>
            <a:xfrm>
              <a:off x="4922083" y="274994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5" name="pt16055"/>
            <p:cNvSpPr/>
            <p:nvPr/>
          </p:nvSpPr>
          <p:spPr>
            <a:xfrm>
              <a:off x="6321674" y="2203976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6" name="pt16056"/>
            <p:cNvSpPr/>
            <p:nvPr/>
          </p:nvSpPr>
          <p:spPr>
            <a:xfrm>
              <a:off x="4784589" y="2096548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7" name="pt16057"/>
            <p:cNvSpPr/>
            <p:nvPr/>
          </p:nvSpPr>
          <p:spPr>
            <a:xfrm>
              <a:off x="5643977" y="2237687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8" name="pt16058"/>
            <p:cNvSpPr/>
            <p:nvPr/>
          </p:nvSpPr>
          <p:spPr>
            <a:xfrm>
              <a:off x="6168260" y="2253386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9" name="pt16059"/>
            <p:cNvSpPr/>
            <p:nvPr/>
          </p:nvSpPr>
          <p:spPr>
            <a:xfrm>
              <a:off x="5995892" y="242449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0" name="pt16060"/>
            <p:cNvSpPr/>
            <p:nvPr/>
          </p:nvSpPr>
          <p:spPr>
            <a:xfrm>
              <a:off x="7078549" y="1746637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1" name="pt16061"/>
            <p:cNvSpPr/>
            <p:nvPr/>
          </p:nvSpPr>
          <p:spPr>
            <a:xfrm>
              <a:off x="6332033" y="2241427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2" name="pt16062"/>
            <p:cNvSpPr/>
            <p:nvPr/>
          </p:nvSpPr>
          <p:spPr>
            <a:xfrm>
              <a:off x="5774034" y="2140890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3" name="pt16063"/>
            <p:cNvSpPr/>
            <p:nvPr/>
          </p:nvSpPr>
          <p:spPr>
            <a:xfrm>
              <a:off x="5643021" y="2326689"/>
              <a:ext cx="16849" cy="16849"/>
            </a:xfrm>
            <a:prstGeom prst="ellipse">
              <a:avLst/>
            </a:prstGeom>
            <a:solidFill>
              <a:srgbClr val="6AC661">
                <a:alpha val="45098"/>
              </a:srgbClr>
            </a:solidFill>
            <a:ln w="7363" cap="rnd">
              <a:solidFill>
                <a:srgbClr val="6AC66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4" name="pt16064"/>
            <p:cNvSpPr/>
            <p:nvPr/>
          </p:nvSpPr>
          <p:spPr>
            <a:xfrm>
              <a:off x="5928119" y="2093213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5" name="pt16065"/>
            <p:cNvSpPr/>
            <p:nvPr/>
          </p:nvSpPr>
          <p:spPr>
            <a:xfrm>
              <a:off x="6237820" y="2296545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6" name="pt16066"/>
            <p:cNvSpPr/>
            <p:nvPr/>
          </p:nvSpPr>
          <p:spPr>
            <a:xfrm>
              <a:off x="5859972" y="2102383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7" name="pt16067"/>
            <p:cNvSpPr/>
            <p:nvPr/>
          </p:nvSpPr>
          <p:spPr>
            <a:xfrm>
              <a:off x="6101093" y="2228048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8" name="pt16068"/>
            <p:cNvSpPr/>
            <p:nvPr/>
          </p:nvSpPr>
          <p:spPr>
            <a:xfrm>
              <a:off x="6196524" y="2306835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9" name="pt16069"/>
            <p:cNvSpPr/>
            <p:nvPr/>
          </p:nvSpPr>
          <p:spPr>
            <a:xfrm>
              <a:off x="6916192" y="1890126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0" name="pt16070"/>
            <p:cNvSpPr/>
            <p:nvPr/>
          </p:nvSpPr>
          <p:spPr>
            <a:xfrm>
              <a:off x="6397685" y="223413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1" name="pt16071"/>
            <p:cNvSpPr/>
            <p:nvPr/>
          </p:nvSpPr>
          <p:spPr>
            <a:xfrm>
              <a:off x="6151985" y="232863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2" name="pt16072"/>
            <p:cNvSpPr/>
            <p:nvPr/>
          </p:nvSpPr>
          <p:spPr>
            <a:xfrm>
              <a:off x="6234000" y="2291117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3" name="pt16073"/>
            <p:cNvSpPr/>
            <p:nvPr/>
          </p:nvSpPr>
          <p:spPr>
            <a:xfrm>
              <a:off x="6434060" y="1976146"/>
              <a:ext cx="16849" cy="16849"/>
            </a:xfrm>
            <a:prstGeom prst="ellipse">
              <a:avLst/>
            </a:prstGeom>
            <a:solidFill>
              <a:srgbClr val="6EC95D">
                <a:alpha val="45098"/>
              </a:srgbClr>
            </a:solidFill>
            <a:ln w="7363" cap="rnd">
              <a:solidFill>
                <a:srgbClr val="6E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4" name="pt16074"/>
            <p:cNvSpPr/>
            <p:nvPr/>
          </p:nvSpPr>
          <p:spPr>
            <a:xfrm>
              <a:off x="6573144" y="228808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5" name="pt16075"/>
            <p:cNvSpPr/>
            <p:nvPr/>
          </p:nvSpPr>
          <p:spPr>
            <a:xfrm>
              <a:off x="6216202" y="2371214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6" name="pt16076"/>
            <p:cNvSpPr/>
            <p:nvPr/>
          </p:nvSpPr>
          <p:spPr>
            <a:xfrm>
              <a:off x="6312477" y="2070168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7" name="pt16077"/>
            <p:cNvSpPr/>
            <p:nvPr/>
          </p:nvSpPr>
          <p:spPr>
            <a:xfrm>
              <a:off x="6060266" y="2405219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8" name="pt16078"/>
            <p:cNvSpPr/>
            <p:nvPr/>
          </p:nvSpPr>
          <p:spPr>
            <a:xfrm>
              <a:off x="5824455" y="244567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9" name="pt16079"/>
            <p:cNvSpPr/>
            <p:nvPr/>
          </p:nvSpPr>
          <p:spPr>
            <a:xfrm>
              <a:off x="5939872" y="163873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0" name="pt16080"/>
            <p:cNvSpPr/>
            <p:nvPr/>
          </p:nvSpPr>
          <p:spPr>
            <a:xfrm>
              <a:off x="5429182" y="2698183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1" name="pt16081"/>
            <p:cNvSpPr/>
            <p:nvPr/>
          </p:nvSpPr>
          <p:spPr>
            <a:xfrm>
              <a:off x="6152343" y="2297801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2" name="pt16082"/>
            <p:cNvSpPr/>
            <p:nvPr/>
          </p:nvSpPr>
          <p:spPr>
            <a:xfrm>
              <a:off x="5194209" y="2451446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3" name="pt16083"/>
            <p:cNvSpPr/>
            <p:nvPr/>
          </p:nvSpPr>
          <p:spPr>
            <a:xfrm>
              <a:off x="6708487" y="2039182"/>
              <a:ext cx="16849" cy="16849"/>
            </a:xfrm>
            <a:prstGeom prst="ellipse">
              <a:avLst/>
            </a:prstGeom>
            <a:solidFill>
              <a:srgbClr val="81D250">
                <a:alpha val="45098"/>
              </a:srgbClr>
            </a:solidFill>
            <a:ln w="7363" cap="rnd">
              <a:solidFill>
                <a:srgbClr val="81D25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4" name="pt16084"/>
            <p:cNvSpPr/>
            <p:nvPr/>
          </p:nvSpPr>
          <p:spPr>
            <a:xfrm>
              <a:off x="6061962" y="2348054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5" name="pt16085"/>
            <p:cNvSpPr/>
            <p:nvPr/>
          </p:nvSpPr>
          <p:spPr>
            <a:xfrm>
              <a:off x="5673975" y="2297453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6" name="pt16086"/>
            <p:cNvSpPr/>
            <p:nvPr/>
          </p:nvSpPr>
          <p:spPr>
            <a:xfrm>
              <a:off x="5871069" y="2049277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7" name="pt16087"/>
            <p:cNvSpPr/>
            <p:nvPr/>
          </p:nvSpPr>
          <p:spPr>
            <a:xfrm>
              <a:off x="6492030" y="2022150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8" name="pt16088"/>
            <p:cNvSpPr/>
            <p:nvPr/>
          </p:nvSpPr>
          <p:spPr>
            <a:xfrm>
              <a:off x="6518958" y="2255694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9" name="pt16089"/>
            <p:cNvSpPr/>
            <p:nvPr/>
          </p:nvSpPr>
          <p:spPr>
            <a:xfrm>
              <a:off x="6735085" y="202295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0" name="pt16090"/>
            <p:cNvSpPr/>
            <p:nvPr/>
          </p:nvSpPr>
          <p:spPr>
            <a:xfrm>
              <a:off x="6303120" y="206937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1" name="pt16091"/>
            <p:cNvSpPr/>
            <p:nvPr/>
          </p:nvSpPr>
          <p:spPr>
            <a:xfrm>
              <a:off x="6862541" y="1981832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2" name="pt16092"/>
            <p:cNvSpPr/>
            <p:nvPr/>
          </p:nvSpPr>
          <p:spPr>
            <a:xfrm>
              <a:off x="5789877" y="2192895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3" name="pt16093"/>
            <p:cNvSpPr/>
            <p:nvPr/>
          </p:nvSpPr>
          <p:spPr>
            <a:xfrm>
              <a:off x="6543665" y="225663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4" name="pt16094"/>
            <p:cNvSpPr/>
            <p:nvPr/>
          </p:nvSpPr>
          <p:spPr>
            <a:xfrm>
              <a:off x="6230132" y="2135106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5" name="pt16095"/>
            <p:cNvSpPr/>
            <p:nvPr/>
          </p:nvSpPr>
          <p:spPr>
            <a:xfrm>
              <a:off x="6274034" y="2143641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6" name="pt16096"/>
            <p:cNvSpPr/>
            <p:nvPr/>
          </p:nvSpPr>
          <p:spPr>
            <a:xfrm>
              <a:off x="6610428" y="2150992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7" name="pt16097"/>
            <p:cNvSpPr/>
            <p:nvPr/>
          </p:nvSpPr>
          <p:spPr>
            <a:xfrm>
              <a:off x="6388319" y="2182318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8" name="pt16098"/>
            <p:cNvSpPr/>
            <p:nvPr/>
          </p:nvSpPr>
          <p:spPr>
            <a:xfrm>
              <a:off x="5190639" y="2586153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9" name="pt16099"/>
            <p:cNvSpPr/>
            <p:nvPr/>
          </p:nvSpPr>
          <p:spPr>
            <a:xfrm>
              <a:off x="6014229" y="2486995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0" name="pt16100"/>
            <p:cNvSpPr/>
            <p:nvPr/>
          </p:nvSpPr>
          <p:spPr>
            <a:xfrm>
              <a:off x="6477579" y="2042056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1" name="pt16101"/>
            <p:cNvSpPr/>
            <p:nvPr/>
          </p:nvSpPr>
          <p:spPr>
            <a:xfrm>
              <a:off x="6875448" y="1963665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2" name="pt16102"/>
            <p:cNvSpPr/>
            <p:nvPr/>
          </p:nvSpPr>
          <p:spPr>
            <a:xfrm>
              <a:off x="5957762" y="2091005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3" name="pt16103"/>
            <p:cNvSpPr/>
            <p:nvPr/>
          </p:nvSpPr>
          <p:spPr>
            <a:xfrm>
              <a:off x="6153696" y="2306103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4" name="pt16104"/>
            <p:cNvSpPr/>
            <p:nvPr/>
          </p:nvSpPr>
          <p:spPr>
            <a:xfrm>
              <a:off x="5803470" y="1847023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5" name="pt16105"/>
            <p:cNvSpPr/>
            <p:nvPr/>
          </p:nvSpPr>
          <p:spPr>
            <a:xfrm>
              <a:off x="5390609" y="2391969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6" name="pt16106"/>
            <p:cNvSpPr/>
            <p:nvPr/>
          </p:nvSpPr>
          <p:spPr>
            <a:xfrm>
              <a:off x="6363041" y="2202951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7" name="pt16107"/>
            <p:cNvSpPr/>
            <p:nvPr/>
          </p:nvSpPr>
          <p:spPr>
            <a:xfrm>
              <a:off x="6798867" y="1830423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8" name="pt16108"/>
            <p:cNvSpPr/>
            <p:nvPr/>
          </p:nvSpPr>
          <p:spPr>
            <a:xfrm>
              <a:off x="6872236" y="2018812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9" name="pt16109"/>
            <p:cNvSpPr/>
            <p:nvPr/>
          </p:nvSpPr>
          <p:spPr>
            <a:xfrm>
              <a:off x="6511509" y="2181169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0" name="pt16110"/>
            <p:cNvSpPr/>
            <p:nvPr/>
          </p:nvSpPr>
          <p:spPr>
            <a:xfrm>
              <a:off x="6763993" y="202477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1" name="pt16111"/>
            <p:cNvSpPr/>
            <p:nvPr/>
          </p:nvSpPr>
          <p:spPr>
            <a:xfrm>
              <a:off x="6197067" y="2247475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2" name="pt16112"/>
            <p:cNvSpPr/>
            <p:nvPr/>
          </p:nvSpPr>
          <p:spPr>
            <a:xfrm>
              <a:off x="5985455" y="252457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3" name="pt16113"/>
            <p:cNvSpPr/>
            <p:nvPr/>
          </p:nvSpPr>
          <p:spPr>
            <a:xfrm>
              <a:off x="6354818" y="2087666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4" name="pt16114"/>
            <p:cNvSpPr/>
            <p:nvPr/>
          </p:nvSpPr>
          <p:spPr>
            <a:xfrm>
              <a:off x="5839279" y="2330089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5" name="pt16115"/>
            <p:cNvSpPr/>
            <p:nvPr/>
          </p:nvSpPr>
          <p:spPr>
            <a:xfrm>
              <a:off x="5596920" y="2624213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6" name="pt16116"/>
            <p:cNvSpPr/>
            <p:nvPr/>
          </p:nvSpPr>
          <p:spPr>
            <a:xfrm>
              <a:off x="6107652" y="231977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7" name="pt16117"/>
            <p:cNvSpPr/>
            <p:nvPr/>
          </p:nvSpPr>
          <p:spPr>
            <a:xfrm>
              <a:off x="5735425" y="204733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8" name="pt16118"/>
            <p:cNvSpPr/>
            <p:nvPr/>
          </p:nvSpPr>
          <p:spPr>
            <a:xfrm>
              <a:off x="6487018" y="2112204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9" name="pt16119"/>
            <p:cNvSpPr/>
            <p:nvPr/>
          </p:nvSpPr>
          <p:spPr>
            <a:xfrm>
              <a:off x="6193286" y="2278456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0" name="pt16120"/>
            <p:cNvSpPr/>
            <p:nvPr/>
          </p:nvSpPr>
          <p:spPr>
            <a:xfrm>
              <a:off x="6213687" y="2293825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1" name="pt16121"/>
            <p:cNvSpPr/>
            <p:nvPr/>
          </p:nvSpPr>
          <p:spPr>
            <a:xfrm>
              <a:off x="6515837" y="235398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2" name="pt16122"/>
            <p:cNvSpPr/>
            <p:nvPr/>
          </p:nvSpPr>
          <p:spPr>
            <a:xfrm>
              <a:off x="5085989" y="2874946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3" name="pt16123"/>
            <p:cNvSpPr/>
            <p:nvPr/>
          </p:nvSpPr>
          <p:spPr>
            <a:xfrm>
              <a:off x="6781172" y="1733645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4" name="pt16124"/>
            <p:cNvSpPr/>
            <p:nvPr/>
          </p:nvSpPr>
          <p:spPr>
            <a:xfrm>
              <a:off x="6508761" y="2055346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5" name="pt16125"/>
            <p:cNvSpPr/>
            <p:nvPr/>
          </p:nvSpPr>
          <p:spPr>
            <a:xfrm>
              <a:off x="6179990" y="2272144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6" name="pt16126"/>
            <p:cNvSpPr/>
            <p:nvPr/>
          </p:nvSpPr>
          <p:spPr>
            <a:xfrm>
              <a:off x="5723427" y="2613558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7" name="pt16127"/>
            <p:cNvSpPr/>
            <p:nvPr/>
          </p:nvSpPr>
          <p:spPr>
            <a:xfrm>
              <a:off x="6581755" y="2149679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8" name="pt16128"/>
            <p:cNvSpPr/>
            <p:nvPr/>
          </p:nvSpPr>
          <p:spPr>
            <a:xfrm>
              <a:off x="6072482" y="2361192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9" name="pt16129"/>
            <p:cNvSpPr/>
            <p:nvPr/>
          </p:nvSpPr>
          <p:spPr>
            <a:xfrm>
              <a:off x="5982819" y="2501525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0" name="pt16130"/>
            <p:cNvSpPr/>
            <p:nvPr/>
          </p:nvSpPr>
          <p:spPr>
            <a:xfrm>
              <a:off x="7086682" y="1245462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1" name="pt16131"/>
            <p:cNvSpPr/>
            <p:nvPr/>
          </p:nvSpPr>
          <p:spPr>
            <a:xfrm>
              <a:off x="6257466" y="242632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2" name="pt16132"/>
            <p:cNvSpPr/>
            <p:nvPr/>
          </p:nvSpPr>
          <p:spPr>
            <a:xfrm>
              <a:off x="6275950" y="2142521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3" name="pt16133"/>
            <p:cNvSpPr/>
            <p:nvPr/>
          </p:nvSpPr>
          <p:spPr>
            <a:xfrm>
              <a:off x="5716373" y="228382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4" name="pt16134"/>
            <p:cNvSpPr/>
            <p:nvPr/>
          </p:nvSpPr>
          <p:spPr>
            <a:xfrm>
              <a:off x="6689080" y="2193227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5" name="pt16135"/>
            <p:cNvSpPr/>
            <p:nvPr/>
          </p:nvSpPr>
          <p:spPr>
            <a:xfrm>
              <a:off x="5363490" y="2320211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6" name="pt16136"/>
            <p:cNvSpPr/>
            <p:nvPr/>
          </p:nvSpPr>
          <p:spPr>
            <a:xfrm>
              <a:off x="6848016" y="1995816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7" name="pt16137"/>
            <p:cNvSpPr/>
            <p:nvPr/>
          </p:nvSpPr>
          <p:spPr>
            <a:xfrm>
              <a:off x="5553139" y="2545273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8" name="pt16138"/>
            <p:cNvSpPr/>
            <p:nvPr/>
          </p:nvSpPr>
          <p:spPr>
            <a:xfrm>
              <a:off x="6305138" y="2208676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9" name="pt16139"/>
            <p:cNvSpPr/>
            <p:nvPr/>
          </p:nvSpPr>
          <p:spPr>
            <a:xfrm>
              <a:off x="6135381" y="2354785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0" name="pt16140"/>
            <p:cNvSpPr/>
            <p:nvPr/>
          </p:nvSpPr>
          <p:spPr>
            <a:xfrm>
              <a:off x="5657208" y="2300231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1" name="pt16141"/>
            <p:cNvSpPr/>
            <p:nvPr/>
          </p:nvSpPr>
          <p:spPr>
            <a:xfrm>
              <a:off x="6640807" y="2108877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2" name="pt16142"/>
            <p:cNvSpPr/>
            <p:nvPr/>
          </p:nvSpPr>
          <p:spPr>
            <a:xfrm>
              <a:off x="6290670" y="2090879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3" name="pt16143"/>
            <p:cNvSpPr/>
            <p:nvPr/>
          </p:nvSpPr>
          <p:spPr>
            <a:xfrm>
              <a:off x="6497174" y="2082372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4" name="pt16144"/>
            <p:cNvSpPr/>
            <p:nvPr/>
          </p:nvSpPr>
          <p:spPr>
            <a:xfrm>
              <a:off x="6266659" y="2406217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5" name="pt16145"/>
            <p:cNvSpPr/>
            <p:nvPr/>
          </p:nvSpPr>
          <p:spPr>
            <a:xfrm>
              <a:off x="6486296" y="2134518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6" name="pt16146"/>
            <p:cNvSpPr/>
            <p:nvPr/>
          </p:nvSpPr>
          <p:spPr>
            <a:xfrm>
              <a:off x="6701200" y="2096036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7" name="pt16147"/>
            <p:cNvSpPr/>
            <p:nvPr/>
          </p:nvSpPr>
          <p:spPr>
            <a:xfrm>
              <a:off x="6561486" y="219014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8" name="pt16148"/>
            <p:cNvSpPr/>
            <p:nvPr/>
          </p:nvSpPr>
          <p:spPr>
            <a:xfrm>
              <a:off x="6360409" y="2259263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9" name="pt16149"/>
            <p:cNvSpPr/>
            <p:nvPr/>
          </p:nvSpPr>
          <p:spPr>
            <a:xfrm>
              <a:off x="6471591" y="2104057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0" name="pt16150"/>
            <p:cNvSpPr/>
            <p:nvPr/>
          </p:nvSpPr>
          <p:spPr>
            <a:xfrm>
              <a:off x="6672721" y="2176348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1" name="pt16151"/>
            <p:cNvSpPr/>
            <p:nvPr/>
          </p:nvSpPr>
          <p:spPr>
            <a:xfrm>
              <a:off x="6755245" y="2016217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2" name="pt16152"/>
            <p:cNvSpPr/>
            <p:nvPr/>
          </p:nvSpPr>
          <p:spPr>
            <a:xfrm>
              <a:off x="7095207" y="1540870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3" name="pt16153"/>
            <p:cNvSpPr/>
            <p:nvPr/>
          </p:nvSpPr>
          <p:spPr>
            <a:xfrm>
              <a:off x="5717970" y="2375684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4" name="pt16154"/>
            <p:cNvSpPr/>
            <p:nvPr/>
          </p:nvSpPr>
          <p:spPr>
            <a:xfrm>
              <a:off x="6128706" y="2318087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5" name="pt16155"/>
            <p:cNvSpPr/>
            <p:nvPr/>
          </p:nvSpPr>
          <p:spPr>
            <a:xfrm>
              <a:off x="6314780" y="2210332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6" name="pt16156"/>
            <p:cNvSpPr/>
            <p:nvPr/>
          </p:nvSpPr>
          <p:spPr>
            <a:xfrm>
              <a:off x="5926939" y="1961820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7" name="pt16157"/>
            <p:cNvSpPr/>
            <p:nvPr/>
          </p:nvSpPr>
          <p:spPr>
            <a:xfrm>
              <a:off x="5495266" y="2365678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8" name="pt16158"/>
            <p:cNvSpPr/>
            <p:nvPr/>
          </p:nvSpPr>
          <p:spPr>
            <a:xfrm>
              <a:off x="7173892" y="1694359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9" name="pt16159"/>
            <p:cNvSpPr/>
            <p:nvPr/>
          </p:nvSpPr>
          <p:spPr>
            <a:xfrm>
              <a:off x="6827266" y="1941729"/>
              <a:ext cx="16849" cy="16849"/>
            </a:xfrm>
            <a:prstGeom prst="ellipse">
              <a:avLst/>
            </a:prstGeom>
            <a:solidFill>
              <a:srgbClr val="64C265">
                <a:alpha val="45098"/>
              </a:srgbClr>
            </a:solidFill>
            <a:ln w="7363" cap="rnd">
              <a:solidFill>
                <a:srgbClr val="64C2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0" name="pt16160"/>
            <p:cNvSpPr/>
            <p:nvPr/>
          </p:nvSpPr>
          <p:spPr>
            <a:xfrm>
              <a:off x="6505274" y="2054114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1" name="pt16161"/>
            <p:cNvSpPr/>
            <p:nvPr/>
          </p:nvSpPr>
          <p:spPr>
            <a:xfrm>
              <a:off x="6823216" y="1855949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2" name="pt16162"/>
            <p:cNvSpPr/>
            <p:nvPr/>
          </p:nvSpPr>
          <p:spPr>
            <a:xfrm>
              <a:off x="6335839" y="2292963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3" name="pt16163"/>
            <p:cNvSpPr/>
            <p:nvPr/>
          </p:nvSpPr>
          <p:spPr>
            <a:xfrm>
              <a:off x="6319747" y="2245499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4" name="pt16164"/>
            <p:cNvSpPr/>
            <p:nvPr/>
          </p:nvSpPr>
          <p:spPr>
            <a:xfrm>
              <a:off x="6071499" y="2419573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5" name="pt16165"/>
            <p:cNvSpPr/>
            <p:nvPr/>
          </p:nvSpPr>
          <p:spPr>
            <a:xfrm>
              <a:off x="5419894" y="2425606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6" name="pt16166"/>
            <p:cNvSpPr/>
            <p:nvPr/>
          </p:nvSpPr>
          <p:spPr>
            <a:xfrm>
              <a:off x="6213894" y="2223252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7" name="pt16167"/>
            <p:cNvSpPr/>
            <p:nvPr/>
          </p:nvSpPr>
          <p:spPr>
            <a:xfrm>
              <a:off x="6381257" y="233645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8" name="pt16168"/>
            <p:cNvSpPr/>
            <p:nvPr/>
          </p:nvSpPr>
          <p:spPr>
            <a:xfrm>
              <a:off x="6386942" y="2197464"/>
              <a:ext cx="16849" cy="16849"/>
            </a:xfrm>
            <a:prstGeom prst="ellipse">
              <a:avLst/>
            </a:prstGeom>
            <a:solidFill>
              <a:srgbClr val="33AC80">
                <a:alpha val="45098"/>
              </a:srgbClr>
            </a:solidFill>
            <a:ln w="7363" cap="rnd">
              <a:solidFill>
                <a:srgbClr val="33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9" name="pt16169"/>
            <p:cNvSpPr/>
            <p:nvPr/>
          </p:nvSpPr>
          <p:spPr>
            <a:xfrm>
              <a:off x="6514567" y="236296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0" name="pt16170"/>
            <p:cNvSpPr/>
            <p:nvPr/>
          </p:nvSpPr>
          <p:spPr>
            <a:xfrm>
              <a:off x="6060727" y="2399243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1" name="pt16171"/>
            <p:cNvSpPr/>
            <p:nvPr/>
          </p:nvSpPr>
          <p:spPr>
            <a:xfrm>
              <a:off x="5799000" y="2096980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2" name="pt16172"/>
            <p:cNvSpPr/>
            <p:nvPr/>
          </p:nvSpPr>
          <p:spPr>
            <a:xfrm>
              <a:off x="6573987" y="2259060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3" name="pt16173"/>
            <p:cNvSpPr/>
            <p:nvPr/>
          </p:nvSpPr>
          <p:spPr>
            <a:xfrm>
              <a:off x="6081338" y="234190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4" name="pt16174"/>
            <p:cNvSpPr/>
            <p:nvPr/>
          </p:nvSpPr>
          <p:spPr>
            <a:xfrm>
              <a:off x="5857525" y="2205818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5" name="pt16175"/>
            <p:cNvSpPr/>
            <p:nvPr/>
          </p:nvSpPr>
          <p:spPr>
            <a:xfrm>
              <a:off x="6393674" y="2129707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6" name="pt16176"/>
            <p:cNvSpPr/>
            <p:nvPr/>
          </p:nvSpPr>
          <p:spPr>
            <a:xfrm>
              <a:off x="6101808" y="2230730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7" name="pt16177"/>
            <p:cNvSpPr/>
            <p:nvPr/>
          </p:nvSpPr>
          <p:spPr>
            <a:xfrm>
              <a:off x="5924927" y="2136039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8" name="pt16178"/>
            <p:cNvSpPr/>
            <p:nvPr/>
          </p:nvSpPr>
          <p:spPr>
            <a:xfrm>
              <a:off x="5968676" y="219199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9" name="pt16179"/>
            <p:cNvSpPr/>
            <p:nvPr/>
          </p:nvSpPr>
          <p:spPr>
            <a:xfrm>
              <a:off x="6189652" y="2207812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0" name="pt16180"/>
            <p:cNvSpPr/>
            <p:nvPr/>
          </p:nvSpPr>
          <p:spPr>
            <a:xfrm>
              <a:off x="6577693" y="2214271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1" name="pt16181"/>
            <p:cNvSpPr/>
            <p:nvPr/>
          </p:nvSpPr>
          <p:spPr>
            <a:xfrm>
              <a:off x="6640174" y="225228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2" name="pt16182"/>
            <p:cNvSpPr/>
            <p:nvPr/>
          </p:nvSpPr>
          <p:spPr>
            <a:xfrm>
              <a:off x="5613291" y="2460635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3" name="pt16183"/>
            <p:cNvSpPr/>
            <p:nvPr/>
          </p:nvSpPr>
          <p:spPr>
            <a:xfrm>
              <a:off x="6237957" y="228920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4" name="pt16184"/>
            <p:cNvSpPr/>
            <p:nvPr/>
          </p:nvSpPr>
          <p:spPr>
            <a:xfrm>
              <a:off x="5769670" y="201670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5" name="pt16185"/>
            <p:cNvSpPr/>
            <p:nvPr/>
          </p:nvSpPr>
          <p:spPr>
            <a:xfrm>
              <a:off x="6122221" y="2413822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6" name="pt16186"/>
            <p:cNvSpPr/>
            <p:nvPr/>
          </p:nvSpPr>
          <p:spPr>
            <a:xfrm>
              <a:off x="6515443" y="229192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7" name="pt16187"/>
            <p:cNvSpPr/>
            <p:nvPr/>
          </p:nvSpPr>
          <p:spPr>
            <a:xfrm>
              <a:off x="6431258" y="195405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8" name="pt16188"/>
            <p:cNvSpPr/>
            <p:nvPr/>
          </p:nvSpPr>
          <p:spPr>
            <a:xfrm>
              <a:off x="5438482" y="2292605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9" name="pt16189"/>
            <p:cNvSpPr/>
            <p:nvPr/>
          </p:nvSpPr>
          <p:spPr>
            <a:xfrm>
              <a:off x="6371370" y="2267858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0" name="pt16190"/>
            <p:cNvSpPr/>
            <p:nvPr/>
          </p:nvSpPr>
          <p:spPr>
            <a:xfrm>
              <a:off x="6561214" y="2098500"/>
              <a:ext cx="16849" cy="16849"/>
            </a:xfrm>
            <a:prstGeom prst="ellipse">
              <a:avLst/>
            </a:prstGeom>
            <a:solidFill>
              <a:srgbClr val="6FC95D">
                <a:alpha val="45098"/>
              </a:srgbClr>
            </a:solidFill>
            <a:ln w="7363" cap="rnd">
              <a:solidFill>
                <a:srgbClr val="6F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1" name="pt16191"/>
            <p:cNvSpPr/>
            <p:nvPr/>
          </p:nvSpPr>
          <p:spPr>
            <a:xfrm>
              <a:off x="6178332" y="223555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2" name="pt16192"/>
            <p:cNvSpPr/>
            <p:nvPr/>
          </p:nvSpPr>
          <p:spPr>
            <a:xfrm>
              <a:off x="6239592" y="2259610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3" name="pt16193"/>
            <p:cNvSpPr/>
            <p:nvPr/>
          </p:nvSpPr>
          <p:spPr>
            <a:xfrm>
              <a:off x="5773402" y="2131996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4" name="pt16194"/>
            <p:cNvSpPr/>
            <p:nvPr/>
          </p:nvSpPr>
          <p:spPr>
            <a:xfrm>
              <a:off x="6199412" y="2217169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5" name="pt16195"/>
            <p:cNvSpPr/>
            <p:nvPr/>
          </p:nvSpPr>
          <p:spPr>
            <a:xfrm>
              <a:off x="6211013" y="231179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6" name="pt16196"/>
            <p:cNvSpPr/>
            <p:nvPr/>
          </p:nvSpPr>
          <p:spPr>
            <a:xfrm>
              <a:off x="6113199" y="2308037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7" name="pt16197"/>
            <p:cNvSpPr/>
            <p:nvPr/>
          </p:nvSpPr>
          <p:spPr>
            <a:xfrm>
              <a:off x="6227649" y="226003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8" name="pt16198"/>
            <p:cNvSpPr/>
            <p:nvPr/>
          </p:nvSpPr>
          <p:spPr>
            <a:xfrm>
              <a:off x="6491961" y="220201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9" name="pt16199"/>
            <p:cNvSpPr/>
            <p:nvPr/>
          </p:nvSpPr>
          <p:spPr>
            <a:xfrm>
              <a:off x="7194617" y="1754789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0" name="pt16200"/>
            <p:cNvSpPr/>
            <p:nvPr/>
          </p:nvSpPr>
          <p:spPr>
            <a:xfrm>
              <a:off x="6404295" y="2008304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1" name="pt16201"/>
            <p:cNvSpPr/>
            <p:nvPr/>
          </p:nvSpPr>
          <p:spPr>
            <a:xfrm>
              <a:off x="5459366" y="263376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2" name="pt16202"/>
            <p:cNvSpPr/>
            <p:nvPr/>
          </p:nvSpPr>
          <p:spPr>
            <a:xfrm>
              <a:off x="7071379" y="169297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3" name="pt16203"/>
            <p:cNvSpPr/>
            <p:nvPr/>
          </p:nvSpPr>
          <p:spPr>
            <a:xfrm>
              <a:off x="6154871" y="2239681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4" name="pt16204"/>
            <p:cNvSpPr/>
            <p:nvPr/>
          </p:nvSpPr>
          <p:spPr>
            <a:xfrm>
              <a:off x="5703728" y="237386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5" name="pt16205"/>
            <p:cNvSpPr/>
            <p:nvPr/>
          </p:nvSpPr>
          <p:spPr>
            <a:xfrm>
              <a:off x="6945808" y="1778366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6" name="pt16206"/>
            <p:cNvSpPr/>
            <p:nvPr/>
          </p:nvSpPr>
          <p:spPr>
            <a:xfrm>
              <a:off x="5747714" y="2117254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7" name="pt16207"/>
            <p:cNvSpPr/>
            <p:nvPr/>
          </p:nvSpPr>
          <p:spPr>
            <a:xfrm>
              <a:off x="5961560" y="2316890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8" name="pt16208"/>
            <p:cNvSpPr/>
            <p:nvPr/>
          </p:nvSpPr>
          <p:spPr>
            <a:xfrm>
              <a:off x="5790772" y="2056350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9" name="pt16209"/>
            <p:cNvSpPr/>
            <p:nvPr/>
          </p:nvSpPr>
          <p:spPr>
            <a:xfrm>
              <a:off x="5871210" y="2031688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0" name="pt16210"/>
            <p:cNvSpPr/>
            <p:nvPr/>
          </p:nvSpPr>
          <p:spPr>
            <a:xfrm>
              <a:off x="6927970" y="1843946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1" name="pt16211"/>
            <p:cNvSpPr/>
            <p:nvPr/>
          </p:nvSpPr>
          <p:spPr>
            <a:xfrm>
              <a:off x="6204114" y="2157383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2" name="pt16212"/>
            <p:cNvSpPr/>
            <p:nvPr/>
          </p:nvSpPr>
          <p:spPr>
            <a:xfrm>
              <a:off x="6549574" y="2200613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3" name="pt16213"/>
            <p:cNvSpPr/>
            <p:nvPr/>
          </p:nvSpPr>
          <p:spPr>
            <a:xfrm>
              <a:off x="6615133" y="2171910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4" name="pt16214"/>
            <p:cNvSpPr/>
            <p:nvPr/>
          </p:nvSpPr>
          <p:spPr>
            <a:xfrm>
              <a:off x="6849705" y="2003538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5" name="pt16215"/>
            <p:cNvSpPr/>
            <p:nvPr/>
          </p:nvSpPr>
          <p:spPr>
            <a:xfrm>
              <a:off x="6593317" y="2060409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6" name="pt16216"/>
            <p:cNvSpPr/>
            <p:nvPr/>
          </p:nvSpPr>
          <p:spPr>
            <a:xfrm>
              <a:off x="6861207" y="1865886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7" name="pt16217"/>
            <p:cNvSpPr/>
            <p:nvPr/>
          </p:nvSpPr>
          <p:spPr>
            <a:xfrm>
              <a:off x="6823117" y="1844315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8" name="pt16218"/>
            <p:cNvSpPr/>
            <p:nvPr/>
          </p:nvSpPr>
          <p:spPr>
            <a:xfrm>
              <a:off x="5832730" y="2488049"/>
              <a:ext cx="16849" cy="16849"/>
            </a:xfrm>
            <a:prstGeom prst="ellipse">
              <a:avLst/>
            </a:prstGeom>
            <a:solidFill>
              <a:srgbClr val="86D34F">
                <a:alpha val="45098"/>
              </a:srgbClr>
            </a:solidFill>
            <a:ln w="7363" cap="rnd">
              <a:solidFill>
                <a:srgbClr val="86D34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9" name="pt16219"/>
            <p:cNvSpPr/>
            <p:nvPr/>
          </p:nvSpPr>
          <p:spPr>
            <a:xfrm>
              <a:off x="6346157" y="2227127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0" name="pt16220"/>
            <p:cNvSpPr/>
            <p:nvPr/>
          </p:nvSpPr>
          <p:spPr>
            <a:xfrm>
              <a:off x="6013818" y="2549499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1" name="pt16221"/>
            <p:cNvSpPr/>
            <p:nvPr/>
          </p:nvSpPr>
          <p:spPr>
            <a:xfrm>
              <a:off x="6214973" y="2324154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2" name="pt16222"/>
            <p:cNvSpPr/>
            <p:nvPr/>
          </p:nvSpPr>
          <p:spPr>
            <a:xfrm>
              <a:off x="5607744" y="2294698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3" name="pt16223"/>
            <p:cNvSpPr/>
            <p:nvPr/>
          </p:nvSpPr>
          <p:spPr>
            <a:xfrm>
              <a:off x="5989830" y="2495759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4" name="pt16224"/>
            <p:cNvSpPr/>
            <p:nvPr/>
          </p:nvSpPr>
          <p:spPr>
            <a:xfrm>
              <a:off x="7085777" y="1555533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5" name="pt16225"/>
            <p:cNvSpPr/>
            <p:nvPr/>
          </p:nvSpPr>
          <p:spPr>
            <a:xfrm>
              <a:off x="6169386" y="2283349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6" name="pt16226"/>
            <p:cNvSpPr/>
            <p:nvPr/>
          </p:nvSpPr>
          <p:spPr>
            <a:xfrm>
              <a:off x="6497310" y="202675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7" name="pt16227"/>
            <p:cNvSpPr/>
            <p:nvPr/>
          </p:nvSpPr>
          <p:spPr>
            <a:xfrm>
              <a:off x="6057458" y="2341595"/>
              <a:ext cx="16849" cy="16849"/>
            </a:xfrm>
            <a:prstGeom prst="ellipse">
              <a:avLst/>
            </a:prstGeom>
            <a:solidFill>
              <a:srgbClr val="7BD151">
                <a:alpha val="45098"/>
              </a:srgbClr>
            </a:solidFill>
            <a:ln w="7363" cap="rnd">
              <a:solidFill>
                <a:srgbClr val="7BD15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8" name="pt16228"/>
            <p:cNvSpPr/>
            <p:nvPr/>
          </p:nvSpPr>
          <p:spPr>
            <a:xfrm>
              <a:off x="6126420" y="236974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9" name="pt16229"/>
            <p:cNvSpPr/>
            <p:nvPr/>
          </p:nvSpPr>
          <p:spPr>
            <a:xfrm>
              <a:off x="5961316" y="2250063"/>
              <a:ext cx="16849" cy="16849"/>
            </a:xfrm>
            <a:prstGeom prst="ellipse">
              <a:avLst/>
            </a:prstGeom>
            <a:solidFill>
              <a:srgbClr val="AEDA45">
                <a:alpha val="45098"/>
              </a:srgbClr>
            </a:solidFill>
            <a:ln w="7363" cap="rnd">
              <a:solidFill>
                <a:srgbClr val="AEDA4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0" name="pt16230"/>
            <p:cNvSpPr/>
            <p:nvPr/>
          </p:nvSpPr>
          <p:spPr>
            <a:xfrm>
              <a:off x="6234682" y="2270936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1" name="pt16231"/>
            <p:cNvSpPr/>
            <p:nvPr/>
          </p:nvSpPr>
          <p:spPr>
            <a:xfrm>
              <a:off x="5438904" y="2446090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2" name="pt16232"/>
            <p:cNvSpPr/>
            <p:nvPr/>
          </p:nvSpPr>
          <p:spPr>
            <a:xfrm>
              <a:off x="6527176" y="225885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3" name="pt16233"/>
            <p:cNvSpPr/>
            <p:nvPr/>
          </p:nvSpPr>
          <p:spPr>
            <a:xfrm>
              <a:off x="6649141" y="216822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4" name="pt16234"/>
            <p:cNvSpPr/>
            <p:nvPr/>
          </p:nvSpPr>
          <p:spPr>
            <a:xfrm>
              <a:off x="6796907" y="1818482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5" name="pt16235"/>
            <p:cNvSpPr/>
            <p:nvPr/>
          </p:nvSpPr>
          <p:spPr>
            <a:xfrm>
              <a:off x="6223948" y="232595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6" name="pt16236"/>
            <p:cNvSpPr/>
            <p:nvPr/>
          </p:nvSpPr>
          <p:spPr>
            <a:xfrm>
              <a:off x="5941008" y="2037429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7" name="pt16237"/>
            <p:cNvSpPr/>
            <p:nvPr/>
          </p:nvSpPr>
          <p:spPr>
            <a:xfrm>
              <a:off x="6978877" y="1864284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8" name="pt16238"/>
            <p:cNvSpPr/>
            <p:nvPr/>
          </p:nvSpPr>
          <p:spPr>
            <a:xfrm>
              <a:off x="7436878" y="1207251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9" name="pt16239"/>
            <p:cNvSpPr/>
            <p:nvPr/>
          </p:nvSpPr>
          <p:spPr>
            <a:xfrm>
              <a:off x="6443256" y="1989583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0" name="pt16240"/>
            <p:cNvSpPr/>
            <p:nvPr/>
          </p:nvSpPr>
          <p:spPr>
            <a:xfrm>
              <a:off x="6318042" y="223728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1" name="pt16241"/>
            <p:cNvSpPr/>
            <p:nvPr/>
          </p:nvSpPr>
          <p:spPr>
            <a:xfrm>
              <a:off x="6879854" y="1776367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2" name="pt16242"/>
            <p:cNvSpPr/>
            <p:nvPr/>
          </p:nvSpPr>
          <p:spPr>
            <a:xfrm>
              <a:off x="6440160" y="1878564"/>
              <a:ext cx="16849" cy="16849"/>
            </a:xfrm>
            <a:prstGeom prst="ellipse">
              <a:avLst/>
            </a:prstGeom>
            <a:solidFill>
              <a:srgbClr val="68C562">
                <a:alpha val="45098"/>
              </a:srgbClr>
            </a:solidFill>
            <a:ln w="7363" cap="rnd">
              <a:solidFill>
                <a:srgbClr val="68C56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3" name="pt16243"/>
            <p:cNvSpPr/>
            <p:nvPr/>
          </p:nvSpPr>
          <p:spPr>
            <a:xfrm>
              <a:off x="5435934" y="243367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4" name="pt16244"/>
            <p:cNvSpPr/>
            <p:nvPr/>
          </p:nvSpPr>
          <p:spPr>
            <a:xfrm>
              <a:off x="7326447" y="1954832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5" name="pt16245"/>
            <p:cNvSpPr/>
            <p:nvPr/>
          </p:nvSpPr>
          <p:spPr>
            <a:xfrm>
              <a:off x="6149868" y="2115388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6" name="pt16246"/>
            <p:cNvSpPr/>
            <p:nvPr/>
          </p:nvSpPr>
          <p:spPr>
            <a:xfrm>
              <a:off x="5816366" y="2459012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7" name="pt16247"/>
            <p:cNvSpPr/>
            <p:nvPr/>
          </p:nvSpPr>
          <p:spPr>
            <a:xfrm>
              <a:off x="6248054" y="2279667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8" name="pt16248"/>
            <p:cNvSpPr/>
            <p:nvPr/>
          </p:nvSpPr>
          <p:spPr>
            <a:xfrm>
              <a:off x="6700187" y="2120904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9" name="pt16249"/>
            <p:cNvSpPr/>
            <p:nvPr/>
          </p:nvSpPr>
          <p:spPr>
            <a:xfrm>
              <a:off x="6453725" y="2008814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0" name="pt16250"/>
            <p:cNvSpPr/>
            <p:nvPr/>
          </p:nvSpPr>
          <p:spPr>
            <a:xfrm>
              <a:off x="6240515" y="227829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1" name="pt16251"/>
            <p:cNvSpPr/>
            <p:nvPr/>
          </p:nvSpPr>
          <p:spPr>
            <a:xfrm>
              <a:off x="6425959" y="2113317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2" name="pt16252"/>
            <p:cNvSpPr/>
            <p:nvPr/>
          </p:nvSpPr>
          <p:spPr>
            <a:xfrm>
              <a:off x="6118834" y="223274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3" name="pt16253"/>
            <p:cNvSpPr/>
            <p:nvPr/>
          </p:nvSpPr>
          <p:spPr>
            <a:xfrm>
              <a:off x="6597346" y="2137415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4" name="pt16254"/>
            <p:cNvSpPr/>
            <p:nvPr/>
          </p:nvSpPr>
          <p:spPr>
            <a:xfrm>
              <a:off x="6428584" y="1853576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5" name="pt16255"/>
            <p:cNvSpPr/>
            <p:nvPr/>
          </p:nvSpPr>
          <p:spPr>
            <a:xfrm>
              <a:off x="6479637" y="2050086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6" name="pt16256"/>
            <p:cNvSpPr/>
            <p:nvPr/>
          </p:nvSpPr>
          <p:spPr>
            <a:xfrm>
              <a:off x="6466184" y="1990305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7" name="pt16257"/>
            <p:cNvSpPr/>
            <p:nvPr/>
          </p:nvSpPr>
          <p:spPr>
            <a:xfrm>
              <a:off x="5760225" y="1836119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8" name="pt16258"/>
            <p:cNvSpPr/>
            <p:nvPr/>
          </p:nvSpPr>
          <p:spPr>
            <a:xfrm>
              <a:off x="5499170" y="2468407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9" name="pt16259"/>
            <p:cNvSpPr/>
            <p:nvPr/>
          </p:nvSpPr>
          <p:spPr>
            <a:xfrm>
              <a:off x="6303808" y="1930572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0" name="pt16260"/>
            <p:cNvSpPr/>
            <p:nvPr/>
          </p:nvSpPr>
          <p:spPr>
            <a:xfrm>
              <a:off x="6722181" y="2073324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1" name="pt16261"/>
            <p:cNvSpPr/>
            <p:nvPr/>
          </p:nvSpPr>
          <p:spPr>
            <a:xfrm>
              <a:off x="6092330" y="224111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2" name="pt16262"/>
            <p:cNvSpPr/>
            <p:nvPr/>
          </p:nvSpPr>
          <p:spPr>
            <a:xfrm>
              <a:off x="6458218" y="2058264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3" name="pt16263"/>
            <p:cNvSpPr/>
            <p:nvPr/>
          </p:nvSpPr>
          <p:spPr>
            <a:xfrm>
              <a:off x="5389309" y="2377174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4" name="pt16264"/>
            <p:cNvSpPr/>
            <p:nvPr/>
          </p:nvSpPr>
          <p:spPr>
            <a:xfrm>
              <a:off x="5662818" y="231766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5" name="pt16265"/>
            <p:cNvSpPr/>
            <p:nvPr/>
          </p:nvSpPr>
          <p:spPr>
            <a:xfrm>
              <a:off x="6214095" y="2320123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6" name="pt16266"/>
            <p:cNvSpPr/>
            <p:nvPr/>
          </p:nvSpPr>
          <p:spPr>
            <a:xfrm>
              <a:off x="6141844" y="2331531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7" name="pt16267"/>
            <p:cNvSpPr/>
            <p:nvPr/>
          </p:nvSpPr>
          <p:spPr>
            <a:xfrm>
              <a:off x="6199727" y="226233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8" name="pt16268"/>
            <p:cNvSpPr/>
            <p:nvPr/>
          </p:nvSpPr>
          <p:spPr>
            <a:xfrm>
              <a:off x="5841469" y="238863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9" name="pt16269"/>
            <p:cNvSpPr/>
            <p:nvPr/>
          </p:nvSpPr>
          <p:spPr>
            <a:xfrm>
              <a:off x="6220051" y="2250649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0" name="pt16270"/>
            <p:cNvSpPr/>
            <p:nvPr/>
          </p:nvSpPr>
          <p:spPr>
            <a:xfrm>
              <a:off x="6489630" y="233768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1" name="pt16271"/>
            <p:cNvSpPr/>
            <p:nvPr/>
          </p:nvSpPr>
          <p:spPr>
            <a:xfrm>
              <a:off x="4991038" y="2731156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2" name="pt16272"/>
            <p:cNvSpPr/>
            <p:nvPr/>
          </p:nvSpPr>
          <p:spPr>
            <a:xfrm>
              <a:off x="5767524" y="193740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3" name="pt16273"/>
            <p:cNvSpPr/>
            <p:nvPr/>
          </p:nvSpPr>
          <p:spPr>
            <a:xfrm>
              <a:off x="6291937" y="2017034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4" name="pt16274"/>
            <p:cNvSpPr/>
            <p:nvPr/>
          </p:nvSpPr>
          <p:spPr>
            <a:xfrm>
              <a:off x="6276579" y="222392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5" name="pt16275"/>
            <p:cNvSpPr/>
            <p:nvPr/>
          </p:nvSpPr>
          <p:spPr>
            <a:xfrm>
              <a:off x="6532470" y="2269169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6" name="pt16276"/>
            <p:cNvSpPr/>
            <p:nvPr/>
          </p:nvSpPr>
          <p:spPr>
            <a:xfrm>
              <a:off x="5715065" y="2394282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7" name="pt16277"/>
            <p:cNvSpPr/>
            <p:nvPr/>
          </p:nvSpPr>
          <p:spPr>
            <a:xfrm>
              <a:off x="4815308" y="2798586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8" name="pt16278"/>
            <p:cNvSpPr/>
            <p:nvPr/>
          </p:nvSpPr>
          <p:spPr>
            <a:xfrm>
              <a:off x="6273726" y="2159860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9" name="pt16279"/>
            <p:cNvSpPr/>
            <p:nvPr/>
          </p:nvSpPr>
          <p:spPr>
            <a:xfrm>
              <a:off x="5747508" y="2228682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0" name="pt16280"/>
            <p:cNvSpPr/>
            <p:nvPr/>
          </p:nvSpPr>
          <p:spPr>
            <a:xfrm>
              <a:off x="6746607" y="2031532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1" name="pt16281"/>
            <p:cNvSpPr/>
            <p:nvPr/>
          </p:nvSpPr>
          <p:spPr>
            <a:xfrm>
              <a:off x="6421563" y="2240367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2" name="pt16282"/>
            <p:cNvSpPr/>
            <p:nvPr/>
          </p:nvSpPr>
          <p:spPr>
            <a:xfrm>
              <a:off x="6036873" y="2346461"/>
              <a:ext cx="16849" cy="16849"/>
            </a:xfrm>
            <a:prstGeom prst="ellipse">
              <a:avLst/>
            </a:prstGeom>
            <a:solidFill>
              <a:srgbClr val="25A485">
                <a:alpha val="45098"/>
              </a:srgbClr>
            </a:solidFill>
            <a:ln w="7363" cap="rnd">
              <a:solidFill>
                <a:srgbClr val="25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3" name="pt16283"/>
            <p:cNvSpPr/>
            <p:nvPr/>
          </p:nvSpPr>
          <p:spPr>
            <a:xfrm>
              <a:off x="6305404" y="2195917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4" name="pt16284"/>
            <p:cNvSpPr/>
            <p:nvPr/>
          </p:nvSpPr>
          <p:spPr>
            <a:xfrm>
              <a:off x="5532447" y="2196467"/>
              <a:ext cx="16849" cy="16849"/>
            </a:xfrm>
            <a:prstGeom prst="ellipse">
              <a:avLst/>
            </a:prstGeom>
            <a:solidFill>
              <a:srgbClr val="25A485">
                <a:alpha val="45098"/>
              </a:srgbClr>
            </a:solidFill>
            <a:ln w="7363" cap="rnd">
              <a:solidFill>
                <a:srgbClr val="25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5" name="pt16285"/>
            <p:cNvSpPr/>
            <p:nvPr/>
          </p:nvSpPr>
          <p:spPr>
            <a:xfrm>
              <a:off x="6316294" y="2146774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6" name="pt16286"/>
            <p:cNvSpPr/>
            <p:nvPr/>
          </p:nvSpPr>
          <p:spPr>
            <a:xfrm>
              <a:off x="6393075" y="222746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7" name="pt16287"/>
            <p:cNvSpPr/>
            <p:nvPr/>
          </p:nvSpPr>
          <p:spPr>
            <a:xfrm>
              <a:off x="6296338" y="1979578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8" name="pt16288"/>
            <p:cNvSpPr/>
            <p:nvPr/>
          </p:nvSpPr>
          <p:spPr>
            <a:xfrm>
              <a:off x="6010394" y="2217775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9" name="pt16289"/>
            <p:cNvSpPr/>
            <p:nvPr/>
          </p:nvSpPr>
          <p:spPr>
            <a:xfrm>
              <a:off x="5959033" y="2298286"/>
              <a:ext cx="16849" cy="16849"/>
            </a:xfrm>
            <a:prstGeom prst="ellipse">
              <a:avLst/>
            </a:prstGeom>
            <a:solidFill>
              <a:srgbClr val="26A983">
                <a:alpha val="45098"/>
              </a:srgbClr>
            </a:solidFill>
            <a:ln w="7363" cap="rnd">
              <a:solidFill>
                <a:srgbClr val="26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0" name="pt16290"/>
            <p:cNvSpPr/>
            <p:nvPr/>
          </p:nvSpPr>
          <p:spPr>
            <a:xfrm>
              <a:off x="5875053" y="2106600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1" name="pt16291"/>
            <p:cNvSpPr/>
            <p:nvPr/>
          </p:nvSpPr>
          <p:spPr>
            <a:xfrm>
              <a:off x="5858096" y="2110854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2" name="pt16292"/>
            <p:cNvSpPr/>
            <p:nvPr/>
          </p:nvSpPr>
          <p:spPr>
            <a:xfrm>
              <a:off x="6177625" y="2125766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3" name="pt16293"/>
            <p:cNvSpPr/>
            <p:nvPr/>
          </p:nvSpPr>
          <p:spPr>
            <a:xfrm>
              <a:off x="5984197" y="2419227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4" name="pt16294"/>
            <p:cNvSpPr/>
            <p:nvPr/>
          </p:nvSpPr>
          <p:spPr>
            <a:xfrm>
              <a:off x="5817650" y="2536057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5" name="pt16295"/>
            <p:cNvSpPr/>
            <p:nvPr/>
          </p:nvSpPr>
          <p:spPr>
            <a:xfrm>
              <a:off x="5824081" y="2480918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6" name="pt16296"/>
            <p:cNvSpPr/>
            <p:nvPr/>
          </p:nvSpPr>
          <p:spPr>
            <a:xfrm>
              <a:off x="6970266" y="1636365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7" name="pt16297"/>
            <p:cNvSpPr/>
            <p:nvPr/>
          </p:nvSpPr>
          <p:spPr>
            <a:xfrm>
              <a:off x="6229969" y="2295056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8" name="pt16298"/>
            <p:cNvSpPr/>
            <p:nvPr/>
          </p:nvSpPr>
          <p:spPr>
            <a:xfrm>
              <a:off x="6051561" y="2473978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9" name="pt16299"/>
            <p:cNvSpPr/>
            <p:nvPr/>
          </p:nvSpPr>
          <p:spPr>
            <a:xfrm>
              <a:off x="6539326" y="226346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0" name="pt16300"/>
            <p:cNvSpPr/>
            <p:nvPr/>
          </p:nvSpPr>
          <p:spPr>
            <a:xfrm>
              <a:off x="6040685" y="2412878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1" name="pt16301"/>
            <p:cNvSpPr/>
            <p:nvPr/>
          </p:nvSpPr>
          <p:spPr>
            <a:xfrm>
              <a:off x="5993717" y="237764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2" name="pt16302"/>
            <p:cNvSpPr/>
            <p:nvPr/>
          </p:nvSpPr>
          <p:spPr>
            <a:xfrm>
              <a:off x="6359381" y="2272522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3" name="pt16303"/>
            <p:cNvSpPr/>
            <p:nvPr/>
          </p:nvSpPr>
          <p:spPr>
            <a:xfrm>
              <a:off x="6483806" y="222400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4" name="pt16304"/>
            <p:cNvSpPr/>
            <p:nvPr/>
          </p:nvSpPr>
          <p:spPr>
            <a:xfrm>
              <a:off x="6850671" y="1880957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5" name="pt16305"/>
            <p:cNvSpPr/>
            <p:nvPr/>
          </p:nvSpPr>
          <p:spPr>
            <a:xfrm>
              <a:off x="5771676" y="2053376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6" name="pt16306"/>
            <p:cNvSpPr/>
            <p:nvPr/>
          </p:nvSpPr>
          <p:spPr>
            <a:xfrm>
              <a:off x="6013423" y="2427055"/>
              <a:ext cx="16849" cy="16849"/>
            </a:xfrm>
            <a:prstGeom prst="ellipse">
              <a:avLst/>
            </a:prstGeom>
            <a:solidFill>
              <a:srgbClr val="2AAA82">
                <a:alpha val="45098"/>
              </a:srgbClr>
            </a:solidFill>
            <a:ln w="7363" cap="rnd">
              <a:solidFill>
                <a:srgbClr val="2A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7" name="pt16307"/>
            <p:cNvSpPr/>
            <p:nvPr/>
          </p:nvSpPr>
          <p:spPr>
            <a:xfrm>
              <a:off x="5705482" y="2415915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8" name="pt16308"/>
            <p:cNvSpPr/>
            <p:nvPr/>
          </p:nvSpPr>
          <p:spPr>
            <a:xfrm>
              <a:off x="6742481" y="1965569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9" name="pt16309"/>
            <p:cNvSpPr/>
            <p:nvPr/>
          </p:nvSpPr>
          <p:spPr>
            <a:xfrm>
              <a:off x="6084555" y="2345467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0" name="pt16310"/>
            <p:cNvSpPr/>
            <p:nvPr/>
          </p:nvSpPr>
          <p:spPr>
            <a:xfrm>
              <a:off x="6273481" y="2159175"/>
              <a:ext cx="16849" cy="16849"/>
            </a:xfrm>
            <a:prstGeom prst="ellipse">
              <a:avLst/>
            </a:prstGeom>
            <a:solidFill>
              <a:srgbClr val="32AC80">
                <a:alpha val="45098"/>
              </a:srgbClr>
            </a:solidFill>
            <a:ln w="7363" cap="rnd">
              <a:solidFill>
                <a:srgbClr val="32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1" name="pt16311"/>
            <p:cNvSpPr/>
            <p:nvPr/>
          </p:nvSpPr>
          <p:spPr>
            <a:xfrm>
              <a:off x="6468086" y="220978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2" name="pt16312"/>
            <p:cNvSpPr/>
            <p:nvPr/>
          </p:nvSpPr>
          <p:spPr>
            <a:xfrm>
              <a:off x="6507193" y="2134190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3" name="pt16313"/>
            <p:cNvSpPr/>
            <p:nvPr/>
          </p:nvSpPr>
          <p:spPr>
            <a:xfrm>
              <a:off x="6416166" y="2200980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4" name="pt16314"/>
            <p:cNvSpPr/>
            <p:nvPr/>
          </p:nvSpPr>
          <p:spPr>
            <a:xfrm>
              <a:off x="6687447" y="2095701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5" name="pt16315"/>
            <p:cNvSpPr/>
            <p:nvPr/>
          </p:nvSpPr>
          <p:spPr>
            <a:xfrm>
              <a:off x="5511904" y="2509020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6" name="pt16316"/>
            <p:cNvSpPr/>
            <p:nvPr/>
          </p:nvSpPr>
          <p:spPr>
            <a:xfrm>
              <a:off x="6272234" y="2396798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7" name="pt16317"/>
            <p:cNvSpPr/>
            <p:nvPr/>
          </p:nvSpPr>
          <p:spPr>
            <a:xfrm>
              <a:off x="6465996" y="2045235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8" name="pt16318"/>
            <p:cNvSpPr/>
            <p:nvPr/>
          </p:nvSpPr>
          <p:spPr>
            <a:xfrm>
              <a:off x="6162981" y="2264511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9" name="pt16319"/>
            <p:cNvSpPr/>
            <p:nvPr/>
          </p:nvSpPr>
          <p:spPr>
            <a:xfrm>
              <a:off x="7073443" y="1824062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0" name="pt16320"/>
            <p:cNvSpPr/>
            <p:nvPr/>
          </p:nvSpPr>
          <p:spPr>
            <a:xfrm>
              <a:off x="6415070" y="2140295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1" name="pt16321"/>
            <p:cNvSpPr/>
            <p:nvPr/>
          </p:nvSpPr>
          <p:spPr>
            <a:xfrm>
              <a:off x="6257000" y="2418268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2" name="pt16322"/>
            <p:cNvSpPr/>
            <p:nvPr/>
          </p:nvSpPr>
          <p:spPr>
            <a:xfrm>
              <a:off x="5115782" y="2404630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3" name="pt16323"/>
            <p:cNvSpPr/>
            <p:nvPr/>
          </p:nvSpPr>
          <p:spPr>
            <a:xfrm>
              <a:off x="5425648" y="2185579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4" name="pt16324"/>
            <p:cNvSpPr/>
            <p:nvPr/>
          </p:nvSpPr>
          <p:spPr>
            <a:xfrm>
              <a:off x="5823246" y="2482206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5" name="pt16325"/>
            <p:cNvSpPr/>
            <p:nvPr/>
          </p:nvSpPr>
          <p:spPr>
            <a:xfrm>
              <a:off x="6409191" y="2184770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6" name="pt16326"/>
            <p:cNvSpPr/>
            <p:nvPr/>
          </p:nvSpPr>
          <p:spPr>
            <a:xfrm>
              <a:off x="5522205" y="2531339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7" name="pt16327"/>
            <p:cNvSpPr/>
            <p:nvPr/>
          </p:nvSpPr>
          <p:spPr>
            <a:xfrm>
              <a:off x="6151924" y="2325711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8" name="pt16328"/>
            <p:cNvSpPr/>
            <p:nvPr/>
          </p:nvSpPr>
          <p:spPr>
            <a:xfrm>
              <a:off x="7317225" y="1894768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9" name="pt16329"/>
            <p:cNvSpPr/>
            <p:nvPr/>
          </p:nvSpPr>
          <p:spPr>
            <a:xfrm>
              <a:off x="6606209" y="2058539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0" name="pt16330"/>
            <p:cNvSpPr/>
            <p:nvPr/>
          </p:nvSpPr>
          <p:spPr>
            <a:xfrm>
              <a:off x="6180925" y="2257123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1" name="pt16331"/>
            <p:cNvSpPr/>
            <p:nvPr/>
          </p:nvSpPr>
          <p:spPr>
            <a:xfrm>
              <a:off x="5885136" y="198250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2" name="pt16332"/>
            <p:cNvSpPr/>
            <p:nvPr/>
          </p:nvSpPr>
          <p:spPr>
            <a:xfrm>
              <a:off x="5961719" y="202170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3" name="pt16333"/>
            <p:cNvSpPr/>
            <p:nvPr/>
          </p:nvSpPr>
          <p:spPr>
            <a:xfrm>
              <a:off x="5780077" y="2165959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4" name="pt16334"/>
            <p:cNvSpPr/>
            <p:nvPr/>
          </p:nvSpPr>
          <p:spPr>
            <a:xfrm>
              <a:off x="6739167" y="200538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5" name="pt16335"/>
            <p:cNvSpPr/>
            <p:nvPr/>
          </p:nvSpPr>
          <p:spPr>
            <a:xfrm>
              <a:off x="6571412" y="2120546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6" name="pt16336"/>
            <p:cNvSpPr/>
            <p:nvPr/>
          </p:nvSpPr>
          <p:spPr>
            <a:xfrm>
              <a:off x="5677019" y="2368723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7" name="pt16337"/>
            <p:cNvSpPr/>
            <p:nvPr/>
          </p:nvSpPr>
          <p:spPr>
            <a:xfrm>
              <a:off x="5325212" y="2134486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8" name="pt16338"/>
            <p:cNvSpPr/>
            <p:nvPr/>
          </p:nvSpPr>
          <p:spPr>
            <a:xfrm>
              <a:off x="6436207" y="1922790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9" name="pt16339"/>
            <p:cNvSpPr/>
            <p:nvPr/>
          </p:nvSpPr>
          <p:spPr>
            <a:xfrm>
              <a:off x="6288219" y="216446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0" name="pt16340"/>
            <p:cNvSpPr/>
            <p:nvPr/>
          </p:nvSpPr>
          <p:spPr>
            <a:xfrm>
              <a:off x="6822227" y="1803753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1" name="pt16341"/>
            <p:cNvSpPr/>
            <p:nvPr/>
          </p:nvSpPr>
          <p:spPr>
            <a:xfrm>
              <a:off x="6560712" y="2076986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2" name="pt16342"/>
            <p:cNvSpPr/>
            <p:nvPr/>
          </p:nvSpPr>
          <p:spPr>
            <a:xfrm>
              <a:off x="5616482" y="229767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3" name="pt16343"/>
            <p:cNvSpPr/>
            <p:nvPr/>
          </p:nvSpPr>
          <p:spPr>
            <a:xfrm>
              <a:off x="6540967" y="2143992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4" name="pt16344"/>
            <p:cNvSpPr/>
            <p:nvPr/>
          </p:nvSpPr>
          <p:spPr>
            <a:xfrm>
              <a:off x="6212584" y="2307155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5" name="pt16345"/>
            <p:cNvSpPr/>
            <p:nvPr/>
          </p:nvSpPr>
          <p:spPr>
            <a:xfrm>
              <a:off x="5750841" y="2027198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6" name="pt16346"/>
            <p:cNvSpPr/>
            <p:nvPr/>
          </p:nvSpPr>
          <p:spPr>
            <a:xfrm>
              <a:off x="5938579" y="186540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7" name="pt16347"/>
            <p:cNvSpPr/>
            <p:nvPr/>
          </p:nvSpPr>
          <p:spPr>
            <a:xfrm>
              <a:off x="6567633" y="2100462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8" name="pt16348"/>
            <p:cNvSpPr/>
            <p:nvPr/>
          </p:nvSpPr>
          <p:spPr>
            <a:xfrm>
              <a:off x="6237055" y="232745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9" name="pt16349"/>
            <p:cNvSpPr/>
            <p:nvPr/>
          </p:nvSpPr>
          <p:spPr>
            <a:xfrm>
              <a:off x="6177689" y="2098391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0" name="pt16350"/>
            <p:cNvSpPr/>
            <p:nvPr/>
          </p:nvSpPr>
          <p:spPr>
            <a:xfrm>
              <a:off x="6131624" y="2283636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1" name="pt16351"/>
            <p:cNvSpPr/>
            <p:nvPr/>
          </p:nvSpPr>
          <p:spPr>
            <a:xfrm>
              <a:off x="6931120" y="1822105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2" name="pt16352"/>
            <p:cNvSpPr/>
            <p:nvPr/>
          </p:nvSpPr>
          <p:spPr>
            <a:xfrm>
              <a:off x="5367174" y="2645126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3" name="pt16353"/>
            <p:cNvSpPr/>
            <p:nvPr/>
          </p:nvSpPr>
          <p:spPr>
            <a:xfrm>
              <a:off x="6352913" y="2215540"/>
              <a:ext cx="16849" cy="16849"/>
            </a:xfrm>
            <a:prstGeom prst="ellipse">
              <a:avLst/>
            </a:prstGeom>
            <a:solidFill>
              <a:srgbClr val="5CBE6B">
                <a:alpha val="45098"/>
              </a:srgbClr>
            </a:solidFill>
            <a:ln w="7363" cap="rnd">
              <a:solidFill>
                <a:srgbClr val="5CBE6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4" name="pt16354"/>
            <p:cNvSpPr/>
            <p:nvPr/>
          </p:nvSpPr>
          <p:spPr>
            <a:xfrm>
              <a:off x="5202634" y="2332601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5" name="pt16355"/>
            <p:cNvSpPr/>
            <p:nvPr/>
          </p:nvSpPr>
          <p:spPr>
            <a:xfrm>
              <a:off x="6469653" y="2086777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6" name="pt16356"/>
            <p:cNvSpPr/>
            <p:nvPr/>
          </p:nvSpPr>
          <p:spPr>
            <a:xfrm>
              <a:off x="6248473" y="2305449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7" name="pt16357"/>
            <p:cNvSpPr/>
            <p:nvPr/>
          </p:nvSpPr>
          <p:spPr>
            <a:xfrm>
              <a:off x="6210467" y="2288032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8" name="pt16358"/>
            <p:cNvSpPr/>
            <p:nvPr/>
          </p:nvSpPr>
          <p:spPr>
            <a:xfrm>
              <a:off x="5802116" y="1970414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9" name="pt16359"/>
            <p:cNvSpPr/>
            <p:nvPr/>
          </p:nvSpPr>
          <p:spPr>
            <a:xfrm>
              <a:off x="6343412" y="2189459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0" name="pt16360"/>
            <p:cNvSpPr/>
            <p:nvPr/>
          </p:nvSpPr>
          <p:spPr>
            <a:xfrm>
              <a:off x="6474800" y="237703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1" name="pt16361"/>
            <p:cNvSpPr/>
            <p:nvPr/>
          </p:nvSpPr>
          <p:spPr>
            <a:xfrm>
              <a:off x="5634009" y="2340506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2" name="pt16362"/>
            <p:cNvSpPr/>
            <p:nvPr/>
          </p:nvSpPr>
          <p:spPr>
            <a:xfrm>
              <a:off x="6303679" y="2072169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3" name="pt16363"/>
            <p:cNvSpPr/>
            <p:nvPr/>
          </p:nvSpPr>
          <p:spPr>
            <a:xfrm>
              <a:off x="5632122" y="249259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4" name="pt16364"/>
            <p:cNvSpPr/>
            <p:nvPr/>
          </p:nvSpPr>
          <p:spPr>
            <a:xfrm>
              <a:off x="6202263" y="2164233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5" name="pt16365"/>
            <p:cNvSpPr/>
            <p:nvPr/>
          </p:nvSpPr>
          <p:spPr>
            <a:xfrm>
              <a:off x="6135161" y="2152754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6" name="pt16366"/>
            <p:cNvSpPr/>
            <p:nvPr/>
          </p:nvSpPr>
          <p:spPr>
            <a:xfrm>
              <a:off x="6723883" y="1912320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7" name="pt16367"/>
            <p:cNvSpPr/>
            <p:nvPr/>
          </p:nvSpPr>
          <p:spPr>
            <a:xfrm>
              <a:off x="6929660" y="1725551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8" name="pt16368"/>
            <p:cNvSpPr/>
            <p:nvPr/>
          </p:nvSpPr>
          <p:spPr>
            <a:xfrm>
              <a:off x="5535680" y="2126304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9" name="pt16369"/>
            <p:cNvSpPr/>
            <p:nvPr/>
          </p:nvSpPr>
          <p:spPr>
            <a:xfrm>
              <a:off x="5516482" y="226124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0" name="pt16370"/>
            <p:cNvSpPr/>
            <p:nvPr/>
          </p:nvSpPr>
          <p:spPr>
            <a:xfrm>
              <a:off x="6675450" y="2086822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1" name="pt16371"/>
            <p:cNvSpPr/>
            <p:nvPr/>
          </p:nvSpPr>
          <p:spPr>
            <a:xfrm>
              <a:off x="5962528" y="2394279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2" name="pt16372"/>
            <p:cNvSpPr/>
            <p:nvPr/>
          </p:nvSpPr>
          <p:spPr>
            <a:xfrm>
              <a:off x="5917966" y="2131624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3" name="pt16373"/>
            <p:cNvSpPr/>
            <p:nvPr/>
          </p:nvSpPr>
          <p:spPr>
            <a:xfrm>
              <a:off x="6845226" y="1900013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4" name="pt16374"/>
            <p:cNvSpPr/>
            <p:nvPr/>
          </p:nvSpPr>
          <p:spPr>
            <a:xfrm>
              <a:off x="6509856" y="229290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5" name="pt16375"/>
            <p:cNvSpPr/>
            <p:nvPr/>
          </p:nvSpPr>
          <p:spPr>
            <a:xfrm>
              <a:off x="6901977" y="1698077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6" name="pt16376"/>
            <p:cNvSpPr/>
            <p:nvPr/>
          </p:nvSpPr>
          <p:spPr>
            <a:xfrm>
              <a:off x="6002711" y="2661809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7" name="pt16377"/>
            <p:cNvSpPr/>
            <p:nvPr/>
          </p:nvSpPr>
          <p:spPr>
            <a:xfrm>
              <a:off x="6447390" y="2305733"/>
              <a:ext cx="16849" cy="16849"/>
            </a:xfrm>
            <a:prstGeom prst="ellipse">
              <a:avLst/>
            </a:prstGeom>
            <a:solidFill>
              <a:srgbClr val="DCE236">
                <a:alpha val="45098"/>
              </a:srgbClr>
            </a:solidFill>
            <a:ln w="7363" cap="rnd">
              <a:solidFill>
                <a:srgbClr val="DCE23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8" name="pt16378"/>
            <p:cNvSpPr/>
            <p:nvPr/>
          </p:nvSpPr>
          <p:spPr>
            <a:xfrm>
              <a:off x="5759716" y="217268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9" name="pt16379"/>
            <p:cNvSpPr/>
            <p:nvPr/>
          </p:nvSpPr>
          <p:spPr>
            <a:xfrm>
              <a:off x="6400640" y="2239136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0" name="pt16380"/>
            <p:cNvSpPr/>
            <p:nvPr/>
          </p:nvSpPr>
          <p:spPr>
            <a:xfrm>
              <a:off x="6858156" y="1972766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1" name="pt16381"/>
            <p:cNvSpPr/>
            <p:nvPr/>
          </p:nvSpPr>
          <p:spPr>
            <a:xfrm>
              <a:off x="6156906" y="236005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2" name="pt16382"/>
            <p:cNvSpPr/>
            <p:nvPr/>
          </p:nvSpPr>
          <p:spPr>
            <a:xfrm>
              <a:off x="6362051" y="2312108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3" name="pt16383"/>
            <p:cNvSpPr/>
            <p:nvPr/>
          </p:nvSpPr>
          <p:spPr>
            <a:xfrm>
              <a:off x="6511918" y="2164933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4" name="pt16384"/>
            <p:cNvSpPr/>
            <p:nvPr/>
          </p:nvSpPr>
          <p:spPr>
            <a:xfrm>
              <a:off x="6358050" y="229219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5" name="pt16385"/>
            <p:cNvSpPr/>
            <p:nvPr/>
          </p:nvSpPr>
          <p:spPr>
            <a:xfrm>
              <a:off x="6728960" y="195197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6" name="pt16386"/>
            <p:cNvSpPr/>
            <p:nvPr/>
          </p:nvSpPr>
          <p:spPr>
            <a:xfrm>
              <a:off x="5671493" y="241016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7" name="pt16387"/>
            <p:cNvSpPr/>
            <p:nvPr/>
          </p:nvSpPr>
          <p:spPr>
            <a:xfrm>
              <a:off x="6171115" y="2295565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8" name="pt16388"/>
            <p:cNvSpPr/>
            <p:nvPr/>
          </p:nvSpPr>
          <p:spPr>
            <a:xfrm>
              <a:off x="5864185" y="2208682"/>
              <a:ext cx="16849" cy="16849"/>
            </a:xfrm>
            <a:prstGeom prst="ellipse">
              <a:avLst/>
            </a:prstGeom>
            <a:solidFill>
              <a:srgbClr val="6AC661">
                <a:alpha val="45098"/>
              </a:srgbClr>
            </a:solidFill>
            <a:ln w="7363" cap="rnd">
              <a:solidFill>
                <a:srgbClr val="6AC66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9" name="pt16389"/>
            <p:cNvSpPr/>
            <p:nvPr/>
          </p:nvSpPr>
          <p:spPr>
            <a:xfrm>
              <a:off x="6244339" y="229718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0" name="pt16390"/>
            <p:cNvSpPr/>
            <p:nvPr/>
          </p:nvSpPr>
          <p:spPr>
            <a:xfrm>
              <a:off x="6526305" y="2221517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1" name="pt16391"/>
            <p:cNvSpPr/>
            <p:nvPr/>
          </p:nvSpPr>
          <p:spPr>
            <a:xfrm>
              <a:off x="6067855" y="242980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2" name="pt16392"/>
            <p:cNvSpPr/>
            <p:nvPr/>
          </p:nvSpPr>
          <p:spPr>
            <a:xfrm>
              <a:off x="5704318" y="2281616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3" name="pt16393"/>
            <p:cNvSpPr/>
            <p:nvPr/>
          </p:nvSpPr>
          <p:spPr>
            <a:xfrm>
              <a:off x="5569418" y="2455407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4" name="pt16394"/>
            <p:cNvSpPr/>
            <p:nvPr/>
          </p:nvSpPr>
          <p:spPr>
            <a:xfrm>
              <a:off x="6737931" y="2121434"/>
              <a:ext cx="16849" cy="16849"/>
            </a:xfrm>
            <a:prstGeom prst="ellipse">
              <a:avLst/>
            </a:prstGeom>
            <a:solidFill>
              <a:srgbClr val="6EC85E">
                <a:alpha val="45098"/>
              </a:srgbClr>
            </a:solidFill>
            <a:ln w="7363" cap="rnd">
              <a:solidFill>
                <a:srgbClr val="6EC85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5" name="pt16395"/>
            <p:cNvSpPr/>
            <p:nvPr/>
          </p:nvSpPr>
          <p:spPr>
            <a:xfrm>
              <a:off x="5855910" y="2070969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6" name="pt16396"/>
            <p:cNvSpPr/>
            <p:nvPr/>
          </p:nvSpPr>
          <p:spPr>
            <a:xfrm>
              <a:off x="5625743" y="2319966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7" name="pt16397"/>
            <p:cNvSpPr/>
            <p:nvPr/>
          </p:nvSpPr>
          <p:spPr>
            <a:xfrm>
              <a:off x="6120881" y="2354130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8" name="pt16398"/>
            <p:cNvSpPr/>
            <p:nvPr/>
          </p:nvSpPr>
          <p:spPr>
            <a:xfrm>
              <a:off x="6824065" y="1703497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9" name="pt16399"/>
            <p:cNvSpPr/>
            <p:nvPr/>
          </p:nvSpPr>
          <p:spPr>
            <a:xfrm>
              <a:off x="5750338" y="2013490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0" name="pt16400"/>
            <p:cNvSpPr/>
            <p:nvPr/>
          </p:nvSpPr>
          <p:spPr>
            <a:xfrm>
              <a:off x="7183142" y="1663999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1" name="pt16401"/>
            <p:cNvSpPr/>
            <p:nvPr/>
          </p:nvSpPr>
          <p:spPr>
            <a:xfrm>
              <a:off x="5734542" y="2294835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2" name="pt16402"/>
            <p:cNvSpPr/>
            <p:nvPr/>
          </p:nvSpPr>
          <p:spPr>
            <a:xfrm>
              <a:off x="5790922" y="208832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3" name="pt16403"/>
            <p:cNvSpPr/>
            <p:nvPr/>
          </p:nvSpPr>
          <p:spPr>
            <a:xfrm>
              <a:off x="6656290" y="1962522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4" name="pt16404"/>
            <p:cNvSpPr/>
            <p:nvPr/>
          </p:nvSpPr>
          <p:spPr>
            <a:xfrm>
              <a:off x="6601907" y="2058795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5" name="pt16405"/>
            <p:cNvSpPr/>
            <p:nvPr/>
          </p:nvSpPr>
          <p:spPr>
            <a:xfrm>
              <a:off x="6800519" y="1917446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6" name="pt16406"/>
            <p:cNvSpPr/>
            <p:nvPr/>
          </p:nvSpPr>
          <p:spPr>
            <a:xfrm>
              <a:off x="6767514" y="2193279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7" name="pt16407"/>
            <p:cNvSpPr/>
            <p:nvPr/>
          </p:nvSpPr>
          <p:spPr>
            <a:xfrm>
              <a:off x="6669378" y="2006187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8" name="pt16408"/>
            <p:cNvSpPr/>
            <p:nvPr/>
          </p:nvSpPr>
          <p:spPr>
            <a:xfrm>
              <a:off x="5649333" y="2364941"/>
              <a:ext cx="16849" cy="16849"/>
            </a:xfrm>
            <a:prstGeom prst="ellipse">
              <a:avLst/>
            </a:prstGeom>
            <a:solidFill>
              <a:srgbClr val="6EC85D">
                <a:alpha val="45098"/>
              </a:srgbClr>
            </a:solidFill>
            <a:ln w="7363" cap="rnd">
              <a:solidFill>
                <a:srgbClr val="6EC8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9" name="pt16409"/>
            <p:cNvSpPr/>
            <p:nvPr/>
          </p:nvSpPr>
          <p:spPr>
            <a:xfrm>
              <a:off x="5837483" y="2410003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0" name="pt16410"/>
            <p:cNvSpPr/>
            <p:nvPr/>
          </p:nvSpPr>
          <p:spPr>
            <a:xfrm>
              <a:off x="6574463" y="2153849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1" name="pt16411"/>
            <p:cNvSpPr/>
            <p:nvPr/>
          </p:nvSpPr>
          <p:spPr>
            <a:xfrm>
              <a:off x="5864052" y="2052865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2" name="pt16412"/>
            <p:cNvSpPr/>
            <p:nvPr/>
          </p:nvSpPr>
          <p:spPr>
            <a:xfrm>
              <a:off x="6033045" y="2318235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3" name="pt16413"/>
            <p:cNvSpPr/>
            <p:nvPr/>
          </p:nvSpPr>
          <p:spPr>
            <a:xfrm>
              <a:off x="6619300" y="2121725"/>
              <a:ext cx="16849" cy="16849"/>
            </a:xfrm>
            <a:prstGeom prst="ellipse">
              <a:avLst/>
            </a:prstGeom>
            <a:solidFill>
              <a:srgbClr val="6FC95C">
                <a:alpha val="45098"/>
              </a:srgbClr>
            </a:solidFill>
            <a:ln w="7363" cap="rnd">
              <a:solidFill>
                <a:srgbClr val="6FC95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4" name="pt16414"/>
            <p:cNvSpPr/>
            <p:nvPr/>
          </p:nvSpPr>
          <p:spPr>
            <a:xfrm>
              <a:off x="6837194" y="2080427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5" name="pt16415"/>
            <p:cNvSpPr/>
            <p:nvPr/>
          </p:nvSpPr>
          <p:spPr>
            <a:xfrm>
              <a:off x="5593208" y="232038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6" name="pt16416"/>
            <p:cNvSpPr/>
            <p:nvPr/>
          </p:nvSpPr>
          <p:spPr>
            <a:xfrm>
              <a:off x="6630862" y="2232993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7" name="pt16417"/>
            <p:cNvSpPr/>
            <p:nvPr/>
          </p:nvSpPr>
          <p:spPr>
            <a:xfrm>
              <a:off x="5444791" y="2256968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8" name="pt16418"/>
            <p:cNvSpPr/>
            <p:nvPr/>
          </p:nvSpPr>
          <p:spPr>
            <a:xfrm>
              <a:off x="6798723" y="1811265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9" name="pt16419"/>
            <p:cNvSpPr/>
            <p:nvPr/>
          </p:nvSpPr>
          <p:spPr>
            <a:xfrm>
              <a:off x="6047314" y="2353762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0" name="pt16420"/>
            <p:cNvSpPr/>
            <p:nvPr/>
          </p:nvSpPr>
          <p:spPr>
            <a:xfrm>
              <a:off x="6342565" y="2114469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1" name="pt16421"/>
            <p:cNvSpPr/>
            <p:nvPr/>
          </p:nvSpPr>
          <p:spPr>
            <a:xfrm>
              <a:off x="5692103" y="2437485"/>
              <a:ext cx="16849" cy="16849"/>
            </a:xfrm>
            <a:prstGeom prst="ellipse">
              <a:avLst/>
            </a:prstGeom>
            <a:solidFill>
              <a:srgbClr val="38AE7E">
                <a:alpha val="45098"/>
              </a:srgbClr>
            </a:solidFill>
            <a:ln w="7363" cap="rnd">
              <a:solidFill>
                <a:srgbClr val="38AE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2" name="pt16422"/>
            <p:cNvSpPr/>
            <p:nvPr/>
          </p:nvSpPr>
          <p:spPr>
            <a:xfrm>
              <a:off x="6553731" y="2212558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3" name="pt16423"/>
            <p:cNvSpPr/>
            <p:nvPr/>
          </p:nvSpPr>
          <p:spPr>
            <a:xfrm>
              <a:off x="6585576" y="2089927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4" name="pt16424"/>
            <p:cNvSpPr/>
            <p:nvPr/>
          </p:nvSpPr>
          <p:spPr>
            <a:xfrm>
              <a:off x="6625799" y="2134955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5" name="pt16425"/>
            <p:cNvSpPr/>
            <p:nvPr/>
          </p:nvSpPr>
          <p:spPr>
            <a:xfrm>
              <a:off x="6310360" y="2210474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6" name="pt16426"/>
            <p:cNvSpPr/>
            <p:nvPr/>
          </p:nvSpPr>
          <p:spPr>
            <a:xfrm>
              <a:off x="6204965" y="2219658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7" name="pt16427"/>
            <p:cNvSpPr/>
            <p:nvPr/>
          </p:nvSpPr>
          <p:spPr>
            <a:xfrm>
              <a:off x="6355227" y="2109619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8" name="pt16428"/>
            <p:cNvSpPr/>
            <p:nvPr/>
          </p:nvSpPr>
          <p:spPr>
            <a:xfrm>
              <a:off x="6174766" y="2158827"/>
              <a:ext cx="16849" cy="16849"/>
            </a:xfrm>
            <a:prstGeom prst="ellipse">
              <a:avLst/>
            </a:prstGeom>
            <a:solidFill>
              <a:srgbClr val="62C167">
                <a:alpha val="45098"/>
              </a:srgbClr>
            </a:solidFill>
            <a:ln w="7363" cap="rnd">
              <a:solidFill>
                <a:srgbClr val="62C16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9" name="pt16429"/>
            <p:cNvSpPr/>
            <p:nvPr/>
          </p:nvSpPr>
          <p:spPr>
            <a:xfrm>
              <a:off x="6423529" y="1932133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0" name="pt16430"/>
            <p:cNvSpPr/>
            <p:nvPr/>
          </p:nvSpPr>
          <p:spPr>
            <a:xfrm>
              <a:off x="6313230" y="2209575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1" name="pt16431"/>
            <p:cNvSpPr/>
            <p:nvPr/>
          </p:nvSpPr>
          <p:spPr>
            <a:xfrm>
              <a:off x="5052893" y="2617889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2" name="pt16432"/>
            <p:cNvSpPr/>
            <p:nvPr/>
          </p:nvSpPr>
          <p:spPr>
            <a:xfrm>
              <a:off x="6026179" y="198827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3" name="pt16433"/>
            <p:cNvSpPr/>
            <p:nvPr/>
          </p:nvSpPr>
          <p:spPr>
            <a:xfrm>
              <a:off x="6315613" y="2269066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4" name="pt16434"/>
            <p:cNvSpPr/>
            <p:nvPr/>
          </p:nvSpPr>
          <p:spPr>
            <a:xfrm>
              <a:off x="5187370" y="231011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5" name="pt16435"/>
            <p:cNvSpPr/>
            <p:nvPr/>
          </p:nvSpPr>
          <p:spPr>
            <a:xfrm>
              <a:off x="5663477" y="2377029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6" name="pt16436"/>
            <p:cNvSpPr/>
            <p:nvPr/>
          </p:nvSpPr>
          <p:spPr>
            <a:xfrm>
              <a:off x="7157392" y="1488214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7" name="pt16437"/>
            <p:cNvSpPr/>
            <p:nvPr/>
          </p:nvSpPr>
          <p:spPr>
            <a:xfrm>
              <a:off x="6719486" y="2059555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8" name="pt16438"/>
            <p:cNvSpPr/>
            <p:nvPr/>
          </p:nvSpPr>
          <p:spPr>
            <a:xfrm>
              <a:off x="6124281" y="239798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9" name="pt16439"/>
            <p:cNvSpPr/>
            <p:nvPr/>
          </p:nvSpPr>
          <p:spPr>
            <a:xfrm>
              <a:off x="5763891" y="2212278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0" name="pt16440"/>
            <p:cNvSpPr/>
            <p:nvPr/>
          </p:nvSpPr>
          <p:spPr>
            <a:xfrm>
              <a:off x="6063989" y="241535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1" name="pt16441"/>
            <p:cNvSpPr/>
            <p:nvPr/>
          </p:nvSpPr>
          <p:spPr>
            <a:xfrm>
              <a:off x="6222917" y="2321352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2" name="pt16442"/>
            <p:cNvSpPr/>
            <p:nvPr/>
          </p:nvSpPr>
          <p:spPr>
            <a:xfrm>
              <a:off x="6102983" y="234882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3" name="pt16443"/>
            <p:cNvSpPr/>
            <p:nvPr/>
          </p:nvSpPr>
          <p:spPr>
            <a:xfrm>
              <a:off x="5845473" y="2393079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4" name="pt16444"/>
            <p:cNvSpPr/>
            <p:nvPr/>
          </p:nvSpPr>
          <p:spPr>
            <a:xfrm>
              <a:off x="6538943" y="2187134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5" name="pt16445"/>
            <p:cNvSpPr/>
            <p:nvPr/>
          </p:nvSpPr>
          <p:spPr>
            <a:xfrm>
              <a:off x="6382070" y="2299205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6" name="pt16446"/>
            <p:cNvSpPr/>
            <p:nvPr/>
          </p:nvSpPr>
          <p:spPr>
            <a:xfrm>
              <a:off x="5675524" y="2461303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7" name="pt16447"/>
            <p:cNvSpPr/>
            <p:nvPr/>
          </p:nvSpPr>
          <p:spPr>
            <a:xfrm>
              <a:off x="6679514" y="2034664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8" name="pt16448"/>
            <p:cNvSpPr/>
            <p:nvPr/>
          </p:nvSpPr>
          <p:spPr>
            <a:xfrm>
              <a:off x="6587396" y="227514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9" name="pt16449"/>
            <p:cNvSpPr/>
            <p:nvPr/>
          </p:nvSpPr>
          <p:spPr>
            <a:xfrm>
              <a:off x="5538155" y="1959563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0" name="pt16450"/>
            <p:cNvSpPr/>
            <p:nvPr/>
          </p:nvSpPr>
          <p:spPr>
            <a:xfrm>
              <a:off x="6568141" y="2081220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1" name="pt16451"/>
            <p:cNvSpPr/>
            <p:nvPr/>
          </p:nvSpPr>
          <p:spPr>
            <a:xfrm>
              <a:off x="6760157" y="2087118"/>
              <a:ext cx="16849" cy="16849"/>
            </a:xfrm>
            <a:prstGeom prst="ellipse">
              <a:avLst/>
            </a:prstGeom>
            <a:solidFill>
              <a:srgbClr val="5EBF6A">
                <a:alpha val="45098"/>
              </a:srgbClr>
            </a:solidFill>
            <a:ln w="7363" cap="rnd">
              <a:solidFill>
                <a:srgbClr val="5EBF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2" name="pt16452"/>
            <p:cNvSpPr/>
            <p:nvPr/>
          </p:nvSpPr>
          <p:spPr>
            <a:xfrm>
              <a:off x="5939940" y="2048023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3" name="pt16453"/>
            <p:cNvSpPr/>
            <p:nvPr/>
          </p:nvSpPr>
          <p:spPr>
            <a:xfrm>
              <a:off x="6799553" y="1756203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4" name="pt16454"/>
            <p:cNvSpPr/>
            <p:nvPr/>
          </p:nvSpPr>
          <p:spPr>
            <a:xfrm>
              <a:off x="5948218" y="1935283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5" name="pt16455"/>
            <p:cNvSpPr/>
            <p:nvPr/>
          </p:nvSpPr>
          <p:spPr>
            <a:xfrm>
              <a:off x="6610851" y="2057063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6" name="pt16456"/>
            <p:cNvSpPr/>
            <p:nvPr/>
          </p:nvSpPr>
          <p:spPr>
            <a:xfrm>
              <a:off x="6165006" y="2309290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7" name="pt16457"/>
            <p:cNvSpPr/>
            <p:nvPr/>
          </p:nvSpPr>
          <p:spPr>
            <a:xfrm>
              <a:off x="6483741" y="2039186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8" name="pt16458"/>
            <p:cNvSpPr/>
            <p:nvPr/>
          </p:nvSpPr>
          <p:spPr>
            <a:xfrm>
              <a:off x="6055525" y="2401969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9" name="pt16459"/>
            <p:cNvSpPr/>
            <p:nvPr/>
          </p:nvSpPr>
          <p:spPr>
            <a:xfrm>
              <a:off x="6084325" y="2397731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0" name="pt16460"/>
            <p:cNvSpPr/>
            <p:nvPr/>
          </p:nvSpPr>
          <p:spPr>
            <a:xfrm>
              <a:off x="6736204" y="2123273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1" name="pt16461"/>
            <p:cNvSpPr/>
            <p:nvPr/>
          </p:nvSpPr>
          <p:spPr>
            <a:xfrm>
              <a:off x="5706948" y="2407574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2" name="pt16462"/>
            <p:cNvSpPr/>
            <p:nvPr/>
          </p:nvSpPr>
          <p:spPr>
            <a:xfrm>
              <a:off x="7172144" y="1477227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3" name="pt16463"/>
            <p:cNvSpPr/>
            <p:nvPr/>
          </p:nvSpPr>
          <p:spPr>
            <a:xfrm>
              <a:off x="5954825" y="2325463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4" name="pt16464"/>
            <p:cNvSpPr/>
            <p:nvPr/>
          </p:nvSpPr>
          <p:spPr>
            <a:xfrm>
              <a:off x="6169479" y="2270298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5" name="pt16465"/>
            <p:cNvSpPr/>
            <p:nvPr/>
          </p:nvSpPr>
          <p:spPr>
            <a:xfrm>
              <a:off x="6894484" y="1813470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6" name="pt16466"/>
            <p:cNvSpPr/>
            <p:nvPr/>
          </p:nvSpPr>
          <p:spPr>
            <a:xfrm>
              <a:off x="6609173" y="223008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7" name="pt16467"/>
            <p:cNvSpPr/>
            <p:nvPr/>
          </p:nvSpPr>
          <p:spPr>
            <a:xfrm>
              <a:off x="5382699" y="2644588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8" name="pt16468"/>
            <p:cNvSpPr/>
            <p:nvPr/>
          </p:nvSpPr>
          <p:spPr>
            <a:xfrm>
              <a:off x="6828546" y="185731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9" name="pt16469"/>
            <p:cNvSpPr/>
            <p:nvPr/>
          </p:nvSpPr>
          <p:spPr>
            <a:xfrm>
              <a:off x="6527857" y="236095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0" name="pt16470"/>
            <p:cNvSpPr/>
            <p:nvPr/>
          </p:nvSpPr>
          <p:spPr>
            <a:xfrm>
              <a:off x="6378085" y="237679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1" name="pt16471"/>
            <p:cNvSpPr/>
            <p:nvPr/>
          </p:nvSpPr>
          <p:spPr>
            <a:xfrm>
              <a:off x="5667546" y="2345706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2" name="pt16472"/>
            <p:cNvSpPr/>
            <p:nvPr/>
          </p:nvSpPr>
          <p:spPr>
            <a:xfrm>
              <a:off x="5494150" y="2465177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3" name="pt16473"/>
            <p:cNvSpPr/>
            <p:nvPr/>
          </p:nvSpPr>
          <p:spPr>
            <a:xfrm>
              <a:off x="6422887" y="2228777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4" name="pt16474"/>
            <p:cNvSpPr/>
            <p:nvPr/>
          </p:nvSpPr>
          <p:spPr>
            <a:xfrm>
              <a:off x="6967849" y="1717751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5" name="pt16475"/>
            <p:cNvSpPr/>
            <p:nvPr/>
          </p:nvSpPr>
          <p:spPr>
            <a:xfrm>
              <a:off x="6678133" y="2212891"/>
              <a:ext cx="16849" cy="16849"/>
            </a:xfrm>
            <a:prstGeom prst="ellipse">
              <a:avLst/>
            </a:prstGeom>
            <a:solidFill>
              <a:srgbClr val="68C563">
                <a:alpha val="45098"/>
              </a:srgbClr>
            </a:solidFill>
            <a:ln w="7363" cap="rnd">
              <a:solidFill>
                <a:srgbClr val="68C5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6" name="pt16476"/>
            <p:cNvSpPr/>
            <p:nvPr/>
          </p:nvSpPr>
          <p:spPr>
            <a:xfrm>
              <a:off x="6350158" y="2077216"/>
              <a:ext cx="16849" cy="16849"/>
            </a:xfrm>
            <a:prstGeom prst="ellipse">
              <a:avLst/>
            </a:prstGeom>
            <a:solidFill>
              <a:srgbClr val="7BD151">
                <a:alpha val="45098"/>
              </a:srgbClr>
            </a:solidFill>
            <a:ln w="7363" cap="rnd">
              <a:solidFill>
                <a:srgbClr val="7BD15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7" name="pt16477"/>
            <p:cNvSpPr/>
            <p:nvPr/>
          </p:nvSpPr>
          <p:spPr>
            <a:xfrm>
              <a:off x="5411669" y="2512199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8" name="pt16478"/>
            <p:cNvSpPr/>
            <p:nvPr/>
          </p:nvSpPr>
          <p:spPr>
            <a:xfrm>
              <a:off x="6839046" y="196511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9" name="pt16479"/>
            <p:cNvSpPr/>
            <p:nvPr/>
          </p:nvSpPr>
          <p:spPr>
            <a:xfrm>
              <a:off x="6132201" y="225474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0" name="pt16480"/>
            <p:cNvSpPr/>
            <p:nvPr/>
          </p:nvSpPr>
          <p:spPr>
            <a:xfrm>
              <a:off x="6444282" y="1977946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1" name="pt16481"/>
            <p:cNvSpPr/>
            <p:nvPr/>
          </p:nvSpPr>
          <p:spPr>
            <a:xfrm>
              <a:off x="6187156" y="2240848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2" name="pt16482"/>
            <p:cNvSpPr/>
            <p:nvPr/>
          </p:nvSpPr>
          <p:spPr>
            <a:xfrm>
              <a:off x="6255604" y="2306533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3" name="pt16483"/>
            <p:cNvSpPr/>
            <p:nvPr/>
          </p:nvSpPr>
          <p:spPr>
            <a:xfrm>
              <a:off x="6631692" y="216726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4" name="pt16484"/>
            <p:cNvSpPr/>
            <p:nvPr/>
          </p:nvSpPr>
          <p:spPr>
            <a:xfrm>
              <a:off x="6374771" y="235880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5" name="pt16485"/>
            <p:cNvSpPr/>
            <p:nvPr/>
          </p:nvSpPr>
          <p:spPr>
            <a:xfrm>
              <a:off x="6681209" y="2070732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6" name="pt16486"/>
            <p:cNvSpPr/>
            <p:nvPr/>
          </p:nvSpPr>
          <p:spPr>
            <a:xfrm>
              <a:off x="5792302" y="2262093"/>
              <a:ext cx="16849" cy="16849"/>
            </a:xfrm>
            <a:prstGeom prst="ellipse">
              <a:avLst/>
            </a:prstGeom>
            <a:solidFill>
              <a:srgbClr val="78CF53">
                <a:alpha val="45098"/>
              </a:srgbClr>
            </a:solidFill>
            <a:ln w="7363" cap="rnd">
              <a:solidFill>
                <a:srgbClr val="78CF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7" name="pt16487"/>
            <p:cNvSpPr/>
            <p:nvPr/>
          </p:nvSpPr>
          <p:spPr>
            <a:xfrm>
              <a:off x="6509915" y="2155079"/>
              <a:ext cx="16849" cy="16849"/>
            </a:xfrm>
            <a:prstGeom prst="ellipse">
              <a:avLst/>
            </a:prstGeom>
            <a:solidFill>
              <a:srgbClr val="49B476">
                <a:alpha val="45098"/>
              </a:srgbClr>
            </a:solidFill>
            <a:ln w="7363" cap="rnd">
              <a:solidFill>
                <a:srgbClr val="49B4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8" name="pt16488"/>
            <p:cNvSpPr/>
            <p:nvPr/>
          </p:nvSpPr>
          <p:spPr>
            <a:xfrm>
              <a:off x="6492233" y="2087838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9" name="pt16489"/>
            <p:cNvSpPr/>
            <p:nvPr/>
          </p:nvSpPr>
          <p:spPr>
            <a:xfrm>
              <a:off x="6733729" y="1949370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0" name="pt16490"/>
            <p:cNvSpPr/>
            <p:nvPr/>
          </p:nvSpPr>
          <p:spPr>
            <a:xfrm>
              <a:off x="6107457" y="229238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1" name="pt16491"/>
            <p:cNvSpPr/>
            <p:nvPr/>
          </p:nvSpPr>
          <p:spPr>
            <a:xfrm>
              <a:off x="6266505" y="243202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2" name="pt16492"/>
            <p:cNvSpPr/>
            <p:nvPr/>
          </p:nvSpPr>
          <p:spPr>
            <a:xfrm>
              <a:off x="5794419" y="2246459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3" name="pt16493"/>
            <p:cNvSpPr/>
            <p:nvPr/>
          </p:nvSpPr>
          <p:spPr>
            <a:xfrm>
              <a:off x="6689489" y="2146156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4" name="pt16494"/>
            <p:cNvSpPr/>
            <p:nvPr/>
          </p:nvSpPr>
          <p:spPr>
            <a:xfrm>
              <a:off x="6431262" y="1964148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5" name="pt16495"/>
            <p:cNvSpPr/>
            <p:nvPr/>
          </p:nvSpPr>
          <p:spPr>
            <a:xfrm>
              <a:off x="6227200" y="2212523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6" name="pt16496"/>
            <p:cNvSpPr/>
            <p:nvPr/>
          </p:nvSpPr>
          <p:spPr>
            <a:xfrm>
              <a:off x="6306766" y="2259660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7" name="pt16497"/>
            <p:cNvSpPr/>
            <p:nvPr/>
          </p:nvSpPr>
          <p:spPr>
            <a:xfrm>
              <a:off x="6369343" y="2270722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8" name="pt16498"/>
            <p:cNvSpPr/>
            <p:nvPr/>
          </p:nvSpPr>
          <p:spPr>
            <a:xfrm>
              <a:off x="6209054" y="2303580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9" name="pt16499"/>
            <p:cNvSpPr/>
            <p:nvPr/>
          </p:nvSpPr>
          <p:spPr>
            <a:xfrm>
              <a:off x="5920162" y="2001540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0" name="pt16500"/>
            <p:cNvSpPr/>
            <p:nvPr/>
          </p:nvSpPr>
          <p:spPr>
            <a:xfrm>
              <a:off x="6700158" y="208256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1" name="pt16501"/>
            <p:cNvSpPr/>
            <p:nvPr/>
          </p:nvSpPr>
          <p:spPr>
            <a:xfrm>
              <a:off x="6852797" y="1953819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2" name="pt16502"/>
            <p:cNvSpPr/>
            <p:nvPr/>
          </p:nvSpPr>
          <p:spPr>
            <a:xfrm>
              <a:off x="5806578" y="2198837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3" name="pt16503"/>
            <p:cNvSpPr/>
            <p:nvPr/>
          </p:nvSpPr>
          <p:spPr>
            <a:xfrm>
              <a:off x="6077787" y="2263686"/>
              <a:ext cx="16849" cy="16849"/>
            </a:xfrm>
            <a:prstGeom prst="ellipse">
              <a:avLst/>
            </a:prstGeom>
            <a:solidFill>
              <a:srgbClr val="89D34E">
                <a:alpha val="45098"/>
              </a:srgbClr>
            </a:solidFill>
            <a:ln w="7363" cap="rnd">
              <a:solidFill>
                <a:srgbClr val="89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4" name="pt16504"/>
            <p:cNvSpPr/>
            <p:nvPr/>
          </p:nvSpPr>
          <p:spPr>
            <a:xfrm>
              <a:off x="5255727" y="2506760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5" name="pt16505"/>
            <p:cNvSpPr/>
            <p:nvPr/>
          </p:nvSpPr>
          <p:spPr>
            <a:xfrm>
              <a:off x="6162003" y="2306161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6" name="pt16506"/>
            <p:cNvSpPr/>
            <p:nvPr/>
          </p:nvSpPr>
          <p:spPr>
            <a:xfrm>
              <a:off x="5877254" y="2150016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7" name="pt16507"/>
            <p:cNvSpPr/>
            <p:nvPr/>
          </p:nvSpPr>
          <p:spPr>
            <a:xfrm>
              <a:off x="6124450" y="2244552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8" name="pt16508"/>
            <p:cNvSpPr/>
            <p:nvPr/>
          </p:nvSpPr>
          <p:spPr>
            <a:xfrm>
              <a:off x="6069205" y="2337631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9" name="pt16509"/>
            <p:cNvSpPr/>
            <p:nvPr/>
          </p:nvSpPr>
          <p:spPr>
            <a:xfrm>
              <a:off x="6153898" y="2148886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0" name="pt16510"/>
            <p:cNvSpPr/>
            <p:nvPr/>
          </p:nvSpPr>
          <p:spPr>
            <a:xfrm>
              <a:off x="6687543" y="197175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1" name="pt16511"/>
            <p:cNvSpPr/>
            <p:nvPr/>
          </p:nvSpPr>
          <p:spPr>
            <a:xfrm>
              <a:off x="6629318" y="2113099"/>
              <a:ext cx="16849" cy="16849"/>
            </a:xfrm>
            <a:prstGeom prst="ellipse">
              <a:avLst/>
            </a:prstGeom>
            <a:solidFill>
              <a:srgbClr val="2C898B">
                <a:alpha val="45098"/>
              </a:srgbClr>
            </a:solidFill>
            <a:ln w="7363" cap="rnd">
              <a:solidFill>
                <a:srgbClr val="2C89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2" name="pt16512"/>
            <p:cNvSpPr/>
            <p:nvPr/>
          </p:nvSpPr>
          <p:spPr>
            <a:xfrm>
              <a:off x="5714949" y="2372257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3" name="pt16513"/>
            <p:cNvSpPr/>
            <p:nvPr/>
          </p:nvSpPr>
          <p:spPr>
            <a:xfrm>
              <a:off x="5870578" y="196834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4" name="pt16514"/>
            <p:cNvSpPr/>
            <p:nvPr/>
          </p:nvSpPr>
          <p:spPr>
            <a:xfrm>
              <a:off x="6526307" y="238552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5" name="pt16515"/>
            <p:cNvSpPr/>
            <p:nvPr/>
          </p:nvSpPr>
          <p:spPr>
            <a:xfrm>
              <a:off x="6488507" y="2114097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6" name="pt16516"/>
            <p:cNvSpPr/>
            <p:nvPr/>
          </p:nvSpPr>
          <p:spPr>
            <a:xfrm>
              <a:off x="6623990" y="217429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7" name="pt16517"/>
            <p:cNvSpPr/>
            <p:nvPr/>
          </p:nvSpPr>
          <p:spPr>
            <a:xfrm>
              <a:off x="6805843" y="1863682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8" name="pt16518"/>
            <p:cNvSpPr/>
            <p:nvPr/>
          </p:nvSpPr>
          <p:spPr>
            <a:xfrm>
              <a:off x="6928577" y="180269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9" name="pt16519"/>
            <p:cNvSpPr/>
            <p:nvPr/>
          </p:nvSpPr>
          <p:spPr>
            <a:xfrm>
              <a:off x="6616320" y="220580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0" name="pt16520"/>
            <p:cNvSpPr/>
            <p:nvPr/>
          </p:nvSpPr>
          <p:spPr>
            <a:xfrm>
              <a:off x="5864797" y="2190939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1" name="pt16521"/>
            <p:cNvSpPr/>
            <p:nvPr/>
          </p:nvSpPr>
          <p:spPr>
            <a:xfrm>
              <a:off x="6699813" y="2073104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2" name="pt16522"/>
            <p:cNvSpPr/>
            <p:nvPr/>
          </p:nvSpPr>
          <p:spPr>
            <a:xfrm>
              <a:off x="5744873" y="2321616"/>
              <a:ext cx="16849" cy="16849"/>
            </a:xfrm>
            <a:prstGeom prst="ellipse">
              <a:avLst/>
            </a:prstGeom>
            <a:solidFill>
              <a:srgbClr val="78CF53">
                <a:alpha val="45098"/>
              </a:srgbClr>
            </a:solidFill>
            <a:ln w="7363" cap="rnd">
              <a:solidFill>
                <a:srgbClr val="78CF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3" name="pt16523"/>
            <p:cNvSpPr/>
            <p:nvPr/>
          </p:nvSpPr>
          <p:spPr>
            <a:xfrm>
              <a:off x="6868019" y="201324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4" name="pt16524"/>
            <p:cNvSpPr/>
            <p:nvPr/>
          </p:nvSpPr>
          <p:spPr>
            <a:xfrm>
              <a:off x="6251217" y="2329654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5" name="pt16525"/>
            <p:cNvSpPr/>
            <p:nvPr/>
          </p:nvSpPr>
          <p:spPr>
            <a:xfrm>
              <a:off x="6488446" y="2063002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6" name="pt16526"/>
            <p:cNvSpPr/>
            <p:nvPr/>
          </p:nvSpPr>
          <p:spPr>
            <a:xfrm>
              <a:off x="6253179" y="2240752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7" name="pt16527"/>
            <p:cNvSpPr/>
            <p:nvPr/>
          </p:nvSpPr>
          <p:spPr>
            <a:xfrm>
              <a:off x="5742842" y="2018455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8" name="pt16528"/>
            <p:cNvSpPr/>
            <p:nvPr/>
          </p:nvSpPr>
          <p:spPr>
            <a:xfrm>
              <a:off x="6682363" y="2091348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9" name="pt16529"/>
            <p:cNvSpPr/>
            <p:nvPr/>
          </p:nvSpPr>
          <p:spPr>
            <a:xfrm>
              <a:off x="6417967" y="2238439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0" name="pt16530"/>
            <p:cNvSpPr/>
            <p:nvPr/>
          </p:nvSpPr>
          <p:spPr>
            <a:xfrm>
              <a:off x="5795985" y="1936765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1" name="pt16531"/>
            <p:cNvSpPr/>
            <p:nvPr/>
          </p:nvSpPr>
          <p:spPr>
            <a:xfrm>
              <a:off x="6175928" y="2250518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2" name="pt16532"/>
            <p:cNvSpPr/>
            <p:nvPr/>
          </p:nvSpPr>
          <p:spPr>
            <a:xfrm>
              <a:off x="6535676" y="2214308"/>
              <a:ext cx="16849" cy="16849"/>
            </a:xfrm>
            <a:prstGeom prst="ellipse">
              <a:avLst/>
            </a:prstGeom>
            <a:solidFill>
              <a:srgbClr val="49B476">
                <a:alpha val="45098"/>
              </a:srgbClr>
            </a:solidFill>
            <a:ln w="7363" cap="rnd">
              <a:solidFill>
                <a:srgbClr val="49B4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3" name="pt16533"/>
            <p:cNvSpPr/>
            <p:nvPr/>
          </p:nvSpPr>
          <p:spPr>
            <a:xfrm>
              <a:off x="5923081" y="2145810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4" name="pt16534"/>
            <p:cNvSpPr/>
            <p:nvPr/>
          </p:nvSpPr>
          <p:spPr>
            <a:xfrm>
              <a:off x="6715404" y="2051904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5" name="pt16535"/>
            <p:cNvSpPr/>
            <p:nvPr/>
          </p:nvSpPr>
          <p:spPr>
            <a:xfrm>
              <a:off x="5952536" y="2165909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6" name="pt16536"/>
            <p:cNvSpPr/>
            <p:nvPr/>
          </p:nvSpPr>
          <p:spPr>
            <a:xfrm>
              <a:off x="6848418" y="1861262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7" name="pt16537"/>
            <p:cNvSpPr/>
            <p:nvPr/>
          </p:nvSpPr>
          <p:spPr>
            <a:xfrm>
              <a:off x="5209961" y="2241723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8" name="pt16538"/>
            <p:cNvSpPr/>
            <p:nvPr/>
          </p:nvSpPr>
          <p:spPr>
            <a:xfrm>
              <a:off x="5747864" y="2097317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9" name="pt16539"/>
            <p:cNvSpPr/>
            <p:nvPr/>
          </p:nvSpPr>
          <p:spPr>
            <a:xfrm>
              <a:off x="6199520" y="2219482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0" name="pt16540"/>
            <p:cNvSpPr/>
            <p:nvPr/>
          </p:nvSpPr>
          <p:spPr>
            <a:xfrm>
              <a:off x="6516395" y="2404756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1" name="pt16541"/>
            <p:cNvSpPr/>
            <p:nvPr/>
          </p:nvSpPr>
          <p:spPr>
            <a:xfrm>
              <a:off x="6136597" y="2335222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2" name="pt16542"/>
            <p:cNvSpPr/>
            <p:nvPr/>
          </p:nvSpPr>
          <p:spPr>
            <a:xfrm>
              <a:off x="6206474" y="2312514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3" name="pt16543"/>
            <p:cNvSpPr/>
            <p:nvPr/>
          </p:nvSpPr>
          <p:spPr>
            <a:xfrm>
              <a:off x="6004470" y="2649353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4" name="pt16544"/>
            <p:cNvSpPr/>
            <p:nvPr/>
          </p:nvSpPr>
          <p:spPr>
            <a:xfrm>
              <a:off x="6480796" y="220210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5" name="pt16545"/>
            <p:cNvSpPr/>
            <p:nvPr/>
          </p:nvSpPr>
          <p:spPr>
            <a:xfrm>
              <a:off x="5796805" y="2233824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6" name="pt16546"/>
            <p:cNvSpPr/>
            <p:nvPr/>
          </p:nvSpPr>
          <p:spPr>
            <a:xfrm>
              <a:off x="6983592" y="1586394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7" name="pt16547"/>
            <p:cNvSpPr/>
            <p:nvPr/>
          </p:nvSpPr>
          <p:spPr>
            <a:xfrm>
              <a:off x="5610064" y="2387328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8" name="pt16548"/>
            <p:cNvSpPr/>
            <p:nvPr/>
          </p:nvSpPr>
          <p:spPr>
            <a:xfrm>
              <a:off x="6460033" y="2216659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9" name="pt16549"/>
            <p:cNvSpPr/>
            <p:nvPr/>
          </p:nvSpPr>
          <p:spPr>
            <a:xfrm>
              <a:off x="5547153" y="2424024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0" name="pt16550"/>
            <p:cNvSpPr/>
            <p:nvPr/>
          </p:nvSpPr>
          <p:spPr>
            <a:xfrm>
              <a:off x="6650290" y="216731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1" name="pt16551"/>
            <p:cNvSpPr/>
            <p:nvPr/>
          </p:nvSpPr>
          <p:spPr>
            <a:xfrm>
              <a:off x="5988224" y="219003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2" name="pt16552"/>
            <p:cNvSpPr/>
            <p:nvPr/>
          </p:nvSpPr>
          <p:spPr>
            <a:xfrm>
              <a:off x="6056283" y="2323598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3" name="pt16553"/>
            <p:cNvSpPr/>
            <p:nvPr/>
          </p:nvSpPr>
          <p:spPr>
            <a:xfrm>
              <a:off x="6099202" y="2295800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4" name="pt16554"/>
            <p:cNvSpPr/>
            <p:nvPr/>
          </p:nvSpPr>
          <p:spPr>
            <a:xfrm>
              <a:off x="5503536" y="211341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5" name="pt16555"/>
            <p:cNvSpPr/>
            <p:nvPr/>
          </p:nvSpPr>
          <p:spPr>
            <a:xfrm>
              <a:off x="6534407" y="226542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6" name="pt16556"/>
            <p:cNvSpPr/>
            <p:nvPr/>
          </p:nvSpPr>
          <p:spPr>
            <a:xfrm>
              <a:off x="5950795" y="2230116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7" name="pt16557"/>
            <p:cNvSpPr/>
            <p:nvPr/>
          </p:nvSpPr>
          <p:spPr>
            <a:xfrm>
              <a:off x="6024190" y="204259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8" name="pt16558"/>
            <p:cNvSpPr/>
            <p:nvPr/>
          </p:nvSpPr>
          <p:spPr>
            <a:xfrm>
              <a:off x="6168584" y="2254078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9" name="pt16559"/>
            <p:cNvSpPr/>
            <p:nvPr/>
          </p:nvSpPr>
          <p:spPr>
            <a:xfrm>
              <a:off x="6479543" y="2111661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0" name="pt16560"/>
            <p:cNvSpPr/>
            <p:nvPr/>
          </p:nvSpPr>
          <p:spPr>
            <a:xfrm>
              <a:off x="5191528" y="2398081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1" name="pt16561"/>
            <p:cNvSpPr/>
            <p:nvPr/>
          </p:nvSpPr>
          <p:spPr>
            <a:xfrm>
              <a:off x="5726554" y="2465062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2" name="pt16562"/>
            <p:cNvSpPr/>
            <p:nvPr/>
          </p:nvSpPr>
          <p:spPr>
            <a:xfrm>
              <a:off x="6500578" y="2117325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3" name="pt16563"/>
            <p:cNvSpPr/>
            <p:nvPr/>
          </p:nvSpPr>
          <p:spPr>
            <a:xfrm>
              <a:off x="6655031" y="2053414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4" name="pt16564"/>
            <p:cNvSpPr/>
            <p:nvPr/>
          </p:nvSpPr>
          <p:spPr>
            <a:xfrm>
              <a:off x="6778302" y="207785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5" name="pt16565"/>
            <p:cNvSpPr/>
            <p:nvPr/>
          </p:nvSpPr>
          <p:spPr>
            <a:xfrm>
              <a:off x="4928226" y="270405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6" name="pt16566"/>
            <p:cNvSpPr/>
            <p:nvPr/>
          </p:nvSpPr>
          <p:spPr>
            <a:xfrm>
              <a:off x="6906352" y="1900031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7" name="pt16567"/>
            <p:cNvSpPr/>
            <p:nvPr/>
          </p:nvSpPr>
          <p:spPr>
            <a:xfrm>
              <a:off x="6754818" y="2158841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8" name="pt16568"/>
            <p:cNvSpPr/>
            <p:nvPr/>
          </p:nvSpPr>
          <p:spPr>
            <a:xfrm>
              <a:off x="6468653" y="2048949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9" name="pt16569"/>
            <p:cNvSpPr/>
            <p:nvPr/>
          </p:nvSpPr>
          <p:spPr>
            <a:xfrm>
              <a:off x="6082030" y="2361912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0" name="pt16570"/>
            <p:cNvSpPr/>
            <p:nvPr/>
          </p:nvSpPr>
          <p:spPr>
            <a:xfrm>
              <a:off x="6265570" y="2444484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1" name="pt16571"/>
            <p:cNvSpPr/>
            <p:nvPr/>
          </p:nvSpPr>
          <p:spPr>
            <a:xfrm>
              <a:off x="6483327" y="2145507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2" name="pt16572"/>
            <p:cNvSpPr/>
            <p:nvPr/>
          </p:nvSpPr>
          <p:spPr>
            <a:xfrm>
              <a:off x="6205151" y="2140361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3" name="pt16573"/>
            <p:cNvSpPr/>
            <p:nvPr/>
          </p:nvSpPr>
          <p:spPr>
            <a:xfrm>
              <a:off x="6582543" y="2112871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4" name="pt16574"/>
            <p:cNvSpPr/>
            <p:nvPr/>
          </p:nvSpPr>
          <p:spPr>
            <a:xfrm>
              <a:off x="6545623" y="216254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5" name="pt16575"/>
            <p:cNvSpPr/>
            <p:nvPr/>
          </p:nvSpPr>
          <p:spPr>
            <a:xfrm>
              <a:off x="6353342" y="2029637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6" name="pt16576"/>
            <p:cNvSpPr/>
            <p:nvPr/>
          </p:nvSpPr>
          <p:spPr>
            <a:xfrm>
              <a:off x="5889397" y="2159647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7" name="pt16577"/>
            <p:cNvSpPr/>
            <p:nvPr/>
          </p:nvSpPr>
          <p:spPr>
            <a:xfrm>
              <a:off x="5455738" y="2643517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8" name="pt16578"/>
            <p:cNvSpPr/>
            <p:nvPr/>
          </p:nvSpPr>
          <p:spPr>
            <a:xfrm>
              <a:off x="6166014" y="2254167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9" name="pt16579"/>
            <p:cNvSpPr/>
            <p:nvPr/>
          </p:nvSpPr>
          <p:spPr>
            <a:xfrm>
              <a:off x="5859520" y="2208826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0" name="pt16580"/>
            <p:cNvSpPr/>
            <p:nvPr/>
          </p:nvSpPr>
          <p:spPr>
            <a:xfrm>
              <a:off x="5783326" y="1846972"/>
              <a:ext cx="16849" cy="16849"/>
            </a:xfrm>
            <a:prstGeom prst="ellipse">
              <a:avLst/>
            </a:prstGeom>
            <a:solidFill>
              <a:srgbClr val="5CBE6B">
                <a:alpha val="45098"/>
              </a:srgbClr>
            </a:solidFill>
            <a:ln w="7363" cap="rnd">
              <a:solidFill>
                <a:srgbClr val="5CBE6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1" name="pt16581"/>
            <p:cNvSpPr/>
            <p:nvPr/>
          </p:nvSpPr>
          <p:spPr>
            <a:xfrm>
              <a:off x="5995599" y="2648525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2" name="pt16582"/>
            <p:cNvSpPr/>
            <p:nvPr/>
          </p:nvSpPr>
          <p:spPr>
            <a:xfrm>
              <a:off x="5711531" y="236461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3" name="pt16583"/>
            <p:cNvSpPr/>
            <p:nvPr/>
          </p:nvSpPr>
          <p:spPr>
            <a:xfrm>
              <a:off x="6009009" y="206954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4" name="pt16584"/>
            <p:cNvSpPr/>
            <p:nvPr/>
          </p:nvSpPr>
          <p:spPr>
            <a:xfrm>
              <a:off x="5595667" y="2499274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5" name="pt16585"/>
            <p:cNvSpPr/>
            <p:nvPr/>
          </p:nvSpPr>
          <p:spPr>
            <a:xfrm>
              <a:off x="6570926" y="2202445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6" name="pt16586"/>
            <p:cNvSpPr/>
            <p:nvPr/>
          </p:nvSpPr>
          <p:spPr>
            <a:xfrm>
              <a:off x="6752290" y="2001716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7" name="pt16587"/>
            <p:cNvSpPr/>
            <p:nvPr/>
          </p:nvSpPr>
          <p:spPr>
            <a:xfrm>
              <a:off x="6663433" y="2001324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8" name="pt16588"/>
            <p:cNvSpPr/>
            <p:nvPr/>
          </p:nvSpPr>
          <p:spPr>
            <a:xfrm>
              <a:off x="5782123" y="2180992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9" name="pt16589"/>
            <p:cNvSpPr/>
            <p:nvPr/>
          </p:nvSpPr>
          <p:spPr>
            <a:xfrm>
              <a:off x="5787762" y="2136920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0" name="pt16590"/>
            <p:cNvSpPr/>
            <p:nvPr/>
          </p:nvSpPr>
          <p:spPr>
            <a:xfrm>
              <a:off x="6141479" y="2291936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1" name="pt16591"/>
            <p:cNvSpPr/>
            <p:nvPr/>
          </p:nvSpPr>
          <p:spPr>
            <a:xfrm>
              <a:off x="4710414" y="2475806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2" name="pt16592"/>
            <p:cNvSpPr/>
            <p:nvPr/>
          </p:nvSpPr>
          <p:spPr>
            <a:xfrm>
              <a:off x="6425580" y="1971205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3" name="pt16593"/>
            <p:cNvSpPr/>
            <p:nvPr/>
          </p:nvSpPr>
          <p:spPr>
            <a:xfrm>
              <a:off x="6046486" y="2313075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4" name="pt16594"/>
            <p:cNvSpPr/>
            <p:nvPr/>
          </p:nvSpPr>
          <p:spPr>
            <a:xfrm>
              <a:off x="6492912" y="227922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5" name="pt16595"/>
            <p:cNvSpPr/>
            <p:nvPr/>
          </p:nvSpPr>
          <p:spPr>
            <a:xfrm>
              <a:off x="6457914" y="2040800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6" name="pt16596"/>
            <p:cNvSpPr/>
            <p:nvPr/>
          </p:nvSpPr>
          <p:spPr>
            <a:xfrm>
              <a:off x="6068653" y="2407102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7" name="pt16597"/>
            <p:cNvSpPr/>
            <p:nvPr/>
          </p:nvSpPr>
          <p:spPr>
            <a:xfrm>
              <a:off x="5474330" y="2417116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8" name="pt16598"/>
            <p:cNvSpPr/>
            <p:nvPr/>
          </p:nvSpPr>
          <p:spPr>
            <a:xfrm>
              <a:off x="5869420" y="2085203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9" name="pt16599"/>
            <p:cNvSpPr/>
            <p:nvPr/>
          </p:nvSpPr>
          <p:spPr>
            <a:xfrm>
              <a:off x="5865615" y="1818818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0" name="pt16600"/>
            <p:cNvSpPr/>
            <p:nvPr/>
          </p:nvSpPr>
          <p:spPr>
            <a:xfrm>
              <a:off x="6578618" y="2086832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1" name="pt16601"/>
            <p:cNvSpPr/>
            <p:nvPr/>
          </p:nvSpPr>
          <p:spPr>
            <a:xfrm>
              <a:off x="5669250" y="2496905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2" name="pt16602"/>
            <p:cNvSpPr/>
            <p:nvPr/>
          </p:nvSpPr>
          <p:spPr>
            <a:xfrm>
              <a:off x="6209606" y="2317234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3" name="pt16603"/>
            <p:cNvSpPr/>
            <p:nvPr/>
          </p:nvSpPr>
          <p:spPr>
            <a:xfrm>
              <a:off x="5867042" y="1888793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4" name="pt16604"/>
            <p:cNvSpPr/>
            <p:nvPr/>
          </p:nvSpPr>
          <p:spPr>
            <a:xfrm>
              <a:off x="5874933" y="207109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5" name="pt16605"/>
            <p:cNvSpPr/>
            <p:nvPr/>
          </p:nvSpPr>
          <p:spPr>
            <a:xfrm>
              <a:off x="5814867" y="2271815"/>
              <a:ext cx="16849" cy="16849"/>
            </a:xfrm>
            <a:prstGeom prst="ellipse">
              <a:avLst/>
            </a:prstGeom>
            <a:solidFill>
              <a:srgbClr val="86D34F">
                <a:alpha val="45098"/>
              </a:srgbClr>
            </a:solidFill>
            <a:ln w="7363" cap="rnd">
              <a:solidFill>
                <a:srgbClr val="86D34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6" name="pt16606"/>
            <p:cNvSpPr/>
            <p:nvPr/>
          </p:nvSpPr>
          <p:spPr>
            <a:xfrm>
              <a:off x="6452022" y="214965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7" name="pt16607"/>
            <p:cNvSpPr/>
            <p:nvPr/>
          </p:nvSpPr>
          <p:spPr>
            <a:xfrm>
              <a:off x="6012928" y="2416317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8" name="pt16608"/>
            <p:cNvSpPr/>
            <p:nvPr/>
          </p:nvSpPr>
          <p:spPr>
            <a:xfrm>
              <a:off x="5999765" y="239237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9" name="pt16609"/>
            <p:cNvSpPr/>
            <p:nvPr/>
          </p:nvSpPr>
          <p:spPr>
            <a:xfrm>
              <a:off x="6311002" y="2241572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0" name="pt16610"/>
            <p:cNvSpPr/>
            <p:nvPr/>
          </p:nvSpPr>
          <p:spPr>
            <a:xfrm>
              <a:off x="6166385" y="2249385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1" name="pt16611"/>
            <p:cNvSpPr/>
            <p:nvPr/>
          </p:nvSpPr>
          <p:spPr>
            <a:xfrm>
              <a:off x="6288902" y="1946730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2" name="pt16612"/>
            <p:cNvSpPr/>
            <p:nvPr/>
          </p:nvSpPr>
          <p:spPr>
            <a:xfrm>
              <a:off x="6085379" y="2306039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3" name="pt16613"/>
            <p:cNvSpPr/>
            <p:nvPr/>
          </p:nvSpPr>
          <p:spPr>
            <a:xfrm>
              <a:off x="5757918" y="203706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4" name="pt16614"/>
            <p:cNvSpPr/>
            <p:nvPr/>
          </p:nvSpPr>
          <p:spPr>
            <a:xfrm>
              <a:off x="5644900" y="2321840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5" name="pt16615"/>
            <p:cNvSpPr/>
            <p:nvPr/>
          </p:nvSpPr>
          <p:spPr>
            <a:xfrm>
              <a:off x="6184526" y="2117240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6" name="pt16616"/>
            <p:cNvSpPr/>
            <p:nvPr/>
          </p:nvSpPr>
          <p:spPr>
            <a:xfrm>
              <a:off x="6153952" y="231973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7" name="pt16617"/>
            <p:cNvSpPr/>
            <p:nvPr/>
          </p:nvSpPr>
          <p:spPr>
            <a:xfrm>
              <a:off x="6419474" y="2124009"/>
              <a:ext cx="16849" cy="16849"/>
            </a:xfrm>
            <a:prstGeom prst="ellipse">
              <a:avLst/>
            </a:prstGeom>
            <a:solidFill>
              <a:srgbClr val="6FC95D">
                <a:alpha val="45098"/>
              </a:srgbClr>
            </a:solidFill>
            <a:ln w="7363" cap="rnd">
              <a:solidFill>
                <a:srgbClr val="6F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8" name="pt16618"/>
            <p:cNvSpPr/>
            <p:nvPr/>
          </p:nvSpPr>
          <p:spPr>
            <a:xfrm>
              <a:off x="6392088" y="2179578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9" name="pt16619"/>
            <p:cNvSpPr/>
            <p:nvPr/>
          </p:nvSpPr>
          <p:spPr>
            <a:xfrm>
              <a:off x="6498815" y="2071794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0" name="pt16620"/>
            <p:cNvSpPr/>
            <p:nvPr/>
          </p:nvSpPr>
          <p:spPr>
            <a:xfrm>
              <a:off x="5667715" y="2308859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1" name="pt16621"/>
            <p:cNvSpPr/>
            <p:nvPr/>
          </p:nvSpPr>
          <p:spPr>
            <a:xfrm>
              <a:off x="5865338" y="1992454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2" name="pt16622"/>
            <p:cNvSpPr/>
            <p:nvPr/>
          </p:nvSpPr>
          <p:spPr>
            <a:xfrm>
              <a:off x="6680460" y="1851865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3" name="pt16623"/>
            <p:cNvSpPr/>
            <p:nvPr/>
          </p:nvSpPr>
          <p:spPr>
            <a:xfrm>
              <a:off x="6373556" y="2280309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4" name="pt16624"/>
            <p:cNvSpPr/>
            <p:nvPr/>
          </p:nvSpPr>
          <p:spPr>
            <a:xfrm>
              <a:off x="5748565" y="2166655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5" name="pt16625"/>
            <p:cNvSpPr/>
            <p:nvPr/>
          </p:nvSpPr>
          <p:spPr>
            <a:xfrm>
              <a:off x="5760822" y="2230060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6" name="pt16626"/>
            <p:cNvSpPr/>
            <p:nvPr/>
          </p:nvSpPr>
          <p:spPr>
            <a:xfrm>
              <a:off x="5979174" y="2367715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7" name="pt16627"/>
            <p:cNvSpPr/>
            <p:nvPr/>
          </p:nvSpPr>
          <p:spPr>
            <a:xfrm>
              <a:off x="6486819" y="2073710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8" name="pt16628"/>
            <p:cNvSpPr/>
            <p:nvPr/>
          </p:nvSpPr>
          <p:spPr>
            <a:xfrm>
              <a:off x="6346355" y="2100935"/>
              <a:ext cx="16849" cy="16849"/>
            </a:xfrm>
            <a:prstGeom prst="ellipse">
              <a:avLst/>
            </a:prstGeom>
            <a:solidFill>
              <a:srgbClr val="76CE56">
                <a:alpha val="45098"/>
              </a:srgbClr>
            </a:solidFill>
            <a:ln w="7363" cap="rnd">
              <a:solidFill>
                <a:srgbClr val="76CE5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9" name="pt16629"/>
            <p:cNvSpPr/>
            <p:nvPr/>
          </p:nvSpPr>
          <p:spPr>
            <a:xfrm>
              <a:off x="5625301" y="2428152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0" name="pt16630"/>
            <p:cNvSpPr/>
            <p:nvPr/>
          </p:nvSpPr>
          <p:spPr>
            <a:xfrm>
              <a:off x="5883826" y="204171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1" name="pt16631"/>
            <p:cNvSpPr/>
            <p:nvPr/>
          </p:nvSpPr>
          <p:spPr>
            <a:xfrm>
              <a:off x="6328871" y="231482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2" name="pt16632"/>
            <p:cNvSpPr/>
            <p:nvPr/>
          </p:nvSpPr>
          <p:spPr>
            <a:xfrm>
              <a:off x="6952456" y="1764824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3" name="pt16633"/>
            <p:cNvSpPr/>
            <p:nvPr/>
          </p:nvSpPr>
          <p:spPr>
            <a:xfrm>
              <a:off x="6328028" y="2226683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4" name="pt16634"/>
            <p:cNvSpPr/>
            <p:nvPr/>
          </p:nvSpPr>
          <p:spPr>
            <a:xfrm>
              <a:off x="6356350" y="2138125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5" name="pt16635"/>
            <p:cNvSpPr/>
            <p:nvPr/>
          </p:nvSpPr>
          <p:spPr>
            <a:xfrm>
              <a:off x="6137160" y="2372857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6" name="pt16636"/>
            <p:cNvSpPr/>
            <p:nvPr/>
          </p:nvSpPr>
          <p:spPr>
            <a:xfrm>
              <a:off x="6276705" y="2137549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7" name="pt16637"/>
            <p:cNvSpPr/>
            <p:nvPr/>
          </p:nvSpPr>
          <p:spPr>
            <a:xfrm>
              <a:off x="5506984" y="2307332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8" name="pt16638"/>
            <p:cNvSpPr/>
            <p:nvPr/>
          </p:nvSpPr>
          <p:spPr>
            <a:xfrm>
              <a:off x="6267834" y="2375126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9" name="pt16639"/>
            <p:cNvSpPr/>
            <p:nvPr/>
          </p:nvSpPr>
          <p:spPr>
            <a:xfrm>
              <a:off x="6009783" y="218920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0" name="pt16640"/>
            <p:cNvSpPr/>
            <p:nvPr/>
          </p:nvSpPr>
          <p:spPr>
            <a:xfrm>
              <a:off x="6140580" y="2378290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1" name="pt16641"/>
            <p:cNvSpPr/>
            <p:nvPr/>
          </p:nvSpPr>
          <p:spPr>
            <a:xfrm>
              <a:off x="6594404" y="2127020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2" name="pt16642"/>
            <p:cNvSpPr/>
            <p:nvPr/>
          </p:nvSpPr>
          <p:spPr>
            <a:xfrm>
              <a:off x="6348699" y="2185189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3" name="pt16643"/>
            <p:cNvSpPr/>
            <p:nvPr/>
          </p:nvSpPr>
          <p:spPr>
            <a:xfrm>
              <a:off x="6040594" y="2394256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4" name="pt16644"/>
            <p:cNvSpPr/>
            <p:nvPr/>
          </p:nvSpPr>
          <p:spPr>
            <a:xfrm>
              <a:off x="6920585" y="194992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5" name="pt16645"/>
            <p:cNvSpPr/>
            <p:nvPr/>
          </p:nvSpPr>
          <p:spPr>
            <a:xfrm>
              <a:off x="6706205" y="202837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6" name="pt16646"/>
            <p:cNvSpPr/>
            <p:nvPr/>
          </p:nvSpPr>
          <p:spPr>
            <a:xfrm>
              <a:off x="6351269" y="2239007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7" name="pt16647"/>
            <p:cNvSpPr/>
            <p:nvPr/>
          </p:nvSpPr>
          <p:spPr>
            <a:xfrm>
              <a:off x="6053686" y="2284921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8" name="pt16648"/>
            <p:cNvSpPr/>
            <p:nvPr/>
          </p:nvSpPr>
          <p:spPr>
            <a:xfrm>
              <a:off x="6285859" y="2240695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9" name="pt16649"/>
            <p:cNvSpPr/>
            <p:nvPr/>
          </p:nvSpPr>
          <p:spPr>
            <a:xfrm>
              <a:off x="6541290" y="2195939"/>
              <a:ext cx="16849" cy="16849"/>
            </a:xfrm>
            <a:prstGeom prst="ellipse">
              <a:avLst/>
            </a:prstGeom>
            <a:solidFill>
              <a:srgbClr val="32AC80">
                <a:alpha val="45098"/>
              </a:srgbClr>
            </a:solidFill>
            <a:ln w="7363" cap="rnd">
              <a:solidFill>
                <a:srgbClr val="32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0" name="pt16650"/>
            <p:cNvSpPr/>
            <p:nvPr/>
          </p:nvSpPr>
          <p:spPr>
            <a:xfrm>
              <a:off x="6400936" y="2034836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1" name="pt16651"/>
            <p:cNvSpPr/>
            <p:nvPr/>
          </p:nvSpPr>
          <p:spPr>
            <a:xfrm>
              <a:off x="6271808" y="2418596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2" name="pt16652"/>
            <p:cNvSpPr/>
            <p:nvPr/>
          </p:nvSpPr>
          <p:spPr>
            <a:xfrm>
              <a:off x="7150987" y="1432042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3" name="pt16653"/>
            <p:cNvSpPr/>
            <p:nvPr/>
          </p:nvSpPr>
          <p:spPr>
            <a:xfrm>
              <a:off x="6085670" y="243539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4" name="pt16654"/>
            <p:cNvSpPr/>
            <p:nvPr/>
          </p:nvSpPr>
          <p:spPr>
            <a:xfrm>
              <a:off x="5983383" y="225843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5" name="pt16655"/>
            <p:cNvSpPr/>
            <p:nvPr/>
          </p:nvSpPr>
          <p:spPr>
            <a:xfrm>
              <a:off x="6765103" y="219991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6" name="pt16656"/>
            <p:cNvSpPr/>
            <p:nvPr/>
          </p:nvSpPr>
          <p:spPr>
            <a:xfrm>
              <a:off x="6971819" y="1727640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7" name="pt16657"/>
            <p:cNvSpPr/>
            <p:nvPr/>
          </p:nvSpPr>
          <p:spPr>
            <a:xfrm>
              <a:off x="5943645" y="2024627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8" name="pt16658"/>
            <p:cNvSpPr/>
            <p:nvPr/>
          </p:nvSpPr>
          <p:spPr>
            <a:xfrm>
              <a:off x="5779435" y="2115442"/>
              <a:ext cx="16849" cy="16849"/>
            </a:xfrm>
            <a:prstGeom prst="ellipse">
              <a:avLst/>
            </a:prstGeom>
            <a:solidFill>
              <a:srgbClr val="66C364">
                <a:alpha val="45098"/>
              </a:srgbClr>
            </a:solidFill>
            <a:ln w="7363" cap="rnd">
              <a:solidFill>
                <a:srgbClr val="66C36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9" name="pt16659"/>
            <p:cNvSpPr/>
            <p:nvPr/>
          </p:nvSpPr>
          <p:spPr>
            <a:xfrm>
              <a:off x="5689666" y="2598947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0" name="pt16660"/>
            <p:cNvSpPr/>
            <p:nvPr/>
          </p:nvSpPr>
          <p:spPr>
            <a:xfrm>
              <a:off x="6854401" y="1919405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1" name="pt16661"/>
            <p:cNvSpPr/>
            <p:nvPr/>
          </p:nvSpPr>
          <p:spPr>
            <a:xfrm>
              <a:off x="6253033" y="231842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2" name="pt16662"/>
            <p:cNvSpPr/>
            <p:nvPr/>
          </p:nvSpPr>
          <p:spPr>
            <a:xfrm>
              <a:off x="5670308" y="2491863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3" name="pt16663"/>
            <p:cNvSpPr/>
            <p:nvPr/>
          </p:nvSpPr>
          <p:spPr>
            <a:xfrm>
              <a:off x="6612613" y="2125083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4" name="pt16664"/>
            <p:cNvSpPr/>
            <p:nvPr/>
          </p:nvSpPr>
          <p:spPr>
            <a:xfrm>
              <a:off x="6382009" y="2294684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5" name="pt16665"/>
            <p:cNvSpPr/>
            <p:nvPr/>
          </p:nvSpPr>
          <p:spPr>
            <a:xfrm>
              <a:off x="6028469" y="2231994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6" name="pt16666"/>
            <p:cNvSpPr/>
            <p:nvPr/>
          </p:nvSpPr>
          <p:spPr>
            <a:xfrm>
              <a:off x="6059325" y="2384960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7" name="pt16667"/>
            <p:cNvSpPr/>
            <p:nvPr/>
          </p:nvSpPr>
          <p:spPr>
            <a:xfrm>
              <a:off x="5976092" y="2435779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8" name="pt16668"/>
            <p:cNvSpPr/>
            <p:nvPr/>
          </p:nvSpPr>
          <p:spPr>
            <a:xfrm>
              <a:off x="5977539" y="2403549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9" name="pt16669"/>
            <p:cNvSpPr/>
            <p:nvPr/>
          </p:nvSpPr>
          <p:spPr>
            <a:xfrm>
              <a:off x="6192699" y="220566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0" name="pt16670"/>
            <p:cNvSpPr/>
            <p:nvPr/>
          </p:nvSpPr>
          <p:spPr>
            <a:xfrm>
              <a:off x="6181206" y="2319577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1" name="pt16671"/>
            <p:cNvSpPr/>
            <p:nvPr/>
          </p:nvSpPr>
          <p:spPr>
            <a:xfrm>
              <a:off x="6034795" y="2322041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2" name="pt16672"/>
            <p:cNvSpPr/>
            <p:nvPr/>
          </p:nvSpPr>
          <p:spPr>
            <a:xfrm>
              <a:off x="5851446" y="2070061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3" name="pt16673"/>
            <p:cNvSpPr/>
            <p:nvPr/>
          </p:nvSpPr>
          <p:spPr>
            <a:xfrm>
              <a:off x="5914395" y="199209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4" name="pt16674"/>
            <p:cNvSpPr/>
            <p:nvPr/>
          </p:nvSpPr>
          <p:spPr>
            <a:xfrm>
              <a:off x="5840132" y="2297012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5" name="pt16675"/>
            <p:cNvSpPr/>
            <p:nvPr/>
          </p:nvSpPr>
          <p:spPr>
            <a:xfrm>
              <a:off x="5350559" y="199141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6" name="pt16676"/>
            <p:cNvSpPr/>
            <p:nvPr/>
          </p:nvSpPr>
          <p:spPr>
            <a:xfrm>
              <a:off x="5724590" y="2336603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7" name="pt16677"/>
            <p:cNvSpPr/>
            <p:nvPr/>
          </p:nvSpPr>
          <p:spPr>
            <a:xfrm>
              <a:off x="6290035" y="2096727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8" name="pt16678"/>
            <p:cNvSpPr/>
            <p:nvPr/>
          </p:nvSpPr>
          <p:spPr>
            <a:xfrm>
              <a:off x="5606667" y="241965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9" name="pt16679"/>
            <p:cNvSpPr/>
            <p:nvPr/>
          </p:nvSpPr>
          <p:spPr>
            <a:xfrm>
              <a:off x="6514656" y="2251057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0" name="pt16680"/>
            <p:cNvSpPr/>
            <p:nvPr/>
          </p:nvSpPr>
          <p:spPr>
            <a:xfrm>
              <a:off x="6087715" y="2274727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1" name="pt16681"/>
            <p:cNvSpPr/>
            <p:nvPr/>
          </p:nvSpPr>
          <p:spPr>
            <a:xfrm>
              <a:off x="6223192" y="2314734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2" name="pt16682"/>
            <p:cNvSpPr/>
            <p:nvPr/>
          </p:nvSpPr>
          <p:spPr>
            <a:xfrm>
              <a:off x="6406742" y="219465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3" name="pt16683"/>
            <p:cNvSpPr/>
            <p:nvPr/>
          </p:nvSpPr>
          <p:spPr>
            <a:xfrm>
              <a:off x="6408060" y="2101508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4" name="pt16684"/>
            <p:cNvSpPr/>
            <p:nvPr/>
          </p:nvSpPr>
          <p:spPr>
            <a:xfrm>
              <a:off x="5136493" y="2356448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5" name="pt16685"/>
            <p:cNvSpPr/>
            <p:nvPr/>
          </p:nvSpPr>
          <p:spPr>
            <a:xfrm>
              <a:off x="6073913" y="2441301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6" name="pt16686"/>
            <p:cNvSpPr/>
            <p:nvPr/>
          </p:nvSpPr>
          <p:spPr>
            <a:xfrm>
              <a:off x="6304970" y="2171504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7" name="pt16687"/>
            <p:cNvSpPr/>
            <p:nvPr/>
          </p:nvSpPr>
          <p:spPr>
            <a:xfrm>
              <a:off x="5612731" y="2368566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8" name="pt16688"/>
            <p:cNvSpPr/>
            <p:nvPr/>
          </p:nvSpPr>
          <p:spPr>
            <a:xfrm>
              <a:off x="6599411" y="2187906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9" name="pt16689"/>
            <p:cNvSpPr/>
            <p:nvPr/>
          </p:nvSpPr>
          <p:spPr>
            <a:xfrm>
              <a:off x="6562004" y="2202911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0" name="pt16690"/>
            <p:cNvSpPr/>
            <p:nvPr/>
          </p:nvSpPr>
          <p:spPr>
            <a:xfrm>
              <a:off x="6667635" y="2024974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1" name="pt16691"/>
            <p:cNvSpPr/>
            <p:nvPr/>
          </p:nvSpPr>
          <p:spPr>
            <a:xfrm>
              <a:off x="6735348" y="2122675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2" name="pt16692"/>
            <p:cNvSpPr/>
            <p:nvPr/>
          </p:nvSpPr>
          <p:spPr>
            <a:xfrm>
              <a:off x="5913443" y="1870294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3" name="pt16693"/>
            <p:cNvSpPr/>
            <p:nvPr/>
          </p:nvSpPr>
          <p:spPr>
            <a:xfrm>
              <a:off x="6396679" y="2158869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4" name="pt16694"/>
            <p:cNvSpPr/>
            <p:nvPr/>
          </p:nvSpPr>
          <p:spPr>
            <a:xfrm>
              <a:off x="6893228" y="1864456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5" name="pt16695"/>
            <p:cNvSpPr/>
            <p:nvPr/>
          </p:nvSpPr>
          <p:spPr>
            <a:xfrm>
              <a:off x="5551920" y="2402357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6" name="pt16696"/>
            <p:cNvSpPr/>
            <p:nvPr/>
          </p:nvSpPr>
          <p:spPr>
            <a:xfrm>
              <a:off x="6157495" y="2279802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7" name="pt16697"/>
            <p:cNvSpPr/>
            <p:nvPr/>
          </p:nvSpPr>
          <p:spPr>
            <a:xfrm>
              <a:off x="5825980" y="2396655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8" name="pt16698"/>
            <p:cNvSpPr/>
            <p:nvPr/>
          </p:nvSpPr>
          <p:spPr>
            <a:xfrm>
              <a:off x="6053905" y="228073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9" name="pt16699"/>
            <p:cNvSpPr/>
            <p:nvPr/>
          </p:nvSpPr>
          <p:spPr>
            <a:xfrm>
              <a:off x="6072059" y="2274338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0" name="pt16700"/>
            <p:cNvSpPr/>
            <p:nvPr/>
          </p:nvSpPr>
          <p:spPr>
            <a:xfrm>
              <a:off x="6235903" y="2344568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1" name="pt16701"/>
            <p:cNvSpPr/>
            <p:nvPr/>
          </p:nvSpPr>
          <p:spPr>
            <a:xfrm>
              <a:off x="6693371" y="222910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2" name="pt16702"/>
            <p:cNvSpPr/>
            <p:nvPr/>
          </p:nvSpPr>
          <p:spPr>
            <a:xfrm>
              <a:off x="6591417" y="2148886"/>
              <a:ext cx="16849" cy="16849"/>
            </a:xfrm>
            <a:prstGeom prst="ellipse">
              <a:avLst/>
            </a:prstGeom>
            <a:solidFill>
              <a:srgbClr val="49B476">
                <a:alpha val="45098"/>
              </a:srgbClr>
            </a:solidFill>
            <a:ln w="7363" cap="rnd">
              <a:solidFill>
                <a:srgbClr val="49B4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3" name="pt16703"/>
            <p:cNvSpPr/>
            <p:nvPr/>
          </p:nvSpPr>
          <p:spPr>
            <a:xfrm>
              <a:off x="7074111" y="166983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4" name="pt16704"/>
            <p:cNvSpPr/>
            <p:nvPr/>
          </p:nvSpPr>
          <p:spPr>
            <a:xfrm>
              <a:off x="7180978" y="1576321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5" name="pt16705"/>
            <p:cNvSpPr/>
            <p:nvPr/>
          </p:nvSpPr>
          <p:spPr>
            <a:xfrm>
              <a:off x="5597515" y="2420178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6" name="pt16706"/>
            <p:cNvSpPr/>
            <p:nvPr/>
          </p:nvSpPr>
          <p:spPr>
            <a:xfrm>
              <a:off x="6822239" y="170306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7" name="pt16707"/>
            <p:cNvSpPr/>
            <p:nvPr/>
          </p:nvSpPr>
          <p:spPr>
            <a:xfrm>
              <a:off x="5161356" y="2147465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8" name="pt16708"/>
            <p:cNvSpPr/>
            <p:nvPr/>
          </p:nvSpPr>
          <p:spPr>
            <a:xfrm>
              <a:off x="6849094" y="1903315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9" name="pt16709"/>
            <p:cNvSpPr/>
            <p:nvPr/>
          </p:nvSpPr>
          <p:spPr>
            <a:xfrm>
              <a:off x="6012932" y="2423386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0" name="pt16710"/>
            <p:cNvSpPr/>
            <p:nvPr/>
          </p:nvSpPr>
          <p:spPr>
            <a:xfrm>
              <a:off x="5085428" y="2751300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1" name="pt16711"/>
            <p:cNvSpPr/>
            <p:nvPr/>
          </p:nvSpPr>
          <p:spPr>
            <a:xfrm>
              <a:off x="6128819" y="2253244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2" name="pt16712"/>
            <p:cNvSpPr/>
            <p:nvPr/>
          </p:nvSpPr>
          <p:spPr>
            <a:xfrm>
              <a:off x="5919947" y="2156416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3" name="pt16713"/>
            <p:cNvSpPr/>
            <p:nvPr/>
          </p:nvSpPr>
          <p:spPr>
            <a:xfrm>
              <a:off x="6443278" y="215958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4" name="pt16714"/>
            <p:cNvSpPr/>
            <p:nvPr/>
          </p:nvSpPr>
          <p:spPr>
            <a:xfrm>
              <a:off x="5929886" y="1977123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5" name="pt16715"/>
            <p:cNvSpPr/>
            <p:nvPr/>
          </p:nvSpPr>
          <p:spPr>
            <a:xfrm>
              <a:off x="5594431" y="2288515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6" name="pt16716"/>
            <p:cNvSpPr/>
            <p:nvPr/>
          </p:nvSpPr>
          <p:spPr>
            <a:xfrm>
              <a:off x="6031662" y="2369622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7" name="pt16717"/>
            <p:cNvSpPr/>
            <p:nvPr/>
          </p:nvSpPr>
          <p:spPr>
            <a:xfrm>
              <a:off x="6405304" y="2131989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8" name="pt16718"/>
            <p:cNvSpPr/>
            <p:nvPr/>
          </p:nvSpPr>
          <p:spPr>
            <a:xfrm>
              <a:off x="5589913" y="1985541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9" name="pt16719"/>
            <p:cNvSpPr/>
            <p:nvPr/>
          </p:nvSpPr>
          <p:spPr>
            <a:xfrm>
              <a:off x="5533440" y="1796532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0" name="pt16720"/>
            <p:cNvSpPr/>
            <p:nvPr/>
          </p:nvSpPr>
          <p:spPr>
            <a:xfrm>
              <a:off x="6016680" y="2438200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1" name="pt16721"/>
            <p:cNvSpPr/>
            <p:nvPr/>
          </p:nvSpPr>
          <p:spPr>
            <a:xfrm>
              <a:off x="6192686" y="2271968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2" name="pt16722"/>
            <p:cNvSpPr/>
            <p:nvPr/>
          </p:nvSpPr>
          <p:spPr>
            <a:xfrm>
              <a:off x="6263679" y="2458208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3" name="pt16723"/>
            <p:cNvSpPr/>
            <p:nvPr/>
          </p:nvSpPr>
          <p:spPr>
            <a:xfrm>
              <a:off x="5679851" y="2306337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4" name="pt16724"/>
            <p:cNvSpPr/>
            <p:nvPr/>
          </p:nvSpPr>
          <p:spPr>
            <a:xfrm>
              <a:off x="5229922" y="2648511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5" name="pt16725"/>
            <p:cNvSpPr/>
            <p:nvPr/>
          </p:nvSpPr>
          <p:spPr>
            <a:xfrm>
              <a:off x="6680422" y="2072947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6" name="pt16726"/>
            <p:cNvSpPr/>
            <p:nvPr/>
          </p:nvSpPr>
          <p:spPr>
            <a:xfrm>
              <a:off x="6590101" y="224681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7" name="pt16727"/>
            <p:cNvSpPr/>
            <p:nvPr/>
          </p:nvSpPr>
          <p:spPr>
            <a:xfrm>
              <a:off x="6709301" y="2012340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8" name="pt16728"/>
            <p:cNvSpPr/>
            <p:nvPr/>
          </p:nvSpPr>
          <p:spPr>
            <a:xfrm>
              <a:off x="5479270" y="2425442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9" name="pt16729"/>
            <p:cNvSpPr/>
            <p:nvPr/>
          </p:nvSpPr>
          <p:spPr>
            <a:xfrm>
              <a:off x="5894632" y="2166906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0" name="pt16730"/>
            <p:cNvSpPr/>
            <p:nvPr/>
          </p:nvSpPr>
          <p:spPr>
            <a:xfrm>
              <a:off x="5448199" y="238650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1" name="pt16731"/>
            <p:cNvSpPr/>
            <p:nvPr/>
          </p:nvSpPr>
          <p:spPr>
            <a:xfrm>
              <a:off x="6741187" y="2259810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2" name="pt16732"/>
            <p:cNvSpPr/>
            <p:nvPr/>
          </p:nvSpPr>
          <p:spPr>
            <a:xfrm>
              <a:off x="6298120" y="2027400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3" name="pt16733"/>
            <p:cNvSpPr/>
            <p:nvPr/>
          </p:nvSpPr>
          <p:spPr>
            <a:xfrm>
              <a:off x="6079591" y="243406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4" name="pt16734"/>
            <p:cNvSpPr/>
            <p:nvPr/>
          </p:nvSpPr>
          <p:spPr>
            <a:xfrm>
              <a:off x="6177848" y="2263163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5" name="pt16735"/>
            <p:cNvSpPr/>
            <p:nvPr/>
          </p:nvSpPr>
          <p:spPr>
            <a:xfrm>
              <a:off x="6516868" y="2418127"/>
              <a:ext cx="16849" cy="16849"/>
            </a:xfrm>
            <a:prstGeom prst="ellipse">
              <a:avLst/>
            </a:prstGeom>
            <a:solidFill>
              <a:srgbClr val="C0DD40">
                <a:alpha val="45098"/>
              </a:srgbClr>
            </a:solidFill>
            <a:ln w="7363" cap="rnd">
              <a:solidFill>
                <a:srgbClr val="C0DD4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6" name="pt16736"/>
            <p:cNvSpPr/>
            <p:nvPr/>
          </p:nvSpPr>
          <p:spPr>
            <a:xfrm>
              <a:off x="6494615" y="2176070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7" name="pt16737"/>
            <p:cNvSpPr/>
            <p:nvPr/>
          </p:nvSpPr>
          <p:spPr>
            <a:xfrm>
              <a:off x="6461599" y="2096112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8" name="pt16738"/>
            <p:cNvSpPr/>
            <p:nvPr/>
          </p:nvSpPr>
          <p:spPr>
            <a:xfrm>
              <a:off x="6034210" y="2200079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9" name="pt16739"/>
            <p:cNvSpPr/>
            <p:nvPr/>
          </p:nvSpPr>
          <p:spPr>
            <a:xfrm>
              <a:off x="5757196" y="2229831"/>
              <a:ext cx="16849" cy="16849"/>
            </a:xfrm>
            <a:prstGeom prst="ellipse">
              <a:avLst/>
            </a:prstGeom>
            <a:solidFill>
              <a:srgbClr val="6AC661">
                <a:alpha val="45098"/>
              </a:srgbClr>
            </a:solidFill>
            <a:ln w="7363" cap="rnd">
              <a:solidFill>
                <a:srgbClr val="6AC66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0" name="pt16740"/>
            <p:cNvSpPr/>
            <p:nvPr/>
          </p:nvSpPr>
          <p:spPr>
            <a:xfrm>
              <a:off x="6387654" y="2254720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1" name="pt16741"/>
            <p:cNvSpPr/>
            <p:nvPr/>
          </p:nvSpPr>
          <p:spPr>
            <a:xfrm>
              <a:off x="5770116" y="2057569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2" name="pt16742"/>
            <p:cNvSpPr/>
            <p:nvPr/>
          </p:nvSpPr>
          <p:spPr>
            <a:xfrm>
              <a:off x="6266672" y="2461210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3" name="pt16743"/>
            <p:cNvSpPr/>
            <p:nvPr/>
          </p:nvSpPr>
          <p:spPr>
            <a:xfrm>
              <a:off x="6643077" y="2086597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4" name="pt16744"/>
            <p:cNvSpPr/>
            <p:nvPr/>
          </p:nvSpPr>
          <p:spPr>
            <a:xfrm>
              <a:off x="5415784" y="226772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5" name="pt16745"/>
            <p:cNvSpPr/>
            <p:nvPr/>
          </p:nvSpPr>
          <p:spPr>
            <a:xfrm>
              <a:off x="6545505" y="2152187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6" name="pt16746"/>
            <p:cNvSpPr/>
            <p:nvPr/>
          </p:nvSpPr>
          <p:spPr>
            <a:xfrm>
              <a:off x="5814286" y="2216243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7" name="pt16747"/>
            <p:cNvSpPr/>
            <p:nvPr/>
          </p:nvSpPr>
          <p:spPr>
            <a:xfrm>
              <a:off x="5116718" y="2507532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8" name="pt16748"/>
            <p:cNvSpPr/>
            <p:nvPr/>
          </p:nvSpPr>
          <p:spPr>
            <a:xfrm>
              <a:off x="6301899" y="2032395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9" name="pt16749"/>
            <p:cNvSpPr/>
            <p:nvPr/>
          </p:nvSpPr>
          <p:spPr>
            <a:xfrm>
              <a:off x="6506392" y="2060920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0" name="pt16750"/>
            <p:cNvSpPr/>
            <p:nvPr/>
          </p:nvSpPr>
          <p:spPr>
            <a:xfrm>
              <a:off x="6744902" y="2252506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1" name="pt16751"/>
            <p:cNvSpPr/>
            <p:nvPr/>
          </p:nvSpPr>
          <p:spPr>
            <a:xfrm>
              <a:off x="6416021" y="2217184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2" name="pt16752"/>
            <p:cNvSpPr/>
            <p:nvPr/>
          </p:nvSpPr>
          <p:spPr>
            <a:xfrm>
              <a:off x="6037266" y="2364506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3" name="pt16753"/>
            <p:cNvSpPr/>
            <p:nvPr/>
          </p:nvSpPr>
          <p:spPr>
            <a:xfrm>
              <a:off x="6371809" y="230895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4" name="pt16754"/>
            <p:cNvSpPr/>
            <p:nvPr/>
          </p:nvSpPr>
          <p:spPr>
            <a:xfrm>
              <a:off x="6018961" y="2221563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5" name="pt16755"/>
            <p:cNvSpPr/>
            <p:nvPr/>
          </p:nvSpPr>
          <p:spPr>
            <a:xfrm>
              <a:off x="6353993" y="2167988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6" name="pt16756"/>
            <p:cNvSpPr/>
            <p:nvPr/>
          </p:nvSpPr>
          <p:spPr>
            <a:xfrm>
              <a:off x="6791422" y="1867192"/>
              <a:ext cx="16849" cy="16849"/>
            </a:xfrm>
            <a:prstGeom prst="ellipse">
              <a:avLst/>
            </a:prstGeom>
            <a:solidFill>
              <a:srgbClr val="81D250">
                <a:alpha val="45098"/>
              </a:srgbClr>
            </a:solidFill>
            <a:ln w="7363" cap="rnd">
              <a:solidFill>
                <a:srgbClr val="81D25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7" name="pt16757"/>
            <p:cNvSpPr/>
            <p:nvPr/>
          </p:nvSpPr>
          <p:spPr>
            <a:xfrm>
              <a:off x="6070577" y="2400075"/>
              <a:ext cx="16849" cy="16849"/>
            </a:xfrm>
            <a:prstGeom prst="ellipse">
              <a:avLst/>
            </a:prstGeom>
            <a:solidFill>
              <a:srgbClr val="33AC80">
                <a:alpha val="45098"/>
              </a:srgbClr>
            </a:solidFill>
            <a:ln w="7363" cap="rnd">
              <a:solidFill>
                <a:srgbClr val="33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8" name="pt16758"/>
            <p:cNvSpPr/>
            <p:nvPr/>
          </p:nvSpPr>
          <p:spPr>
            <a:xfrm>
              <a:off x="5602073" y="2515229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9" name="pt16759"/>
            <p:cNvSpPr/>
            <p:nvPr/>
          </p:nvSpPr>
          <p:spPr>
            <a:xfrm>
              <a:off x="6507038" y="2029147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0" name="pt16760"/>
            <p:cNvSpPr/>
            <p:nvPr/>
          </p:nvSpPr>
          <p:spPr>
            <a:xfrm>
              <a:off x="5270601" y="1458693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1" name="pt16761"/>
            <p:cNvSpPr/>
            <p:nvPr/>
          </p:nvSpPr>
          <p:spPr>
            <a:xfrm>
              <a:off x="5874029" y="2173874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2" name="pt16762"/>
            <p:cNvSpPr/>
            <p:nvPr/>
          </p:nvSpPr>
          <p:spPr>
            <a:xfrm>
              <a:off x="5334450" y="2051629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3" name="pt16763"/>
            <p:cNvSpPr/>
            <p:nvPr/>
          </p:nvSpPr>
          <p:spPr>
            <a:xfrm>
              <a:off x="6248752" y="2315355"/>
              <a:ext cx="16849" cy="16849"/>
            </a:xfrm>
            <a:prstGeom prst="ellipse">
              <a:avLst/>
            </a:prstGeom>
            <a:solidFill>
              <a:srgbClr val="4FB773">
                <a:alpha val="45098"/>
              </a:srgbClr>
            </a:solidFill>
            <a:ln w="7363" cap="rnd">
              <a:solidFill>
                <a:srgbClr val="4FB7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4" name="pt16764"/>
            <p:cNvSpPr/>
            <p:nvPr/>
          </p:nvSpPr>
          <p:spPr>
            <a:xfrm>
              <a:off x="6235443" y="228737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5" name="pt16765"/>
            <p:cNvSpPr/>
            <p:nvPr/>
          </p:nvSpPr>
          <p:spPr>
            <a:xfrm>
              <a:off x="5225759" y="263455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6" name="pt16766"/>
            <p:cNvSpPr/>
            <p:nvPr/>
          </p:nvSpPr>
          <p:spPr>
            <a:xfrm>
              <a:off x="5967671" y="219959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7" name="pt16767"/>
            <p:cNvSpPr/>
            <p:nvPr/>
          </p:nvSpPr>
          <p:spPr>
            <a:xfrm>
              <a:off x="6724426" y="2028430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8" name="pt16768"/>
            <p:cNvSpPr/>
            <p:nvPr/>
          </p:nvSpPr>
          <p:spPr>
            <a:xfrm>
              <a:off x="6346309" y="2189045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9" name="pt16769"/>
            <p:cNvSpPr/>
            <p:nvPr/>
          </p:nvSpPr>
          <p:spPr>
            <a:xfrm>
              <a:off x="5955207" y="2203195"/>
              <a:ext cx="16849" cy="16849"/>
            </a:xfrm>
            <a:prstGeom prst="ellipse">
              <a:avLst/>
            </a:prstGeom>
            <a:solidFill>
              <a:srgbClr val="24A485">
                <a:alpha val="45098"/>
              </a:srgbClr>
            </a:solidFill>
            <a:ln w="7363" cap="rnd">
              <a:solidFill>
                <a:srgbClr val="24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0" name="pt16770"/>
            <p:cNvSpPr/>
            <p:nvPr/>
          </p:nvSpPr>
          <p:spPr>
            <a:xfrm>
              <a:off x="5664898" y="2363551"/>
              <a:ext cx="16849" cy="16849"/>
            </a:xfrm>
            <a:prstGeom prst="ellipse">
              <a:avLst/>
            </a:prstGeom>
            <a:solidFill>
              <a:srgbClr val="C5DE3E">
                <a:alpha val="45098"/>
              </a:srgbClr>
            </a:solidFill>
            <a:ln w="7363" cap="rnd">
              <a:solidFill>
                <a:srgbClr val="C5DE3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1" name="pt16771"/>
            <p:cNvSpPr/>
            <p:nvPr/>
          </p:nvSpPr>
          <p:spPr>
            <a:xfrm>
              <a:off x="6206260" y="228183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2" name="pt16772"/>
            <p:cNvSpPr/>
            <p:nvPr/>
          </p:nvSpPr>
          <p:spPr>
            <a:xfrm>
              <a:off x="5537143" y="1966904"/>
              <a:ext cx="16849" cy="16849"/>
            </a:xfrm>
            <a:prstGeom prst="ellipse">
              <a:avLst/>
            </a:prstGeom>
            <a:solidFill>
              <a:srgbClr val="BBDC41">
                <a:alpha val="45098"/>
              </a:srgbClr>
            </a:solidFill>
            <a:ln w="7363" cap="rnd">
              <a:solidFill>
                <a:srgbClr val="BBDC4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3" name="pt16773"/>
            <p:cNvSpPr/>
            <p:nvPr/>
          </p:nvSpPr>
          <p:spPr>
            <a:xfrm>
              <a:off x="5838589" y="2376680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4" name="pt16774"/>
            <p:cNvSpPr/>
            <p:nvPr/>
          </p:nvSpPr>
          <p:spPr>
            <a:xfrm>
              <a:off x="6236266" y="2155393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5" name="pt16775"/>
            <p:cNvSpPr/>
            <p:nvPr/>
          </p:nvSpPr>
          <p:spPr>
            <a:xfrm>
              <a:off x="6682786" y="2050673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6" name="pt16776"/>
            <p:cNvSpPr/>
            <p:nvPr/>
          </p:nvSpPr>
          <p:spPr>
            <a:xfrm>
              <a:off x="6445154" y="1929917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7" name="pt16777"/>
            <p:cNvSpPr/>
            <p:nvPr/>
          </p:nvSpPr>
          <p:spPr>
            <a:xfrm>
              <a:off x="6250668" y="227429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8" name="pt16778"/>
            <p:cNvSpPr/>
            <p:nvPr/>
          </p:nvSpPr>
          <p:spPr>
            <a:xfrm>
              <a:off x="6590695" y="2251135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9" name="pt16779"/>
            <p:cNvSpPr/>
            <p:nvPr/>
          </p:nvSpPr>
          <p:spPr>
            <a:xfrm>
              <a:off x="5353209" y="2349499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0" name="pt16780"/>
            <p:cNvSpPr/>
            <p:nvPr/>
          </p:nvSpPr>
          <p:spPr>
            <a:xfrm>
              <a:off x="6080109" y="2402606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1" name="pt16781"/>
            <p:cNvSpPr/>
            <p:nvPr/>
          </p:nvSpPr>
          <p:spPr>
            <a:xfrm>
              <a:off x="5778559" y="2098595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2" name="pt16782"/>
            <p:cNvSpPr/>
            <p:nvPr/>
          </p:nvSpPr>
          <p:spPr>
            <a:xfrm>
              <a:off x="6290198" y="2124800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3" name="pt16783"/>
            <p:cNvSpPr/>
            <p:nvPr/>
          </p:nvSpPr>
          <p:spPr>
            <a:xfrm>
              <a:off x="6352824" y="2207017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4" name="pt16784"/>
            <p:cNvSpPr/>
            <p:nvPr/>
          </p:nvSpPr>
          <p:spPr>
            <a:xfrm>
              <a:off x="6233054" y="229166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5" name="pt16785"/>
            <p:cNvSpPr/>
            <p:nvPr/>
          </p:nvSpPr>
          <p:spPr>
            <a:xfrm>
              <a:off x="6283968" y="2178390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6" name="pt16786"/>
            <p:cNvSpPr/>
            <p:nvPr/>
          </p:nvSpPr>
          <p:spPr>
            <a:xfrm>
              <a:off x="5840106" y="2389882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7" name="pt16787"/>
            <p:cNvSpPr/>
            <p:nvPr/>
          </p:nvSpPr>
          <p:spPr>
            <a:xfrm>
              <a:off x="5869583" y="205455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8" name="pt16788"/>
            <p:cNvSpPr/>
            <p:nvPr/>
          </p:nvSpPr>
          <p:spPr>
            <a:xfrm>
              <a:off x="6472274" y="2090367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9" name="pt16789"/>
            <p:cNvSpPr/>
            <p:nvPr/>
          </p:nvSpPr>
          <p:spPr>
            <a:xfrm>
              <a:off x="6351928" y="2295958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0" name="pt16790"/>
            <p:cNvSpPr/>
            <p:nvPr/>
          </p:nvSpPr>
          <p:spPr>
            <a:xfrm>
              <a:off x="5577393" y="2474109"/>
              <a:ext cx="16849" cy="16849"/>
            </a:xfrm>
            <a:prstGeom prst="ellipse">
              <a:avLst/>
            </a:prstGeom>
            <a:solidFill>
              <a:srgbClr val="33AC80">
                <a:alpha val="45098"/>
              </a:srgbClr>
            </a:solidFill>
            <a:ln w="7363" cap="rnd">
              <a:solidFill>
                <a:srgbClr val="33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1" name="pt16791"/>
            <p:cNvSpPr/>
            <p:nvPr/>
          </p:nvSpPr>
          <p:spPr>
            <a:xfrm>
              <a:off x="5825703" y="2510290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2" name="pt16792"/>
            <p:cNvSpPr/>
            <p:nvPr/>
          </p:nvSpPr>
          <p:spPr>
            <a:xfrm>
              <a:off x="6186858" y="2225497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3" name="pt16793"/>
            <p:cNvSpPr/>
            <p:nvPr/>
          </p:nvSpPr>
          <p:spPr>
            <a:xfrm>
              <a:off x="6013789" y="237705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4" name="pt16794"/>
            <p:cNvSpPr/>
            <p:nvPr/>
          </p:nvSpPr>
          <p:spPr>
            <a:xfrm>
              <a:off x="6214746" y="2410567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5" name="pt16795"/>
            <p:cNvSpPr/>
            <p:nvPr/>
          </p:nvSpPr>
          <p:spPr>
            <a:xfrm>
              <a:off x="6154129" y="2271746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6" name="pt16796"/>
            <p:cNvSpPr/>
            <p:nvPr/>
          </p:nvSpPr>
          <p:spPr>
            <a:xfrm>
              <a:off x="6533477" y="2213930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7" name="pt16797"/>
            <p:cNvSpPr/>
            <p:nvPr/>
          </p:nvSpPr>
          <p:spPr>
            <a:xfrm>
              <a:off x="6445411" y="2172828"/>
              <a:ext cx="16849" cy="16849"/>
            </a:xfrm>
            <a:prstGeom prst="ellipse">
              <a:avLst/>
            </a:prstGeom>
            <a:solidFill>
              <a:srgbClr val="A5D847">
                <a:alpha val="45098"/>
              </a:srgbClr>
            </a:solidFill>
            <a:ln w="7363" cap="rnd">
              <a:solidFill>
                <a:srgbClr val="A5D84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8" name="pt16798"/>
            <p:cNvSpPr/>
            <p:nvPr/>
          </p:nvSpPr>
          <p:spPr>
            <a:xfrm>
              <a:off x="6157693" y="2052239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9" name="pt16799"/>
            <p:cNvSpPr/>
            <p:nvPr/>
          </p:nvSpPr>
          <p:spPr>
            <a:xfrm>
              <a:off x="4893856" y="2885028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0" name="pt16800"/>
            <p:cNvSpPr/>
            <p:nvPr/>
          </p:nvSpPr>
          <p:spPr>
            <a:xfrm>
              <a:off x="6433603" y="2017686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1" name="pt16801"/>
            <p:cNvSpPr/>
            <p:nvPr/>
          </p:nvSpPr>
          <p:spPr>
            <a:xfrm>
              <a:off x="6333254" y="2198946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2" name="pt16802"/>
            <p:cNvSpPr/>
            <p:nvPr/>
          </p:nvSpPr>
          <p:spPr>
            <a:xfrm>
              <a:off x="6505618" y="2121993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3" name="pt16803"/>
            <p:cNvSpPr/>
            <p:nvPr/>
          </p:nvSpPr>
          <p:spPr>
            <a:xfrm>
              <a:off x="5854727" y="2210157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4" name="pt16804"/>
            <p:cNvSpPr/>
            <p:nvPr/>
          </p:nvSpPr>
          <p:spPr>
            <a:xfrm>
              <a:off x="6670428" y="203598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5" name="pt16805"/>
            <p:cNvSpPr/>
            <p:nvPr/>
          </p:nvSpPr>
          <p:spPr>
            <a:xfrm>
              <a:off x="6172942" y="2275068"/>
              <a:ext cx="16849" cy="16849"/>
            </a:xfrm>
            <a:prstGeom prst="ellipse">
              <a:avLst/>
            </a:prstGeom>
            <a:solidFill>
              <a:srgbClr val="55BA70">
                <a:alpha val="45098"/>
              </a:srgbClr>
            </a:solidFill>
            <a:ln w="7363" cap="rnd">
              <a:solidFill>
                <a:srgbClr val="55BA7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6" name="pt16806"/>
            <p:cNvSpPr/>
            <p:nvPr/>
          </p:nvSpPr>
          <p:spPr>
            <a:xfrm>
              <a:off x="6902438" y="180413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7" name="pt16807"/>
            <p:cNvSpPr/>
            <p:nvPr/>
          </p:nvSpPr>
          <p:spPr>
            <a:xfrm>
              <a:off x="6773642" y="186008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8" name="pt16808"/>
            <p:cNvSpPr/>
            <p:nvPr/>
          </p:nvSpPr>
          <p:spPr>
            <a:xfrm>
              <a:off x="6182443" y="226323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9" name="pt16809"/>
            <p:cNvSpPr/>
            <p:nvPr/>
          </p:nvSpPr>
          <p:spPr>
            <a:xfrm>
              <a:off x="5622292" y="2271591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0" name="pt16810"/>
            <p:cNvSpPr/>
            <p:nvPr/>
          </p:nvSpPr>
          <p:spPr>
            <a:xfrm>
              <a:off x="6570349" y="2108516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1" name="pt16811"/>
            <p:cNvSpPr/>
            <p:nvPr/>
          </p:nvSpPr>
          <p:spPr>
            <a:xfrm>
              <a:off x="5459890" y="2496201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2" name="pt16812"/>
            <p:cNvSpPr/>
            <p:nvPr/>
          </p:nvSpPr>
          <p:spPr>
            <a:xfrm>
              <a:off x="5463054" y="2511448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3" name="pt16813"/>
            <p:cNvSpPr/>
            <p:nvPr/>
          </p:nvSpPr>
          <p:spPr>
            <a:xfrm>
              <a:off x="6481497" y="1986669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4" name="pt16814"/>
            <p:cNvSpPr/>
            <p:nvPr/>
          </p:nvSpPr>
          <p:spPr>
            <a:xfrm>
              <a:off x="5820157" y="2500587"/>
              <a:ext cx="16849" cy="16849"/>
            </a:xfrm>
            <a:prstGeom prst="ellipse">
              <a:avLst/>
            </a:prstGeom>
            <a:solidFill>
              <a:srgbClr val="299987">
                <a:alpha val="45098"/>
              </a:srgbClr>
            </a:solidFill>
            <a:ln w="7363" cap="rnd">
              <a:solidFill>
                <a:srgbClr val="2999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5" name="pt16815"/>
            <p:cNvSpPr/>
            <p:nvPr/>
          </p:nvSpPr>
          <p:spPr>
            <a:xfrm>
              <a:off x="6140811" y="2292519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6" name="pt16816"/>
            <p:cNvSpPr/>
            <p:nvPr/>
          </p:nvSpPr>
          <p:spPr>
            <a:xfrm>
              <a:off x="6686742" y="217995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7" name="pt16817"/>
            <p:cNvSpPr/>
            <p:nvPr/>
          </p:nvSpPr>
          <p:spPr>
            <a:xfrm>
              <a:off x="6217500" y="226508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8" name="pt16818"/>
            <p:cNvSpPr/>
            <p:nvPr/>
          </p:nvSpPr>
          <p:spPr>
            <a:xfrm>
              <a:off x="5775525" y="2197554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9" name="pt16819"/>
            <p:cNvSpPr/>
            <p:nvPr/>
          </p:nvSpPr>
          <p:spPr>
            <a:xfrm>
              <a:off x="5345586" y="1884673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0" name="pt16820"/>
            <p:cNvSpPr/>
            <p:nvPr/>
          </p:nvSpPr>
          <p:spPr>
            <a:xfrm>
              <a:off x="5385360" y="2488725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1" name="pt16821"/>
            <p:cNvSpPr/>
            <p:nvPr/>
          </p:nvSpPr>
          <p:spPr>
            <a:xfrm>
              <a:off x="6738371" y="1981828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2" name="pt16822"/>
            <p:cNvSpPr/>
            <p:nvPr/>
          </p:nvSpPr>
          <p:spPr>
            <a:xfrm>
              <a:off x="6561679" y="233826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3" name="pt16823"/>
            <p:cNvSpPr/>
            <p:nvPr/>
          </p:nvSpPr>
          <p:spPr>
            <a:xfrm>
              <a:off x="5869501" y="2050834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4" name="pt16824"/>
            <p:cNvSpPr/>
            <p:nvPr/>
          </p:nvSpPr>
          <p:spPr>
            <a:xfrm>
              <a:off x="4785250" y="2618123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5" name="pt16825"/>
            <p:cNvSpPr/>
            <p:nvPr/>
          </p:nvSpPr>
          <p:spPr>
            <a:xfrm>
              <a:off x="6457778" y="2021326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6" name="pt16826"/>
            <p:cNvSpPr/>
            <p:nvPr/>
          </p:nvSpPr>
          <p:spPr>
            <a:xfrm>
              <a:off x="6185076" y="2205366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7" name="pt16827"/>
            <p:cNvSpPr/>
            <p:nvPr/>
          </p:nvSpPr>
          <p:spPr>
            <a:xfrm>
              <a:off x="6086641" y="236721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8" name="pt16828"/>
            <p:cNvSpPr/>
            <p:nvPr/>
          </p:nvSpPr>
          <p:spPr>
            <a:xfrm>
              <a:off x="6477424" y="212799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9" name="pt16829"/>
            <p:cNvSpPr/>
            <p:nvPr/>
          </p:nvSpPr>
          <p:spPr>
            <a:xfrm>
              <a:off x="6309609" y="2138444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0" name="pt16830"/>
            <p:cNvSpPr/>
            <p:nvPr/>
          </p:nvSpPr>
          <p:spPr>
            <a:xfrm>
              <a:off x="6457877" y="1944005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1" name="pt16831"/>
            <p:cNvSpPr/>
            <p:nvPr/>
          </p:nvSpPr>
          <p:spPr>
            <a:xfrm>
              <a:off x="7067938" y="1612663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2" name="pt16832"/>
            <p:cNvSpPr/>
            <p:nvPr/>
          </p:nvSpPr>
          <p:spPr>
            <a:xfrm>
              <a:off x="5970732" y="2517256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3" name="pt16833"/>
            <p:cNvSpPr/>
            <p:nvPr/>
          </p:nvSpPr>
          <p:spPr>
            <a:xfrm>
              <a:off x="6262819" y="2317092"/>
              <a:ext cx="16849" cy="16849"/>
            </a:xfrm>
            <a:prstGeom prst="ellipse">
              <a:avLst/>
            </a:prstGeom>
            <a:solidFill>
              <a:srgbClr val="62C167">
                <a:alpha val="45098"/>
              </a:srgbClr>
            </a:solidFill>
            <a:ln w="7363" cap="rnd">
              <a:solidFill>
                <a:srgbClr val="62C16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4" name="pt16834"/>
            <p:cNvSpPr/>
            <p:nvPr/>
          </p:nvSpPr>
          <p:spPr>
            <a:xfrm>
              <a:off x="5516400" y="2438157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5" name="pt16835"/>
            <p:cNvSpPr/>
            <p:nvPr/>
          </p:nvSpPr>
          <p:spPr>
            <a:xfrm>
              <a:off x="7021892" y="1964329"/>
              <a:ext cx="16849" cy="16849"/>
            </a:xfrm>
            <a:prstGeom prst="ellipse">
              <a:avLst/>
            </a:prstGeom>
            <a:solidFill>
              <a:srgbClr val="6EC95D">
                <a:alpha val="45098"/>
              </a:srgbClr>
            </a:solidFill>
            <a:ln w="7363" cap="rnd">
              <a:solidFill>
                <a:srgbClr val="6E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6" name="pt16836"/>
            <p:cNvSpPr/>
            <p:nvPr/>
          </p:nvSpPr>
          <p:spPr>
            <a:xfrm>
              <a:off x="6248546" y="222311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7" name="pt16837"/>
            <p:cNvSpPr/>
            <p:nvPr/>
          </p:nvSpPr>
          <p:spPr>
            <a:xfrm>
              <a:off x="5868799" y="2171995"/>
              <a:ext cx="16849" cy="16849"/>
            </a:xfrm>
            <a:prstGeom prst="ellipse">
              <a:avLst/>
            </a:prstGeom>
            <a:solidFill>
              <a:srgbClr val="86D34F">
                <a:alpha val="45098"/>
              </a:srgbClr>
            </a:solidFill>
            <a:ln w="7363" cap="rnd">
              <a:solidFill>
                <a:srgbClr val="86D34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8" name="pt16838"/>
            <p:cNvSpPr/>
            <p:nvPr/>
          </p:nvSpPr>
          <p:spPr>
            <a:xfrm>
              <a:off x="5640480" y="2452184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9" name="pt16839"/>
            <p:cNvSpPr/>
            <p:nvPr/>
          </p:nvSpPr>
          <p:spPr>
            <a:xfrm>
              <a:off x="6025295" y="202471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0" name="pt16840"/>
            <p:cNvSpPr/>
            <p:nvPr/>
          </p:nvSpPr>
          <p:spPr>
            <a:xfrm>
              <a:off x="6252989" y="2305287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1" name="pt16841"/>
            <p:cNvSpPr/>
            <p:nvPr/>
          </p:nvSpPr>
          <p:spPr>
            <a:xfrm>
              <a:off x="5757667" y="2044741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2" name="pt16842"/>
            <p:cNvSpPr/>
            <p:nvPr/>
          </p:nvSpPr>
          <p:spPr>
            <a:xfrm>
              <a:off x="6019805" y="204131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3" name="pt16843"/>
            <p:cNvSpPr/>
            <p:nvPr/>
          </p:nvSpPr>
          <p:spPr>
            <a:xfrm>
              <a:off x="6705472" y="2037610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4" name="pt16844"/>
            <p:cNvSpPr/>
            <p:nvPr/>
          </p:nvSpPr>
          <p:spPr>
            <a:xfrm>
              <a:off x="5544070" y="2113042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5" name="pt16845"/>
            <p:cNvSpPr/>
            <p:nvPr/>
          </p:nvSpPr>
          <p:spPr>
            <a:xfrm>
              <a:off x="6364568" y="2235427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6" name="pt16846"/>
            <p:cNvSpPr/>
            <p:nvPr/>
          </p:nvSpPr>
          <p:spPr>
            <a:xfrm>
              <a:off x="6056823" y="2408526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7" name="pt16847"/>
            <p:cNvSpPr/>
            <p:nvPr/>
          </p:nvSpPr>
          <p:spPr>
            <a:xfrm>
              <a:off x="6626644" y="2106318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8" name="pt16848"/>
            <p:cNvSpPr/>
            <p:nvPr/>
          </p:nvSpPr>
          <p:spPr>
            <a:xfrm>
              <a:off x="6176881" y="2246039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9" name="pt16849"/>
            <p:cNvSpPr/>
            <p:nvPr/>
          </p:nvSpPr>
          <p:spPr>
            <a:xfrm>
              <a:off x="5713695" y="2544920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0" name="pt16850"/>
            <p:cNvSpPr/>
            <p:nvPr/>
          </p:nvSpPr>
          <p:spPr>
            <a:xfrm>
              <a:off x="6624771" y="2173691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1" name="pt16851"/>
            <p:cNvSpPr/>
            <p:nvPr/>
          </p:nvSpPr>
          <p:spPr>
            <a:xfrm>
              <a:off x="6496889" y="2097076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2" name="pt16852"/>
            <p:cNvSpPr/>
            <p:nvPr/>
          </p:nvSpPr>
          <p:spPr>
            <a:xfrm>
              <a:off x="6222068" y="2336233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3" name="pt16853"/>
            <p:cNvSpPr/>
            <p:nvPr/>
          </p:nvSpPr>
          <p:spPr>
            <a:xfrm>
              <a:off x="5639554" y="241500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4" name="pt16854"/>
            <p:cNvSpPr/>
            <p:nvPr/>
          </p:nvSpPr>
          <p:spPr>
            <a:xfrm>
              <a:off x="6179538" y="2380288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5" name="pt16855"/>
            <p:cNvSpPr/>
            <p:nvPr/>
          </p:nvSpPr>
          <p:spPr>
            <a:xfrm>
              <a:off x="6182290" y="2326094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6" name="pt16856"/>
            <p:cNvSpPr/>
            <p:nvPr/>
          </p:nvSpPr>
          <p:spPr>
            <a:xfrm>
              <a:off x="6222213" y="2352586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7" name="pt16857"/>
            <p:cNvSpPr/>
            <p:nvPr/>
          </p:nvSpPr>
          <p:spPr>
            <a:xfrm>
              <a:off x="5500005" y="2565610"/>
              <a:ext cx="16849" cy="16849"/>
            </a:xfrm>
            <a:prstGeom prst="ellipse">
              <a:avLst/>
            </a:prstGeom>
            <a:solidFill>
              <a:srgbClr val="6EC95D">
                <a:alpha val="45098"/>
              </a:srgbClr>
            </a:solidFill>
            <a:ln w="7363" cap="rnd">
              <a:solidFill>
                <a:srgbClr val="6E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8" name="pt16858"/>
            <p:cNvSpPr/>
            <p:nvPr/>
          </p:nvSpPr>
          <p:spPr>
            <a:xfrm>
              <a:off x="6286561" y="2193499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9" name="pt16859"/>
            <p:cNvSpPr/>
            <p:nvPr/>
          </p:nvSpPr>
          <p:spPr>
            <a:xfrm>
              <a:off x="5961196" y="2296451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0" name="pt16860"/>
            <p:cNvSpPr/>
            <p:nvPr/>
          </p:nvSpPr>
          <p:spPr>
            <a:xfrm>
              <a:off x="6291052" y="2122334"/>
              <a:ext cx="16849" cy="16849"/>
            </a:xfrm>
            <a:prstGeom prst="ellipse">
              <a:avLst/>
            </a:prstGeom>
            <a:solidFill>
              <a:srgbClr val="38AE7E">
                <a:alpha val="45098"/>
              </a:srgbClr>
            </a:solidFill>
            <a:ln w="7363" cap="rnd">
              <a:solidFill>
                <a:srgbClr val="38AE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1" name="pt16861"/>
            <p:cNvSpPr/>
            <p:nvPr/>
          </p:nvSpPr>
          <p:spPr>
            <a:xfrm>
              <a:off x="7448712" y="1362689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2" name="pt16862"/>
            <p:cNvSpPr/>
            <p:nvPr/>
          </p:nvSpPr>
          <p:spPr>
            <a:xfrm>
              <a:off x="6193570" y="227094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3" name="pt16863"/>
            <p:cNvSpPr/>
            <p:nvPr/>
          </p:nvSpPr>
          <p:spPr>
            <a:xfrm>
              <a:off x="6392740" y="222620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4" name="pt16864"/>
            <p:cNvSpPr/>
            <p:nvPr/>
          </p:nvSpPr>
          <p:spPr>
            <a:xfrm>
              <a:off x="6639294" y="2140376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5" name="pt16865"/>
            <p:cNvSpPr/>
            <p:nvPr/>
          </p:nvSpPr>
          <p:spPr>
            <a:xfrm>
              <a:off x="5930885" y="2020360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6" name="pt16866"/>
            <p:cNvSpPr/>
            <p:nvPr/>
          </p:nvSpPr>
          <p:spPr>
            <a:xfrm>
              <a:off x="5510386" y="2420677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7" name="pt16867"/>
            <p:cNvSpPr/>
            <p:nvPr/>
          </p:nvSpPr>
          <p:spPr>
            <a:xfrm>
              <a:off x="6593836" y="2163431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8" name="pt16868"/>
            <p:cNvSpPr/>
            <p:nvPr/>
          </p:nvSpPr>
          <p:spPr>
            <a:xfrm>
              <a:off x="5908551" y="2197988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9" name="pt16869"/>
            <p:cNvSpPr/>
            <p:nvPr/>
          </p:nvSpPr>
          <p:spPr>
            <a:xfrm>
              <a:off x="6340477" y="228567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0" name="pt16870"/>
            <p:cNvSpPr/>
            <p:nvPr/>
          </p:nvSpPr>
          <p:spPr>
            <a:xfrm>
              <a:off x="6569871" y="2087853"/>
              <a:ext cx="16849" cy="16849"/>
            </a:xfrm>
            <a:prstGeom prst="ellipse">
              <a:avLst/>
            </a:prstGeom>
            <a:solidFill>
              <a:srgbClr val="5ABC6D">
                <a:alpha val="45098"/>
              </a:srgbClr>
            </a:solidFill>
            <a:ln w="7363" cap="rnd">
              <a:solidFill>
                <a:srgbClr val="5A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1" name="pt16871"/>
            <p:cNvSpPr/>
            <p:nvPr/>
          </p:nvSpPr>
          <p:spPr>
            <a:xfrm>
              <a:off x="6943601" y="189576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2" name="pt16872"/>
            <p:cNvSpPr/>
            <p:nvPr/>
          </p:nvSpPr>
          <p:spPr>
            <a:xfrm>
              <a:off x="6116742" y="234742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3" name="pt16873"/>
            <p:cNvSpPr/>
            <p:nvPr/>
          </p:nvSpPr>
          <p:spPr>
            <a:xfrm>
              <a:off x="6308912" y="1998470"/>
              <a:ext cx="16849" cy="16849"/>
            </a:xfrm>
            <a:prstGeom prst="ellipse">
              <a:avLst/>
            </a:prstGeom>
            <a:solidFill>
              <a:srgbClr val="6FC95C">
                <a:alpha val="45098"/>
              </a:srgbClr>
            </a:solidFill>
            <a:ln w="7363" cap="rnd">
              <a:solidFill>
                <a:srgbClr val="6FC95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4" name="pt16874"/>
            <p:cNvSpPr/>
            <p:nvPr/>
          </p:nvSpPr>
          <p:spPr>
            <a:xfrm>
              <a:off x="5525182" y="2544902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5" name="pt16875"/>
            <p:cNvSpPr/>
            <p:nvPr/>
          </p:nvSpPr>
          <p:spPr>
            <a:xfrm>
              <a:off x="6344556" y="1976073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6" name="pt16876"/>
            <p:cNvSpPr/>
            <p:nvPr/>
          </p:nvSpPr>
          <p:spPr>
            <a:xfrm>
              <a:off x="5771181" y="2098158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7" name="pt16877"/>
            <p:cNvSpPr/>
            <p:nvPr/>
          </p:nvSpPr>
          <p:spPr>
            <a:xfrm>
              <a:off x="6928799" y="1913406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8" name="pt16878"/>
            <p:cNvSpPr/>
            <p:nvPr/>
          </p:nvSpPr>
          <p:spPr>
            <a:xfrm>
              <a:off x="5561349" y="248329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9" name="pt16879"/>
            <p:cNvSpPr/>
            <p:nvPr/>
          </p:nvSpPr>
          <p:spPr>
            <a:xfrm>
              <a:off x="5940673" y="1935424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0" name="pt16880"/>
            <p:cNvSpPr/>
            <p:nvPr/>
          </p:nvSpPr>
          <p:spPr>
            <a:xfrm>
              <a:off x="5697849" y="2276818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1" name="pt16881"/>
            <p:cNvSpPr/>
            <p:nvPr/>
          </p:nvSpPr>
          <p:spPr>
            <a:xfrm>
              <a:off x="6782370" y="1715014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2" name="pt16882"/>
            <p:cNvSpPr/>
            <p:nvPr/>
          </p:nvSpPr>
          <p:spPr>
            <a:xfrm>
              <a:off x="5673276" y="2488086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3" name="pt16883"/>
            <p:cNvSpPr/>
            <p:nvPr/>
          </p:nvSpPr>
          <p:spPr>
            <a:xfrm>
              <a:off x="6415169" y="2199996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4" name="pt16884"/>
            <p:cNvSpPr/>
            <p:nvPr/>
          </p:nvSpPr>
          <p:spPr>
            <a:xfrm>
              <a:off x="5720257" y="2426766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5" name="pt16885"/>
            <p:cNvSpPr/>
            <p:nvPr/>
          </p:nvSpPr>
          <p:spPr>
            <a:xfrm>
              <a:off x="6366740" y="2322040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6" name="pt16886"/>
            <p:cNvSpPr/>
            <p:nvPr/>
          </p:nvSpPr>
          <p:spPr>
            <a:xfrm>
              <a:off x="6784628" y="1702331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7" name="pt16887"/>
            <p:cNvSpPr/>
            <p:nvPr/>
          </p:nvSpPr>
          <p:spPr>
            <a:xfrm>
              <a:off x="5613675" y="2487835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8" name="pt16888"/>
            <p:cNvSpPr/>
            <p:nvPr/>
          </p:nvSpPr>
          <p:spPr>
            <a:xfrm>
              <a:off x="6360827" y="2249544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9" name="pt16889"/>
            <p:cNvSpPr/>
            <p:nvPr/>
          </p:nvSpPr>
          <p:spPr>
            <a:xfrm>
              <a:off x="6632384" y="229410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0" name="pt16890"/>
            <p:cNvSpPr/>
            <p:nvPr/>
          </p:nvSpPr>
          <p:spPr>
            <a:xfrm>
              <a:off x="6131395" y="2317716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1" name="pt16891"/>
            <p:cNvSpPr/>
            <p:nvPr/>
          </p:nvSpPr>
          <p:spPr>
            <a:xfrm>
              <a:off x="5443515" y="2533329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2" name="pt16892"/>
            <p:cNvSpPr/>
            <p:nvPr/>
          </p:nvSpPr>
          <p:spPr>
            <a:xfrm>
              <a:off x="6527476" y="2227192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3" name="pt16893"/>
            <p:cNvSpPr/>
            <p:nvPr/>
          </p:nvSpPr>
          <p:spPr>
            <a:xfrm>
              <a:off x="5192094" y="2344363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4" name="pt16894"/>
            <p:cNvSpPr/>
            <p:nvPr/>
          </p:nvSpPr>
          <p:spPr>
            <a:xfrm>
              <a:off x="7005474" y="153214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5" name="pt16895"/>
            <p:cNvSpPr/>
            <p:nvPr/>
          </p:nvSpPr>
          <p:spPr>
            <a:xfrm>
              <a:off x="6842613" y="1840090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6" name="pt16896"/>
            <p:cNvSpPr/>
            <p:nvPr/>
          </p:nvSpPr>
          <p:spPr>
            <a:xfrm>
              <a:off x="6294267" y="219263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7" name="pt16897"/>
            <p:cNvSpPr/>
            <p:nvPr/>
          </p:nvSpPr>
          <p:spPr>
            <a:xfrm>
              <a:off x="7008879" y="1630199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8" name="pt16898"/>
            <p:cNvSpPr/>
            <p:nvPr/>
          </p:nvSpPr>
          <p:spPr>
            <a:xfrm>
              <a:off x="5754355" y="2172329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9" name="pt16899"/>
            <p:cNvSpPr/>
            <p:nvPr/>
          </p:nvSpPr>
          <p:spPr>
            <a:xfrm>
              <a:off x="6197727" y="2210105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0" name="pt16900"/>
            <p:cNvSpPr/>
            <p:nvPr/>
          </p:nvSpPr>
          <p:spPr>
            <a:xfrm>
              <a:off x="6785296" y="1844065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1" name="pt16901"/>
            <p:cNvSpPr/>
            <p:nvPr/>
          </p:nvSpPr>
          <p:spPr>
            <a:xfrm>
              <a:off x="5855251" y="2200969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2" name="pt16902"/>
            <p:cNvSpPr/>
            <p:nvPr/>
          </p:nvSpPr>
          <p:spPr>
            <a:xfrm>
              <a:off x="6309505" y="2253884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3" name="pt16903"/>
            <p:cNvSpPr/>
            <p:nvPr/>
          </p:nvSpPr>
          <p:spPr>
            <a:xfrm>
              <a:off x="5907681" y="2145578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4" name="pt16904"/>
            <p:cNvSpPr/>
            <p:nvPr/>
          </p:nvSpPr>
          <p:spPr>
            <a:xfrm>
              <a:off x="6287974" y="2034089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5" name="pt16905"/>
            <p:cNvSpPr/>
            <p:nvPr/>
          </p:nvSpPr>
          <p:spPr>
            <a:xfrm>
              <a:off x="6459521" y="218170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6" name="pt16906"/>
            <p:cNvSpPr/>
            <p:nvPr/>
          </p:nvSpPr>
          <p:spPr>
            <a:xfrm>
              <a:off x="5687751" y="2359593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7" name="pt16907"/>
            <p:cNvSpPr/>
            <p:nvPr/>
          </p:nvSpPr>
          <p:spPr>
            <a:xfrm>
              <a:off x="6568651" y="2144418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8" name="pt16908"/>
            <p:cNvSpPr/>
            <p:nvPr/>
          </p:nvSpPr>
          <p:spPr>
            <a:xfrm>
              <a:off x="6816429" y="1855363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9" name="pt16909"/>
            <p:cNvSpPr/>
            <p:nvPr/>
          </p:nvSpPr>
          <p:spPr>
            <a:xfrm>
              <a:off x="6518247" y="2197596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0" name="pt16910"/>
            <p:cNvSpPr/>
            <p:nvPr/>
          </p:nvSpPr>
          <p:spPr>
            <a:xfrm>
              <a:off x="6846758" y="194796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1" name="pt16911"/>
            <p:cNvSpPr/>
            <p:nvPr/>
          </p:nvSpPr>
          <p:spPr>
            <a:xfrm>
              <a:off x="6680314" y="213251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2" name="pt16912"/>
            <p:cNvSpPr/>
            <p:nvPr/>
          </p:nvSpPr>
          <p:spPr>
            <a:xfrm>
              <a:off x="6118045" y="2293845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3" name="pt16913"/>
            <p:cNvSpPr/>
            <p:nvPr/>
          </p:nvSpPr>
          <p:spPr>
            <a:xfrm>
              <a:off x="6454871" y="1986054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4" name="pt16914"/>
            <p:cNvSpPr/>
            <p:nvPr/>
          </p:nvSpPr>
          <p:spPr>
            <a:xfrm>
              <a:off x="6249145" y="2347908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5" name="pt16915"/>
            <p:cNvSpPr/>
            <p:nvPr/>
          </p:nvSpPr>
          <p:spPr>
            <a:xfrm>
              <a:off x="6142252" y="2302969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6" name="pt16916"/>
            <p:cNvSpPr/>
            <p:nvPr/>
          </p:nvSpPr>
          <p:spPr>
            <a:xfrm>
              <a:off x="6455845" y="2050222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7" name="pt16917"/>
            <p:cNvSpPr/>
            <p:nvPr/>
          </p:nvSpPr>
          <p:spPr>
            <a:xfrm>
              <a:off x="5825860" y="2479070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8" name="pt16918"/>
            <p:cNvSpPr/>
            <p:nvPr/>
          </p:nvSpPr>
          <p:spPr>
            <a:xfrm>
              <a:off x="6541414" y="2159512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9" name="pt16919"/>
            <p:cNvSpPr/>
            <p:nvPr/>
          </p:nvSpPr>
          <p:spPr>
            <a:xfrm>
              <a:off x="6687983" y="203301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0" name="pt16920"/>
            <p:cNvSpPr/>
            <p:nvPr/>
          </p:nvSpPr>
          <p:spPr>
            <a:xfrm>
              <a:off x="6004649" y="233424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1" name="pt16921"/>
            <p:cNvSpPr/>
            <p:nvPr/>
          </p:nvSpPr>
          <p:spPr>
            <a:xfrm>
              <a:off x="6362176" y="226389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2" name="pt16922"/>
            <p:cNvSpPr/>
            <p:nvPr/>
          </p:nvSpPr>
          <p:spPr>
            <a:xfrm>
              <a:off x="6330567" y="2291706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3" name="pt16923"/>
            <p:cNvSpPr/>
            <p:nvPr/>
          </p:nvSpPr>
          <p:spPr>
            <a:xfrm>
              <a:off x="5632610" y="2412449"/>
              <a:ext cx="16849" cy="16849"/>
            </a:xfrm>
            <a:prstGeom prst="ellipse">
              <a:avLst/>
            </a:prstGeom>
            <a:solidFill>
              <a:srgbClr val="28A983">
                <a:alpha val="45098"/>
              </a:srgbClr>
            </a:solidFill>
            <a:ln w="7363" cap="rnd">
              <a:solidFill>
                <a:srgbClr val="28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4" name="pt16924"/>
            <p:cNvSpPr/>
            <p:nvPr/>
          </p:nvSpPr>
          <p:spPr>
            <a:xfrm>
              <a:off x="7387779" y="140961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5" name="pt16925"/>
            <p:cNvSpPr/>
            <p:nvPr/>
          </p:nvSpPr>
          <p:spPr>
            <a:xfrm>
              <a:off x="6674496" y="2097441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6" name="pt16926"/>
            <p:cNvSpPr/>
            <p:nvPr/>
          </p:nvSpPr>
          <p:spPr>
            <a:xfrm>
              <a:off x="6493213" y="2013706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7" name="pt16927"/>
            <p:cNvSpPr/>
            <p:nvPr/>
          </p:nvSpPr>
          <p:spPr>
            <a:xfrm>
              <a:off x="6662602" y="1987872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8" name="pt16928"/>
            <p:cNvSpPr/>
            <p:nvPr/>
          </p:nvSpPr>
          <p:spPr>
            <a:xfrm>
              <a:off x="6145635" y="2374897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9" name="pt16929"/>
            <p:cNvSpPr/>
            <p:nvPr/>
          </p:nvSpPr>
          <p:spPr>
            <a:xfrm>
              <a:off x="6298612" y="2031376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0" name="pt16930"/>
            <p:cNvSpPr/>
            <p:nvPr/>
          </p:nvSpPr>
          <p:spPr>
            <a:xfrm>
              <a:off x="5589726" y="2010982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1" name="pt16931"/>
            <p:cNvSpPr/>
            <p:nvPr/>
          </p:nvSpPr>
          <p:spPr>
            <a:xfrm>
              <a:off x="6217339" y="2283388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2" name="pt16932"/>
            <p:cNvSpPr/>
            <p:nvPr/>
          </p:nvSpPr>
          <p:spPr>
            <a:xfrm>
              <a:off x="5520253" y="2375638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3" name="pt16933"/>
            <p:cNvSpPr/>
            <p:nvPr/>
          </p:nvSpPr>
          <p:spPr>
            <a:xfrm>
              <a:off x="6004868" y="2560591"/>
              <a:ext cx="16849" cy="16849"/>
            </a:xfrm>
            <a:prstGeom prst="ellipse">
              <a:avLst/>
            </a:prstGeom>
            <a:solidFill>
              <a:srgbClr val="45B279">
                <a:alpha val="45098"/>
              </a:srgbClr>
            </a:solidFill>
            <a:ln w="7363" cap="rnd">
              <a:solidFill>
                <a:srgbClr val="45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4" name="pt16934"/>
            <p:cNvSpPr/>
            <p:nvPr/>
          </p:nvSpPr>
          <p:spPr>
            <a:xfrm>
              <a:off x="5956921" y="2311702"/>
              <a:ext cx="16849" cy="16849"/>
            </a:xfrm>
            <a:prstGeom prst="ellipse">
              <a:avLst/>
            </a:prstGeom>
            <a:solidFill>
              <a:srgbClr val="72CC59">
                <a:alpha val="45098"/>
              </a:srgbClr>
            </a:solidFill>
            <a:ln w="7363" cap="rnd">
              <a:solidFill>
                <a:srgbClr val="72CC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5" name="pt16935"/>
            <p:cNvSpPr/>
            <p:nvPr/>
          </p:nvSpPr>
          <p:spPr>
            <a:xfrm>
              <a:off x="6102264" y="2239349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6" name="pt16936"/>
            <p:cNvSpPr/>
            <p:nvPr/>
          </p:nvSpPr>
          <p:spPr>
            <a:xfrm>
              <a:off x="6752926" y="2128585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7" name="pt16937"/>
            <p:cNvSpPr/>
            <p:nvPr/>
          </p:nvSpPr>
          <p:spPr>
            <a:xfrm>
              <a:off x="6415329" y="238761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8" name="pt16938"/>
            <p:cNvSpPr/>
            <p:nvPr/>
          </p:nvSpPr>
          <p:spPr>
            <a:xfrm>
              <a:off x="6544943" y="2140145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9" name="pt16939"/>
            <p:cNvSpPr/>
            <p:nvPr/>
          </p:nvSpPr>
          <p:spPr>
            <a:xfrm>
              <a:off x="6022290" y="2278566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0" name="pt16940"/>
            <p:cNvSpPr/>
            <p:nvPr/>
          </p:nvSpPr>
          <p:spPr>
            <a:xfrm>
              <a:off x="6091896" y="233942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1" name="pt16941"/>
            <p:cNvSpPr/>
            <p:nvPr/>
          </p:nvSpPr>
          <p:spPr>
            <a:xfrm>
              <a:off x="5558736" y="245359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2" name="pt16942"/>
            <p:cNvSpPr/>
            <p:nvPr/>
          </p:nvSpPr>
          <p:spPr>
            <a:xfrm>
              <a:off x="6833274" y="1857071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3" name="pt16943"/>
            <p:cNvSpPr/>
            <p:nvPr/>
          </p:nvSpPr>
          <p:spPr>
            <a:xfrm>
              <a:off x="5832475" y="2448855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4" name="pt16944"/>
            <p:cNvSpPr/>
            <p:nvPr/>
          </p:nvSpPr>
          <p:spPr>
            <a:xfrm>
              <a:off x="6465262" y="2045184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5" name="pt16945"/>
            <p:cNvSpPr/>
            <p:nvPr/>
          </p:nvSpPr>
          <p:spPr>
            <a:xfrm>
              <a:off x="6450672" y="1942013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6" name="pt16946"/>
            <p:cNvSpPr/>
            <p:nvPr/>
          </p:nvSpPr>
          <p:spPr>
            <a:xfrm>
              <a:off x="6977706" y="1889636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7" name="pt16947"/>
            <p:cNvSpPr/>
            <p:nvPr/>
          </p:nvSpPr>
          <p:spPr>
            <a:xfrm>
              <a:off x="6153885" y="230301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8" name="pt16948"/>
            <p:cNvSpPr/>
            <p:nvPr/>
          </p:nvSpPr>
          <p:spPr>
            <a:xfrm>
              <a:off x="5964410" y="214419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9" name="pt16949"/>
            <p:cNvSpPr/>
            <p:nvPr/>
          </p:nvSpPr>
          <p:spPr>
            <a:xfrm>
              <a:off x="7120040" y="1355819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0" name="pt16950"/>
            <p:cNvSpPr/>
            <p:nvPr/>
          </p:nvSpPr>
          <p:spPr>
            <a:xfrm>
              <a:off x="6268205" y="2496024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1" name="pt16951"/>
            <p:cNvSpPr/>
            <p:nvPr/>
          </p:nvSpPr>
          <p:spPr>
            <a:xfrm>
              <a:off x="6972513" y="1829779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2" name="pt16952"/>
            <p:cNvSpPr/>
            <p:nvPr/>
          </p:nvSpPr>
          <p:spPr>
            <a:xfrm>
              <a:off x="5974470" y="2509152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3" name="pt16953"/>
            <p:cNvSpPr/>
            <p:nvPr/>
          </p:nvSpPr>
          <p:spPr>
            <a:xfrm>
              <a:off x="6219203" y="2079115"/>
              <a:ext cx="16849" cy="16849"/>
            </a:xfrm>
            <a:prstGeom prst="ellipse">
              <a:avLst/>
            </a:prstGeom>
            <a:solidFill>
              <a:srgbClr val="C5DE3E">
                <a:alpha val="45098"/>
              </a:srgbClr>
            </a:solidFill>
            <a:ln w="7363" cap="rnd">
              <a:solidFill>
                <a:srgbClr val="C5DE3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4" name="pt16954"/>
            <p:cNvSpPr/>
            <p:nvPr/>
          </p:nvSpPr>
          <p:spPr>
            <a:xfrm>
              <a:off x="5728829" y="2379815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5" name="pt16955"/>
            <p:cNvSpPr/>
            <p:nvPr/>
          </p:nvSpPr>
          <p:spPr>
            <a:xfrm>
              <a:off x="6571456" y="234297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6" name="pt16956"/>
            <p:cNvSpPr/>
            <p:nvPr/>
          </p:nvSpPr>
          <p:spPr>
            <a:xfrm>
              <a:off x="6048985" y="2367947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7" name="pt16957"/>
            <p:cNvSpPr/>
            <p:nvPr/>
          </p:nvSpPr>
          <p:spPr>
            <a:xfrm>
              <a:off x="6316757" y="2221242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8" name="pt16958"/>
            <p:cNvSpPr/>
            <p:nvPr/>
          </p:nvSpPr>
          <p:spPr>
            <a:xfrm>
              <a:off x="6439405" y="1819172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9" name="pt16959"/>
            <p:cNvSpPr/>
            <p:nvPr/>
          </p:nvSpPr>
          <p:spPr>
            <a:xfrm>
              <a:off x="6072132" y="2429255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0" name="pt16960"/>
            <p:cNvSpPr/>
            <p:nvPr/>
          </p:nvSpPr>
          <p:spPr>
            <a:xfrm>
              <a:off x="6921411" y="1988068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1" name="pt16961"/>
            <p:cNvSpPr/>
            <p:nvPr/>
          </p:nvSpPr>
          <p:spPr>
            <a:xfrm>
              <a:off x="7048275" y="177116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2" name="pt16962"/>
            <p:cNvSpPr/>
            <p:nvPr/>
          </p:nvSpPr>
          <p:spPr>
            <a:xfrm>
              <a:off x="6628480" y="230003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3" name="pt16963"/>
            <p:cNvSpPr/>
            <p:nvPr/>
          </p:nvSpPr>
          <p:spPr>
            <a:xfrm>
              <a:off x="6324113" y="233587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4" name="pt16964"/>
            <p:cNvSpPr/>
            <p:nvPr/>
          </p:nvSpPr>
          <p:spPr>
            <a:xfrm>
              <a:off x="5681890" y="248315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5" name="pt16965"/>
            <p:cNvSpPr/>
            <p:nvPr/>
          </p:nvSpPr>
          <p:spPr>
            <a:xfrm>
              <a:off x="5851010" y="2493274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6" name="pt16966"/>
            <p:cNvSpPr/>
            <p:nvPr/>
          </p:nvSpPr>
          <p:spPr>
            <a:xfrm>
              <a:off x="5765112" y="1970456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7" name="pt16967"/>
            <p:cNvSpPr/>
            <p:nvPr/>
          </p:nvSpPr>
          <p:spPr>
            <a:xfrm>
              <a:off x="6393266" y="225907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8" name="pt16968"/>
            <p:cNvSpPr/>
            <p:nvPr/>
          </p:nvSpPr>
          <p:spPr>
            <a:xfrm>
              <a:off x="6624475" y="2036033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9" name="pt16969"/>
            <p:cNvSpPr/>
            <p:nvPr/>
          </p:nvSpPr>
          <p:spPr>
            <a:xfrm>
              <a:off x="6576840" y="2110970"/>
              <a:ext cx="16849" cy="16849"/>
            </a:xfrm>
            <a:prstGeom prst="ellipse">
              <a:avLst/>
            </a:prstGeom>
            <a:solidFill>
              <a:srgbClr val="A5D848">
                <a:alpha val="45098"/>
              </a:srgbClr>
            </a:solidFill>
            <a:ln w="7363" cap="rnd">
              <a:solidFill>
                <a:srgbClr val="A5D84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0" name="pt16970"/>
            <p:cNvSpPr/>
            <p:nvPr/>
          </p:nvSpPr>
          <p:spPr>
            <a:xfrm>
              <a:off x="6407994" y="2087521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1" name="pt16971"/>
            <p:cNvSpPr/>
            <p:nvPr/>
          </p:nvSpPr>
          <p:spPr>
            <a:xfrm>
              <a:off x="6384015" y="225441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2" name="pt16972"/>
            <p:cNvSpPr/>
            <p:nvPr/>
          </p:nvSpPr>
          <p:spPr>
            <a:xfrm>
              <a:off x="6741688" y="1990515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3" name="pt16973"/>
            <p:cNvSpPr/>
            <p:nvPr/>
          </p:nvSpPr>
          <p:spPr>
            <a:xfrm>
              <a:off x="5670295" y="2576898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4" name="pt16974"/>
            <p:cNvSpPr/>
            <p:nvPr/>
          </p:nvSpPr>
          <p:spPr>
            <a:xfrm>
              <a:off x="5858450" y="2147452"/>
              <a:ext cx="16849" cy="16849"/>
            </a:xfrm>
            <a:prstGeom prst="ellipse">
              <a:avLst/>
            </a:prstGeom>
            <a:solidFill>
              <a:srgbClr val="86D34F">
                <a:alpha val="45098"/>
              </a:srgbClr>
            </a:solidFill>
            <a:ln w="7363" cap="rnd">
              <a:solidFill>
                <a:srgbClr val="86D34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5" name="pt16975"/>
            <p:cNvSpPr/>
            <p:nvPr/>
          </p:nvSpPr>
          <p:spPr>
            <a:xfrm>
              <a:off x="6281427" y="2083965"/>
              <a:ext cx="16849" cy="16849"/>
            </a:xfrm>
            <a:prstGeom prst="ellipse">
              <a:avLst/>
            </a:prstGeom>
            <a:solidFill>
              <a:srgbClr val="5EBE6A">
                <a:alpha val="45098"/>
              </a:srgbClr>
            </a:solidFill>
            <a:ln w="7363" cap="rnd">
              <a:solidFill>
                <a:srgbClr val="5EBE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6" name="pt16976"/>
            <p:cNvSpPr/>
            <p:nvPr/>
          </p:nvSpPr>
          <p:spPr>
            <a:xfrm>
              <a:off x="6309119" y="2203496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7" name="pt16977"/>
            <p:cNvSpPr/>
            <p:nvPr/>
          </p:nvSpPr>
          <p:spPr>
            <a:xfrm>
              <a:off x="6162377" y="227254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8" name="pt16978"/>
            <p:cNvSpPr/>
            <p:nvPr/>
          </p:nvSpPr>
          <p:spPr>
            <a:xfrm>
              <a:off x="6574534" y="2086645"/>
              <a:ext cx="16849" cy="16849"/>
            </a:xfrm>
            <a:prstGeom prst="ellipse">
              <a:avLst/>
            </a:prstGeom>
            <a:solidFill>
              <a:srgbClr val="33AC80">
                <a:alpha val="45098"/>
              </a:srgbClr>
            </a:solidFill>
            <a:ln w="7363" cap="rnd">
              <a:solidFill>
                <a:srgbClr val="33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9" name="pt16979"/>
            <p:cNvSpPr/>
            <p:nvPr/>
          </p:nvSpPr>
          <p:spPr>
            <a:xfrm>
              <a:off x="7321483" y="1899571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0" name="pt16980"/>
            <p:cNvSpPr/>
            <p:nvPr/>
          </p:nvSpPr>
          <p:spPr>
            <a:xfrm>
              <a:off x="6039183" y="216715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1" name="pt16981"/>
            <p:cNvSpPr/>
            <p:nvPr/>
          </p:nvSpPr>
          <p:spPr>
            <a:xfrm>
              <a:off x="5685244" y="2311310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2" name="pt16982"/>
            <p:cNvSpPr/>
            <p:nvPr/>
          </p:nvSpPr>
          <p:spPr>
            <a:xfrm>
              <a:off x="6583964" y="2176067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3" name="pt16983"/>
            <p:cNvSpPr/>
            <p:nvPr/>
          </p:nvSpPr>
          <p:spPr>
            <a:xfrm>
              <a:off x="5754237" y="192499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4" name="pt16984"/>
            <p:cNvSpPr/>
            <p:nvPr/>
          </p:nvSpPr>
          <p:spPr>
            <a:xfrm>
              <a:off x="6617307" y="2209732"/>
              <a:ext cx="16849" cy="16849"/>
            </a:xfrm>
            <a:prstGeom prst="ellipse">
              <a:avLst/>
            </a:prstGeom>
            <a:solidFill>
              <a:srgbClr val="9CD74A">
                <a:alpha val="45098"/>
              </a:srgbClr>
            </a:solidFill>
            <a:ln w="7363" cap="rnd">
              <a:solidFill>
                <a:srgbClr val="9CD7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5" name="pt16985"/>
            <p:cNvSpPr/>
            <p:nvPr/>
          </p:nvSpPr>
          <p:spPr>
            <a:xfrm>
              <a:off x="6066229" y="2323609"/>
              <a:ext cx="16849" cy="16849"/>
            </a:xfrm>
            <a:prstGeom prst="ellipse">
              <a:avLst/>
            </a:prstGeom>
            <a:solidFill>
              <a:srgbClr val="9CD74A">
                <a:alpha val="45098"/>
              </a:srgbClr>
            </a:solidFill>
            <a:ln w="7363" cap="rnd">
              <a:solidFill>
                <a:srgbClr val="9CD7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6" name="pt16986"/>
            <p:cNvSpPr/>
            <p:nvPr/>
          </p:nvSpPr>
          <p:spPr>
            <a:xfrm>
              <a:off x="6407914" y="2127482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7" name="pt16987"/>
            <p:cNvSpPr/>
            <p:nvPr/>
          </p:nvSpPr>
          <p:spPr>
            <a:xfrm>
              <a:off x="6121761" y="232667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8" name="pt16988"/>
            <p:cNvSpPr/>
            <p:nvPr/>
          </p:nvSpPr>
          <p:spPr>
            <a:xfrm>
              <a:off x="6077546" y="2300921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9" name="pt16989"/>
            <p:cNvSpPr/>
            <p:nvPr/>
          </p:nvSpPr>
          <p:spPr>
            <a:xfrm>
              <a:off x="5581245" y="1944220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0" name="pt16990"/>
            <p:cNvSpPr/>
            <p:nvPr/>
          </p:nvSpPr>
          <p:spPr>
            <a:xfrm>
              <a:off x="5529087" y="246251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1" name="pt16991"/>
            <p:cNvSpPr/>
            <p:nvPr/>
          </p:nvSpPr>
          <p:spPr>
            <a:xfrm>
              <a:off x="5986727" y="2497374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2" name="pt16992"/>
            <p:cNvSpPr/>
            <p:nvPr/>
          </p:nvSpPr>
          <p:spPr>
            <a:xfrm>
              <a:off x="6028372" y="2261315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3" name="pt16993"/>
            <p:cNvSpPr/>
            <p:nvPr/>
          </p:nvSpPr>
          <p:spPr>
            <a:xfrm>
              <a:off x="5868332" y="204262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4" name="pt16994"/>
            <p:cNvSpPr/>
            <p:nvPr/>
          </p:nvSpPr>
          <p:spPr>
            <a:xfrm>
              <a:off x="5841367" y="2474158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5" name="pt16995"/>
            <p:cNvSpPr/>
            <p:nvPr/>
          </p:nvSpPr>
          <p:spPr>
            <a:xfrm>
              <a:off x="6784369" y="1890337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6" name="pt16996"/>
            <p:cNvSpPr/>
            <p:nvPr/>
          </p:nvSpPr>
          <p:spPr>
            <a:xfrm>
              <a:off x="5613435" y="2488340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7" name="pt16997"/>
            <p:cNvSpPr/>
            <p:nvPr/>
          </p:nvSpPr>
          <p:spPr>
            <a:xfrm>
              <a:off x="6269152" y="236356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8" name="pt16998"/>
            <p:cNvSpPr/>
            <p:nvPr/>
          </p:nvSpPr>
          <p:spPr>
            <a:xfrm>
              <a:off x="6565676" y="2064828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9" name="pt16999"/>
            <p:cNvSpPr/>
            <p:nvPr/>
          </p:nvSpPr>
          <p:spPr>
            <a:xfrm>
              <a:off x="5814129" y="2045160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0" name="pt17000"/>
            <p:cNvSpPr/>
            <p:nvPr/>
          </p:nvSpPr>
          <p:spPr>
            <a:xfrm>
              <a:off x="6177714" y="2294699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1" name="pt17001"/>
            <p:cNvSpPr/>
            <p:nvPr/>
          </p:nvSpPr>
          <p:spPr>
            <a:xfrm>
              <a:off x="6047671" y="2375514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2" name="pt17002"/>
            <p:cNvSpPr/>
            <p:nvPr/>
          </p:nvSpPr>
          <p:spPr>
            <a:xfrm>
              <a:off x="6778640" y="1982328"/>
              <a:ext cx="16849" cy="16849"/>
            </a:xfrm>
            <a:prstGeom prst="ellipse">
              <a:avLst/>
            </a:prstGeom>
            <a:solidFill>
              <a:srgbClr val="A5D847">
                <a:alpha val="45098"/>
              </a:srgbClr>
            </a:solidFill>
            <a:ln w="7363" cap="rnd">
              <a:solidFill>
                <a:srgbClr val="A5D84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3" name="pt17003"/>
            <p:cNvSpPr/>
            <p:nvPr/>
          </p:nvSpPr>
          <p:spPr>
            <a:xfrm>
              <a:off x="6483431" y="225391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4" name="pt17004"/>
            <p:cNvSpPr/>
            <p:nvPr/>
          </p:nvSpPr>
          <p:spPr>
            <a:xfrm>
              <a:off x="5119859" y="263448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5" name="pt17005"/>
            <p:cNvSpPr/>
            <p:nvPr/>
          </p:nvSpPr>
          <p:spPr>
            <a:xfrm>
              <a:off x="5596423" y="2495736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6" name="pt17006"/>
            <p:cNvSpPr/>
            <p:nvPr/>
          </p:nvSpPr>
          <p:spPr>
            <a:xfrm>
              <a:off x="6288456" y="2061382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7" name="pt17007"/>
            <p:cNvSpPr/>
            <p:nvPr/>
          </p:nvSpPr>
          <p:spPr>
            <a:xfrm>
              <a:off x="6520712" y="2250765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8" name="pt17008"/>
            <p:cNvSpPr/>
            <p:nvPr/>
          </p:nvSpPr>
          <p:spPr>
            <a:xfrm>
              <a:off x="5890449" y="2201173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9" name="pt17009"/>
            <p:cNvSpPr/>
            <p:nvPr/>
          </p:nvSpPr>
          <p:spPr>
            <a:xfrm>
              <a:off x="6432099" y="1931233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0" name="pt17010"/>
            <p:cNvSpPr/>
            <p:nvPr/>
          </p:nvSpPr>
          <p:spPr>
            <a:xfrm>
              <a:off x="5895551" y="2165611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1" name="pt17011"/>
            <p:cNvSpPr/>
            <p:nvPr/>
          </p:nvSpPr>
          <p:spPr>
            <a:xfrm>
              <a:off x="6534013" y="2244801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2" name="pt17012"/>
            <p:cNvSpPr/>
            <p:nvPr/>
          </p:nvSpPr>
          <p:spPr>
            <a:xfrm>
              <a:off x="6383775" y="2351814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3" name="pt17013"/>
            <p:cNvSpPr/>
            <p:nvPr/>
          </p:nvSpPr>
          <p:spPr>
            <a:xfrm>
              <a:off x="6609425" y="2143006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4" name="pt17014"/>
            <p:cNvSpPr/>
            <p:nvPr/>
          </p:nvSpPr>
          <p:spPr>
            <a:xfrm>
              <a:off x="6499305" y="219493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5" name="pt17015"/>
            <p:cNvSpPr/>
            <p:nvPr/>
          </p:nvSpPr>
          <p:spPr>
            <a:xfrm>
              <a:off x="6718224" y="1879976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6" name="pt17016"/>
            <p:cNvSpPr/>
            <p:nvPr/>
          </p:nvSpPr>
          <p:spPr>
            <a:xfrm>
              <a:off x="6488717" y="2105850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7" name="pt17017"/>
            <p:cNvSpPr/>
            <p:nvPr/>
          </p:nvSpPr>
          <p:spPr>
            <a:xfrm>
              <a:off x="5902352" y="204350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8" name="pt17018"/>
            <p:cNvSpPr/>
            <p:nvPr/>
          </p:nvSpPr>
          <p:spPr>
            <a:xfrm>
              <a:off x="5613185" y="2519002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9" name="pt17019"/>
            <p:cNvSpPr/>
            <p:nvPr/>
          </p:nvSpPr>
          <p:spPr>
            <a:xfrm>
              <a:off x="6506798" y="2055083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0" name="pt17020"/>
            <p:cNvSpPr/>
            <p:nvPr/>
          </p:nvSpPr>
          <p:spPr>
            <a:xfrm>
              <a:off x="5664224" y="2453858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1" name="pt17021"/>
            <p:cNvSpPr/>
            <p:nvPr/>
          </p:nvSpPr>
          <p:spPr>
            <a:xfrm>
              <a:off x="6620849" y="2125848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2" name="pt17022"/>
            <p:cNvSpPr/>
            <p:nvPr/>
          </p:nvSpPr>
          <p:spPr>
            <a:xfrm>
              <a:off x="6101339" y="234302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3" name="pt17023"/>
            <p:cNvSpPr/>
            <p:nvPr/>
          </p:nvSpPr>
          <p:spPr>
            <a:xfrm>
              <a:off x="6226228" y="2315580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4" name="pt17024"/>
            <p:cNvSpPr/>
            <p:nvPr/>
          </p:nvSpPr>
          <p:spPr>
            <a:xfrm>
              <a:off x="6152386" y="2310421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5" name="pt17025"/>
            <p:cNvSpPr/>
            <p:nvPr/>
          </p:nvSpPr>
          <p:spPr>
            <a:xfrm>
              <a:off x="5852033" y="2044793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6" name="pt17026"/>
            <p:cNvSpPr/>
            <p:nvPr/>
          </p:nvSpPr>
          <p:spPr>
            <a:xfrm>
              <a:off x="6443237" y="2046277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7" name="pt17027"/>
            <p:cNvSpPr/>
            <p:nvPr/>
          </p:nvSpPr>
          <p:spPr>
            <a:xfrm>
              <a:off x="6434928" y="1887312"/>
              <a:ext cx="16849" cy="16849"/>
            </a:xfrm>
            <a:prstGeom prst="ellipse">
              <a:avLst/>
            </a:prstGeom>
            <a:solidFill>
              <a:srgbClr val="6FC95D">
                <a:alpha val="45098"/>
              </a:srgbClr>
            </a:solidFill>
            <a:ln w="7363" cap="rnd">
              <a:solidFill>
                <a:srgbClr val="6F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8" name="pt17028"/>
            <p:cNvSpPr/>
            <p:nvPr/>
          </p:nvSpPr>
          <p:spPr>
            <a:xfrm>
              <a:off x="5688073" y="2500055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9" name="pt17029"/>
            <p:cNvSpPr/>
            <p:nvPr/>
          </p:nvSpPr>
          <p:spPr>
            <a:xfrm>
              <a:off x="5849878" y="2436032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0" name="pt17030"/>
            <p:cNvSpPr/>
            <p:nvPr/>
          </p:nvSpPr>
          <p:spPr>
            <a:xfrm>
              <a:off x="6662059" y="222491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1" name="pt17031"/>
            <p:cNvSpPr/>
            <p:nvPr/>
          </p:nvSpPr>
          <p:spPr>
            <a:xfrm>
              <a:off x="5482694" y="2595886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2" name="pt17032"/>
            <p:cNvSpPr/>
            <p:nvPr/>
          </p:nvSpPr>
          <p:spPr>
            <a:xfrm>
              <a:off x="5946816" y="2083974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3" name="pt17033"/>
            <p:cNvSpPr/>
            <p:nvPr/>
          </p:nvSpPr>
          <p:spPr>
            <a:xfrm>
              <a:off x="5863022" y="2079275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4" name="pt17034"/>
            <p:cNvSpPr/>
            <p:nvPr/>
          </p:nvSpPr>
          <p:spPr>
            <a:xfrm>
              <a:off x="5512761" y="2554936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5" name="pt17035"/>
            <p:cNvSpPr/>
            <p:nvPr/>
          </p:nvSpPr>
          <p:spPr>
            <a:xfrm>
              <a:off x="6697680" y="2042920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6" name="pt17036"/>
            <p:cNvSpPr/>
            <p:nvPr/>
          </p:nvSpPr>
          <p:spPr>
            <a:xfrm>
              <a:off x="5495378" y="2504932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7" name="pt17037"/>
            <p:cNvSpPr/>
            <p:nvPr/>
          </p:nvSpPr>
          <p:spPr>
            <a:xfrm>
              <a:off x="5752707" y="220263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8" name="pt17038"/>
            <p:cNvSpPr/>
            <p:nvPr/>
          </p:nvSpPr>
          <p:spPr>
            <a:xfrm>
              <a:off x="6135864" y="2290385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9" name="pt17039"/>
            <p:cNvSpPr/>
            <p:nvPr/>
          </p:nvSpPr>
          <p:spPr>
            <a:xfrm>
              <a:off x="6611050" y="2218288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0" name="pt17040"/>
            <p:cNvSpPr/>
            <p:nvPr/>
          </p:nvSpPr>
          <p:spPr>
            <a:xfrm>
              <a:off x="6198795" y="222305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1" name="pt17041"/>
            <p:cNvSpPr/>
            <p:nvPr/>
          </p:nvSpPr>
          <p:spPr>
            <a:xfrm>
              <a:off x="5507370" y="237522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2" name="pt17042"/>
            <p:cNvSpPr/>
            <p:nvPr/>
          </p:nvSpPr>
          <p:spPr>
            <a:xfrm>
              <a:off x="5456813" y="2398058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3" name="pt17043"/>
            <p:cNvSpPr/>
            <p:nvPr/>
          </p:nvSpPr>
          <p:spPr>
            <a:xfrm>
              <a:off x="5939594" y="2067521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4" name="pt17044"/>
            <p:cNvSpPr/>
            <p:nvPr/>
          </p:nvSpPr>
          <p:spPr>
            <a:xfrm>
              <a:off x="5556187" y="2456373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5" name="pt17045"/>
            <p:cNvSpPr/>
            <p:nvPr/>
          </p:nvSpPr>
          <p:spPr>
            <a:xfrm>
              <a:off x="6275931" y="225664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6" name="pt17046"/>
            <p:cNvSpPr/>
            <p:nvPr/>
          </p:nvSpPr>
          <p:spPr>
            <a:xfrm>
              <a:off x="6348820" y="2129838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7" name="pt17047"/>
            <p:cNvSpPr/>
            <p:nvPr/>
          </p:nvSpPr>
          <p:spPr>
            <a:xfrm>
              <a:off x="6026295" y="2368481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8" name="pt17048"/>
            <p:cNvSpPr/>
            <p:nvPr/>
          </p:nvSpPr>
          <p:spPr>
            <a:xfrm>
              <a:off x="6579809" y="2248833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9" name="pt17049"/>
            <p:cNvSpPr/>
            <p:nvPr/>
          </p:nvSpPr>
          <p:spPr>
            <a:xfrm>
              <a:off x="6353728" y="2192386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0" name="pt17050"/>
            <p:cNvSpPr/>
            <p:nvPr/>
          </p:nvSpPr>
          <p:spPr>
            <a:xfrm>
              <a:off x="5083789" y="2584779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1" name="pt17051"/>
            <p:cNvSpPr/>
            <p:nvPr/>
          </p:nvSpPr>
          <p:spPr>
            <a:xfrm>
              <a:off x="6779011" y="1993069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2" name="pt17052"/>
            <p:cNvSpPr/>
            <p:nvPr/>
          </p:nvSpPr>
          <p:spPr>
            <a:xfrm>
              <a:off x="5996361" y="2601461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3" name="pt17053"/>
            <p:cNvSpPr/>
            <p:nvPr/>
          </p:nvSpPr>
          <p:spPr>
            <a:xfrm>
              <a:off x="6006481" y="2387983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4" name="pt17054"/>
            <p:cNvSpPr/>
            <p:nvPr/>
          </p:nvSpPr>
          <p:spPr>
            <a:xfrm>
              <a:off x="6369276" y="2334636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5" name="pt17055"/>
            <p:cNvSpPr/>
            <p:nvPr/>
          </p:nvSpPr>
          <p:spPr>
            <a:xfrm>
              <a:off x="5948211" y="2212923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6" name="pt17056"/>
            <p:cNvSpPr/>
            <p:nvPr/>
          </p:nvSpPr>
          <p:spPr>
            <a:xfrm>
              <a:off x="5804930" y="203583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7" name="pt17057"/>
            <p:cNvSpPr/>
            <p:nvPr/>
          </p:nvSpPr>
          <p:spPr>
            <a:xfrm>
              <a:off x="5768067" y="2263590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8" name="pt17058"/>
            <p:cNvSpPr/>
            <p:nvPr/>
          </p:nvSpPr>
          <p:spPr>
            <a:xfrm>
              <a:off x="6348813" y="2144755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9" name="pt17059"/>
            <p:cNvSpPr/>
            <p:nvPr/>
          </p:nvSpPr>
          <p:spPr>
            <a:xfrm>
              <a:off x="5440516" y="1903523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0" name="pt17060"/>
            <p:cNvSpPr/>
            <p:nvPr/>
          </p:nvSpPr>
          <p:spPr>
            <a:xfrm>
              <a:off x="6080783" y="2335241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1" name="pt17061"/>
            <p:cNvSpPr/>
            <p:nvPr/>
          </p:nvSpPr>
          <p:spPr>
            <a:xfrm>
              <a:off x="6454019" y="2083516"/>
              <a:ext cx="16849" cy="16849"/>
            </a:xfrm>
            <a:prstGeom prst="ellipse">
              <a:avLst/>
            </a:prstGeom>
            <a:solidFill>
              <a:srgbClr val="5EBE6A">
                <a:alpha val="45098"/>
              </a:srgbClr>
            </a:solidFill>
            <a:ln w="7363" cap="rnd">
              <a:solidFill>
                <a:srgbClr val="5EBE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2" name="pt17062"/>
            <p:cNvSpPr/>
            <p:nvPr/>
          </p:nvSpPr>
          <p:spPr>
            <a:xfrm>
              <a:off x="6818615" y="1921209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3" name="pt17063"/>
            <p:cNvSpPr/>
            <p:nvPr/>
          </p:nvSpPr>
          <p:spPr>
            <a:xfrm>
              <a:off x="5770434" y="2032861"/>
              <a:ext cx="16849" cy="16849"/>
            </a:xfrm>
            <a:prstGeom prst="ellipse">
              <a:avLst/>
            </a:prstGeom>
            <a:solidFill>
              <a:srgbClr val="DCE236">
                <a:alpha val="45098"/>
              </a:srgbClr>
            </a:solidFill>
            <a:ln w="7363" cap="rnd">
              <a:solidFill>
                <a:srgbClr val="DCE23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4" name="pt17064"/>
            <p:cNvSpPr/>
            <p:nvPr/>
          </p:nvSpPr>
          <p:spPr>
            <a:xfrm>
              <a:off x="6029778" y="2267212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5" name="pt17065"/>
            <p:cNvSpPr/>
            <p:nvPr/>
          </p:nvSpPr>
          <p:spPr>
            <a:xfrm>
              <a:off x="6432678" y="203367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6" name="pt17066"/>
            <p:cNvSpPr/>
            <p:nvPr/>
          </p:nvSpPr>
          <p:spPr>
            <a:xfrm>
              <a:off x="6140511" y="2258086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7" name="pt17067"/>
            <p:cNvSpPr/>
            <p:nvPr/>
          </p:nvSpPr>
          <p:spPr>
            <a:xfrm>
              <a:off x="6864548" y="1988590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8" name="pt17068"/>
            <p:cNvSpPr/>
            <p:nvPr/>
          </p:nvSpPr>
          <p:spPr>
            <a:xfrm>
              <a:off x="5855064" y="2189125"/>
              <a:ext cx="16849" cy="16849"/>
            </a:xfrm>
            <a:prstGeom prst="ellipse">
              <a:avLst/>
            </a:prstGeom>
            <a:solidFill>
              <a:srgbClr val="78CF53">
                <a:alpha val="45098"/>
              </a:srgbClr>
            </a:solidFill>
            <a:ln w="7363" cap="rnd">
              <a:solidFill>
                <a:srgbClr val="78CF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9" name="pt17069"/>
            <p:cNvSpPr/>
            <p:nvPr/>
          </p:nvSpPr>
          <p:spPr>
            <a:xfrm>
              <a:off x="5581222" y="177116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0" name="pt17070"/>
            <p:cNvSpPr/>
            <p:nvPr/>
          </p:nvSpPr>
          <p:spPr>
            <a:xfrm>
              <a:off x="5535661" y="208713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1" name="pt17071"/>
            <p:cNvSpPr/>
            <p:nvPr/>
          </p:nvSpPr>
          <p:spPr>
            <a:xfrm>
              <a:off x="6698604" y="2015207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2" name="pt17072"/>
            <p:cNvSpPr/>
            <p:nvPr/>
          </p:nvSpPr>
          <p:spPr>
            <a:xfrm>
              <a:off x="5978309" y="2488393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3" name="pt17073"/>
            <p:cNvSpPr/>
            <p:nvPr/>
          </p:nvSpPr>
          <p:spPr>
            <a:xfrm>
              <a:off x="6102964" y="2208695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4" name="pt17074"/>
            <p:cNvSpPr/>
            <p:nvPr/>
          </p:nvSpPr>
          <p:spPr>
            <a:xfrm>
              <a:off x="5665553" y="2378021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5" name="pt17075"/>
            <p:cNvSpPr/>
            <p:nvPr/>
          </p:nvSpPr>
          <p:spPr>
            <a:xfrm>
              <a:off x="6665120" y="2067397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6" name="pt17076"/>
            <p:cNvSpPr/>
            <p:nvPr/>
          </p:nvSpPr>
          <p:spPr>
            <a:xfrm>
              <a:off x="6773085" y="1974059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7" name="pt17077"/>
            <p:cNvSpPr/>
            <p:nvPr/>
          </p:nvSpPr>
          <p:spPr>
            <a:xfrm>
              <a:off x="5860091" y="2191570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8" name="pt17078"/>
            <p:cNvSpPr/>
            <p:nvPr/>
          </p:nvSpPr>
          <p:spPr>
            <a:xfrm>
              <a:off x="6707575" y="204550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9" name="pt17079"/>
            <p:cNvSpPr/>
            <p:nvPr/>
          </p:nvSpPr>
          <p:spPr>
            <a:xfrm>
              <a:off x="6060264" y="2294971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0" name="pt17080"/>
            <p:cNvSpPr/>
            <p:nvPr/>
          </p:nvSpPr>
          <p:spPr>
            <a:xfrm>
              <a:off x="6301453" y="2176489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1" name="pt17081"/>
            <p:cNvSpPr/>
            <p:nvPr/>
          </p:nvSpPr>
          <p:spPr>
            <a:xfrm>
              <a:off x="6301378" y="1794103"/>
              <a:ext cx="16849" cy="16849"/>
            </a:xfrm>
            <a:prstGeom prst="ellipse">
              <a:avLst/>
            </a:prstGeom>
            <a:solidFill>
              <a:srgbClr val="A5D847">
                <a:alpha val="45098"/>
              </a:srgbClr>
            </a:solidFill>
            <a:ln w="7363" cap="rnd">
              <a:solidFill>
                <a:srgbClr val="A5D84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2" name="pt17082"/>
            <p:cNvSpPr/>
            <p:nvPr/>
          </p:nvSpPr>
          <p:spPr>
            <a:xfrm>
              <a:off x="5644382" y="2355601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3" name="pt17083"/>
            <p:cNvSpPr/>
            <p:nvPr/>
          </p:nvSpPr>
          <p:spPr>
            <a:xfrm>
              <a:off x="6581377" y="218157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4" name="pt17084"/>
            <p:cNvSpPr/>
            <p:nvPr/>
          </p:nvSpPr>
          <p:spPr>
            <a:xfrm>
              <a:off x="6131858" y="2179019"/>
              <a:ext cx="16849" cy="16849"/>
            </a:xfrm>
            <a:prstGeom prst="ellipse">
              <a:avLst/>
            </a:prstGeom>
            <a:solidFill>
              <a:srgbClr val="5EBF6A">
                <a:alpha val="45098"/>
              </a:srgbClr>
            </a:solidFill>
            <a:ln w="7363" cap="rnd">
              <a:solidFill>
                <a:srgbClr val="5EBF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5" name="pt17085"/>
            <p:cNvSpPr/>
            <p:nvPr/>
          </p:nvSpPr>
          <p:spPr>
            <a:xfrm>
              <a:off x="6618044" y="2127385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6" name="pt17086"/>
            <p:cNvSpPr/>
            <p:nvPr/>
          </p:nvSpPr>
          <p:spPr>
            <a:xfrm>
              <a:off x="6706506" y="195637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7" name="pt17087"/>
            <p:cNvSpPr/>
            <p:nvPr/>
          </p:nvSpPr>
          <p:spPr>
            <a:xfrm>
              <a:off x="6537785" y="2117606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8" name="pt17088"/>
            <p:cNvSpPr/>
            <p:nvPr/>
          </p:nvSpPr>
          <p:spPr>
            <a:xfrm>
              <a:off x="5768424" y="2059493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9" name="pt17089"/>
            <p:cNvSpPr/>
            <p:nvPr/>
          </p:nvSpPr>
          <p:spPr>
            <a:xfrm>
              <a:off x="5788135" y="2086088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0" name="pt17090"/>
            <p:cNvSpPr/>
            <p:nvPr/>
          </p:nvSpPr>
          <p:spPr>
            <a:xfrm>
              <a:off x="5379745" y="2576485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1" name="pt17091"/>
            <p:cNvSpPr/>
            <p:nvPr/>
          </p:nvSpPr>
          <p:spPr>
            <a:xfrm>
              <a:off x="6232742" y="2237267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2" name="pt17092"/>
            <p:cNvSpPr/>
            <p:nvPr/>
          </p:nvSpPr>
          <p:spPr>
            <a:xfrm>
              <a:off x="6068455" y="2308223"/>
              <a:ext cx="16849" cy="16849"/>
            </a:xfrm>
            <a:prstGeom prst="ellipse">
              <a:avLst/>
            </a:prstGeom>
            <a:solidFill>
              <a:srgbClr val="A1D749">
                <a:alpha val="45098"/>
              </a:srgbClr>
            </a:solidFill>
            <a:ln w="7363" cap="rnd">
              <a:solidFill>
                <a:srgbClr val="A1D74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3" name="pt17093"/>
            <p:cNvSpPr/>
            <p:nvPr/>
          </p:nvSpPr>
          <p:spPr>
            <a:xfrm>
              <a:off x="5899329" y="2299421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4" name="pt17094"/>
            <p:cNvSpPr/>
            <p:nvPr/>
          </p:nvSpPr>
          <p:spPr>
            <a:xfrm>
              <a:off x="5390027" y="252826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5" name="pt17095"/>
            <p:cNvSpPr/>
            <p:nvPr/>
          </p:nvSpPr>
          <p:spPr>
            <a:xfrm>
              <a:off x="5885527" y="2268028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6" name="pt17096"/>
            <p:cNvSpPr/>
            <p:nvPr/>
          </p:nvSpPr>
          <p:spPr>
            <a:xfrm>
              <a:off x="6607544" y="2135722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7" name="pt17097"/>
            <p:cNvSpPr/>
            <p:nvPr/>
          </p:nvSpPr>
          <p:spPr>
            <a:xfrm>
              <a:off x="6255551" y="2274848"/>
              <a:ext cx="16849" cy="16849"/>
            </a:xfrm>
            <a:prstGeom prst="ellipse">
              <a:avLst/>
            </a:prstGeom>
            <a:solidFill>
              <a:srgbClr val="28A983">
                <a:alpha val="45098"/>
              </a:srgbClr>
            </a:solidFill>
            <a:ln w="7363" cap="rnd">
              <a:solidFill>
                <a:srgbClr val="28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8" name="pt17098"/>
            <p:cNvSpPr/>
            <p:nvPr/>
          </p:nvSpPr>
          <p:spPr>
            <a:xfrm>
              <a:off x="6329255" y="2184094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9" name="pt17099"/>
            <p:cNvSpPr/>
            <p:nvPr/>
          </p:nvSpPr>
          <p:spPr>
            <a:xfrm>
              <a:off x="5998098" y="2635515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0" name="pt17100"/>
            <p:cNvSpPr/>
            <p:nvPr/>
          </p:nvSpPr>
          <p:spPr>
            <a:xfrm>
              <a:off x="5661180" y="2284578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1" name="pt17101"/>
            <p:cNvSpPr/>
            <p:nvPr/>
          </p:nvSpPr>
          <p:spPr>
            <a:xfrm>
              <a:off x="6442616" y="1842794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2" name="pt17102"/>
            <p:cNvSpPr/>
            <p:nvPr/>
          </p:nvSpPr>
          <p:spPr>
            <a:xfrm>
              <a:off x="6538290" y="234765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3" name="pt17103"/>
            <p:cNvSpPr/>
            <p:nvPr/>
          </p:nvSpPr>
          <p:spPr>
            <a:xfrm>
              <a:off x="6402655" y="2009094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4" name="pt17104"/>
            <p:cNvSpPr/>
            <p:nvPr/>
          </p:nvSpPr>
          <p:spPr>
            <a:xfrm>
              <a:off x="6234731" y="2295782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5" name="pt17105"/>
            <p:cNvSpPr/>
            <p:nvPr/>
          </p:nvSpPr>
          <p:spPr>
            <a:xfrm>
              <a:off x="6368477" y="2323833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6" name="pt17106"/>
            <p:cNvSpPr/>
            <p:nvPr/>
          </p:nvSpPr>
          <p:spPr>
            <a:xfrm>
              <a:off x="6720154" y="1976005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7" name="pt17107"/>
            <p:cNvSpPr/>
            <p:nvPr/>
          </p:nvSpPr>
          <p:spPr>
            <a:xfrm>
              <a:off x="6749386" y="2107968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8" name="pt17108"/>
            <p:cNvSpPr/>
            <p:nvPr/>
          </p:nvSpPr>
          <p:spPr>
            <a:xfrm>
              <a:off x="6127110" y="239997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9" name="pt17109"/>
            <p:cNvSpPr/>
            <p:nvPr/>
          </p:nvSpPr>
          <p:spPr>
            <a:xfrm>
              <a:off x="7311831" y="2242890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0" name="pt17110"/>
            <p:cNvSpPr/>
            <p:nvPr/>
          </p:nvSpPr>
          <p:spPr>
            <a:xfrm>
              <a:off x="5995036" y="2659702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1" name="pt17111"/>
            <p:cNvSpPr/>
            <p:nvPr/>
          </p:nvSpPr>
          <p:spPr>
            <a:xfrm>
              <a:off x="6241078" y="2324708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2" name="pt17112"/>
            <p:cNvSpPr/>
            <p:nvPr/>
          </p:nvSpPr>
          <p:spPr>
            <a:xfrm>
              <a:off x="5564729" y="2587559"/>
              <a:ext cx="16849" cy="16849"/>
            </a:xfrm>
            <a:prstGeom prst="ellipse">
              <a:avLst/>
            </a:prstGeom>
            <a:solidFill>
              <a:srgbClr val="66C364">
                <a:alpha val="45098"/>
              </a:srgbClr>
            </a:solidFill>
            <a:ln w="7363" cap="rnd">
              <a:solidFill>
                <a:srgbClr val="66C36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3" name="pt17113"/>
            <p:cNvSpPr/>
            <p:nvPr/>
          </p:nvSpPr>
          <p:spPr>
            <a:xfrm>
              <a:off x="6197103" y="222253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4" name="pt17114"/>
            <p:cNvSpPr/>
            <p:nvPr/>
          </p:nvSpPr>
          <p:spPr>
            <a:xfrm>
              <a:off x="6616261" y="2150134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5" name="pt17115"/>
            <p:cNvSpPr/>
            <p:nvPr/>
          </p:nvSpPr>
          <p:spPr>
            <a:xfrm>
              <a:off x="6320042" y="2277283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6" name="pt17116"/>
            <p:cNvSpPr/>
            <p:nvPr/>
          </p:nvSpPr>
          <p:spPr>
            <a:xfrm>
              <a:off x="6426539" y="1976432"/>
              <a:ext cx="16849" cy="16849"/>
            </a:xfrm>
            <a:prstGeom prst="ellipse">
              <a:avLst/>
            </a:prstGeom>
            <a:solidFill>
              <a:srgbClr val="64C265">
                <a:alpha val="45098"/>
              </a:srgbClr>
            </a:solidFill>
            <a:ln w="7363" cap="rnd">
              <a:solidFill>
                <a:srgbClr val="64C2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7" name="pt17117"/>
            <p:cNvSpPr/>
            <p:nvPr/>
          </p:nvSpPr>
          <p:spPr>
            <a:xfrm>
              <a:off x="6324658" y="2242000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8" name="pt17118"/>
            <p:cNvSpPr/>
            <p:nvPr/>
          </p:nvSpPr>
          <p:spPr>
            <a:xfrm>
              <a:off x="5901813" y="2107675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9" name="pt17119"/>
            <p:cNvSpPr/>
            <p:nvPr/>
          </p:nvSpPr>
          <p:spPr>
            <a:xfrm>
              <a:off x="6541200" y="234409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0" name="pt17120"/>
            <p:cNvSpPr/>
            <p:nvPr/>
          </p:nvSpPr>
          <p:spPr>
            <a:xfrm>
              <a:off x="5662377" y="2411005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1" name="pt17121"/>
            <p:cNvSpPr/>
            <p:nvPr/>
          </p:nvSpPr>
          <p:spPr>
            <a:xfrm>
              <a:off x="6417530" y="224617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2" name="pt17122"/>
            <p:cNvSpPr/>
            <p:nvPr/>
          </p:nvSpPr>
          <p:spPr>
            <a:xfrm>
              <a:off x="5810533" y="2288627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3" name="pt17123"/>
            <p:cNvSpPr/>
            <p:nvPr/>
          </p:nvSpPr>
          <p:spPr>
            <a:xfrm>
              <a:off x="6373068" y="229439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4" name="pt17124"/>
            <p:cNvSpPr/>
            <p:nvPr/>
          </p:nvSpPr>
          <p:spPr>
            <a:xfrm>
              <a:off x="6125372" y="2331846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5" name="pt17125"/>
            <p:cNvSpPr/>
            <p:nvPr/>
          </p:nvSpPr>
          <p:spPr>
            <a:xfrm>
              <a:off x="6934275" y="2031297"/>
              <a:ext cx="16849" cy="16849"/>
            </a:xfrm>
            <a:prstGeom prst="ellipse">
              <a:avLst/>
            </a:prstGeom>
            <a:solidFill>
              <a:srgbClr val="77CF54">
                <a:alpha val="45098"/>
              </a:srgbClr>
            </a:solidFill>
            <a:ln w="7363" cap="rnd">
              <a:solidFill>
                <a:srgbClr val="77CF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6" name="pt17126"/>
            <p:cNvSpPr/>
            <p:nvPr/>
          </p:nvSpPr>
          <p:spPr>
            <a:xfrm>
              <a:off x="5700869" y="2446953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7" name="pt17127"/>
            <p:cNvSpPr/>
            <p:nvPr/>
          </p:nvSpPr>
          <p:spPr>
            <a:xfrm>
              <a:off x="6141371" y="2143759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8" name="pt17128"/>
            <p:cNvSpPr/>
            <p:nvPr/>
          </p:nvSpPr>
          <p:spPr>
            <a:xfrm>
              <a:off x="6053621" y="2322431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9" name="pt17129"/>
            <p:cNvSpPr/>
            <p:nvPr/>
          </p:nvSpPr>
          <p:spPr>
            <a:xfrm>
              <a:off x="6408100" y="227833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0" name="pt17130"/>
            <p:cNvSpPr/>
            <p:nvPr/>
          </p:nvSpPr>
          <p:spPr>
            <a:xfrm>
              <a:off x="6066099" y="244378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1" name="pt17131"/>
            <p:cNvSpPr/>
            <p:nvPr/>
          </p:nvSpPr>
          <p:spPr>
            <a:xfrm>
              <a:off x="6761265" y="2042828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2" name="pt17132"/>
            <p:cNvSpPr/>
            <p:nvPr/>
          </p:nvSpPr>
          <p:spPr>
            <a:xfrm>
              <a:off x="6927482" y="1733295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3" name="pt17133"/>
            <p:cNvSpPr/>
            <p:nvPr/>
          </p:nvSpPr>
          <p:spPr>
            <a:xfrm>
              <a:off x="6704191" y="212806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4" name="pt17134"/>
            <p:cNvSpPr/>
            <p:nvPr/>
          </p:nvSpPr>
          <p:spPr>
            <a:xfrm>
              <a:off x="6341500" y="2177736"/>
              <a:ext cx="16849" cy="16849"/>
            </a:xfrm>
            <a:prstGeom prst="ellipse">
              <a:avLst/>
            </a:prstGeom>
            <a:solidFill>
              <a:srgbClr val="2AAA82">
                <a:alpha val="45098"/>
              </a:srgbClr>
            </a:solidFill>
            <a:ln w="7363" cap="rnd">
              <a:solidFill>
                <a:srgbClr val="2A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5" name="pt17135"/>
            <p:cNvSpPr/>
            <p:nvPr/>
          </p:nvSpPr>
          <p:spPr>
            <a:xfrm>
              <a:off x="5322650" y="2344696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6" name="pt17136"/>
            <p:cNvSpPr/>
            <p:nvPr/>
          </p:nvSpPr>
          <p:spPr>
            <a:xfrm>
              <a:off x="5192987" y="2348989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7" name="pt17137"/>
            <p:cNvSpPr/>
            <p:nvPr/>
          </p:nvSpPr>
          <p:spPr>
            <a:xfrm>
              <a:off x="5776328" y="2053376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8" name="pt17138"/>
            <p:cNvSpPr/>
            <p:nvPr/>
          </p:nvSpPr>
          <p:spPr>
            <a:xfrm>
              <a:off x="6356563" y="2186886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9" name="pt17139"/>
            <p:cNvSpPr/>
            <p:nvPr/>
          </p:nvSpPr>
          <p:spPr>
            <a:xfrm>
              <a:off x="6902095" y="1995487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0" name="pt17140"/>
            <p:cNvSpPr/>
            <p:nvPr/>
          </p:nvSpPr>
          <p:spPr>
            <a:xfrm>
              <a:off x="6430307" y="210013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1" name="pt17141"/>
            <p:cNvSpPr/>
            <p:nvPr/>
          </p:nvSpPr>
          <p:spPr>
            <a:xfrm>
              <a:off x="6698115" y="2161486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2" name="pt17142"/>
            <p:cNvSpPr/>
            <p:nvPr/>
          </p:nvSpPr>
          <p:spPr>
            <a:xfrm>
              <a:off x="6692794" y="209235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3" name="pt17143"/>
            <p:cNvSpPr/>
            <p:nvPr/>
          </p:nvSpPr>
          <p:spPr>
            <a:xfrm>
              <a:off x="6753248" y="210919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4" name="pt17144"/>
            <p:cNvSpPr/>
            <p:nvPr/>
          </p:nvSpPr>
          <p:spPr>
            <a:xfrm>
              <a:off x="6691207" y="2069489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5" name="pt17145"/>
            <p:cNvSpPr/>
            <p:nvPr/>
          </p:nvSpPr>
          <p:spPr>
            <a:xfrm>
              <a:off x="6231465" y="213295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6" name="pt17146"/>
            <p:cNvSpPr/>
            <p:nvPr/>
          </p:nvSpPr>
          <p:spPr>
            <a:xfrm>
              <a:off x="6102935" y="2197728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7" name="pt17147"/>
            <p:cNvSpPr/>
            <p:nvPr/>
          </p:nvSpPr>
          <p:spPr>
            <a:xfrm>
              <a:off x="6064971" y="2414937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8" name="pt17148"/>
            <p:cNvSpPr/>
            <p:nvPr/>
          </p:nvSpPr>
          <p:spPr>
            <a:xfrm>
              <a:off x="6675035" y="1993825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9" name="pt17149"/>
            <p:cNvSpPr/>
            <p:nvPr/>
          </p:nvSpPr>
          <p:spPr>
            <a:xfrm>
              <a:off x="6299336" y="198899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0" name="pt17150"/>
            <p:cNvSpPr/>
            <p:nvPr/>
          </p:nvSpPr>
          <p:spPr>
            <a:xfrm>
              <a:off x="5706246" y="2461344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1" name="pt17151"/>
            <p:cNvSpPr/>
            <p:nvPr/>
          </p:nvSpPr>
          <p:spPr>
            <a:xfrm>
              <a:off x="6406968" y="217762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2" name="pt17152"/>
            <p:cNvSpPr/>
            <p:nvPr/>
          </p:nvSpPr>
          <p:spPr>
            <a:xfrm>
              <a:off x="6862101" y="1712400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3" name="pt17153"/>
            <p:cNvSpPr/>
            <p:nvPr/>
          </p:nvSpPr>
          <p:spPr>
            <a:xfrm>
              <a:off x="6650922" y="2168414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4" name="pt17154"/>
            <p:cNvSpPr/>
            <p:nvPr/>
          </p:nvSpPr>
          <p:spPr>
            <a:xfrm>
              <a:off x="5757672" y="2165544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5" name="pt17155"/>
            <p:cNvSpPr/>
            <p:nvPr/>
          </p:nvSpPr>
          <p:spPr>
            <a:xfrm>
              <a:off x="5553188" y="2530340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6" name="pt17156"/>
            <p:cNvSpPr/>
            <p:nvPr/>
          </p:nvSpPr>
          <p:spPr>
            <a:xfrm>
              <a:off x="6311452" y="2258891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7" name="pt17157"/>
            <p:cNvSpPr/>
            <p:nvPr/>
          </p:nvSpPr>
          <p:spPr>
            <a:xfrm>
              <a:off x="5771426" y="1966528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8" name="pt17158"/>
            <p:cNvSpPr/>
            <p:nvPr/>
          </p:nvSpPr>
          <p:spPr>
            <a:xfrm>
              <a:off x="6179966" y="2051390"/>
              <a:ext cx="16849" cy="16849"/>
            </a:xfrm>
            <a:prstGeom prst="ellipse">
              <a:avLst/>
            </a:prstGeom>
            <a:solidFill>
              <a:srgbClr val="76CE56">
                <a:alpha val="45098"/>
              </a:srgbClr>
            </a:solidFill>
            <a:ln w="7363" cap="rnd">
              <a:solidFill>
                <a:srgbClr val="76CE5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9" name="pt17159"/>
            <p:cNvSpPr/>
            <p:nvPr/>
          </p:nvSpPr>
          <p:spPr>
            <a:xfrm>
              <a:off x="6417893" y="233744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0" name="pt17160"/>
            <p:cNvSpPr/>
            <p:nvPr/>
          </p:nvSpPr>
          <p:spPr>
            <a:xfrm>
              <a:off x="6038565" y="2372036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1" name="pt17161"/>
            <p:cNvSpPr/>
            <p:nvPr/>
          </p:nvSpPr>
          <p:spPr>
            <a:xfrm>
              <a:off x="5768170" y="2096111"/>
              <a:ext cx="16849" cy="16849"/>
            </a:xfrm>
            <a:prstGeom prst="ellipse">
              <a:avLst/>
            </a:prstGeom>
            <a:solidFill>
              <a:srgbClr val="44B279">
                <a:alpha val="45098"/>
              </a:srgbClr>
            </a:solidFill>
            <a:ln w="7363" cap="rnd">
              <a:solidFill>
                <a:srgbClr val="44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2" name="pt17162"/>
            <p:cNvSpPr/>
            <p:nvPr/>
          </p:nvSpPr>
          <p:spPr>
            <a:xfrm>
              <a:off x="5556571" y="2411048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3" name="pt17163"/>
            <p:cNvSpPr/>
            <p:nvPr/>
          </p:nvSpPr>
          <p:spPr>
            <a:xfrm>
              <a:off x="6142677" y="2292139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4" name="pt17164"/>
            <p:cNvSpPr/>
            <p:nvPr/>
          </p:nvSpPr>
          <p:spPr>
            <a:xfrm>
              <a:off x="6172339" y="2218669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5" name="pt17165"/>
            <p:cNvSpPr/>
            <p:nvPr/>
          </p:nvSpPr>
          <p:spPr>
            <a:xfrm>
              <a:off x="6929624" y="1900001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6" name="pt17166"/>
            <p:cNvSpPr/>
            <p:nvPr/>
          </p:nvSpPr>
          <p:spPr>
            <a:xfrm>
              <a:off x="5860752" y="1960200"/>
              <a:ext cx="16849" cy="16849"/>
            </a:xfrm>
            <a:prstGeom prst="ellipse">
              <a:avLst/>
            </a:prstGeom>
            <a:solidFill>
              <a:srgbClr val="AEDA45">
                <a:alpha val="45098"/>
              </a:srgbClr>
            </a:solidFill>
            <a:ln w="7363" cap="rnd">
              <a:solidFill>
                <a:srgbClr val="AEDA4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7" name="pt17167"/>
            <p:cNvSpPr/>
            <p:nvPr/>
          </p:nvSpPr>
          <p:spPr>
            <a:xfrm>
              <a:off x="6984850" y="1526777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8" name="pt17168"/>
            <p:cNvSpPr/>
            <p:nvPr/>
          </p:nvSpPr>
          <p:spPr>
            <a:xfrm>
              <a:off x="4877642" y="2909021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9" name="pt17169"/>
            <p:cNvSpPr/>
            <p:nvPr/>
          </p:nvSpPr>
          <p:spPr>
            <a:xfrm>
              <a:off x="5781271" y="2209281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0" name="pt17170"/>
            <p:cNvSpPr/>
            <p:nvPr/>
          </p:nvSpPr>
          <p:spPr>
            <a:xfrm>
              <a:off x="5835284" y="2201979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1" name="pt17171"/>
            <p:cNvSpPr/>
            <p:nvPr/>
          </p:nvSpPr>
          <p:spPr>
            <a:xfrm>
              <a:off x="6106819" y="2171861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2" name="pt17172"/>
            <p:cNvSpPr/>
            <p:nvPr/>
          </p:nvSpPr>
          <p:spPr>
            <a:xfrm>
              <a:off x="6003004" y="235844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3" name="pt17173"/>
            <p:cNvSpPr/>
            <p:nvPr/>
          </p:nvSpPr>
          <p:spPr>
            <a:xfrm>
              <a:off x="6623882" y="2213871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4" name="pt17174"/>
            <p:cNvSpPr/>
            <p:nvPr/>
          </p:nvSpPr>
          <p:spPr>
            <a:xfrm>
              <a:off x="6700689" y="2018115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5" name="pt17175"/>
            <p:cNvSpPr/>
            <p:nvPr/>
          </p:nvSpPr>
          <p:spPr>
            <a:xfrm>
              <a:off x="6683156" y="209433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6" name="pt17176"/>
            <p:cNvSpPr/>
            <p:nvPr/>
          </p:nvSpPr>
          <p:spPr>
            <a:xfrm>
              <a:off x="6232865" y="2245549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7" name="pt17177"/>
            <p:cNvSpPr/>
            <p:nvPr/>
          </p:nvSpPr>
          <p:spPr>
            <a:xfrm>
              <a:off x="6379289" y="2327848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8" name="pt17178"/>
            <p:cNvSpPr/>
            <p:nvPr/>
          </p:nvSpPr>
          <p:spPr>
            <a:xfrm>
              <a:off x="5780715" y="2322563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9" name="pt17179"/>
            <p:cNvSpPr/>
            <p:nvPr/>
          </p:nvSpPr>
          <p:spPr>
            <a:xfrm>
              <a:off x="6358695" y="2229475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0" name="pt17180"/>
            <p:cNvSpPr/>
            <p:nvPr/>
          </p:nvSpPr>
          <p:spPr>
            <a:xfrm>
              <a:off x="6491011" y="2154726"/>
              <a:ext cx="16849" cy="16849"/>
            </a:xfrm>
            <a:prstGeom prst="ellipse">
              <a:avLst/>
            </a:prstGeom>
            <a:solidFill>
              <a:srgbClr val="68C563">
                <a:alpha val="45098"/>
              </a:srgbClr>
            </a:solidFill>
            <a:ln w="7363" cap="rnd">
              <a:solidFill>
                <a:srgbClr val="68C5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1" name="pt17181"/>
            <p:cNvSpPr/>
            <p:nvPr/>
          </p:nvSpPr>
          <p:spPr>
            <a:xfrm>
              <a:off x="5804492" y="214659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2" name="pt17182"/>
            <p:cNvSpPr/>
            <p:nvPr/>
          </p:nvSpPr>
          <p:spPr>
            <a:xfrm>
              <a:off x="5517350" y="2380546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3" name="pt17183"/>
            <p:cNvSpPr/>
            <p:nvPr/>
          </p:nvSpPr>
          <p:spPr>
            <a:xfrm>
              <a:off x="6498183" y="2097635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4" name="pt17184"/>
            <p:cNvSpPr/>
            <p:nvPr/>
          </p:nvSpPr>
          <p:spPr>
            <a:xfrm>
              <a:off x="5953463" y="194030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5" name="pt17185"/>
            <p:cNvSpPr/>
            <p:nvPr/>
          </p:nvSpPr>
          <p:spPr>
            <a:xfrm>
              <a:off x="6177867" y="230821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6" name="pt17186"/>
            <p:cNvSpPr/>
            <p:nvPr/>
          </p:nvSpPr>
          <p:spPr>
            <a:xfrm>
              <a:off x="6580011" y="235408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7" name="pt17187"/>
            <p:cNvSpPr/>
            <p:nvPr/>
          </p:nvSpPr>
          <p:spPr>
            <a:xfrm>
              <a:off x="6007137" y="2488072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8" name="pt17188"/>
            <p:cNvSpPr/>
            <p:nvPr/>
          </p:nvSpPr>
          <p:spPr>
            <a:xfrm>
              <a:off x="6608329" y="2156485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9" name="pt17189"/>
            <p:cNvSpPr/>
            <p:nvPr/>
          </p:nvSpPr>
          <p:spPr>
            <a:xfrm>
              <a:off x="6038338" y="2381410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0" name="pt17190"/>
            <p:cNvSpPr/>
            <p:nvPr/>
          </p:nvSpPr>
          <p:spPr>
            <a:xfrm>
              <a:off x="5537599" y="2079354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1" name="pt17191"/>
            <p:cNvSpPr/>
            <p:nvPr/>
          </p:nvSpPr>
          <p:spPr>
            <a:xfrm>
              <a:off x="6448515" y="2051900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2" name="pt17192"/>
            <p:cNvSpPr/>
            <p:nvPr/>
          </p:nvSpPr>
          <p:spPr>
            <a:xfrm>
              <a:off x="5719681" y="2355271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3" name="pt17193"/>
            <p:cNvSpPr/>
            <p:nvPr/>
          </p:nvSpPr>
          <p:spPr>
            <a:xfrm>
              <a:off x="5370818" y="221161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4" name="pt17194"/>
            <p:cNvSpPr/>
            <p:nvPr/>
          </p:nvSpPr>
          <p:spPr>
            <a:xfrm>
              <a:off x="6547230" y="215613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5" name="pt17195"/>
            <p:cNvSpPr/>
            <p:nvPr/>
          </p:nvSpPr>
          <p:spPr>
            <a:xfrm>
              <a:off x="6810803" y="1752798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6" name="pt17196"/>
            <p:cNvSpPr/>
            <p:nvPr/>
          </p:nvSpPr>
          <p:spPr>
            <a:xfrm>
              <a:off x="6234343" y="2294935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7" name="pt17197"/>
            <p:cNvSpPr/>
            <p:nvPr/>
          </p:nvSpPr>
          <p:spPr>
            <a:xfrm>
              <a:off x="6239253" y="234453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8" name="pt17198"/>
            <p:cNvSpPr/>
            <p:nvPr/>
          </p:nvSpPr>
          <p:spPr>
            <a:xfrm>
              <a:off x="6379291" y="2374235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9" name="pt17199"/>
            <p:cNvSpPr/>
            <p:nvPr/>
          </p:nvSpPr>
          <p:spPr>
            <a:xfrm>
              <a:off x="6189139" y="223185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0" name="pt17200"/>
            <p:cNvSpPr/>
            <p:nvPr/>
          </p:nvSpPr>
          <p:spPr>
            <a:xfrm>
              <a:off x="6168899" y="2291548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1" name="pt17201"/>
            <p:cNvSpPr/>
            <p:nvPr/>
          </p:nvSpPr>
          <p:spPr>
            <a:xfrm>
              <a:off x="6484531" y="2047241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2" name="pt17202"/>
            <p:cNvSpPr/>
            <p:nvPr/>
          </p:nvSpPr>
          <p:spPr>
            <a:xfrm>
              <a:off x="6529188" y="2345702"/>
              <a:ext cx="16849" cy="16849"/>
            </a:xfrm>
            <a:prstGeom prst="ellipse">
              <a:avLst/>
            </a:prstGeom>
            <a:solidFill>
              <a:srgbClr val="89D34E">
                <a:alpha val="45098"/>
              </a:srgbClr>
            </a:solidFill>
            <a:ln w="7363" cap="rnd">
              <a:solidFill>
                <a:srgbClr val="89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3" name="pt17203"/>
            <p:cNvSpPr/>
            <p:nvPr/>
          </p:nvSpPr>
          <p:spPr>
            <a:xfrm>
              <a:off x="6252517" y="2274910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4" name="pt17204"/>
            <p:cNvSpPr/>
            <p:nvPr/>
          </p:nvSpPr>
          <p:spPr>
            <a:xfrm>
              <a:off x="5727498" y="2297175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5" name="pt17205"/>
            <p:cNvSpPr/>
            <p:nvPr/>
          </p:nvSpPr>
          <p:spPr>
            <a:xfrm>
              <a:off x="6359019" y="2264461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6" name="pt17206"/>
            <p:cNvSpPr/>
            <p:nvPr/>
          </p:nvSpPr>
          <p:spPr>
            <a:xfrm>
              <a:off x="6430777" y="1965317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7" name="pt17207"/>
            <p:cNvSpPr/>
            <p:nvPr/>
          </p:nvSpPr>
          <p:spPr>
            <a:xfrm>
              <a:off x="6848778" y="1764858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8" name="pt17208"/>
            <p:cNvSpPr/>
            <p:nvPr/>
          </p:nvSpPr>
          <p:spPr>
            <a:xfrm>
              <a:off x="6743246" y="1989765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9" name="pt17209"/>
            <p:cNvSpPr/>
            <p:nvPr/>
          </p:nvSpPr>
          <p:spPr>
            <a:xfrm>
              <a:off x="6409453" y="1942247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0" name="pt17210"/>
            <p:cNvSpPr/>
            <p:nvPr/>
          </p:nvSpPr>
          <p:spPr>
            <a:xfrm>
              <a:off x="5985750" y="2505371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1" name="pt17211"/>
            <p:cNvSpPr/>
            <p:nvPr/>
          </p:nvSpPr>
          <p:spPr>
            <a:xfrm>
              <a:off x="6591557" y="2086676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2" name="pt17212"/>
            <p:cNvSpPr/>
            <p:nvPr/>
          </p:nvSpPr>
          <p:spPr>
            <a:xfrm>
              <a:off x="6156436" y="229760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3" name="pt17213"/>
            <p:cNvSpPr/>
            <p:nvPr/>
          </p:nvSpPr>
          <p:spPr>
            <a:xfrm>
              <a:off x="6914203" y="1954409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4" name="pt17214"/>
            <p:cNvSpPr/>
            <p:nvPr/>
          </p:nvSpPr>
          <p:spPr>
            <a:xfrm>
              <a:off x="6975087" y="158698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5" name="pt17215"/>
            <p:cNvSpPr/>
            <p:nvPr/>
          </p:nvSpPr>
          <p:spPr>
            <a:xfrm>
              <a:off x="6845441" y="179682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6" name="pt17216"/>
            <p:cNvSpPr/>
            <p:nvPr/>
          </p:nvSpPr>
          <p:spPr>
            <a:xfrm>
              <a:off x="6279430" y="2059264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7" name="pt17217"/>
            <p:cNvSpPr/>
            <p:nvPr/>
          </p:nvSpPr>
          <p:spPr>
            <a:xfrm>
              <a:off x="6417615" y="2256615"/>
              <a:ext cx="16849" cy="16849"/>
            </a:xfrm>
            <a:prstGeom prst="ellipse">
              <a:avLst/>
            </a:prstGeom>
            <a:solidFill>
              <a:srgbClr val="5BBD6C">
                <a:alpha val="45098"/>
              </a:srgbClr>
            </a:solidFill>
            <a:ln w="7363" cap="rnd">
              <a:solidFill>
                <a:srgbClr val="5B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8" name="pt17218"/>
            <p:cNvSpPr/>
            <p:nvPr/>
          </p:nvSpPr>
          <p:spPr>
            <a:xfrm>
              <a:off x="6750016" y="2039423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9" name="pt17219"/>
            <p:cNvSpPr/>
            <p:nvPr/>
          </p:nvSpPr>
          <p:spPr>
            <a:xfrm>
              <a:off x="6319424" y="2188086"/>
              <a:ext cx="16849" cy="16849"/>
            </a:xfrm>
            <a:prstGeom prst="ellipse">
              <a:avLst/>
            </a:prstGeom>
            <a:solidFill>
              <a:srgbClr val="5EBE6A">
                <a:alpha val="45098"/>
              </a:srgbClr>
            </a:solidFill>
            <a:ln w="7363" cap="rnd">
              <a:solidFill>
                <a:srgbClr val="5EBE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0" name="pt17220"/>
            <p:cNvSpPr/>
            <p:nvPr/>
          </p:nvSpPr>
          <p:spPr>
            <a:xfrm>
              <a:off x="5479873" y="2600347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1" name="pt17221"/>
            <p:cNvSpPr/>
            <p:nvPr/>
          </p:nvSpPr>
          <p:spPr>
            <a:xfrm>
              <a:off x="5925705" y="1975489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2" name="pt17222"/>
            <p:cNvSpPr/>
            <p:nvPr/>
          </p:nvSpPr>
          <p:spPr>
            <a:xfrm>
              <a:off x="5454449" y="2370952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3" name="pt17223"/>
            <p:cNvSpPr/>
            <p:nvPr/>
          </p:nvSpPr>
          <p:spPr>
            <a:xfrm>
              <a:off x="6046087" y="2357108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4" name="pt17224"/>
            <p:cNvSpPr/>
            <p:nvPr/>
          </p:nvSpPr>
          <p:spPr>
            <a:xfrm>
              <a:off x="6118569" y="2267261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5" name="pt17225"/>
            <p:cNvSpPr/>
            <p:nvPr/>
          </p:nvSpPr>
          <p:spPr>
            <a:xfrm>
              <a:off x="6138877" y="237245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6" name="pt17226"/>
            <p:cNvSpPr/>
            <p:nvPr/>
          </p:nvSpPr>
          <p:spPr>
            <a:xfrm>
              <a:off x="6050441" y="212348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7" name="pt17227"/>
            <p:cNvSpPr/>
            <p:nvPr/>
          </p:nvSpPr>
          <p:spPr>
            <a:xfrm>
              <a:off x="6075784" y="2358598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8" name="pt17228"/>
            <p:cNvSpPr/>
            <p:nvPr/>
          </p:nvSpPr>
          <p:spPr>
            <a:xfrm>
              <a:off x="6872034" y="1814397"/>
              <a:ext cx="16849" cy="16849"/>
            </a:xfrm>
            <a:prstGeom prst="ellipse">
              <a:avLst/>
            </a:prstGeom>
            <a:solidFill>
              <a:srgbClr val="336E8D">
                <a:alpha val="45098"/>
              </a:srgbClr>
            </a:solidFill>
            <a:ln w="7363" cap="rnd">
              <a:solidFill>
                <a:srgbClr val="336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9" name="pt17229"/>
            <p:cNvSpPr/>
            <p:nvPr/>
          </p:nvSpPr>
          <p:spPr>
            <a:xfrm>
              <a:off x="7171651" y="1425486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0" name="pt17230"/>
            <p:cNvSpPr/>
            <p:nvPr/>
          </p:nvSpPr>
          <p:spPr>
            <a:xfrm>
              <a:off x="5867744" y="203841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1" name="pt17231"/>
            <p:cNvSpPr/>
            <p:nvPr/>
          </p:nvSpPr>
          <p:spPr>
            <a:xfrm>
              <a:off x="6948557" y="1895183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2" name="pt17232"/>
            <p:cNvSpPr/>
            <p:nvPr/>
          </p:nvSpPr>
          <p:spPr>
            <a:xfrm>
              <a:off x="5489609" y="250163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3" name="pt17233"/>
            <p:cNvSpPr/>
            <p:nvPr/>
          </p:nvSpPr>
          <p:spPr>
            <a:xfrm>
              <a:off x="6374929" y="2286633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4" name="pt17234"/>
            <p:cNvSpPr/>
            <p:nvPr/>
          </p:nvSpPr>
          <p:spPr>
            <a:xfrm>
              <a:off x="6647888" y="2019169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5" name="pt17235"/>
            <p:cNvSpPr/>
            <p:nvPr/>
          </p:nvSpPr>
          <p:spPr>
            <a:xfrm>
              <a:off x="5616062" y="2425752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6" name="pt17236"/>
            <p:cNvSpPr/>
            <p:nvPr/>
          </p:nvSpPr>
          <p:spPr>
            <a:xfrm>
              <a:off x="4857805" y="284629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7" name="pt17237"/>
            <p:cNvSpPr/>
            <p:nvPr/>
          </p:nvSpPr>
          <p:spPr>
            <a:xfrm>
              <a:off x="6155232" y="2312155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8" name="pt17238"/>
            <p:cNvSpPr/>
            <p:nvPr/>
          </p:nvSpPr>
          <p:spPr>
            <a:xfrm>
              <a:off x="6680590" y="2040441"/>
              <a:ext cx="16849" cy="16849"/>
            </a:xfrm>
            <a:prstGeom prst="ellipse">
              <a:avLst/>
            </a:prstGeom>
            <a:solidFill>
              <a:srgbClr val="3AAE7D">
                <a:alpha val="45098"/>
              </a:srgbClr>
            </a:solidFill>
            <a:ln w="7363" cap="rnd">
              <a:solidFill>
                <a:srgbClr val="3AAE7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9" name="pt17239"/>
            <p:cNvSpPr/>
            <p:nvPr/>
          </p:nvSpPr>
          <p:spPr>
            <a:xfrm>
              <a:off x="6338405" y="2175459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0" name="pt17240"/>
            <p:cNvSpPr/>
            <p:nvPr/>
          </p:nvSpPr>
          <p:spPr>
            <a:xfrm>
              <a:off x="6135132" y="2331252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1" name="pt17241"/>
            <p:cNvSpPr/>
            <p:nvPr/>
          </p:nvSpPr>
          <p:spPr>
            <a:xfrm>
              <a:off x="6740255" y="2102570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2" name="pt17242"/>
            <p:cNvSpPr/>
            <p:nvPr/>
          </p:nvSpPr>
          <p:spPr>
            <a:xfrm>
              <a:off x="6769426" y="221954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3" name="pt17243"/>
            <p:cNvSpPr/>
            <p:nvPr/>
          </p:nvSpPr>
          <p:spPr>
            <a:xfrm>
              <a:off x="5727017" y="2379337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4" name="pt17244"/>
            <p:cNvSpPr/>
            <p:nvPr/>
          </p:nvSpPr>
          <p:spPr>
            <a:xfrm>
              <a:off x="6213184" y="2275937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5" name="pt17245"/>
            <p:cNvSpPr/>
            <p:nvPr/>
          </p:nvSpPr>
          <p:spPr>
            <a:xfrm>
              <a:off x="6400137" y="214181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6" name="pt17246"/>
            <p:cNvSpPr/>
            <p:nvPr/>
          </p:nvSpPr>
          <p:spPr>
            <a:xfrm>
              <a:off x="5910427" y="2052568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7" name="pt17247"/>
            <p:cNvSpPr/>
            <p:nvPr/>
          </p:nvSpPr>
          <p:spPr>
            <a:xfrm>
              <a:off x="6128113" y="2146073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8" name="pt17248"/>
            <p:cNvSpPr/>
            <p:nvPr/>
          </p:nvSpPr>
          <p:spPr>
            <a:xfrm>
              <a:off x="6306113" y="240445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9" name="pt17249"/>
            <p:cNvSpPr/>
            <p:nvPr/>
          </p:nvSpPr>
          <p:spPr>
            <a:xfrm>
              <a:off x="6013965" y="2328779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0" name="pt17250"/>
            <p:cNvSpPr/>
            <p:nvPr/>
          </p:nvSpPr>
          <p:spPr>
            <a:xfrm>
              <a:off x="5945121" y="177632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1" name="pt17251"/>
            <p:cNvSpPr/>
            <p:nvPr/>
          </p:nvSpPr>
          <p:spPr>
            <a:xfrm>
              <a:off x="6594016" y="2160435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2" name="pt17252"/>
            <p:cNvSpPr/>
            <p:nvPr/>
          </p:nvSpPr>
          <p:spPr>
            <a:xfrm>
              <a:off x="5893055" y="2137978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3" name="pt17253"/>
            <p:cNvSpPr/>
            <p:nvPr/>
          </p:nvSpPr>
          <p:spPr>
            <a:xfrm>
              <a:off x="5936534" y="1954638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4" name="pt17254"/>
            <p:cNvSpPr/>
            <p:nvPr/>
          </p:nvSpPr>
          <p:spPr>
            <a:xfrm>
              <a:off x="5705184" y="2566789"/>
              <a:ext cx="16849" cy="16849"/>
            </a:xfrm>
            <a:prstGeom prst="ellipse">
              <a:avLst/>
            </a:prstGeom>
            <a:solidFill>
              <a:srgbClr val="78CF53">
                <a:alpha val="45098"/>
              </a:srgbClr>
            </a:solidFill>
            <a:ln w="7363" cap="rnd">
              <a:solidFill>
                <a:srgbClr val="78CF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5" name="pt17255"/>
            <p:cNvSpPr/>
            <p:nvPr/>
          </p:nvSpPr>
          <p:spPr>
            <a:xfrm>
              <a:off x="5850173" y="2399651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6" name="pt17256"/>
            <p:cNvSpPr/>
            <p:nvPr/>
          </p:nvSpPr>
          <p:spPr>
            <a:xfrm>
              <a:off x="6367382" y="2370796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7" name="pt17257"/>
            <p:cNvSpPr/>
            <p:nvPr/>
          </p:nvSpPr>
          <p:spPr>
            <a:xfrm>
              <a:off x="6589562" y="2167758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8" name="pt17258"/>
            <p:cNvSpPr/>
            <p:nvPr/>
          </p:nvSpPr>
          <p:spPr>
            <a:xfrm>
              <a:off x="5743297" y="2179304"/>
              <a:ext cx="16849" cy="16849"/>
            </a:xfrm>
            <a:prstGeom prst="ellipse">
              <a:avLst/>
            </a:prstGeom>
            <a:solidFill>
              <a:srgbClr val="55BA70">
                <a:alpha val="45098"/>
              </a:srgbClr>
            </a:solidFill>
            <a:ln w="7363" cap="rnd">
              <a:solidFill>
                <a:srgbClr val="55BA7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9" name="pt17259"/>
            <p:cNvSpPr/>
            <p:nvPr/>
          </p:nvSpPr>
          <p:spPr>
            <a:xfrm>
              <a:off x="6092680" y="2346463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0" name="pt17260"/>
            <p:cNvSpPr/>
            <p:nvPr/>
          </p:nvSpPr>
          <p:spPr>
            <a:xfrm>
              <a:off x="6044804" y="2331054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1" name="pt17261"/>
            <p:cNvSpPr/>
            <p:nvPr/>
          </p:nvSpPr>
          <p:spPr>
            <a:xfrm>
              <a:off x="6441854" y="198131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2" name="pt17262"/>
            <p:cNvSpPr/>
            <p:nvPr/>
          </p:nvSpPr>
          <p:spPr>
            <a:xfrm>
              <a:off x="6605165" y="2144419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3" name="pt17263"/>
            <p:cNvSpPr/>
            <p:nvPr/>
          </p:nvSpPr>
          <p:spPr>
            <a:xfrm>
              <a:off x="6409803" y="2028856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4" name="pt17264"/>
            <p:cNvSpPr/>
            <p:nvPr/>
          </p:nvSpPr>
          <p:spPr>
            <a:xfrm>
              <a:off x="5407992" y="2436295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5" name="pt17265"/>
            <p:cNvSpPr/>
            <p:nvPr/>
          </p:nvSpPr>
          <p:spPr>
            <a:xfrm>
              <a:off x="6160721" y="2277467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6" name="pt17266"/>
            <p:cNvSpPr/>
            <p:nvPr/>
          </p:nvSpPr>
          <p:spPr>
            <a:xfrm>
              <a:off x="6840590" y="192493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7" name="pt17267"/>
            <p:cNvSpPr/>
            <p:nvPr/>
          </p:nvSpPr>
          <p:spPr>
            <a:xfrm>
              <a:off x="6115282" y="2294372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8" name="pt17268"/>
            <p:cNvSpPr/>
            <p:nvPr/>
          </p:nvSpPr>
          <p:spPr>
            <a:xfrm>
              <a:off x="5757899" y="208944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9" name="pt17269"/>
            <p:cNvSpPr/>
            <p:nvPr/>
          </p:nvSpPr>
          <p:spPr>
            <a:xfrm>
              <a:off x="6673473" y="2123411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0" name="pt17270"/>
            <p:cNvSpPr/>
            <p:nvPr/>
          </p:nvSpPr>
          <p:spPr>
            <a:xfrm>
              <a:off x="7191179" y="1736242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1" name="pt17271"/>
            <p:cNvSpPr/>
            <p:nvPr/>
          </p:nvSpPr>
          <p:spPr>
            <a:xfrm>
              <a:off x="6644888" y="2124452"/>
              <a:ext cx="16849" cy="16849"/>
            </a:xfrm>
            <a:prstGeom prst="ellipse">
              <a:avLst/>
            </a:prstGeom>
            <a:solidFill>
              <a:srgbClr val="77CF54">
                <a:alpha val="45098"/>
              </a:srgbClr>
            </a:solidFill>
            <a:ln w="7363" cap="rnd">
              <a:solidFill>
                <a:srgbClr val="77CF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2" name="pt17272"/>
            <p:cNvSpPr/>
            <p:nvPr/>
          </p:nvSpPr>
          <p:spPr>
            <a:xfrm>
              <a:off x="6761426" y="2041252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3" name="pt17273"/>
            <p:cNvSpPr/>
            <p:nvPr/>
          </p:nvSpPr>
          <p:spPr>
            <a:xfrm>
              <a:off x="5936963" y="2051608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4" name="pt17274"/>
            <p:cNvSpPr/>
            <p:nvPr/>
          </p:nvSpPr>
          <p:spPr>
            <a:xfrm>
              <a:off x="6362861" y="2308325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5" name="pt17275"/>
            <p:cNvSpPr/>
            <p:nvPr/>
          </p:nvSpPr>
          <p:spPr>
            <a:xfrm>
              <a:off x="6870369" y="2051883"/>
              <a:ext cx="16849" cy="16849"/>
            </a:xfrm>
            <a:prstGeom prst="ellipse">
              <a:avLst/>
            </a:prstGeom>
            <a:solidFill>
              <a:srgbClr val="FDE725">
                <a:alpha val="45098"/>
              </a:srgbClr>
            </a:solidFill>
            <a:ln w="7363" cap="rnd">
              <a:solidFill>
                <a:srgbClr val="FDE72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6" name="pt17276"/>
            <p:cNvSpPr/>
            <p:nvPr/>
          </p:nvSpPr>
          <p:spPr>
            <a:xfrm>
              <a:off x="6757736" y="2147840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7" name="pt17277"/>
            <p:cNvSpPr/>
            <p:nvPr/>
          </p:nvSpPr>
          <p:spPr>
            <a:xfrm>
              <a:off x="6612865" y="2130709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8" name="pt17278"/>
            <p:cNvSpPr/>
            <p:nvPr/>
          </p:nvSpPr>
          <p:spPr>
            <a:xfrm>
              <a:off x="7447331" y="1156811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9" name="pt17279"/>
            <p:cNvSpPr/>
            <p:nvPr/>
          </p:nvSpPr>
          <p:spPr>
            <a:xfrm>
              <a:off x="6586425" y="2191749"/>
              <a:ext cx="16849" cy="16849"/>
            </a:xfrm>
            <a:prstGeom prst="ellipse">
              <a:avLst/>
            </a:prstGeom>
            <a:solidFill>
              <a:srgbClr val="BBDC41">
                <a:alpha val="45098"/>
              </a:srgbClr>
            </a:solidFill>
            <a:ln w="7363" cap="rnd">
              <a:solidFill>
                <a:srgbClr val="BBDC4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0" name="pt17280"/>
            <p:cNvSpPr/>
            <p:nvPr/>
          </p:nvSpPr>
          <p:spPr>
            <a:xfrm>
              <a:off x="6154455" y="2236821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1" name="pt17281"/>
            <p:cNvSpPr/>
            <p:nvPr/>
          </p:nvSpPr>
          <p:spPr>
            <a:xfrm>
              <a:off x="5487865" y="2635196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2" name="pt17282"/>
            <p:cNvSpPr/>
            <p:nvPr/>
          </p:nvSpPr>
          <p:spPr>
            <a:xfrm>
              <a:off x="5302163" y="1954471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3" name="pt17283"/>
            <p:cNvSpPr/>
            <p:nvPr/>
          </p:nvSpPr>
          <p:spPr>
            <a:xfrm>
              <a:off x="5680352" y="2458539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4" name="pt17284"/>
            <p:cNvSpPr/>
            <p:nvPr/>
          </p:nvSpPr>
          <p:spPr>
            <a:xfrm>
              <a:off x="6377315" y="2333181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5" name="pt17285"/>
            <p:cNvSpPr/>
            <p:nvPr/>
          </p:nvSpPr>
          <p:spPr>
            <a:xfrm>
              <a:off x="6833253" y="1841715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6" name="pt17286"/>
            <p:cNvSpPr/>
            <p:nvPr/>
          </p:nvSpPr>
          <p:spPr>
            <a:xfrm>
              <a:off x="5788091" y="208192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7" name="pt17287"/>
            <p:cNvSpPr/>
            <p:nvPr/>
          </p:nvSpPr>
          <p:spPr>
            <a:xfrm>
              <a:off x="5525073" y="2344077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8" name="pt17288"/>
            <p:cNvSpPr/>
            <p:nvPr/>
          </p:nvSpPr>
          <p:spPr>
            <a:xfrm>
              <a:off x="6409220" y="2140848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9" name="pt17289"/>
            <p:cNvSpPr/>
            <p:nvPr/>
          </p:nvSpPr>
          <p:spPr>
            <a:xfrm>
              <a:off x="5199008" y="252647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0" name="pt17290"/>
            <p:cNvSpPr/>
            <p:nvPr/>
          </p:nvSpPr>
          <p:spPr>
            <a:xfrm>
              <a:off x="6887599" y="2041518"/>
              <a:ext cx="16849" cy="16849"/>
            </a:xfrm>
            <a:prstGeom prst="ellipse">
              <a:avLst/>
            </a:prstGeom>
            <a:solidFill>
              <a:srgbClr val="9AD64A">
                <a:alpha val="45098"/>
              </a:srgbClr>
            </a:solidFill>
            <a:ln w="7363" cap="rnd">
              <a:solidFill>
                <a:srgbClr val="9AD6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1" name="pt17291"/>
            <p:cNvSpPr/>
            <p:nvPr/>
          </p:nvSpPr>
          <p:spPr>
            <a:xfrm>
              <a:off x="6016603" y="2433089"/>
              <a:ext cx="16849" cy="16849"/>
            </a:xfrm>
            <a:prstGeom prst="ellipse">
              <a:avLst/>
            </a:prstGeom>
            <a:solidFill>
              <a:srgbClr val="78CF53">
                <a:alpha val="45098"/>
              </a:srgbClr>
            </a:solidFill>
            <a:ln w="7363" cap="rnd">
              <a:solidFill>
                <a:srgbClr val="78CF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2" name="pt17292"/>
            <p:cNvSpPr/>
            <p:nvPr/>
          </p:nvSpPr>
          <p:spPr>
            <a:xfrm>
              <a:off x="6136671" y="235442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3" name="pt17293"/>
            <p:cNvSpPr/>
            <p:nvPr/>
          </p:nvSpPr>
          <p:spPr>
            <a:xfrm>
              <a:off x="6241963" y="227530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4" name="pt17294"/>
            <p:cNvSpPr/>
            <p:nvPr/>
          </p:nvSpPr>
          <p:spPr>
            <a:xfrm>
              <a:off x="6391978" y="2048956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5" name="pt17295"/>
            <p:cNvSpPr/>
            <p:nvPr/>
          </p:nvSpPr>
          <p:spPr>
            <a:xfrm>
              <a:off x="5660405" y="2302068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6" name="pt17296"/>
            <p:cNvSpPr/>
            <p:nvPr/>
          </p:nvSpPr>
          <p:spPr>
            <a:xfrm>
              <a:off x="6273612" y="2116693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7" name="pt17297"/>
            <p:cNvSpPr/>
            <p:nvPr/>
          </p:nvSpPr>
          <p:spPr>
            <a:xfrm>
              <a:off x="6119511" y="2306425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8" name="pt17298"/>
            <p:cNvSpPr/>
            <p:nvPr/>
          </p:nvSpPr>
          <p:spPr>
            <a:xfrm>
              <a:off x="6307566" y="221576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9" name="pt17299"/>
            <p:cNvSpPr/>
            <p:nvPr/>
          </p:nvSpPr>
          <p:spPr>
            <a:xfrm>
              <a:off x="6001610" y="2631068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0" name="pt17300"/>
            <p:cNvSpPr/>
            <p:nvPr/>
          </p:nvSpPr>
          <p:spPr>
            <a:xfrm>
              <a:off x="6051552" y="2396707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1" name="pt17301"/>
            <p:cNvSpPr/>
            <p:nvPr/>
          </p:nvSpPr>
          <p:spPr>
            <a:xfrm>
              <a:off x="5303345" y="2153918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2" name="pt17302"/>
            <p:cNvSpPr/>
            <p:nvPr/>
          </p:nvSpPr>
          <p:spPr>
            <a:xfrm>
              <a:off x="6645899" y="2146555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3" name="pt17303"/>
            <p:cNvSpPr/>
            <p:nvPr/>
          </p:nvSpPr>
          <p:spPr>
            <a:xfrm>
              <a:off x="5781519" y="2129113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4" name="pt17304"/>
            <p:cNvSpPr/>
            <p:nvPr/>
          </p:nvSpPr>
          <p:spPr>
            <a:xfrm>
              <a:off x="6030888" y="2230090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5" name="pt17305"/>
            <p:cNvSpPr/>
            <p:nvPr/>
          </p:nvSpPr>
          <p:spPr>
            <a:xfrm>
              <a:off x="7211013" y="1528533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6" name="pt17306"/>
            <p:cNvSpPr/>
            <p:nvPr/>
          </p:nvSpPr>
          <p:spPr>
            <a:xfrm>
              <a:off x="6416948" y="2264336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7" name="pt17307"/>
            <p:cNvSpPr/>
            <p:nvPr/>
          </p:nvSpPr>
          <p:spPr>
            <a:xfrm>
              <a:off x="6396607" y="220581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8" name="pt17308"/>
            <p:cNvSpPr/>
            <p:nvPr/>
          </p:nvSpPr>
          <p:spPr>
            <a:xfrm>
              <a:off x="5976427" y="2501788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9" name="pt17309"/>
            <p:cNvSpPr/>
            <p:nvPr/>
          </p:nvSpPr>
          <p:spPr>
            <a:xfrm>
              <a:off x="6601787" y="226201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0" name="pt17310"/>
            <p:cNvSpPr/>
            <p:nvPr/>
          </p:nvSpPr>
          <p:spPr>
            <a:xfrm>
              <a:off x="6562636" y="2134515"/>
              <a:ext cx="16849" cy="16849"/>
            </a:xfrm>
            <a:prstGeom prst="ellipse">
              <a:avLst/>
            </a:prstGeom>
            <a:solidFill>
              <a:srgbClr val="89D34E">
                <a:alpha val="45098"/>
              </a:srgbClr>
            </a:solidFill>
            <a:ln w="7363" cap="rnd">
              <a:solidFill>
                <a:srgbClr val="89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1" name="pt17311"/>
            <p:cNvSpPr/>
            <p:nvPr/>
          </p:nvSpPr>
          <p:spPr>
            <a:xfrm>
              <a:off x="6547717" y="2064316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2" name="pt17312"/>
            <p:cNvSpPr/>
            <p:nvPr/>
          </p:nvSpPr>
          <p:spPr>
            <a:xfrm>
              <a:off x="7088403" y="1473109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3" name="pt17313"/>
            <p:cNvSpPr/>
            <p:nvPr/>
          </p:nvSpPr>
          <p:spPr>
            <a:xfrm>
              <a:off x="6130463" y="239236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4" name="pt17314"/>
            <p:cNvSpPr/>
            <p:nvPr/>
          </p:nvSpPr>
          <p:spPr>
            <a:xfrm>
              <a:off x="6425569" y="200204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5" name="pt17315"/>
            <p:cNvSpPr/>
            <p:nvPr/>
          </p:nvSpPr>
          <p:spPr>
            <a:xfrm>
              <a:off x="6709354" y="2010059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6" name="pt17316"/>
            <p:cNvSpPr/>
            <p:nvPr/>
          </p:nvSpPr>
          <p:spPr>
            <a:xfrm>
              <a:off x="6690133" y="2016044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7" name="pt17317"/>
            <p:cNvSpPr/>
            <p:nvPr/>
          </p:nvSpPr>
          <p:spPr>
            <a:xfrm>
              <a:off x="6760687" y="2288446"/>
              <a:ext cx="16849" cy="16849"/>
            </a:xfrm>
            <a:prstGeom prst="ellipse">
              <a:avLst/>
            </a:prstGeom>
            <a:solidFill>
              <a:srgbClr val="FDE725">
                <a:alpha val="45098"/>
              </a:srgbClr>
            </a:solidFill>
            <a:ln w="7363" cap="rnd">
              <a:solidFill>
                <a:srgbClr val="FDE72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8" name="pt17318"/>
            <p:cNvSpPr/>
            <p:nvPr/>
          </p:nvSpPr>
          <p:spPr>
            <a:xfrm>
              <a:off x="6542110" y="2191036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9" name="pt17319"/>
            <p:cNvSpPr/>
            <p:nvPr/>
          </p:nvSpPr>
          <p:spPr>
            <a:xfrm>
              <a:off x="6421506" y="2220191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0" name="pt17320"/>
            <p:cNvSpPr/>
            <p:nvPr/>
          </p:nvSpPr>
          <p:spPr>
            <a:xfrm>
              <a:off x="5858833" y="208133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1" name="pt17321"/>
            <p:cNvSpPr/>
            <p:nvPr/>
          </p:nvSpPr>
          <p:spPr>
            <a:xfrm>
              <a:off x="5580984" y="2081238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2" name="pt17322"/>
            <p:cNvSpPr/>
            <p:nvPr/>
          </p:nvSpPr>
          <p:spPr>
            <a:xfrm>
              <a:off x="6661410" y="2034061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3" name="pt17323"/>
            <p:cNvSpPr/>
            <p:nvPr/>
          </p:nvSpPr>
          <p:spPr>
            <a:xfrm>
              <a:off x="6399462" y="223030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4" name="pt17324"/>
            <p:cNvSpPr/>
            <p:nvPr/>
          </p:nvSpPr>
          <p:spPr>
            <a:xfrm>
              <a:off x="6009683" y="2465241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5" name="pt17325"/>
            <p:cNvSpPr/>
            <p:nvPr/>
          </p:nvSpPr>
          <p:spPr>
            <a:xfrm>
              <a:off x="5981303" y="2480098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6" name="pt17326"/>
            <p:cNvSpPr/>
            <p:nvPr/>
          </p:nvSpPr>
          <p:spPr>
            <a:xfrm>
              <a:off x="6476676" y="198405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7" name="pt17327"/>
            <p:cNvSpPr/>
            <p:nvPr/>
          </p:nvSpPr>
          <p:spPr>
            <a:xfrm>
              <a:off x="6019978" y="2154460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8" name="pt17328"/>
            <p:cNvSpPr/>
            <p:nvPr/>
          </p:nvSpPr>
          <p:spPr>
            <a:xfrm>
              <a:off x="5988553" y="2465283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9" name="pt17329"/>
            <p:cNvSpPr/>
            <p:nvPr/>
          </p:nvSpPr>
          <p:spPr>
            <a:xfrm>
              <a:off x="6674795" y="2016319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0" name="pt17330"/>
            <p:cNvSpPr/>
            <p:nvPr/>
          </p:nvSpPr>
          <p:spPr>
            <a:xfrm>
              <a:off x="6103049" y="220962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1" name="pt17331"/>
            <p:cNvSpPr/>
            <p:nvPr/>
          </p:nvSpPr>
          <p:spPr>
            <a:xfrm>
              <a:off x="6283783" y="2210466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2" name="pt17332"/>
            <p:cNvSpPr/>
            <p:nvPr/>
          </p:nvSpPr>
          <p:spPr>
            <a:xfrm>
              <a:off x="6265140" y="245527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3" name="pt17333"/>
            <p:cNvSpPr/>
            <p:nvPr/>
          </p:nvSpPr>
          <p:spPr>
            <a:xfrm>
              <a:off x="5580708" y="1931021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4" name="pt17334"/>
            <p:cNvSpPr/>
            <p:nvPr/>
          </p:nvSpPr>
          <p:spPr>
            <a:xfrm>
              <a:off x="5810810" y="2121052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5" name="pt17335"/>
            <p:cNvSpPr/>
            <p:nvPr/>
          </p:nvSpPr>
          <p:spPr>
            <a:xfrm>
              <a:off x="6546016" y="2024947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6" name="pt17336"/>
            <p:cNvSpPr/>
            <p:nvPr/>
          </p:nvSpPr>
          <p:spPr>
            <a:xfrm>
              <a:off x="5746120" y="2155212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7" name="pt17337"/>
            <p:cNvSpPr/>
            <p:nvPr/>
          </p:nvSpPr>
          <p:spPr>
            <a:xfrm>
              <a:off x="5771741" y="2154480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8" name="pt17338"/>
            <p:cNvSpPr/>
            <p:nvPr/>
          </p:nvSpPr>
          <p:spPr>
            <a:xfrm>
              <a:off x="6817829" y="1880208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9" name="pt17339"/>
            <p:cNvSpPr/>
            <p:nvPr/>
          </p:nvSpPr>
          <p:spPr>
            <a:xfrm>
              <a:off x="6615972" y="217699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0" name="pt17340"/>
            <p:cNvSpPr/>
            <p:nvPr/>
          </p:nvSpPr>
          <p:spPr>
            <a:xfrm>
              <a:off x="5424758" y="2263075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1" name="pt17341"/>
            <p:cNvSpPr/>
            <p:nvPr/>
          </p:nvSpPr>
          <p:spPr>
            <a:xfrm>
              <a:off x="5905486" y="2117641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2" name="pt17342"/>
            <p:cNvSpPr/>
            <p:nvPr/>
          </p:nvSpPr>
          <p:spPr>
            <a:xfrm>
              <a:off x="6304024" y="2046175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3" name="pt17343"/>
            <p:cNvSpPr/>
            <p:nvPr/>
          </p:nvSpPr>
          <p:spPr>
            <a:xfrm>
              <a:off x="5984364" y="245670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4" name="pt17344"/>
            <p:cNvSpPr/>
            <p:nvPr/>
          </p:nvSpPr>
          <p:spPr>
            <a:xfrm>
              <a:off x="6092608" y="2115646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5" name="pt17345"/>
            <p:cNvSpPr/>
            <p:nvPr/>
          </p:nvSpPr>
          <p:spPr>
            <a:xfrm>
              <a:off x="5783114" y="2222489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6" name="pt17346"/>
            <p:cNvSpPr/>
            <p:nvPr/>
          </p:nvSpPr>
          <p:spPr>
            <a:xfrm>
              <a:off x="6221274" y="2300479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7" name="pt17347"/>
            <p:cNvSpPr/>
            <p:nvPr/>
          </p:nvSpPr>
          <p:spPr>
            <a:xfrm>
              <a:off x="6261948" y="235289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8" name="pt17348"/>
            <p:cNvSpPr/>
            <p:nvPr/>
          </p:nvSpPr>
          <p:spPr>
            <a:xfrm>
              <a:off x="6928911" y="1925902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9" name="pt17349"/>
            <p:cNvSpPr/>
            <p:nvPr/>
          </p:nvSpPr>
          <p:spPr>
            <a:xfrm>
              <a:off x="6154355" y="2357690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0" name="pt17350"/>
            <p:cNvSpPr/>
            <p:nvPr/>
          </p:nvSpPr>
          <p:spPr>
            <a:xfrm>
              <a:off x="6108357" y="2347658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1" name="pt17351"/>
            <p:cNvSpPr/>
            <p:nvPr/>
          </p:nvSpPr>
          <p:spPr>
            <a:xfrm>
              <a:off x="5497243" y="2317342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2" name="pt17352"/>
            <p:cNvSpPr/>
            <p:nvPr/>
          </p:nvSpPr>
          <p:spPr>
            <a:xfrm>
              <a:off x="6849695" y="2008565"/>
              <a:ext cx="16849" cy="16849"/>
            </a:xfrm>
            <a:prstGeom prst="ellipse">
              <a:avLst/>
            </a:prstGeom>
            <a:solidFill>
              <a:srgbClr val="30AB80">
                <a:alpha val="45098"/>
              </a:srgbClr>
            </a:solidFill>
            <a:ln w="7363" cap="rnd">
              <a:solidFill>
                <a:srgbClr val="30AB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3" name="pt17353"/>
            <p:cNvSpPr/>
            <p:nvPr/>
          </p:nvSpPr>
          <p:spPr>
            <a:xfrm>
              <a:off x="6402151" y="2104611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4" name="pt17354"/>
            <p:cNvSpPr/>
            <p:nvPr/>
          </p:nvSpPr>
          <p:spPr>
            <a:xfrm>
              <a:off x="5356118" y="2339309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5" name="pt17355"/>
            <p:cNvSpPr/>
            <p:nvPr/>
          </p:nvSpPr>
          <p:spPr>
            <a:xfrm>
              <a:off x="6633668" y="2096742"/>
              <a:ext cx="16849" cy="16849"/>
            </a:xfrm>
            <a:prstGeom prst="ellipse">
              <a:avLst/>
            </a:prstGeom>
            <a:solidFill>
              <a:srgbClr val="24A485">
                <a:alpha val="45098"/>
              </a:srgbClr>
            </a:solidFill>
            <a:ln w="7363" cap="rnd">
              <a:solidFill>
                <a:srgbClr val="24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6" name="pt17356"/>
            <p:cNvSpPr/>
            <p:nvPr/>
          </p:nvSpPr>
          <p:spPr>
            <a:xfrm>
              <a:off x="6993000" y="1625098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7" name="pt17357"/>
            <p:cNvSpPr/>
            <p:nvPr/>
          </p:nvSpPr>
          <p:spPr>
            <a:xfrm>
              <a:off x="6465602" y="2075414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8" name="pt17358"/>
            <p:cNvSpPr/>
            <p:nvPr/>
          </p:nvSpPr>
          <p:spPr>
            <a:xfrm>
              <a:off x="5711892" y="2436574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9" name="pt17359"/>
            <p:cNvSpPr/>
            <p:nvPr/>
          </p:nvSpPr>
          <p:spPr>
            <a:xfrm>
              <a:off x="5982559" y="2281086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0" name="pt17360"/>
            <p:cNvSpPr/>
            <p:nvPr/>
          </p:nvSpPr>
          <p:spPr>
            <a:xfrm>
              <a:off x="6038292" y="2381695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1" name="pt17361"/>
            <p:cNvSpPr/>
            <p:nvPr/>
          </p:nvSpPr>
          <p:spPr>
            <a:xfrm>
              <a:off x="5839780" y="2458580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2" name="pt17362"/>
            <p:cNvSpPr/>
            <p:nvPr/>
          </p:nvSpPr>
          <p:spPr>
            <a:xfrm>
              <a:off x="4852359" y="2399558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3" name="pt17363"/>
            <p:cNvSpPr/>
            <p:nvPr/>
          </p:nvSpPr>
          <p:spPr>
            <a:xfrm>
              <a:off x="5846580" y="248324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4" name="pt17364"/>
            <p:cNvSpPr/>
            <p:nvPr/>
          </p:nvSpPr>
          <p:spPr>
            <a:xfrm>
              <a:off x="6235452" y="2322295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5" name="pt17365"/>
            <p:cNvSpPr/>
            <p:nvPr/>
          </p:nvSpPr>
          <p:spPr>
            <a:xfrm>
              <a:off x="6267528" y="2454116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6" name="pt17366"/>
            <p:cNvSpPr/>
            <p:nvPr/>
          </p:nvSpPr>
          <p:spPr>
            <a:xfrm>
              <a:off x="6017897" y="2546034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7" name="pt17367"/>
            <p:cNvSpPr/>
            <p:nvPr/>
          </p:nvSpPr>
          <p:spPr>
            <a:xfrm>
              <a:off x="5140997" y="2417308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8" name="pt17368"/>
            <p:cNvSpPr/>
            <p:nvPr/>
          </p:nvSpPr>
          <p:spPr>
            <a:xfrm>
              <a:off x="6026825" y="2196542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9" name="pt17369"/>
            <p:cNvSpPr/>
            <p:nvPr/>
          </p:nvSpPr>
          <p:spPr>
            <a:xfrm>
              <a:off x="5463600" y="243584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0" name="pt17370"/>
            <p:cNvSpPr/>
            <p:nvPr/>
          </p:nvSpPr>
          <p:spPr>
            <a:xfrm>
              <a:off x="5448609" y="2439265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1" name="pt17371"/>
            <p:cNvSpPr/>
            <p:nvPr/>
          </p:nvSpPr>
          <p:spPr>
            <a:xfrm>
              <a:off x="6403002" y="2144810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2" name="pt17372"/>
            <p:cNvSpPr/>
            <p:nvPr/>
          </p:nvSpPr>
          <p:spPr>
            <a:xfrm>
              <a:off x="6250182" y="234153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3" name="pt17373"/>
            <p:cNvSpPr/>
            <p:nvPr/>
          </p:nvSpPr>
          <p:spPr>
            <a:xfrm>
              <a:off x="5941258" y="1976655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4" name="pt17374"/>
            <p:cNvSpPr/>
            <p:nvPr/>
          </p:nvSpPr>
          <p:spPr>
            <a:xfrm>
              <a:off x="6620128" y="235545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5" name="pt17375"/>
            <p:cNvSpPr/>
            <p:nvPr/>
          </p:nvSpPr>
          <p:spPr>
            <a:xfrm>
              <a:off x="5613900" y="2375772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6" name="pt17376"/>
            <p:cNvSpPr/>
            <p:nvPr/>
          </p:nvSpPr>
          <p:spPr>
            <a:xfrm>
              <a:off x="6118336" y="2305978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7" name="pt17377"/>
            <p:cNvSpPr/>
            <p:nvPr/>
          </p:nvSpPr>
          <p:spPr>
            <a:xfrm>
              <a:off x="6013186" y="2455866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8" name="pt17378"/>
            <p:cNvSpPr/>
            <p:nvPr/>
          </p:nvSpPr>
          <p:spPr>
            <a:xfrm>
              <a:off x="6017799" y="2470217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9" name="pt17379"/>
            <p:cNvSpPr/>
            <p:nvPr/>
          </p:nvSpPr>
          <p:spPr>
            <a:xfrm>
              <a:off x="6784910" y="2034816"/>
              <a:ext cx="16849" cy="16849"/>
            </a:xfrm>
            <a:prstGeom prst="ellipse">
              <a:avLst/>
            </a:prstGeom>
            <a:solidFill>
              <a:srgbClr val="5BBD6C">
                <a:alpha val="45098"/>
              </a:srgbClr>
            </a:solidFill>
            <a:ln w="7363" cap="rnd">
              <a:solidFill>
                <a:srgbClr val="5B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0" name="pt17380"/>
            <p:cNvSpPr/>
            <p:nvPr/>
          </p:nvSpPr>
          <p:spPr>
            <a:xfrm>
              <a:off x="5839292" y="2363370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1" name="pt17381"/>
            <p:cNvSpPr/>
            <p:nvPr/>
          </p:nvSpPr>
          <p:spPr>
            <a:xfrm>
              <a:off x="6802500" y="1943918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2" name="pt17382"/>
            <p:cNvSpPr/>
            <p:nvPr/>
          </p:nvSpPr>
          <p:spPr>
            <a:xfrm>
              <a:off x="5894806" y="2161763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3" name="pt17383"/>
            <p:cNvSpPr/>
            <p:nvPr/>
          </p:nvSpPr>
          <p:spPr>
            <a:xfrm>
              <a:off x="6091792" y="2208946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4" name="pt17384"/>
            <p:cNvSpPr/>
            <p:nvPr/>
          </p:nvSpPr>
          <p:spPr>
            <a:xfrm>
              <a:off x="5811266" y="2024589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5" name="pt17385"/>
            <p:cNvSpPr/>
            <p:nvPr/>
          </p:nvSpPr>
          <p:spPr>
            <a:xfrm>
              <a:off x="6732063" y="2048790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6" name="pt17386"/>
            <p:cNvSpPr/>
            <p:nvPr/>
          </p:nvSpPr>
          <p:spPr>
            <a:xfrm>
              <a:off x="6639832" y="223407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7" name="pt17387"/>
            <p:cNvSpPr/>
            <p:nvPr/>
          </p:nvSpPr>
          <p:spPr>
            <a:xfrm>
              <a:off x="6330181" y="2087306"/>
              <a:ext cx="16849" cy="16849"/>
            </a:xfrm>
            <a:prstGeom prst="ellipse">
              <a:avLst/>
            </a:prstGeom>
            <a:solidFill>
              <a:srgbClr val="89D34E">
                <a:alpha val="45098"/>
              </a:srgbClr>
            </a:solidFill>
            <a:ln w="7363" cap="rnd">
              <a:solidFill>
                <a:srgbClr val="89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8" name="pt17388"/>
            <p:cNvSpPr/>
            <p:nvPr/>
          </p:nvSpPr>
          <p:spPr>
            <a:xfrm>
              <a:off x="6309531" y="2275447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9" name="pt17389"/>
            <p:cNvSpPr/>
            <p:nvPr/>
          </p:nvSpPr>
          <p:spPr>
            <a:xfrm>
              <a:off x="5891273" y="1994397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0" name="pt17390"/>
            <p:cNvSpPr/>
            <p:nvPr/>
          </p:nvSpPr>
          <p:spPr>
            <a:xfrm>
              <a:off x="6000091" y="2546719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1" name="pt17391"/>
            <p:cNvSpPr/>
            <p:nvPr/>
          </p:nvSpPr>
          <p:spPr>
            <a:xfrm>
              <a:off x="6526929" y="238741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2" name="pt17392"/>
            <p:cNvSpPr/>
            <p:nvPr/>
          </p:nvSpPr>
          <p:spPr>
            <a:xfrm>
              <a:off x="6303203" y="1975692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3" name="pt17393"/>
            <p:cNvSpPr/>
            <p:nvPr/>
          </p:nvSpPr>
          <p:spPr>
            <a:xfrm>
              <a:off x="5920255" y="2061189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4" name="pt17394"/>
            <p:cNvSpPr/>
            <p:nvPr/>
          </p:nvSpPr>
          <p:spPr>
            <a:xfrm>
              <a:off x="5867934" y="215703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5" name="pt17395"/>
            <p:cNvSpPr/>
            <p:nvPr/>
          </p:nvSpPr>
          <p:spPr>
            <a:xfrm>
              <a:off x="6977083" y="1689692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6" name="pt17396"/>
            <p:cNvSpPr/>
            <p:nvPr/>
          </p:nvSpPr>
          <p:spPr>
            <a:xfrm>
              <a:off x="5981350" y="219985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7" name="pt17397"/>
            <p:cNvSpPr/>
            <p:nvPr/>
          </p:nvSpPr>
          <p:spPr>
            <a:xfrm>
              <a:off x="6105338" y="2021767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8" name="pt17398"/>
            <p:cNvSpPr/>
            <p:nvPr/>
          </p:nvSpPr>
          <p:spPr>
            <a:xfrm>
              <a:off x="6005959" y="223788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9" name="pt17399"/>
            <p:cNvSpPr/>
            <p:nvPr/>
          </p:nvSpPr>
          <p:spPr>
            <a:xfrm>
              <a:off x="7619737" y="1334185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0" name="pt17400"/>
            <p:cNvSpPr/>
            <p:nvPr/>
          </p:nvSpPr>
          <p:spPr>
            <a:xfrm>
              <a:off x="5869829" y="191883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1" name="pt17401"/>
            <p:cNvSpPr/>
            <p:nvPr/>
          </p:nvSpPr>
          <p:spPr>
            <a:xfrm>
              <a:off x="6245337" y="2315673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2" name="pt17402"/>
            <p:cNvSpPr/>
            <p:nvPr/>
          </p:nvSpPr>
          <p:spPr>
            <a:xfrm>
              <a:off x="6494786" y="2020351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3" name="pt17403"/>
            <p:cNvSpPr/>
            <p:nvPr/>
          </p:nvSpPr>
          <p:spPr>
            <a:xfrm>
              <a:off x="6085062" y="2339399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4" name="pt17404"/>
            <p:cNvSpPr/>
            <p:nvPr/>
          </p:nvSpPr>
          <p:spPr>
            <a:xfrm>
              <a:off x="6682610" y="1977931"/>
              <a:ext cx="16849" cy="16849"/>
            </a:xfrm>
            <a:prstGeom prst="ellipse">
              <a:avLst/>
            </a:prstGeom>
            <a:solidFill>
              <a:srgbClr val="63C266">
                <a:alpha val="45098"/>
              </a:srgbClr>
            </a:solidFill>
            <a:ln w="7363" cap="rnd">
              <a:solidFill>
                <a:srgbClr val="63C26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5" name="pt17405"/>
            <p:cNvSpPr/>
            <p:nvPr/>
          </p:nvSpPr>
          <p:spPr>
            <a:xfrm>
              <a:off x="6578591" y="2159681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6" name="pt17406"/>
            <p:cNvSpPr/>
            <p:nvPr/>
          </p:nvSpPr>
          <p:spPr>
            <a:xfrm>
              <a:off x="6606357" y="221682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7" name="pt17407"/>
            <p:cNvSpPr/>
            <p:nvPr/>
          </p:nvSpPr>
          <p:spPr>
            <a:xfrm>
              <a:off x="6501397" y="2153922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8" name="pt17408"/>
            <p:cNvSpPr/>
            <p:nvPr/>
          </p:nvSpPr>
          <p:spPr>
            <a:xfrm>
              <a:off x="6256645" y="2432896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9" name="pt17409"/>
            <p:cNvSpPr/>
            <p:nvPr/>
          </p:nvSpPr>
          <p:spPr>
            <a:xfrm>
              <a:off x="6087502" y="2393473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0" name="pt17410"/>
            <p:cNvSpPr/>
            <p:nvPr/>
          </p:nvSpPr>
          <p:spPr>
            <a:xfrm>
              <a:off x="5695554" y="2463354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1" name="pt17411"/>
            <p:cNvSpPr/>
            <p:nvPr/>
          </p:nvSpPr>
          <p:spPr>
            <a:xfrm>
              <a:off x="6482321" y="2081612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2" name="pt17412"/>
            <p:cNvSpPr/>
            <p:nvPr/>
          </p:nvSpPr>
          <p:spPr>
            <a:xfrm>
              <a:off x="6242138" y="2339317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3" name="pt17413"/>
            <p:cNvSpPr/>
            <p:nvPr/>
          </p:nvSpPr>
          <p:spPr>
            <a:xfrm>
              <a:off x="6767920" y="2162258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4" name="pt17414"/>
            <p:cNvSpPr/>
            <p:nvPr/>
          </p:nvSpPr>
          <p:spPr>
            <a:xfrm>
              <a:off x="6574285" y="2178047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5" name="pt17415"/>
            <p:cNvSpPr/>
            <p:nvPr/>
          </p:nvSpPr>
          <p:spPr>
            <a:xfrm>
              <a:off x="7079572" y="1891051"/>
              <a:ext cx="16849" cy="16849"/>
            </a:xfrm>
            <a:prstGeom prst="ellipse">
              <a:avLst/>
            </a:prstGeom>
            <a:solidFill>
              <a:srgbClr val="97D64B">
                <a:alpha val="45098"/>
              </a:srgbClr>
            </a:solidFill>
            <a:ln w="7363" cap="rnd">
              <a:solidFill>
                <a:srgbClr val="97D64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6" name="pt17416"/>
            <p:cNvSpPr/>
            <p:nvPr/>
          </p:nvSpPr>
          <p:spPr>
            <a:xfrm>
              <a:off x="5619661" y="247270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7" name="pt17417"/>
            <p:cNvSpPr/>
            <p:nvPr/>
          </p:nvSpPr>
          <p:spPr>
            <a:xfrm>
              <a:off x="7434005" y="1422014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8" name="pt17418"/>
            <p:cNvSpPr/>
            <p:nvPr/>
          </p:nvSpPr>
          <p:spPr>
            <a:xfrm>
              <a:off x="5929778" y="1994639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9" name="pt17419"/>
            <p:cNvSpPr/>
            <p:nvPr/>
          </p:nvSpPr>
          <p:spPr>
            <a:xfrm>
              <a:off x="6908556" y="1917280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0" name="pt17420"/>
            <p:cNvSpPr/>
            <p:nvPr/>
          </p:nvSpPr>
          <p:spPr>
            <a:xfrm>
              <a:off x="5493050" y="234109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1" name="pt17421"/>
            <p:cNvSpPr/>
            <p:nvPr/>
          </p:nvSpPr>
          <p:spPr>
            <a:xfrm>
              <a:off x="6934052" y="1932699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2" name="pt17422"/>
            <p:cNvSpPr/>
            <p:nvPr/>
          </p:nvSpPr>
          <p:spPr>
            <a:xfrm>
              <a:off x="5616317" y="2116437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3" name="pt17423"/>
            <p:cNvSpPr/>
            <p:nvPr/>
          </p:nvSpPr>
          <p:spPr>
            <a:xfrm>
              <a:off x="6426499" y="2013434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4" name="pt17424"/>
            <p:cNvSpPr/>
            <p:nvPr/>
          </p:nvSpPr>
          <p:spPr>
            <a:xfrm>
              <a:off x="6140327" y="2327544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5" name="pt17425"/>
            <p:cNvSpPr/>
            <p:nvPr/>
          </p:nvSpPr>
          <p:spPr>
            <a:xfrm>
              <a:off x="5990767" y="224008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6" name="pt17426"/>
            <p:cNvSpPr/>
            <p:nvPr/>
          </p:nvSpPr>
          <p:spPr>
            <a:xfrm>
              <a:off x="6534315" y="2218924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7" name="pt17427"/>
            <p:cNvSpPr/>
            <p:nvPr/>
          </p:nvSpPr>
          <p:spPr>
            <a:xfrm>
              <a:off x="5809530" y="2284582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8" name="pt17428"/>
            <p:cNvSpPr/>
            <p:nvPr/>
          </p:nvSpPr>
          <p:spPr>
            <a:xfrm>
              <a:off x="5972305" y="212417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9" name="pt17429"/>
            <p:cNvSpPr/>
            <p:nvPr/>
          </p:nvSpPr>
          <p:spPr>
            <a:xfrm>
              <a:off x="6909792" y="190486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0" name="pt17430"/>
            <p:cNvSpPr/>
            <p:nvPr/>
          </p:nvSpPr>
          <p:spPr>
            <a:xfrm>
              <a:off x="6285099" y="2285542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1" name="pt17431"/>
            <p:cNvSpPr/>
            <p:nvPr/>
          </p:nvSpPr>
          <p:spPr>
            <a:xfrm>
              <a:off x="5282448" y="2199233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2" name="pt17432"/>
            <p:cNvSpPr/>
            <p:nvPr/>
          </p:nvSpPr>
          <p:spPr>
            <a:xfrm>
              <a:off x="6687538" y="2011044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3" name="pt17433"/>
            <p:cNvSpPr/>
            <p:nvPr/>
          </p:nvSpPr>
          <p:spPr>
            <a:xfrm>
              <a:off x="6371884" y="2293764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4" name="pt17434"/>
            <p:cNvSpPr/>
            <p:nvPr/>
          </p:nvSpPr>
          <p:spPr>
            <a:xfrm>
              <a:off x="6534181" y="2096003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5" name="pt17435"/>
            <p:cNvSpPr/>
            <p:nvPr/>
          </p:nvSpPr>
          <p:spPr>
            <a:xfrm>
              <a:off x="6363734" y="2247609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6" name="pt17436"/>
            <p:cNvSpPr/>
            <p:nvPr/>
          </p:nvSpPr>
          <p:spPr>
            <a:xfrm>
              <a:off x="6345072" y="2183395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7" name="pt17437"/>
            <p:cNvSpPr/>
            <p:nvPr/>
          </p:nvSpPr>
          <p:spPr>
            <a:xfrm>
              <a:off x="5953301" y="2233913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8" name="pt17438"/>
            <p:cNvSpPr/>
            <p:nvPr/>
          </p:nvSpPr>
          <p:spPr>
            <a:xfrm>
              <a:off x="6175205" y="232265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9" name="pt17439"/>
            <p:cNvSpPr/>
            <p:nvPr/>
          </p:nvSpPr>
          <p:spPr>
            <a:xfrm>
              <a:off x="6983071" y="143103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0" name="pt17440"/>
            <p:cNvSpPr/>
            <p:nvPr/>
          </p:nvSpPr>
          <p:spPr>
            <a:xfrm>
              <a:off x="5656588" y="2318044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1" name="pt17441"/>
            <p:cNvSpPr/>
            <p:nvPr/>
          </p:nvSpPr>
          <p:spPr>
            <a:xfrm>
              <a:off x="5857226" y="1996050"/>
              <a:ext cx="16849" cy="16849"/>
            </a:xfrm>
            <a:prstGeom prst="ellipse">
              <a:avLst/>
            </a:prstGeom>
            <a:solidFill>
              <a:srgbClr val="AEDA45">
                <a:alpha val="45098"/>
              </a:srgbClr>
            </a:solidFill>
            <a:ln w="7363" cap="rnd">
              <a:solidFill>
                <a:srgbClr val="AEDA4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2" name="pt17442"/>
            <p:cNvSpPr/>
            <p:nvPr/>
          </p:nvSpPr>
          <p:spPr>
            <a:xfrm>
              <a:off x="7273120" y="1754295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3" name="pt17443"/>
            <p:cNvSpPr/>
            <p:nvPr/>
          </p:nvSpPr>
          <p:spPr>
            <a:xfrm>
              <a:off x="6686236" y="205931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4" name="pt17444"/>
            <p:cNvSpPr/>
            <p:nvPr/>
          </p:nvSpPr>
          <p:spPr>
            <a:xfrm>
              <a:off x="6645427" y="2117355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5" name="pt17445"/>
            <p:cNvSpPr/>
            <p:nvPr/>
          </p:nvSpPr>
          <p:spPr>
            <a:xfrm>
              <a:off x="5990640" y="2692124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6" name="pt17446"/>
            <p:cNvSpPr/>
            <p:nvPr/>
          </p:nvSpPr>
          <p:spPr>
            <a:xfrm>
              <a:off x="6687784" y="2056757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7" name="pt17447"/>
            <p:cNvSpPr/>
            <p:nvPr/>
          </p:nvSpPr>
          <p:spPr>
            <a:xfrm>
              <a:off x="6034601" y="2140926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8" name="pt17448"/>
            <p:cNvSpPr/>
            <p:nvPr/>
          </p:nvSpPr>
          <p:spPr>
            <a:xfrm>
              <a:off x="6307320" y="2234050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9" name="pt17449"/>
            <p:cNvSpPr/>
            <p:nvPr/>
          </p:nvSpPr>
          <p:spPr>
            <a:xfrm>
              <a:off x="7135840" y="1500278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0" name="pt17450"/>
            <p:cNvSpPr/>
            <p:nvPr/>
          </p:nvSpPr>
          <p:spPr>
            <a:xfrm>
              <a:off x="6662620" y="2085118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1" name="pt17451"/>
            <p:cNvSpPr/>
            <p:nvPr/>
          </p:nvSpPr>
          <p:spPr>
            <a:xfrm>
              <a:off x="6251914" y="229416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2" name="pt17452"/>
            <p:cNvSpPr/>
            <p:nvPr/>
          </p:nvSpPr>
          <p:spPr>
            <a:xfrm>
              <a:off x="6708303" y="2081317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3" name="pt17453"/>
            <p:cNvSpPr/>
            <p:nvPr/>
          </p:nvSpPr>
          <p:spPr>
            <a:xfrm>
              <a:off x="5601083" y="2493582"/>
              <a:ext cx="16849" cy="16849"/>
            </a:xfrm>
            <a:prstGeom prst="ellipse">
              <a:avLst/>
            </a:prstGeom>
            <a:solidFill>
              <a:srgbClr val="5EBE6A">
                <a:alpha val="45098"/>
              </a:srgbClr>
            </a:solidFill>
            <a:ln w="7363" cap="rnd">
              <a:solidFill>
                <a:srgbClr val="5EBE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4" name="pt17454"/>
            <p:cNvSpPr/>
            <p:nvPr/>
          </p:nvSpPr>
          <p:spPr>
            <a:xfrm>
              <a:off x="6126255" y="242009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5" name="pt17455"/>
            <p:cNvSpPr/>
            <p:nvPr/>
          </p:nvSpPr>
          <p:spPr>
            <a:xfrm>
              <a:off x="6711538" y="2136537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6" name="pt17456"/>
            <p:cNvSpPr/>
            <p:nvPr/>
          </p:nvSpPr>
          <p:spPr>
            <a:xfrm>
              <a:off x="6483849" y="213734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7" name="pt17457"/>
            <p:cNvSpPr/>
            <p:nvPr/>
          </p:nvSpPr>
          <p:spPr>
            <a:xfrm>
              <a:off x="6844827" y="1926890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8" name="pt17458"/>
            <p:cNvSpPr/>
            <p:nvPr/>
          </p:nvSpPr>
          <p:spPr>
            <a:xfrm>
              <a:off x="6529813" y="2231708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9" name="pt17459"/>
            <p:cNvSpPr/>
            <p:nvPr/>
          </p:nvSpPr>
          <p:spPr>
            <a:xfrm>
              <a:off x="7191637" y="1592658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0" name="pt17460"/>
            <p:cNvSpPr/>
            <p:nvPr/>
          </p:nvSpPr>
          <p:spPr>
            <a:xfrm>
              <a:off x="5705851" y="2241643"/>
              <a:ext cx="16849" cy="16849"/>
            </a:xfrm>
            <a:prstGeom prst="ellipse">
              <a:avLst/>
            </a:prstGeom>
            <a:solidFill>
              <a:srgbClr val="DCE236">
                <a:alpha val="45098"/>
              </a:srgbClr>
            </a:solidFill>
            <a:ln w="7363" cap="rnd">
              <a:solidFill>
                <a:srgbClr val="DCE23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1" name="pt17461"/>
            <p:cNvSpPr/>
            <p:nvPr/>
          </p:nvSpPr>
          <p:spPr>
            <a:xfrm>
              <a:off x="5595956" y="2533566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2" name="pt17462"/>
            <p:cNvSpPr/>
            <p:nvPr/>
          </p:nvSpPr>
          <p:spPr>
            <a:xfrm>
              <a:off x="6231385" y="236636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3" name="pt17463"/>
            <p:cNvSpPr/>
            <p:nvPr/>
          </p:nvSpPr>
          <p:spPr>
            <a:xfrm>
              <a:off x="6471480" y="215907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4" name="pt17464"/>
            <p:cNvSpPr/>
            <p:nvPr/>
          </p:nvSpPr>
          <p:spPr>
            <a:xfrm>
              <a:off x="5967714" y="2536904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5" name="pt17465"/>
            <p:cNvSpPr/>
            <p:nvPr/>
          </p:nvSpPr>
          <p:spPr>
            <a:xfrm>
              <a:off x="5981311" y="2426204"/>
              <a:ext cx="16849" cy="16849"/>
            </a:xfrm>
            <a:prstGeom prst="ellipse">
              <a:avLst/>
            </a:prstGeom>
            <a:solidFill>
              <a:srgbClr val="62C167">
                <a:alpha val="45098"/>
              </a:srgbClr>
            </a:solidFill>
            <a:ln w="7363" cap="rnd">
              <a:solidFill>
                <a:srgbClr val="62C16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6" name="pt17466"/>
            <p:cNvSpPr/>
            <p:nvPr/>
          </p:nvSpPr>
          <p:spPr>
            <a:xfrm>
              <a:off x="6919453" y="1972630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7" name="pt17467"/>
            <p:cNvSpPr/>
            <p:nvPr/>
          </p:nvSpPr>
          <p:spPr>
            <a:xfrm>
              <a:off x="6152692" y="233052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8" name="pt17468"/>
            <p:cNvSpPr/>
            <p:nvPr/>
          </p:nvSpPr>
          <p:spPr>
            <a:xfrm>
              <a:off x="6552145" y="2078744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9" name="pt17469"/>
            <p:cNvSpPr/>
            <p:nvPr/>
          </p:nvSpPr>
          <p:spPr>
            <a:xfrm>
              <a:off x="5594406" y="2415493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0" name="pt17470"/>
            <p:cNvSpPr/>
            <p:nvPr/>
          </p:nvSpPr>
          <p:spPr>
            <a:xfrm>
              <a:off x="6809205" y="1817622"/>
              <a:ext cx="16849" cy="16849"/>
            </a:xfrm>
            <a:prstGeom prst="ellipse">
              <a:avLst/>
            </a:prstGeom>
            <a:solidFill>
              <a:srgbClr val="59BC6D">
                <a:alpha val="45098"/>
              </a:srgbClr>
            </a:solidFill>
            <a:ln w="7363" cap="rnd">
              <a:solidFill>
                <a:srgbClr val="59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1" name="pt17471"/>
            <p:cNvSpPr/>
            <p:nvPr/>
          </p:nvSpPr>
          <p:spPr>
            <a:xfrm>
              <a:off x="6406126" y="2102669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2" name="pt17472"/>
            <p:cNvSpPr/>
            <p:nvPr/>
          </p:nvSpPr>
          <p:spPr>
            <a:xfrm>
              <a:off x="7396892" y="1525454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3" name="pt17473"/>
            <p:cNvSpPr/>
            <p:nvPr/>
          </p:nvSpPr>
          <p:spPr>
            <a:xfrm>
              <a:off x="6185084" y="2232395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4" name="pt17474"/>
            <p:cNvSpPr/>
            <p:nvPr/>
          </p:nvSpPr>
          <p:spPr>
            <a:xfrm>
              <a:off x="6059480" y="2334622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5" name="pt17475"/>
            <p:cNvSpPr/>
            <p:nvPr/>
          </p:nvSpPr>
          <p:spPr>
            <a:xfrm>
              <a:off x="5951317" y="2213083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6" name="pt17476"/>
            <p:cNvSpPr/>
            <p:nvPr/>
          </p:nvSpPr>
          <p:spPr>
            <a:xfrm>
              <a:off x="5967610" y="2489931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7" name="pt17477"/>
            <p:cNvSpPr/>
            <p:nvPr/>
          </p:nvSpPr>
          <p:spPr>
            <a:xfrm>
              <a:off x="5865856" y="202771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8" name="pt17478"/>
            <p:cNvSpPr/>
            <p:nvPr/>
          </p:nvSpPr>
          <p:spPr>
            <a:xfrm>
              <a:off x="6152345" y="233538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9" name="pt17479"/>
            <p:cNvSpPr/>
            <p:nvPr/>
          </p:nvSpPr>
          <p:spPr>
            <a:xfrm>
              <a:off x="5952392" y="2373507"/>
              <a:ext cx="16849" cy="16849"/>
            </a:xfrm>
            <a:prstGeom prst="ellipse">
              <a:avLst/>
            </a:prstGeom>
            <a:solidFill>
              <a:srgbClr val="2B7B8D">
                <a:alpha val="45098"/>
              </a:srgbClr>
            </a:solidFill>
            <a:ln w="7363" cap="rnd">
              <a:solidFill>
                <a:srgbClr val="2B7B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0" name="pt17480"/>
            <p:cNvSpPr/>
            <p:nvPr/>
          </p:nvSpPr>
          <p:spPr>
            <a:xfrm>
              <a:off x="5185219" y="2343089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1" name="pt17481"/>
            <p:cNvSpPr/>
            <p:nvPr/>
          </p:nvSpPr>
          <p:spPr>
            <a:xfrm>
              <a:off x="6603146" y="230108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2" name="pt17482"/>
            <p:cNvSpPr/>
            <p:nvPr/>
          </p:nvSpPr>
          <p:spPr>
            <a:xfrm>
              <a:off x="5892398" y="2041444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3" name="pt17483"/>
            <p:cNvSpPr/>
            <p:nvPr/>
          </p:nvSpPr>
          <p:spPr>
            <a:xfrm>
              <a:off x="6659264" y="2188796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4" name="pt17484"/>
            <p:cNvSpPr/>
            <p:nvPr/>
          </p:nvSpPr>
          <p:spPr>
            <a:xfrm>
              <a:off x="6381124" y="238118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5" name="pt17485"/>
            <p:cNvSpPr/>
            <p:nvPr/>
          </p:nvSpPr>
          <p:spPr>
            <a:xfrm>
              <a:off x="6349328" y="2200474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6" name="pt17486"/>
            <p:cNvSpPr/>
            <p:nvPr/>
          </p:nvSpPr>
          <p:spPr>
            <a:xfrm>
              <a:off x="6255859" y="233862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7" name="pt17487"/>
            <p:cNvSpPr/>
            <p:nvPr/>
          </p:nvSpPr>
          <p:spPr>
            <a:xfrm>
              <a:off x="6725204" y="189064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8" name="pt17488"/>
            <p:cNvSpPr/>
            <p:nvPr/>
          </p:nvSpPr>
          <p:spPr>
            <a:xfrm>
              <a:off x="6750623" y="208935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9" name="pt17489"/>
            <p:cNvSpPr/>
            <p:nvPr/>
          </p:nvSpPr>
          <p:spPr>
            <a:xfrm>
              <a:off x="7075482" y="1900586"/>
              <a:ext cx="16849" cy="16849"/>
            </a:xfrm>
            <a:prstGeom prst="ellipse">
              <a:avLst/>
            </a:prstGeom>
            <a:solidFill>
              <a:srgbClr val="6FC95C">
                <a:alpha val="45098"/>
              </a:srgbClr>
            </a:solidFill>
            <a:ln w="7363" cap="rnd">
              <a:solidFill>
                <a:srgbClr val="6FC95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0" name="pt17490"/>
            <p:cNvSpPr/>
            <p:nvPr/>
          </p:nvSpPr>
          <p:spPr>
            <a:xfrm>
              <a:off x="5548521" y="2618919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1" name="pt17491"/>
            <p:cNvSpPr/>
            <p:nvPr/>
          </p:nvSpPr>
          <p:spPr>
            <a:xfrm>
              <a:off x="6073890" y="2338367"/>
              <a:ext cx="16849" cy="16849"/>
            </a:xfrm>
            <a:prstGeom prst="ellipse">
              <a:avLst/>
            </a:prstGeom>
            <a:solidFill>
              <a:srgbClr val="32AC80">
                <a:alpha val="45098"/>
              </a:srgbClr>
            </a:solidFill>
            <a:ln w="7363" cap="rnd">
              <a:solidFill>
                <a:srgbClr val="32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2" name="pt17492"/>
            <p:cNvSpPr/>
            <p:nvPr/>
          </p:nvSpPr>
          <p:spPr>
            <a:xfrm>
              <a:off x="6537098" y="2182545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3" name="pt17493"/>
            <p:cNvSpPr/>
            <p:nvPr/>
          </p:nvSpPr>
          <p:spPr>
            <a:xfrm>
              <a:off x="6893161" y="1981614"/>
              <a:ext cx="16849" cy="16849"/>
            </a:xfrm>
            <a:prstGeom prst="ellipse">
              <a:avLst/>
            </a:prstGeom>
            <a:solidFill>
              <a:srgbClr val="289D87">
                <a:alpha val="45098"/>
              </a:srgbClr>
            </a:solidFill>
            <a:ln w="7363" cap="rnd">
              <a:solidFill>
                <a:srgbClr val="289D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4" name="pt17494"/>
            <p:cNvSpPr/>
            <p:nvPr/>
          </p:nvSpPr>
          <p:spPr>
            <a:xfrm>
              <a:off x="6574162" y="2210932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5" name="pt17495"/>
            <p:cNvSpPr/>
            <p:nvPr/>
          </p:nvSpPr>
          <p:spPr>
            <a:xfrm>
              <a:off x="6727796" y="195135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6" name="pt17496"/>
            <p:cNvSpPr/>
            <p:nvPr/>
          </p:nvSpPr>
          <p:spPr>
            <a:xfrm>
              <a:off x="6577273" y="2180242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7" name="pt17497"/>
            <p:cNvSpPr/>
            <p:nvPr/>
          </p:nvSpPr>
          <p:spPr>
            <a:xfrm>
              <a:off x="6183039" y="226848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8" name="pt17498"/>
            <p:cNvSpPr/>
            <p:nvPr/>
          </p:nvSpPr>
          <p:spPr>
            <a:xfrm>
              <a:off x="6275191" y="219071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9" name="pt17499"/>
            <p:cNvSpPr/>
            <p:nvPr/>
          </p:nvSpPr>
          <p:spPr>
            <a:xfrm>
              <a:off x="6472716" y="2239688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0" name="pt17500"/>
            <p:cNvSpPr/>
            <p:nvPr/>
          </p:nvSpPr>
          <p:spPr>
            <a:xfrm>
              <a:off x="6609636" y="228095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1" name="pt17501"/>
            <p:cNvSpPr/>
            <p:nvPr/>
          </p:nvSpPr>
          <p:spPr>
            <a:xfrm>
              <a:off x="7050993" y="1826260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2" name="pt17502"/>
            <p:cNvSpPr/>
            <p:nvPr/>
          </p:nvSpPr>
          <p:spPr>
            <a:xfrm>
              <a:off x="7036191" y="1854438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3" name="pt17503"/>
            <p:cNvSpPr/>
            <p:nvPr/>
          </p:nvSpPr>
          <p:spPr>
            <a:xfrm>
              <a:off x="6235620" y="2246424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4" name="pt17504"/>
            <p:cNvSpPr/>
            <p:nvPr/>
          </p:nvSpPr>
          <p:spPr>
            <a:xfrm>
              <a:off x="6673683" y="2005006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5" name="pt17505"/>
            <p:cNvSpPr/>
            <p:nvPr/>
          </p:nvSpPr>
          <p:spPr>
            <a:xfrm>
              <a:off x="6991580" y="1704880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6" name="pt17506"/>
            <p:cNvSpPr/>
            <p:nvPr/>
          </p:nvSpPr>
          <p:spPr>
            <a:xfrm>
              <a:off x="5436727" y="2346073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7" name="pt17507"/>
            <p:cNvSpPr/>
            <p:nvPr/>
          </p:nvSpPr>
          <p:spPr>
            <a:xfrm>
              <a:off x="6632071" y="230420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8" name="pt17508"/>
            <p:cNvSpPr/>
            <p:nvPr/>
          </p:nvSpPr>
          <p:spPr>
            <a:xfrm>
              <a:off x="6529146" y="2190419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9" name="pt17509"/>
            <p:cNvSpPr/>
            <p:nvPr/>
          </p:nvSpPr>
          <p:spPr>
            <a:xfrm>
              <a:off x="6829049" y="187167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0" name="pt17510"/>
            <p:cNvSpPr/>
            <p:nvPr/>
          </p:nvSpPr>
          <p:spPr>
            <a:xfrm>
              <a:off x="6057122" y="2352125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1" name="pt17511"/>
            <p:cNvSpPr/>
            <p:nvPr/>
          </p:nvSpPr>
          <p:spPr>
            <a:xfrm>
              <a:off x="6594961" y="2112966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2" name="pt17512"/>
            <p:cNvSpPr/>
            <p:nvPr/>
          </p:nvSpPr>
          <p:spPr>
            <a:xfrm>
              <a:off x="6741057" y="2126550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3" name="pt17513"/>
            <p:cNvSpPr/>
            <p:nvPr/>
          </p:nvSpPr>
          <p:spPr>
            <a:xfrm>
              <a:off x="6119590" y="2296555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4" name="pt17514"/>
            <p:cNvSpPr/>
            <p:nvPr/>
          </p:nvSpPr>
          <p:spPr>
            <a:xfrm>
              <a:off x="5544297" y="2369523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5" name="pt17515"/>
            <p:cNvSpPr/>
            <p:nvPr/>
          </p:nvSpPr>
          <p:spPr>
            <a:xfrm>
              <a:off x="6273900" y="2168747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6" name="pt17516"/>
            <p:cNvSpPr/>
            <p:nvPr/>
          </p:nvSpPr>
          <p:spPr>
            <a:xfrm>
              <a:off x="6578770" y="2202150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7" name="pt17517"/>
            <p:cNvSpPr/>
            <p:nvPr/>
          </p:nvSpPr>
          <p:spPr>
            <a:xfrm>
              <a:off x="5786552" y="207272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8" name="pt17518"/>
            <p:cNvSpPr/>
            <p:nvPr/>
          </p:nvSpPr>
          <p:spPr>
            <a:xfrm>
              <a:off x="6041499" y="2388327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9" name="pt17519"/>
            <p:cNvSpPr/>
            <p:nvPr/>
          </p:nvSpPr>
          <p:spPr>
            <a:xfrm>
              <a:off x="5608665" y="2537733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0" name="pt17520"/>
            <p:cNvSpPr/>
            <p:nvPr/>
          </p:nvSpPr>
          <p:spPr>
            <a:xfrm>
              <a:off x="6241702" y="2369308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1" name="pt17521"/>
            <p:cNvSpPr/>
            <p:nvPr/>
          </p:nvSpPr>
          <p:spPr>
            <a:xfrm>
              <a:off x="4857240" y="263674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2" name="pt17522"/>
            <p:cNvSpPr/>
            <p:nvPr/>
          </p:nvSpPr>
          <p:spPr>
            <a:xfrm>
              <a:off x="4718254" y="2619054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3" name="pt17523"/>
            <p:cNvSpPr/>
            <p:nvPr/>
          </p:nvSpPr>
          <p:spPr>
            <a:xfrm>
              <a:off x="5617410" y="252467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4" name="pt17524"/>
            <p:cNvSpPr/>
            <p:nvPr/>
          </p:nvSpPr>
          <p:spPr>
            <a:xfrm>
              <a:off x="6516450" y="2307786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5" name="pt17525"/>
            <p:cNvSpPr/>
            <p:nvPr/>
          </p:nvSpPr>
          <p:spPr>
            <a:xfrm>
              <a:off x="6854803" y="1908694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6" name="pt17526"/>
            <p:cNvSpPr/>
            <p:nvPr/>
          </p:nvSpPr>
          <p:spPr>
            <a:xfrm>
              <a:off x="6447438" y="1991317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7" name="pt17527"/>
            <p:cNvSpPr/>
            <p:nvPr/>
          </p:nvSpPr>
          <p:spPr>
            <a:xfrm>
              <a:off x="6600767" y="236896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8" name="pt17528"/>
            <p:cNvSpPr/>
            <p:nvPr/>
          </p:nvSpPr>
          <p:spPr>
            <a:xfrm>
              <a:off x="7313766" y="1908957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9" name="pt17529"/>
            <p:cNvSpPr/>
            <p:nvPr/>
          </p:nvSpPr>
          <p:spPr>
            <a:xfrm>
              <a:off x="6094090" y="2290730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0" name="pt17530"/>
            <p:cNvSpPr/>
            <p:nvPr/>
          </p:nvSpPr>
          <p:spPr>
            <a:xfrm>
              <a:off x="5671744" y="2447149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1" name="pt17531"/>
            <p:cNvSpPr/>
            <p:nvPr/>
          </p:nvSpPr>
          <p:spPr>
            <a:xfrm>
              <a:off x="6308445" y="2099680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2" name="pt17532"/>
            <p:cNvSpPr/>
            <p:nvPr/>
          </p:nvSpPr>
          <p:spPr>
            <a:xfrm>
              <a:off x="5740716" y="206600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3" name="pt17533"/>
            <p:cNvSpPr/>
            <p:nvPr/>
          </p:nvSpPr>
          <p:spPr>
            <a:xfrm>
              <a:off x="7107488" y="1459240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4" name="pt17534"/>
            <p:cNvSpPr/>
            <p:nvPr/>
          </p:nvSpPr>
          <p:spPr>
            <a:xfrm>
              <a:off x="5224361" y="2332029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5" name="pt17535"/>
            <p:cNvSpPr/>
            <p:nvPr/>
          </p:nvSpPr>
          <p:spPr>
            <a:xfrm>
              <a:off x="6462457" y="2067539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6" name="pt17536"/>
            <p:cNvSpPr/>
            <p:nvPr/>
          </p:nvSpPr>
          <p:spPr>
            <a:xfrm>
              <a:off x="5762141" y="210488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7" name="pt17537"/>
            <p:cNvSpPr/>
            <p:nvPr/>
          </p:nvSpPr>
          <p:spPr>
            <a:xfrm>
              <a:off x="6774364" y="1975538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8" name="pt17538"/>
            <p:cNvSpPr/>
            <p:nvPr/>
          </p:nvSpPr>
          <p:spPr>
            <a:xfrm>
              <a:off x="6753996" y="2165814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9" name="pt17539"/>
            <p:cNvSpPr/>
            <p:nvPr/>
          </p:nvSpPr>
          <p:spPr>
            <a:xfrm>
              <a:off x="6948434" y="1998389"/>
              <a:ext cx="16849" cy="16849"/>
            </a:xfrm>
            <a:prstGeom prst="ellipse">
              <a:avLst/>
            </a:prstGeom>
            <a:solidFill>
              <a:srgbClr val="30AB80">
                <a:alpha val="45098"/>
              </a:srgbClr>
            </a:solidFill>
            <a:ln w="7363" cap="rnd">
              <a:solidFill>
                <a:srgbClr val="30AB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0" name="pt17540"/>
            <p:cNvSpPr/>
            <p:nvPr/>
          </p:nvSpPr>
          <p:spPr>
            <a:xfrm>
              <a:off x="6239144" y="2284059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1" name="pt17541"/>
            <p:cNvSpPr/>
            <p:nvPr/>
          </p:nvSpPr>
          <p:spPr>
            <a:xfrm>
              <a:off x="6121528" y="235533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2" name="pt17542"/>
            <p:cNvSpPr/>
            <p:nvPr/>
          </p:nvSpPr>
          <p:spPr>
            <a:xfrm>
              <a:off x="5712369" y="2428230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3" name="pt17543"/>
            <p:cNvSpPr/>
            <p:nvPr/>
          </p:nvSpPr>
          <p:spPr>
            <a:xfrm>
              <a:off x="6533225" y="2197311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4" name="pt17544"/>
            <p:cNvSpPr/>
            <p:nvPr/>
          </p:nvSpPr>
          <p:spPr>
            <a:xfrm>
              <a:off x="5930208" y="171445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5" name="pt17545"/>
            <p:cNvSpPr/>
            <p:nvPr/>
          </p:nvSpPr>
          <p:spPr>
            <a:xfrm>
              <a:off x="6049089" y="2383491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6" name="pt17546"/>
            <p:cNvSpPr/>
            <p:nvPr/>
          </p:nvSpPr>
          <p:spPr>
            <a:xfrm>
              <a:off x="6326873" y="2277517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7" name="pt17547"/>
            <p:cNvSpPr/>
            <p:nvPr/>
          </p:nvSpPr>
          <p:spPr>
            <a:xfrm>
              <a:off x="5635222" y="246572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8" name="pt17548"/>
            <p:cNvSpPr/>
            <p:nvPr/>
          </p:nvSpPr>
          <p:spPr>
            <a:xfrm>
              <a:off x="6708983" y="2033223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9" name="pt17549"/>
            <p:cNvSpPr/>
            <p:nvPr/>
          </p:nvSpPr>
          <p:spPr>
            <a:xfrm>
              <a:off x="5393202" y="2605010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0" name="pt17550"/>
            <p:cNvSpPr/>
            <p:nvPr/>
          </p:nvSpPr>
          <p:spPr>
            <a:xfrm>
              <a:off x="6809390" y="176381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1" name="pt17551"/>
            <p:cNvSpPr/>
            <p:nvPr/>
          </p:nvSpPr>
          <p:spPr>
            <a:xfrm>
              <a:off x="6312835" y="2268708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2" name="pt17552"/>
            <p:cNvSpPr/>
            <p:nvPr/>
          </p:nvSpPr>
          <p:spPr>
            <a:xfrm>
              <a:off x="7141899" y="1273477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3" name="pt17553"/>
            <p:cNvSpPr/>
            <p:nvPr/>
          </p:nvSpPr>
          <p:spPr>
            <a:xfrm>
              <a:off x="5375194" y="242520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4" name="pt17554"/>
            <p:cNvSpPr/>
            <p:nvPr/>
          </p:nvSpPr>
          <p:spPr>
            <a:xfrm>
              <a:off x="5844244" y="2477872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5" name="pt17555"/>
            <p:cNvSpPr/>
            <p:nvPr/>
          </p:nvSpPr>
          <p:spPr>
            <a:xfrm>
              <a:off x="6693683" y="2069257"/>
              <a:ext cx="16849" cy="16849"/>
            </a:xfrm>
            <a:prstGeom prst="ellipse">
              <a:avLst/>
            </a:prstGeom>
            <a:solidFill>
              <a:srgbClr val="77CF54">
                <a:alpha val="45098"/>
              </a:srgbClr>
            </a:solidFill>
            <a:ln w="7363" cap="rnd">
              <a:solidFill>
                <a:srgbClr val="77CF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6" name="pt17556"/>
            <p:cNvSpPr/>
            <p:nvPr/>
          </p:nvSpPr>
          <p:spPr>
            <a:xfrm>
              <a:off x="6145322" y="2301834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7" name="pt17557"/>
            <p:cNvSpPr/>
            <p:nvPr/>
          </p:nvSpPr>
          <p:spPr>
            <a:xfrm>
              <a:off x="5956823" y="2264623"/>
              <a:ext cx="16849" cy="16849"/>
            </a:xfrm>
            <a:prstGeom prst="ellipse">
              <a:avLst/>
            </a:prstGeom>
            <a:solidFill>
              <a:srgbClr val="299987">
                <a:alpha val="45098"/>
              </a:srgbClr>
            </a:solidFill>
            <a:ln w="7363" cap="rnd">
              <a:solidFill>
                <a:srgbClr val="2999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8" name="pt17558"/>
            <p:cNvSpPr/>
            <p:nvPr/>
          </p:nvSpPr>
          <p:spPr>
            <a:xfrm>
              <a:off x="6142202" y="2250434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9" name="pt17559"/>
            <p:cNvSpPr/>
            <p:nvPr/>
          </p:nvSpPr>
          <p:spPr>
            <a:xfrm>
              <a:off x="5905396" y="2129043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0" name="pt17560"/>
            <p:cNvSpPr/>
            <p:nvPr/>
          </p:nvSpPr>
          <p:spPr>
            <a:xfrm>
              <a:off x="5431404" y="2384054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1" name="pt17561"/>
            <p:cNvSpPr/>
            <p:nvPr/>
          </p:nvSpPr>
          <p:spPr>
            <a:xfrm>
              <a:off x="6236762" y="2295810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2" name="pt17562"/>
            <p:cNvSpPr/>
            <p:nvPr/>
          </p:nvSpPr>
          <p:spPr>
            <a:xfrm>
              <a:off x="5952105" y="2390512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3" name="pt17563"/>
            <p:cNvSpPr/>
            <p:nvPr/>
          </p:nvSpPr>
          <p:spPr>
            <a:xfrm>
              <a:off x="6784277" y="1876139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4" name="pt17564"/>
            <p:cNvSpPr/>
            <p:nvPr/>
          </p:nvSpPr>
          <p:spPr>
            <a:xfrm>
              <a:off x="6998781" y="1902975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5" name="pt17565"/>
            <p:cNvSpPr/>
            <p:nvPr/>
          </p:nvSpPr>
          <p:spPr>
            <a:xfrm>
              <a:off x="5866906" y="1991139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6" name="pt17566"/>
            <p:cNvSpPr/>
            <p:nvPr/>
          </p:nvSpPr>
          <p:spPr>
            <a:xfrm>
              <a:off x="6459649" y="220612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7" name="pt17567"/>
            <p:cNvSpPr/>
            <p:nvPr/>
          </p:nvSpPr>
          <p:spPr>
            <a:xfrm>
              <a:off x="5705054" y="243818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8" name="pt17568"/>
            <p:cNvSpPr/>
            <p:nvPr/>
          </p:nvSpPr>
          <p:spPr>
            <a:xfrm>
              <a:off x="5900872" y="2259410"/>
              <a:ext cx="16849" cy="16849"/>
            </a:xfrm>
            <a:prstGeom prst="ellipse">
              <a:avLst/>
            </a:prstGeom>
            <a:solidFill>
              <a:srgbClr val="72CC59">
                <a:alpha val="45098"/>
              </a:srgbClr>
            </a:solidFill>
            <a:ln w="7363" cap="rnd">
              <a:solidFill>
                <a:srgbClr val="72CC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9" name="pt17569"/>
            <p:cNvSpPr/>
            <p:nvPr/>
          </p:nvSpPr>
          <p:spPr>
            <a:xfrm>
              <a:off x="6801930" y="1855707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0" name="pt17570"/>
            <p:cNvSpPr/>
            <p:nvPr/>
          </p:nvSpPr>
          <p:spPr>
            <a:xfrm>
              <a:off x="6009971" y="2454875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1" name="pt17571"/>
            <p:cNvSpPr/>
            <p:nvPr/>
          </p:nvSpPr>
          <p:spPr>
            <a:xfrm>
              <a:off x="7042502" y="2032475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2" name="pt17572"/>
            <p:cNvSpPr/>
            <p:nvPr/>
          </p:nvSpPr>
          <p:spPr>
            <a:xfrm>
              <a:off x="6923386" y="2065800"/>
              <a:ext cx="16849" cy="16849"/>
            </a:xfrm>
            <a:prstGeom prst="ellipse">
              <a:avLst/>
            </a:prstGeom>
            <a:solidFill>
              <a:srgbClr val="3AAE7D">
                <a:alpha val="45098"/>
              </a:srgbClr>
            </a:solidFill>
            <a:ln w="7363" cap="rnd">
              <a:solidFill>
                <a:srgbClr val="3AAE7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3" name="pt17573"/>
            <p:cNvSpPr/>
            <p:nvPr/>
          </p:nvSpPr>
          <p:spPr>
            <a:xfrm>
              <a:off x="6581989" y="217969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4" name="pt17574"/>
            <p:cNvSpPr/>
            <p:nvPr/>
          </p:nvSpPr>
          <p:spPr>
            <a:xfrm>
              <a:off x="6776812" y="1925044"/>
              <a:ext cx="16849" cy="16849"/>
            </a:xfrm>
            <a:prstGeom prst="ellipse">
              <a:avLst/>
            </a:prstGeom>
            <a:solidFill>
              <a:srgbClr val="336E8D">
                <a:alpha val="45098"/>
              </a:srgbClr>
            </a:solidFill>
            <a:ln w="7363" cap="rnd">
              <a:solidFill>
                <a:srgbClr val="336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5" name="pt17575"/>
            <p:cNvSpPr/>
            <p:nvPr/>
          </p:nvSpPr>
          <p:spPr>
            <a:xfrm>
              <a:off x="6352956" y="2218960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6" name="pt17576"/>
            <p:cNvSpPr/>
            <p:nvPr/>
          </p:nvSpPr>
          <p:spPr>
            <a:xfrm>
              <a:off x="6080609" y="2309913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7" name="pt17577"/>
            <p:cNvSpPr/>
            <p:nvPr/>
          </p:nvSpPr>
          <p:spPr>
            <a:xfrm>
              <a:off x="6928834" y="177225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8" name="pt17578"/>
            <p:cNvSpPr/>
            <p:nvPr/>
          </p:nvSpPr>
          <p:spPr>
            <a:xfrm>
              <a:off x="6378299" y="235450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9" name="pt17579"/>
            <p:cNvSpPr/>
            <p:nvPr/>
          </p:nvSpPr>
          <p:spPr>
            <a:xfrm>
              <a:off x="6911000" y="2066625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0" name="pt17580"/>
            <p:cNvSpPr/>
            <p:nvPr/>
          </p:nvSpPr>
          <p:spPr>
            <a:xfrm>
              <a:off x="5393172" y="2496510"/>
              <a:ext cx="16849" cy="16849"/>
            </a:xfrm>
            <a:prstGeom prst="ellipse">
              <a:avLst/>
            </a:prstGeom>
            <a:solidFill>
              <a:srgbClr val="26A983">
                <a:alpha val="45098"/>
              </a:srgbClr>
            </a:solidFill>
            <a:ln w="7363" cap="rnd">
              <a:solidFill>
                <a:srgbClr val="26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1" name="pt17581"/>
            <p:cNvSpPr/>
            <p:nvPr/>
          </p:nvSpPr>
          <p:spPr>
            <a:xfrm>
              <a:off x="6317039" y="2220472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2" name="pt17582"/>
            <p:cNvSpPr/>
            <p:nvPr/>
          </p:nvSpPr>
          <p:spPr>
            <a:xfrm>
              <a:off x="6279768" y="2118371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3" name="pt17583"/>
            <p:cNvSpPr/>
            <p:nvPr/>
          </p:nvSpPr>
          <p:spPr>
            <a:xfrm>
              <a:off x="5592970" y="2393339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4" name="pt17584"/>
            <p:cNvSpPr/>
            <p:nvPr/>
          </p:nvSpPr>
          <p:spPr>
            <a:xfrm>
              <a:off x="5471807" y="2366135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5" name="pt17585"/>
            <p:cNvSpPr/>
            <p:nvPr/>
          </p:nvSpPr>
          <p:spPr>
            <a:xfrm>
              <a:off x="5602183" y="2572654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6" name="pt17586"/>
            <p:cNvSpPr/>
            <p:nvPr/>
          </p:nvSpPr>
          <p:spPr>
            <a:xfrm>
              <a:off x="6278558" y="2214933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7" name="pt17587"/>
            <p:cNvSpPr/>
            <p:nvPr/>
          </p:nvSpPr>
          <p:spPr>
            <a:xfrm>
              <a:off x="6878069" y="186004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8" name="pt17588"/>
            <p:cNvSpPr/>
            <p:nvPr/>
          </p:nvSpPr>
          <p:spPr>
            <a:xfrm>
              <a:off x="5655194" y="2397725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9" name="pt17589"/>
            <p:cNvSpPr/>
            <p:nvPr/>
          </p:nvSpPr>
          <p:spPr>
            <a:xfrm>
              <a:off x="6122617" y="2342668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0" name="pt17590"/>
            <p:cNvSpPr/>
            <p:nvPr/>
          </p:nvSpPr>
          <p:spPr>
            <a:xfrm>
              <a:off x="6036162" y="2435815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1" name="pt17591"/>
            <p:cNvSpPr/>
            <p:nvPr/>
          </p:nvSpPr>
          <p:spPr>
            <a:xfrm>
              <a:off x="6146772" y="2110894"/>
              <a:ext cx="16849" cy="16849"/>
            </a:xfrm>
            <a:prstGeom prst="ellipse">
              <a:avLst/>
            </a:prstGeom>
            <a:solidFill>
              <a:srgbClr val="71CB5A">
                <a:alpha val="45098"/>
              </a:srgbClr>
            </a:solidFill>
            <a:ln w="7363" cap="rnd">
              <a:solidFill>
                <a:srgbClr val="71CB5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2" name="pt17592"/>
            <p:cNvSpPr/>
            <p:nvPr/>
          </p:nvSpPr>
          <p:spPr>
            <a:xfrm>
              <a:off x="6233546" y="229008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3" name="pt17593"/>
            <p:cNvSpPr/>
            <p:nvPr/>
          </p:nvSpPr>
          <p:spPr>
            <a:xfrm>
              <a:off x="5525716" y="2484367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4" name="pt17594"/>
            <p:cNvSpPr/>
            <p:nvPr/>
          </p:nvSpPr>
          <p:spPr>
            <a:xfrm>
              <a:off x="6268506" y="2290099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5" name="pt17595"/>
            <p:cNvSpPr/>
            <p:nvPr/>
          </p:nvSpPr>
          <p:spPr>
            <a:xfrm>
              <a:off x="6117761" y="2339827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6" name="pt17596"/>
            <p:cNvSpPr/>
            <p:nvPr/>
          </p:nvSpPr>
          <p:spPr>
            <a:xfrm>
              <a:off x="7063129" y="1737877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7" name="pt17597"/>
            <p:cNvSpPr/>
            <p:nvPr/>
          </p:nvSpPr>
          <p:spPr>
            <a:xfrm>
              <a:off x="6359183" y="231083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8" name="pt17598"/>
            <p:cNvSpPr/>
            <p:nvPr/>
          </p:nvSpPr>
          <p:spPr>
            <a:xfrm>
              <a:off x="6367847" y="2290165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9" name="pt17599"/>
            <p:cNvSpPr/>
            <p:nvPr/>
          </p:nvSpPr>
          <p:spPr>
            <a:xfrm>
              <a:off x="6249820" y="2297934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0" name="pt17600"/>
            <p:cNvSpPr/>
            <p:nvPr/>
          </p:nvSpPr>
          <p:spPr>
            <a:xfrm>
              <a:off x="6085533" y="2314653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1" name="pt17601"/>
            <p:cNvSpPr/>
            <p:nvPr/>
          </p:nvSpPr>
          <p:spPr>
            <a:xfrm>
              <a:off x="6839719" y="1959784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2" name="pt17602"/>
            <p:cNvSpPr/>
            <p:nvPr/>
          </p:nvSpPr>
          <p:spPr>
            <a:xfrm>
              <a:off x="5857084" y="1888119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3" name="pt17603"/>
            <p:cNvSpPr/>
            <p:nvPr/>
          </p:nvSpPr>
          <p:spPr>
            <a:xfrm>
              <a:off x="6830818" y="1954020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4" name="pt17604"/>
            <p:cNvSpPr/>
            <p:nvPr/>
          </p:nvSpPr>
          <p:spPr>
            <a:xfrm>
              <a:off x="6081651" y="2405708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5" name="pt17605"/>
            <p:cNvSpPr/>
            <p:nvPr/>
          </p:nvSpPr>
          <p:spPr>
            <a:xfrm>
              <a:off x="6630086" y="2087669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6" name="pt17606"/>
            <p:cNvSpPr/>
            <p:nvPr/>
          </p:nvSpPr>
          <p:spPr>
            <a:xfrm>
              <a:off x="5777768" y="2265471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7" name="pt17607"/>
            <p:cNvSpPr/>
            <p:nvPr/>
          </p:nvSpPr>
          <p:spPr>
            <a:xfrm>
              <a:off x="5807748" y="2102958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8" name="pt17608"/>
            <p:cNvSpPr/>
            <p:nvPr/>
          </p:nvSpPr>
          <p:spPr>
            <a:xfrm>
              <a:off x="6923377" y="1956858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9" name="pt17609"/>
            <p:cNvSpPr/>
            <p:nvPr/>
          </p:nvSpPr>
          <p:spPr>
            <a:xfrm>
              <a:off x="5478572" y="228917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0" name="pt17610"/>
            <p:cNvSpPr/>
            <p:nvPr/>
          </p:nvSpPr>
          <p:spPr>
            <a:xfrm>
              <a:off x="6257914" y="2383131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1" name="pt17611"/>
            <p:cNvSpPr/>
            <p:nvPr/>
          </p:nvSpPr>
          <p:spPr>
            <a:xfrm>
              <a:off x="6295560" y="210691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2" name="pt17612"/>
            <p:cNvSpPr/>
            <p:nvPr/>
          </p:nvSpPr>
          <p:spPr>
            <a:xfrm>
              <a:off x="5902469" y="2229951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3" name="pt17613"/>
            <p:cNvSpPr/>
            <p:nvPr/>
          </p:nvSpPr>
          <p:spPr>
            <a:xfrm>
              <a:off x="6659265" y="2105917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4" name="pt17614"/>
            <p:cNvSpPr/>
            <p:nvPr/>
          </p:nvSpPr>
          <p:spPr>
            <a:xfrm>
              <a:off x="5665036" y="2430811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5" name="pt17615"/>
            <p:cNvSpPr/>
            <p:nvPr/>
          </p:nvSpPr>
          <p:spPr>
            <a:xfrm>
              <a:off x="5886842" y="207766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6" name="pt17616"/>
            <p:cNvSpPr/>
            <p:nvPr/>
          </p:nvSpPr>
          <p:spPr>
            <a:xfrm>
              <a:off x="6580929" y="2031935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7" name="pt17617"/>
            <p:cNvSpPr/>
            <p:nvPr/>
          </p:nvSpPr>
          <p:spPr>
            <a:xfrm>
              <a:off x="7046585" y="1888051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8" name="pt17618"/>
            <p:cNvSpPr/>
            <p:nvPr/>
          </p:nvSpPr>
          <p:spPr>
            <a:xfrm>
              <a:off x="6066717" y="2332949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9" name="pt17619"/>
            <p:cNvSpPr/>
            <p:nvPr/>
          </p:nvSpPr>
          <p:spPr>
            <a:xfrm>
              <a:off x="6380711" y="2269406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0" name="pt17620"/>
            <p:cNvSpPr/>
            <p:nvPr/>
          </p:nvSpPr>
          <p:spPr>
            <a:xfrm>
              <a:off x="5397268" y="2593965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1" name="pt17621"/>
            <p:cNvSpPr/>
            <p:nvPr/>
          </p:nvSpPr>
          <p:spPr>
            <a:xfrm>
              <a:off x="6256514" y="244006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2" name="pt17622"/>
            <p:cNvSpPr/>
            <p:nvPr/>
          </p:nvSpPr>
          <p:spPr>
            <a:xfrm>
              <a:off x="6256699" y="2427732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3" name="pt17623"/>
            <p:cNvSpPr/>
            <p:nvPr/>
          </p:nvSpPr>
          <p:spPr>
            <a:xfrm>
              <a:off x="5252637" y="2613054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4" name="pt17624"/>
            <p:cNvSpPr/>
            <p:nvPr/>
          </p:nvSpPr>
          <p:spPr>
            <a:xfrm>
              <a:off x="5801767" y="1999864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5" name="pt17625"/>
            <p:cNvSpPr/>
            <p:nvPr/>
          </p:nvSpPr>
          <p:spPr>
            <a:xfrm>
              <a:off x="6149328" y="2291715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6" name="pt17626"/>
            <p:cNvSpPr/>
            <p:nvPr/>
          </p:nvSpPr>
          <p:spPr>
            <a:xfrm>
              <a:off x="6838486" y="185604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7" name="pt17627"/>
            <p:cNvSpPr/>
            <p:nvPr/>
          </p:nvSpPr>
          <p:spPr>
            <a:xfrm>
              <a:off x="6286611" y="212204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8" name="pt17628"/>
            <p:cNvSpPr/>
            <p:nvPr/>
          </p:nvSpPr>
          <p:spPr>
            <a:xfrm>
              <a:off x="6374230" y="2268946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9" name="pt17629"/>
            <p:cNvSpPr/>
            <p:nvPr/>
          </p:nvSpPr>
          <p:spPr>
            <a:xfrm>
              <a:off x="5923902" y="1768458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0" name="pt17630"/>
            <p:cNvSpPr/>
            <p:nvPr/>
          </p:nvSpPr>
          <p:spPr>
            <a:xfrm>
              <a:off x="6944365" y="1815137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1" name="pt17631"/>
            <p:cNvSpPr/>
            <p:nvPr/>
          </p:nvSpPr>
          <p:spPr>
            <a:xfrm>
              <a:off x="6085915" y="240066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2" name="pt17632"/>
            <p:cNvSpPr/>
            <p:nvPr/>
          </p:nvSpPr>
          <p:spPr>
            <a:xfrm>
              <a:off x="5849727" y="228176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3" name="pt17633"/>
            <p:cNvSpPr/>
            <p:nvPr/>
          </p:nvSpPr>
          <p:spPr>
            <a:xfrm>
              <a:off x="6084615" y="2296550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4" name="pt17634"/>
            <p:cNvSpPr/>
            <p:nvPr/>
          </p:nvSpPr>
          <p:spPr>
            <a:xfrm>
              <a:off x="6139542" y="2313985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5" name="pt17635"/>
            <p:cNvSpPr/>
            <p:nvPr/>
          </p:nvSpPr>
          <p:spPr>
            <a:xfrm>
              <a:off x="5736108" y="2292598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6" name="pt17636"/>
            <p:cNvSpPr/>
            <p:nvPr/>
          </p:nvSpPr>
          <p:spPr>
            <a:xfrm>
              <a:off x="5626497" y="2379912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7" name="pt17637"/>
            <p:cNvSpPr/>
            <p:nvPr/>
          </p:nvSpPr>
          <p:spPr>
            <a:xfrm>
              <a:off x="6072814" y="2418555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8" name="pt17638"/>
            <p:cNvSpPr/>
            <p:nvPr/>
          </p:nvSpPr>
          <p:spPr>
            <a:xfrm>
              <a:off x="6757129" y="2080350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9" name="pt17639"/>
            <p:cNvSpPr/>
            <p:nvPr/>
          </p:nvSpPr>
          <p:spPr>
            <a:xfrm>
              <a:off x="5577751" y="2459035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0" name="pt17640"/>
            <p:cNvSpPr/>
            <p:nvPr/>
          </p:nvSpPr>
          <p:spPr>
            <a:xfrm>
              <a:off x="5961950" y="2400120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1" name="pt17641"/>
            <p:cNvSpPr/>
            <p:nvPr/>
          </p:nvSpPr>
          <p:spPr>
            <a:xfrm>
              <a:off x="5720538" y="2440412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2" name="pt17642"/>
            <p:cNvSpPr/>
            <p:nvPr/>
          </p:nvSpPr>
          <p:spPr>
            <a:xfrm>
              <a:off x="6311011" y="2188536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3" name="pt17643"/>
            <p:cNvSpPr/>
            <p:nvPr/>
          </p:nvSpPr>
          <p:spPr>
            <a:xfrm>
              <a:off x="5282825" y="2184148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4" name="pt17644"/>
            <p:cNvSpPr/>
            <p:nvPr/>
          </p:nvSpPr>
          <p:spPr>
            <a:xfrm>
              <a:off x="6959158" y="1900939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5" name="pt17645"/>
            <p:cNvSpPr/>
            <p:nvPr/>
          </p:nvSpPr>
          <p:spPr>
            <a:xfrm>
              <a:off x="5969805" y="2487138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6" name="pt17646"/>
            <p:cNvSpPr/>
            <p:nvPr/>
          </p:nvSpPr>
          <p:spPr>
            <a:xfrm>
              <a:off x="6489513" y="2182045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7" name="pt17647"/>
            <p:cNvSpPr/>
            <p:nvPr/>
          </p:nvSpPr>
          <p:spPr>
            <a:xfrm>
              <a:off x="5653991" y="2452495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8" name="pt17648"/>
            <p:cNvSpPr/>
            <p:nvPr/>
          </p:nvSpPr>
          <p:spPr>
            <a:xfrm>
              <a:off x="5595068" y="2484357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9" name="pt17649"/>
            <p:cNvSpPr/>
            <p:nvPr/>
          </p:nvSpPr>
          <p:spPr>
            <a:xfrm>
              <a:off x="6230969" y="2123223"/>
              <a:ext cx="16849" cy="16849"/>
            </a:xfrm>
            <a:prstGeom prst="ellipse">
              <a:avLst/>
            </a:prstGeom>
            <a:solidFill>
              <a:srgbClr val="6EC85D">
                <a:alpha val="45098"/>
              </a:srgbClr>
            </a:solidFill>
            <a:ln w="7363" cap="rnd">
              <a:solidFill>
                <a:srgbClr val="6EC8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0" name="pt17650"/>
            <p:cNvSpPr/>
            <p:nvPr/>
          </p:nvSpPr>
          <p:spPr>
            <a:xfrm>
              <a:off x="6559497" y="210698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1" name="pt17651"/>
            <p:cNvSpPr/>
            <p:nvPr/>
          </p:nvSpPr>
          <p:spPr>
            <a:xfrm>
              <a:off x="6567471" y="205742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2" name="pt17652"/>
            <p:cNvSpPr/>
            <p:nvPr/>
          </p:nvSpPr>
          <p:spPr>
            <a:xfrm>
              <a:off x="6346683" y="2035855"/>
              <a:ext cx="16849" cy="16849"/>
            </a:xfrm>
            <a:prstGeom prst="ellipse">
              <a:avLst/>
            </a:prstGeom>
            <a:solidFill>
              <a:srgbClr val="9CD74A">
                <a:alpha val="45098"/>
              </a:srgbClr>
            </a:solidFill>
            <a:ln w="7363" cap="rnd">
              <a:solidFill>
                <a:srgbClr val="9CD7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3" name="pt17653"/>
            <p:cNvSpPr/>
            <p:nvPr/>
          </p:nvSpPr>
          <p:spPr>
            <a:xfrm>
              <a:off x="6955685" y="1695766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4" name="pt17654"/>
            <p:cNvSpPr/>
            <p:nvPr/>
          </p:nvSpPr>
          <p:spPr>
            <a:xfrm>
              <a:off x="6907637" y="1854667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5" name="pt17655"/>
            <p:cNvSpPr/>
            <p:nvPr/>
          </p:nvSpPr>
          <p:spPr>
            <a:xfrm>
              <a:off x="6287879" y="2015905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6" name="pt17656"/>
            <p:cNvSpPr/>
            <p:nvPr/>
          </p:nvSpPr>
          <p:spPr>
            <a:xfrm>
              <a:off x="5681820" y="2331900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7" name="pt17657"/>
            <p:cNvSpPr/>
            <p:nvPr/>
          </p:nvSpPr>
          <p:spPr>
            <a:xfrm>
              <a:off x="7035310" y="179957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8" name="pt17658"/>
            <p:cNvSpPr/>
            <p:nvPr/>
          </p:nvSpPr>
          <p:spPr>
            <a:xfrm>
              <a:off x="5445721" y="2442195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9" name="pt17659"/>
            <p:cNvSpPr/>
            <p:nvPr/>
          </p:nvSpPr>
          <p:spPr>
            <a:xfrm>
              <a:off x="6451959" y="2107835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0" name="pt17660"/>
            <p:cNvSpPr/>
            <p:nvPr/>
          </p:nvSpPr>
          <p:spPr>
            <a:xfrm>
              <a:off x="6124775" y="2239303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1" name="pt17661"/>
            <p:cNvSpPr/>
            <p:nvPr/>
          </p:nvSpPr>
          <p:spPr>
            <a:xfrm>
              <a:off x="6977084" y="1794272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2" name="pt17662"/>
            <p:cNvSpPr/>
            <p:nvPr/>
          </p:nvSpPr>
          <p:spPr>
            <a:xfrm>
              <a:off x="6393103" y="2126165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3" name="pt17663"/>
            <p:cNvSpPr/>
            <p:nvPr/>
          </p:nvSpPr>
          <p:spPr>
            <a:xfrm>
              <a:off x="6855414" y="1958041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4" name="pt17664"/>
            <p:cNvSpPr/>
            <p:nvPr/>
          </p:nvSpPr>
          <p:spPr>
            <a:xfrm>
              <a:off x="6805265" y="166701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5" name="pt17665"/>
            <p:cNvSpPr/>
            <p:nvPr/>
          </p:nvSpPr>
          <p:spPr>
            <a:xfrm>
              <a:off x="6706889" y="1987396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6" name="pt17666"/>
            <p:cNvSpPr/>
            <p:nvPr/>
          </p:nvSpPr>
          <p:spPr>
            <a:xfrm>
              <a:off x="6012445" y="214164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7" name="pt17667"/>
            <p:cNvSpPr/>
            <p:nvPr/>
          </p:nvSpPr>
          <p:spPr>
            <a:xfrm>
              <a:off x="6091024" y="2053420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8" name="pt17668"/>
            <p:cNvSpPr/>
            <p:nvPr/>
          </p:nvSpPr>
          <p:spPr>
            <a:xfrm>
              <a:off x="5695760" y="2445957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9" name="pt17669"/>
            <p:cNvSpPr/>
            <p:nvPr/>
          </p:nvSpPr>
          <p:spPr>
            <a:xfrm>
              <a:off x="7079021" y="1740830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0" name="pt17670"/>
            <p:cNvSpPr/>
            <p:nvPr/>
          </p:nvSpPr>
          <p:spPr>
            <a:xfrm>
              <a:off x="5997909" y="2492379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1" name="pt17671"/>
            <p:cNvSpPr/>
            <p:nvPr/>
          </p:nvSpPr>
          <p:spPr>
            <a:xfrm>
              <a:off x="6301620" y="1977742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2" name="pt17672"/>
            <p:cNvSpPr/>
            <p:nvPr/>
          </p:nvSpPr>
          <p:spPr>
            <a:xfrm>
              <a:off x="5955349" y="197842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3" name="pt17673"/>
            <p:cNvSpPr/>
            <p:nvPr/>
          </p:nvSpPr>
          <p:spPr>
            <a:xfrm>
              <a:off x="6627150" y="2165021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4" name="pt17674"/>
            <p:cNvSpPr/>
            <p:nvPr/>
          </p:nvSpPr>
          <p:spPr>
            <a:xfrm>
              <a:off x="6698236" y="225830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5" name="pt17675"/>
            <p:cNvSpPr/>
            <p:nvPr/>
          </p:nvSpPr>
          <p:spPr>
            <a:xfrm>
              <a:off x="6083847" y="2336169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6" name="pt17676"/>
            <p:cNvSpPr/>
            <p:nvPr/>
          </p:nvSpPr>
          <p:spPr>
            <a:xfrm>
              <a:off x="6454710" y="218117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7" name="pt17677"/>
            <p:cNvSpPr/>
            <p:nvPr/>
          </p:nvSpPr>
          <p:spPr>
            <a:xfrm>
              <a:off x="6767038" y="2035349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8" name="pt17678"/>
            <p:cNvSpPr/>
            <p:nvPr/>
          </p:nvSpPr>
          <p:spPr>
            <a:xfrm>
              <a:off x="6363538" y="2279004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9" name="pt17679"/>
            <p:cNvSpPr/>
            <p:nvPr/>
          </p:nvSpPr>
          <p:spPr>
            <a:xfrm>
              <a:off x="6881160" y="183906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0" name="pt17680"/>
            <p:cNvSpPr/>
            <p:nvPr/>
          </p:nvSpPr>
          <p:spPr>
            <a:xfrm>
              <a:off x="5220631" y="266236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1" name="pt17681"/>
            <p:cNvSpPr/>
            <p:nvPr/>
          </p:nvSpPr>
          <p:spPr>
            <a:xfrm>
              <a:off x="6626834" y="222642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2" name="pt17682"/>
            <p:cNvSpPr/>
            <p:nvPr/>
          </p:nvSpPr>
          <p:spPr>
            <a:xfrm>
              <a:off x="6762782" y="1971223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3" name="pt17683"/>
            <p:cNvSpPr/>
            <p:nvPr/>
          </p:nvSpPr>
          <p:spPr>
            <a:xfrm>
              <a:off x="6160669" y="2301910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4" name="pt17684"/>
            <p:cNvSpPr/>
            <p:nvPr/>
          </p:nvSpPr>
          <p:spPr>
            <a:xfrm>
              <a:off x="6273117" y="2385121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5" name="pt17685"/>
            <p:cNvSpPr/>
            <p:nvPr/>
          </p:nvSpPr>
          <p:spPr>
            <a:xfrm>
              <a:off x="6218072" y="226975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6" name="pt17686"/>
            <p:cNvSpPr/>
            <p:nvPr/>
          </p:nvSpPr>
          <p:spPr>
            <a:xfrm>
              <a:off x="6845110" y="183672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7" name="pt17687"/>
            <p:cNvSpPr/>
            <p:nvPr/>
          </p:nvSpPr>
          <p:spPr>
            <a:xfrm>
              <a:off x="6945974" y="1805619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8" name="pt17688"/>
            <p:cNvSpPr/>
            <p:nvPr/>
          </p:nvSpPr>
          <p:spPr>
            <a:xfrm>
              <a:off x="6310217" y="239114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9" name="pt17689"/>
            <p:cNvSpPr/>
            <p:nvPr/>
          </p:nvSpPr>
          <p:spPr>
            <a:xfrm>
              <a:off x="6046374" y="220010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0" name="pt17690"/>
            <p:cNvSpPr/>
            <p:nvPr/>
          </p:nvSpPr>
          <p:spPr>
            <a:xfrm>
              <a:off x="5796740" y="211765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1" name="pt17691"/>
            <p:cNvSpPr/>
            <p:nvPr/>
          </p:nvSpPr>
          <p:spPr>
            <a:xfrm>
              <a:off x="6189694" y="2235263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2" name="pt17692"/>
            <p:cNvSpPr/>
            <p:nvPr/>
          </p:nvSpPr>
          <p:spPr>
            <a:xfrm>
              <a:off x="6405810" y="2195538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3" name="pt17693"/>
            <p:cNvSpPr/>
            <p:nvPr/>
          </p:nvSpPr>
          <p:spPr>
            <a:xfrm>
              <a:off x="6292428" y="2129373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4" name="pt17694"/>
            <p:cNvSpPr/>
            <p:nvPr/>
          </p:nvSpPr>
          <p:spPr>
            <a:xfrm>
              <a:off x="6212615" y="2243976"/>
              <a:ext cx="16849" cy="16849"/>
            </a:xfrm>
            <a:prstGeom prst="ellipse">
              <a:avLst/>
            </a:prstGeom>
            <a:solidFill>
              <a:srgbClr val="5CBE6B">
                <a:alpha val="45098"/>
              </a:srgbClr>
            </a:solidFill>
            <a:ln w="7363" cap="rnd">
              <a:solidFill>
                <a:srgbClr val="5CBE6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5" name="pt17695"/>
            <p:cNvSpPr/>
            <p:nvPr/>
          </p:nvSpPr>
          <p:spPr>
            <a:xfrm>
              <a:off x="5653339" y="2397902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6" name="pt17696"/>
            <p:cNvSpPr/>
            <p:nvPr/>
          </p:nvSpPr>
          <p:spPr>
            <a:xfrm>
              <a:off x="7014762" y="1735548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7" name="pt17697"/>
            <p:cNvSpPr/>
            <p:nvPr/>
          </p:nvSpPr>
          <p:spPr>
            <a:xfrm>
              <a:off x="6216379" y="2336884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8" name="pt17698"/>
            <p:cNvSpPr/>
            <p:nvPr/>
          </p:nvSpPr>
          <p:spPr>
            <a:xfrm>
              <a:off x="6211078" y="2279663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9" name="pt17699"/>
            <p:cNvSpPr/>
            <p:nvPr/>
          </p:nvSpPr>
          <p:spPr>
            <a:xfrm>
              <a:off x="6369741" y="237425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0" name="pt17700"/>
            <p:cNvSpPr/>
            <p:nvPr/>
          </p:nvSpPr>
          <p:spPr>
            <a:xfrm>
              <a:off x="5436178" y="2324086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1" name="pt17701"/>
            <p:cNvSpPr/>
            <p:nvPr/>
          </p:nvSpPr>
          <p:spPr>
            <a:xfrm>
              <a:off x="6229872" y="2252799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2" name="pt17702"/>
            <p:cNvSpPr/>
            <p:nvPr/>
          </p:nvSpPr>
          <p:spPr>
            <a:xfrm>
              <a:off x="6907276" y="1845252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3" name="pt17703"/>
            <p:cNvSpPr/>
            <p:nvPr/>
          </p:nvSpPr>
          <p:spPr>
            <a:xfrm>
              <a:off x="6507137" y="2114261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4" name="pt17704"/>
            <p:cNvSpPr/>
            <p:nvPr/>
          </p:nvSpPr>
          <p:spPr>
            <a:xfrm>
              <a:off x="6126003" y="233224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5" name="pt17705"/>
            <p:cNvSpPr/>
            <p:nvPr/>
          </p:nvSpPr>
          <p:spPr>
            <a:xfrm>
              <a:off x="6655065" y="216297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6" name="pt17706"/>
            <p:cNvSpPr/>
            <p:nvPr/>
          </p:nvSpPr>
          <p:spPr>
            <a:xfrm>
              <a:off x="6462286" y="2086061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7" name="pt17707"/>
            <p:cNvSpPr/>
            <p:nvPr/>
          </p:nvSpPr>
          <p:spPr>
            <a:xfrm>
              <a:off x="6348738" y="2090102"/>
              <a:ext cx="16849" cy="16849"/>
            </a:xfrm>
            <a:prstGeom prst="ellipse">
              <a:avLst/>
            </a:prstGeom>
            <a:solidFill>
              <a:srgbClr val="63C266">
                <a:alpha val="45098"/>
              </a:srgbClr>
            </a:solidFill>
            <a:ln w="7363" cap="rnd">
              <a:solidFill>
                <a:srgbClr val="63C26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8" name="pt17708"/>
            <p:cNvSpPr/>
            <p:nvPr/>
          </p:nvSpPr>
          <p:spPr>
            <a:xfrm>
              <a:off x="6503534" y="2284371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9" name="pt17709"/>
            <p:cNvSpPr/>
            <p:nvPr/>
          </p:nvSpPr>
          <p:spPr>
            <a:xfrm>
              <a:off x="6637029" y="208458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0" name="pt17710"/>
            <p:cNvSpPr/>
            <p:nvPr/>
          </p:nvSpPr>
          <p:spPr>
            <a:xfrm>
              <a:off x="5970822" y="2321984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1" name="pt17711"/>
            <p:cNvSpPr/>
            <p:nvPr/>
          </p:nvSpPr>
          <p:spPr>
            <a:xfrm>
              <a:off x="6557612" y="2164820"/>
              <a:ext cx="16849" cy="16849"/>
            </a:xfrm>
            <a:prstGeom prst="ellipse">
              <a:avLst/>
            </a:prstGeom>
            <a:solidFill>
              <a:srgbClr val="68C563">
                <a:alpha val="45098"/>
              </a:srgbClr>
            </a:solidFill>
            <a:ln w="7363" cap="rnd">
              <a:solidFill>
                <a:srgbClr val="68C5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2" name="pt17712"/>
            <p:cNvSpPr/>
            <p:nvPr/>
          </p:nvSpPr>
          <p:spPr>
            <a:xfrm>
              <a:off x="6350932" y="2294126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3" name="pt17713"/>
            <p:cNvSpPr/>
            <p:nvPr/>
          </p:nvSpPr>
          <p:spPr>
            <a:xfrm>
              <a:off x="6970544" y="1771487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4" name="pt17714"/>
            <p:cNvSpPr/>
            <p:nvPr/>
          </p:nvSpPr>
          <p:spPr>
            <a:xfrm>
              <a:off x="5768537" y="1929721"/>
              <a:ext cx="16849" cy="16849"/>
            </a:xfrm>
            <a:prstGeom prst="ellipse">
              <a:avLst/>
            </a:prstGeom>
            <a:solidFill>
              <a:srgbClr val="2A9488">
                <a:alpha val="45098"/>
              </a:srgbClr>
            </a:solidFill>
            <a:ln w="7363" cap="rnd">
              <a:solidFill>
                <a:srgbClr val="2A94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5" name="pt17715"/>
            <p:cNvSpPr/>
            <p:nvPr/>
          </p:nvSpPr>
          <p:spPr>
            <a:xfrm>
              <a:off x="5271556" y="2351104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6" name="pt17716"/>
            <p:cNvSpPr/>
            <p:nvPr/>
          </p:nvSpPr>
          <p:spPr>
            <a:xfrm>
              <a:off x="6410353" y="226007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7" name="pt17717"/>
            <p:cNvSpPr/>
            <p:nvPr/>
          </p:nvSpPr>
          <p:spPr>
            <a:xfrm>
              <a:off x="6102899" y="2082979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8" name="pt17718"/>
            <p:cNvSpPr/>
            <p:nvPr/>
          </p:nvSpPr>
          <p:spPr>
            <a:xfrm>
              <a:off x="5665657" y="2255867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9" name="pt17719"/>
            <p:cNvSpPr/>
            <p:nvPr/>
          </p:nvSpPr>
          <p:spPr>
            <a:xfrm>
              <a:off x="6529335" y="2169369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0" name="pt17720"/>
            <p:cNvSpPr/>
            <p:nvPr/>
          </p:nvSpPr>
          <p:spPr>
            <a:xfrm>
              <a:off x="7243428" y="1925821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1" name="pt17721"/>
            <p:cNvSpPr/>
            <p:nvPr/>
          </p:nvSpPr>
          <p:spPr>
            <a:xfrm>
              <a:off x="6230176" y="2299824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2" name="pt17722"/>
            <p:cNvSpPr/>
            <p:nvPr/>
          </p:nvSpPr>
          <p:spPr>
            <a:xfrm>
              <a:off x="6256088" y="225905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3" name="pt17723"/>
            <p:cNvSpPr/>
            <p:nvPr/>
          </p:nvSpPr>
          <p:spPr>
            <a:xfrm>
              <a:off x="5487509" y="2396108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4" name="pt17724"/>
            <p:cNvSpPr/>
            <p:nvPr/>
          </p:nvSpPr>
          <p:spPr>
            <a:xfrm>
              <a:off x="5993412" y="2592278"/>
              <a:ext cx="16849" cy="16849"/>
            </a:xfrm>
            <a:prstGeom prst="ellipse">
              <a:avLst/>
            </a:prstGeom>
            <a:solidFill>
              <a:srgbClr val="5BBD6C">
                <a:alpha val="45098"/>
              </a:srgbClr>
            </a:solidFill>
            <a:ln w="7363" cap="rnd">
              <a:solidFill>
                <a:srgbClr val="5B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5" name="pt17725"/>
            <p:cNvSpPr/>
            <p:nvPr/>
          </p:nvSpPr>
          <p:spPr>
            <a:xfrm>
              <a:off x="6066508" y="231223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6" name="pt17726"/>
            <p:cNvSpPr/>
            <p:nvPr/>
          </p:nvSpPr>
          <p:spPr>
            <a:xfrm>
              <a:off x="5550674" y="238942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7" name="pt17727"/>
            <p:cNvSpPr/>
            <p:nvPr/>
          </p:nvSpPr>
          <p:spPr>
            <a:xfrm>
              <a:off x="5458303" y="2525675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8" name="pt17728"/>
            <p:cNvSpPr/>
            <p:nvPr/>
          </p:nvSpPr>
          <p:spPr>
            <a:xfrm>
              <a:off x="6835927" y="1946766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9" name="pt17729"/>
            <p:cNvSpPr/>
            <p:nvPr/>
          </p:nvSpPr>
          <p:spPr>
            <a:xfrm>
              <a:off x="6485936" y="233639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0" name="pt17730"/>
            <p:cNvSpPr/>
            <p:nvPr/>
          </p:nvSpPr>
          <p:spPr>
            <a:xfrm>
              <a:off x="6292886" y="2196345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1" name="pt17731"/>
            <p:cNvSpPr/>
            <p:nvPr/>
          </p:nvSpPr>
          <p:spPr>
            <a:xfrm>
              <a:off x="7217805" y="1658314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2" name="pt17732"/>
            <p:cNvSpPr/>
            <p:nvPr/>
          </p:nvSpPr>
          <p:spPr>
            <a:xfrm>
              <a:off x="5657740" y="229242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3" name="pt17733"/>
            <p:cNvSpPr/>
            <p:nvPr/>
          </p:nvSpPr>
          <p:spPr>
            <a:xfrm>
              <a:off x="6306468" y="230057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4" name="pt17734"/>
            <p:cNvSpPr/>
            <p:nvPr/>
          </p:nvSpPr>
          <p:spPr>
            <a:xfrm>
              <a:off x="6123378" y="2305634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5" name="pt17735"/>
            <p:cNvSpPr/>
            <p:nvPr/>
          </p:nvSpPr>
          <p:spPr>
            <a:xfrm>
              <a:off x="6725148" y="210589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6" name="pt17736"/>
            <p:cNvSpPr/>
            <p:nvPr/>
          </p:nvSpPr>
          <p:spPr>
            <a:xfrm>
              <a:off x="6117575" y="2303898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7" name="pt17737"/>
            <p:cNvSpPr/>
            <p:nvPr/>
          </p:nvSpPr>
          <p:spPr>
            <a:xfrm>
              <a:off x="6962671" y="1776091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8" name="pt17738"/>
            <p:cNvSpPr/>
            <p:nvPr/>
          </p:nvSpPr>
          <p:spPr>
            <a:xfrm>
              <a:off x="5735548" y="2239675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9" name="pt17739"/>
            <p:cNvSpPr/>
            <p:nvPr/>
          </p:nvSpPr>
          <p:spPr>
            <a:xfrm>
              <a:off x="6714314" y="206230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0" name="pt17740"/>
            <p:cNvSpPr/>
            <p:nvPr/>
          </p:nvSpPr>
          <p:spPr>
            <a:xfrm>
              <a:off x="5877822" y="2188896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1" name="pt17741"/>
            <p:cNvSpPr/>
            <p:nvPr/>
          </p:nvSpPr>
          <p:spPr>
            <a:xfrm>
              <a:off x="6006347" y="2620878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2" name="pt17742"/>
            <p:cNvSpPr/>
            <p:nvPr/>
          </p:nvSpPr>
          <p:spPr>
            <a:xfrm>
              <a:off x="5705857" y="2550300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3" name="pt17743"/>
            <p:cNvSpPr/>
            <p:nvPr/>
          </p:nvSpPr>
          <p:spPr>
            <a:xfrm>
              <a:off x="6390019" y="2178775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4" name="pt17744"/>
            <p:cNvSpPr/>
            <p:nvPr/>
          </p:nvSpPr>
          <p:spPr>
            <a:xfrm>
              <a:off x="6573312" y="2144685"/>
              <a:ext cx="16849" cy="16849"/>
            </a:xfrm>
            <a:prstGeom prst="ellipse">
              <a:avLst/>
            </a:prstGeom>
            <a:solidFill>
              <a:srgbClr val="68C562">
                <a:alpha val="45098"/>
              </a:srgbClr>
            </a:solidFill>
            <a:ln w="7363" cap="rnd">
              <a:solidFill>
                <a:srgbClr val="68C56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5" name="pt17745"/>
            <p:cNvSpPr/>
            <p:nvPr/>
          </p:nvSpPr>
          <p:spPr>
            <a:xfrm>
              <a:off x="5652365" y="2279009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6" name="pt17746"/>
            <p:cNvSpPr/>
            <p:nvPr/>
          </p:nvSpPr>
          <p:spPr>
            <a:xfrm>
              <a:off x="6391551" y="2035933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7" name="pt17747"/>
            <p:cNvSpPr/>
            <p:nvPr/>
          </p:nvSpPr>
          <p:spPr>
            <a:xfrm>
              <a:off x="6274336" y="2191556"/>
              <a:ext cx="16849" cy="16849"/>
            </a:xfrm>
            <a:prstGeom prst="ellipse">
              <a:avLst/>
            </a:prstGeom>
            <a:solidFill>
              <a:srgbClr val="28A983">
                <a:alpha val="45098"/>
              </a:srgbClr>
            </a:solidFill>
            <a:ln w="7363" cap="rnd">
              <a:solidFill>
                <a:srgbClr val="28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8" name="pt17748"/>
            <p:cNvSpPr/>
            <p:nvPr/>
          </p:nvSpPr>
          <p:spPr>
            <a:xfrm>
              <a:off x="6186615" y="2235774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9" name="pt17749"/>
            <p:cNvSpPr/>
            <p:nvPr/>
          </p:nvSpPr>
          <p:spPr>
            <a:xfrm>
              <a:off x="6531200" y="2236615"/>
              <a:ext cx="16849" cy="16849"/>
            </a:xfrm>
            <a:prstGeom prst="ellipse">
              <a:avLst/>
            </a:prstGeom>
            <a:solidFill>
              <a:srgbClr val="45B279">
                <a:alpha val="45098"/>
              </a:srgbClr>
            </a:solidFill>
            <a:ln w="7363" cap="rnd">
              <a:solidFill>
                <a:srgbClr val="45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0" name="pt17750"/>
            <p:cNvSpPr/>
            <p:nvPr/>
          </p:nvSpPr>
          <p:spPr>
            <a:xfrm>
              <a:off x="5583138" y="2012808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1" name="pt17751"/>
            <p:cNvSpPr/>
            <p:nvPr/>
          </p:nvSpPr>
          <p:spPr>
            <a:xfrm>
              <a:off x="5087515" y="2826678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2" name="pt17752"/>
            <p:cNvSpPr/>
            <p:nvPr/>
          </p:nvSpPr>
          <p:spPr>
            <a:xfrm>
              <a:off x="6562943" y="2027811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3" name="pt17753"/>
            <p:cNvSpPr/>
            <p:nvPr/>
          </p:nvSpPr>
          <p:spPr>
            <a:xfrm>
              <a:off x="6508598" y="226521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4" name="pt17754"/>
            <p:cNvSpPr/>
            <p:nvPr/>
          </p:nvSpPr>
          <p:spPr>
            <a:xfrm>
              <a:off x="5708179" y="2438908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5" name="pt17755"/>
            <p:cNvSpPr/>
            <p:nvPr/>
          </p:nvSpPr>
          <p:spPr>
            <a:xfrm>
              <a:off x="6736848" y="1935977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6" name="pt17756"/>
            <p:cNvSpPr/>
            <p:nvPr/>
          </p:nvSpPr>
          <p:spPr>
            <a:xfrm>
              <a:off x="5039351" y="2622767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7" name="pt17757"/>
            <p:cNvSpPr/>
            <p:nvPr/>
          </p:nvSpPr>
          <p:spPr>
            <a:xfrm>
              <a:off x="6768656" y="203108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8" name="pt17758"/>
            <p:cNvSpPr/>
            <p:nvPr/>
          </p:nvSpPr>
          <p:spPr>
            <a:xfrm>
              <a:off x="5918758" y="201961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9" name="pt17759"/>
            <p:cNvSpPr/>
            <p:nvPr/>
          </p:nvSpPr>
          <p:spPr>
            <a:xfrm>
              <a:off x="6403582" y="2077883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0" name="pt17760"/>
            <p:cNvSpPr/>
            <p:nvPr/>
          </p:nvSpPr>
          <p:spPr>
            <a:xfrm>
              <a:off x="6073330" y="240674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1" name="pt17761"/>
            <p:cNvSpPr/>
            <p:nvPr/>
          </p:nvSpPr>
          <p:spPr>
            <a:xfrm>
              <a:off x="6130889" y="2341497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2" name="pt17762"/>
            <p:cNvSpPr/>
            <p:nvPr/>
          </p:nvSpPr>
          <p:spPr>
            <a:xfrm>
              <a:off x="5616087" y="2456718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3" name="pt17763"/>
            <p:cNvSpPr/>
            <p:nvPr/>
          </p:nvSpPr>
          <p:spPr>
            <a:xfrm>
              <a:off x="5969070" y="210843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4" name="pt17764"/>
            <p:cNvSpPr/>
            <p:nvPr/>
          </p:nvSpPr>
          <p:spPr>
            <a:xfrm>
              <a:off x="6385561" y="2211969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5" name="pt17765"/>
            <p:cNvSpPr/>
            <p:nvPr/>
          </p:nvSpPr>
          <p:spPr>
            <a:xfrm>
              <a:off x="6735754" y="1929997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6" name="pt17766"/>
            <p:cNvSpPr/>
            <p:nvPr/>
          </p:nvSpPr>
          <p:spPr>
            <a:xfrm>
              <a:off x="5141431" y="272901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7" name="pt17767"/>
            <p:cNvSpPr/>
            <p:nvPr/>
          </p:nvSpPr>
          <p:spPr>
            <a:xfrm>
              <a:off x="5766028" y="2186149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8" name="pt17768"/>
            <p:cNvSpPr/>
            <p:nvPr/>
          </p:nvSpPr>
          <p:spPr>
            <a:xfrm>
              <a:off x="7341227" y="2025337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9" name="pt17769"/>
            <p:cNvSpPr/>
            <p:nvPr/>
          </p:nvSpPr>
          <p:spPr>
            <a:xfrm>
              <a:off x="6438963" y="212067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0" name="pt17770"/>
            <p:cNvSpPr/>
            <p:nvPr/>
          </p:nvSpPr>
          <p:spPr>
            <a:xfrm>
              <a:off x="6283831" y="2022548"/>
              <a:ext cx="16849" cy="16849"/>
            </a:xfrm>
            <a:prstGeom prst="ellipse">
              <a:avLst/>
            </a:prstGeom>
            <a:solidFill>
              <a:srgbClr val="8DD44D">
                <a:alpha val="45098"/>
              </a:srgbClr>
            </a:solidFill>
            <a:ln w="7363" cap="rnd">
              <a:solidFill>
                <a:srgbClr val="8D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1" name="pt17771"/>
            <p:cNvSpPr/>
            <p:nvPr/>
          </p:nvSpPr>
          <p:spPr>
            <a:xfrm>
              <a:off x="6547025" y="2166355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2" name="pt17772"/>
            <p:cNvSpPr/>
            <p:nvPr/>
          </p:nvSpPr>
          <p:spPr>
            <a:xfrm>
              <a:off x="5956232" y="199389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3" name="pt17773"/>
            <p:cNvSpPr/>
            <p:nvPr/>
          </p:nvSpPr>
          <p:spPr>
            <a:xfrm>
              <a:off x="6071909" y="238452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4" name="pt17774"/>
            <p:cNvSpPr/>
            <p:nvPr/>
          </p:nvSpPr>
          <p:spPr>
            <a:xfrm>
              <a:off x="6832668" y="195725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5" name="pt17775"/>
            <p:cNvSpPr/>
            <p:nvPr/>
          </p:nvSpPr>
          <p:spPr>
            <a:xfrm>
              <a:off x="6502123" y="2108345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6" name="pt17776"/>
            <p:cNvSpPr/>
            <p:nvPr/>
          </p:nvSpPr>
          <p:spPr>
            <a:xfrm>
              <a:off x="6085911" y="2430419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7" name="pt17777"/>
            <p:cNvSpPr/>
            <p:nvPr/>
          </p:nvSpPr>
          <p:spPr>
            <a:xfrm>
              <a:off x="5771499" y="2021674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8" name="pt17778"/>
            <p:cNvSpPr/>
            <p:nvPr/>
          </p:nvSpPr>
          <p:spPr>
            <a:xfrm>
              <a:off x="6676634" y="2065762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9" name="pt17779"/>
            <p:cNvSpPr/>
            <p:nvPr/>
          </p:nvSpPr>
          <p:spPr>
            <a:xfrm>
              <a:off x="6163299" y="237042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0" name="pt17780"/>
            <p:cNvSpPr/>
            <p:nvPr/>
          </p:nvSpPr>
          <p:spPr>
            <a:xfrm>
              <a:off x="5064221" y="2538310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1" name="pt17781"/>
            <p:cNvSpPr/>
            <p:nvPr/>
          </p:nvSpPr>
          <p:spPr>
            <a:xfrm>
              <a:off x="5701121" y="2446620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2" name="pt17782"/>
            <p:cNvSpPr/>
            <p:nvPr/>
          </p:nvSpPr>
          <p:spPr>
            <a:xfrm>
              <a:off x="6252760" y="2338567"/>
              <a:ext cx="16849" cy="16849"/>
            </a:xfrm>
            <a:prstGeom prst="ellipse">
              <a:avLst/>
            </a:prstGeom>
            <a:solidFill>
              <a:srgbClr val="49B476">
                <a:alpha val="45098"/>
              </a:srgbClr>
            </a:solidFill>
            <a:ln w="7363" cap="rnd">
              <a:solidFill>
                <a:srgbClr val="49B4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3" name="pt17783"/>
            <p:cNvSpPr/>
            <p:nvPr/>
          </p:nvSpPr>
          <p:spPr>
            <a:xfrm>
              <a:off x="4852484" y="2764872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4" name="pt17784"/>
            <p:cNvSpPr/>
            <p:nvPr/>
          </p:nvSpPr>
          <p:spPr>
            <a:xfrm>
              <a:off x="6710088" y="2021502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5" name="pt17785"/>
            <p:cNvSpPr/>
            <p:nvPr/>
          </p:nvSpPr>
          <p:spPr>
            <a:xfrm>
              <a:off x="6266349" y="2444226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6" name="pt17786"/>
            <p:cNvSpPr/>
            <p:nvPr/>
          </p:nvSpPr>
          <p:spPr>
            <a:xfrm>
              <a:off x="6392029" y="2198317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7" name="pt17787"/>
            <p:cNvSpPr/>
            <p:nvPr/>
          </p:nvSpPr>
          <p:spPr>
            <a:xfrm>
              <a:off x="6450523" y="2092189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8" name="pt17788"/>
            <p:cNvSpPr/>
            <p:nvPr/>
          </p:nvSpPr>
          <p:spPr>
            <a:xfrm>
              <a:off x="4964740" y="2682677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9" name="pt17789"/>
            <p:cNvSpPr/>
            <p:nvPr/>
          </p:nvSpPr>
          <p:spPr>
            <a:xfrm>
              <a:off x="5763105" y="182523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0" name="pt17790"/>
            <p:cNvSpPr/>
            <p:nvPr/>
          </p:nvSpPr>
          <p:spPr>
            <a:xfrm>
              <a:off x="6938573" y="1775780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1" name="pt17791"/>
            <p:cNvSpPr/>
            <p:nvPr/>
          </p:nvSpPr>
          <p:spPr>
            <a:xfrm>
              <a:off x="6406582" y="211624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2" name="pt17792"/>
            <p:cNvSpPr/>
            <p:nvPr/>
          </p:nvSpPr>
          <p:spPr>
            <a:xfrm>
              <a:off x="6116252" y="2219698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3" name="pt17793"/>
            <p:cNvSpPr/>
            <p:nvPr/>
          </p:nvSpPr>
          <p:spPr>
            <a:xfrm>
              <a:off x="6261415" y="243228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4" name="pt17794"/>
            <p:cNvSpPr/>
            <p:nvPr/>
          </p:nvSpPr>
          <p:spPr>
            <a:xfrm>
              <a:off x="5186904" y="2457261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5" name="pt17795"/>
            <p:cNvSpPr/>
            <p:nvPr/>
          </p:nvSpPr>
          <p:spPr>
            <a:xfrm>
              <a:off x="6578655" y="2227152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6" name="pt17796"/>
            <p:cNvSpPr/>
            <p:nvPr/>
          </p:nvSpPr>
          <p:spPr>
            <a:xfrm>
              <a:off x="5865968" y="207909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7" name="pt17797"/>
            <p:cNvSpPr/>
            <p:nvPr/>
          </p:nvSpPr>
          <p:spPr>
            <a:xfrm>
              <a:off x="6071716" y="2394379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8" name="pt17798"/>
            <p:cNvSpPr/>
            <p:nvPr/>
          </p:nvSpPr>
          <p:spPr>
            <a:xfrm>
              <a:off x="6234676" y="2342049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9" name="pt17799"/>
            <p:cNvSpPr/>
            <p:nvPr/>
          </p:nvSpPr>
          <p:spPr>
            <a:xfrm>
              <a:off x="6119758" y="2318879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0" name="pt17800"/>
            <p:cNvSpPr/>
            <p:nvPr/>
          </p:nvSpPr>
          <p:spPr>
            <a:xfrm>
              <a:off x="6574933" y="218388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1" name="pt17801"/>
            <p:cNvSpPr/>
            <p:nvPr/>
          </p:nvSpPr>
          <p:spPr>
            <a:xfrm>
              <a:off x="6291287" y="205890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2" name="pt17802"/>
            <p:cNvSpPr/>
            <p:nvPr/>
          </p:nvSpPr>
          <p:spPr>
            <a:xfrm>
              <a:off x="6979382" y="1883132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3" name="pt17803"/>
            <p:cNvSpPr/>
            <p:nvPr/>
          </p:nvSpPr>
          <p:spPr>
            <a:xfrm>
              <a:off x="6814853" y="1830361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4" name="pt17804"/>
            <p:cNvSpPr/>
            <p:nvPr/>
          </p:nvSpPr>
          <p:spPr>
            <a:xfrm>
              <a:off x="6521400" y="2204492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5" name="pt17805"/>
            <p:cNvSpPr/>
            <p:nvPr/>
          </p:nvSpPr>
          <p:spPr>
            <a:xfrm>
              <a:off x="6837793" y="2189887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6" name="pt17806"/>
            <p:cNvSpPr/>
            <p:nvPr/>
          </p:nvSpPr>
          <p:spPr>
            <a:xfrm>
              <a:off x="6802659" y="2011543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7" name="pt17807"/>
            <p:cNvSpPr/>
            <p:nvPr/>
          </p:nvSpPr>
          <p:spPr>
            <a:xfrm>
              <a:off x="6578052" y="2237277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8" name="pt17808"/>
            <p:cNvSpPr/>
            <p:nvPr/>
          </p:nvSpPr>
          <p:spPr>
            <a:xfrm>
              <a:off x="6177889" y="2267150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9" name="pt17809"/>
            <p:cNvSpPr/>
            <p:nvPr/>
          </p:nvSpPr>
          <p:spPr>
            <a:xfrm>
              <a:off x="6647646" y="227346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0" name="pt17810"/>
            <p:cNvSpPr/>
            <p:nvPr/>
          </p:nvSpPr>
          <p:spPr>
            <a:xfrm>
              <a:off x="6464959" y="2104759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1" name="pt17811"/>
            <p:cNvSpPr/>
            <p:nvPr/>
          </p:nvSpPr>
          <p:spPr>
            <a:xfrm>
              <a:off x="5984877" y="2505374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2" name="pt17812"/>
            <p:cNvSpPr/>
            <p:nvPr/>
          </p:nvSpPr>
          <p:spPr>
            <a:xfrm>
              <a:off x="5966847" y="2330533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3" name="pt17813"/>
            <p:cNvSpPr/>
            <p:nvPr/>
          </p:nvSpPr>
          <p:spPr>
            <a:xfrm>
              <a:off x="6636050" y="232280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4" name="pt17814"/>
            <p:cNvSpPr/>
            <p:nvPr/>
          </p:nvSpPr>
          <p:spPr>
            <a:xfrm>
              <a:off x="6884562" y="185513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5" name="pt17815"/>
            <p:cNvSpPr/>
            <p:nvPr/>
          </p:nvSpPr>
          <p:spPr>
            <a:xfrm>
              <a:off x="6246426" y="2199445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6" name="pt17816"/>
            <p:cNvSpPr/>
            <p:nvPr/>
          </p:nvSpPr>
          <p:spPr>
            <a:xfrm>
              <a:off x="6620687" y="2226365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7" name="pt17817"/>
            <p:cNvSpPr/>
            <p:nvPr/>
          </p:nvSpPr>
          <p:spPr>
            <a:xfrm>
              <a:off x="5667754" y="2347998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8" name="pt17818"/>
            <p:cNvSpPr/>
            <p:nvPr/>
          </p:nvSpPr>
          <p:spPr>
            <a:xfrm>
              <a:off x="6069943" y="2466245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9" name="pt17819"/>
            <p:cNvSpPr/>
            <p:nvPr/>
          </p:nvSpPr>
          <p:spPr>
            <a:xfrm>
              <a:off x="6493236" y="2152942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0" name="pt17820"/>
            <p:cNvSpPr/>
            <p:nvPr/>
          </p:nvSpPr>
          <p:spPr>
            <a:xfrm>
              <a:off x="5876175" y="2194378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1" name="pt17821"/>
            <p:cNvSpPr/>
            <p:nvPr/>
          </p:nvSpPr>
          <p:spPr>
            <a:xfrm>
              <a:off x="6288187" y="2117063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2" name="pt17822"/>
            <p:cNvSpPr/>
            <p:nvPr/>
          </p:nvSpPr>
          <p:spPr>
            <a:xfrm>
              <a:off x="5936147" y="2011466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3" name="pt17823"/>
            <p:cNvSpPr/>
            <p:nvPr/>
          </p:nvSpPr>
          <p:spPr>
            <a:xfrm>
              <a:off x="6344666" y="2194025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4" name="pt17824"/>
            <p:cNvSpPr/>
            <p:nvPr/>
          </p:nvSpPr>
          <p:spPr>
            <a:xfrm>
              <a:off x="6373344" y="2280590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5" name="pt17825"/>
            <p:cNvSpPr/>
            <p:nvPr/>
          </p:nvSpPr>
          <p:spPr>
            <a:xfrm>
              <a:off x="6338136" y="223897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6" name="pt17826"/>
            <p:cNvSpPr/>
            <p:nvPr/>
          </p:nvSpPr>
          <p:spPr>
            <a:xfrm>
              <a:off x="5739791" y="2248047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7" name="pt17827"/>
            <p:cNvSpPr/>
            <p:nvPr/>
          </p:nvSpPr>
          <p:spPr>
            <a:xfrm>
              <a:off x="6545844" y="2095117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8" name="pt17828"/>
            <p:cNvSpPr/>
            <p:nvPr/>
          </p:nvSpPr>
          <p:spPr>
            <a:xfrm>
              <a:off x="7327058" y="1978463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9" name="pt17829"/>
            <p:cNvSpPr/>
            <p:nvPr/>
          </p:nvSpPr>
          <p:spPr>
            <a:xfrm>
              <a:off x="6276740" y="224004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0" name="pt17830"/>
            <p:cNvSpPr/>
            <p:nvPr/>
          </p:nvSpPr>
          <p:spPr>
            <a:xfrm>
              <a:off x="5775525" y="2026950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1" name="pt17831"/>
            <p:cNvSpPr/>
            <p:nvPr/>
          </p:nvSpPr>
          <p:spPr>
            <a:xfrm>
              <a:off x="7002474" y="1756849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2" name="pt17832"/>
            <p:cNvSpPr/>
            <p:nvPr/>
          </p:nvSpPr>
          <p:spPr>
            <a:xfrm>
              <a:off x="6512753" y="2109240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3" name="pt17833"/>
            <p:cNvSpPr/>
            <p:nvPr/>
          </p:nvSpPr>
          <p:spPr>
            <a:xfrm>
              <a:off x="5641585" y="244850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4" name="pt17834"/>
            <p:cNvSpPr/>
            <p:nvPr/>
          </p:nvSpPr>
          <p:spPr>
            <a:xfrm>
              <a:off x="6511551" y="225162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5" name="pt17835"/>
            <p:cNvSpPr/>
            <p:nvPr/>
          </p:nvSpPr>
          <p:spPr>
            <a:xfrm>
              <a:off x="6381204" y="2302752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6" name="pt17836"/>
            <p:cNvSpPr/>
            <p:nvPr/>
          </p:nvSpPr>
          <p:spPr>
            <a:xfrm>
              <a:off x="6651094" y="2102462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7" name="pt17837"/>
            <p:cNvSpPr/>
            <p:nvPr/>
          </p:nvSpPr>
          <p:spPr>
            <a:xfrm>
              <a:off x="5605915" y="2378034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8" name="pt17838"/>
            <p:cNvSpPr/>
            <p:nvPr/>
          </p:nvSpPr>
          <p:spPr>
            <a:xfrm>
              <a:off x="5820861" y="2459073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9" name="pt17839"/>
            <p:cNvSpPr/>
            <p:nvPr/>
          </p:nvSpPr>
          <p:spPr>
            <a:xfrm>
              <a:off x="5993439" y="2577518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0" name="pt17840"/>
            <p:cNvSpPr/>
            <p:nvPr/>
          </p:nvSpPr>
          <p:spPr>
            <a:xfrm>
              <a:off x="6089980" y="2266245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1" name="pt17841"/>
            <p:cNvSpPr/>
            <p:nvPr/>
          </p:nvSpPr>
          <p:spPr>
            <a:xfrm>
              <a:off x="6721912" y="1949503"/>
              <a:ext cx="16849" cy="16849"/>
            </a:xfrm>
            <a:prstGeom prst="ellipse">
              <a:avLst/>
            </a:prstGeom>
            <a:solidFill>
              <a:srgbClr val="5CBE6B">
                <a:alpha val="45098"/>
              </a:srgbClr>
            </a:solidFill>
            <a:ln w="7363" cap="rnd">
              <a:solidFill>
                <a:srgbClr val="5CBE6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2" name="pt17842"/>
            <p:cNvSpPr/>
            <p:nvPr/>
          </p:nvSpPr>
          <p:spPr>
            <a:xfrm>
              <a:off x="5831662" y="2373581"/>
              <a:ext cx="16849" cy="16849"/>
            </a:xfrm>
            <a:prstGeom prst="ellipse">
              <a:avLst/>
            </a:prstGeom>
            <a:solidFill>
              <a:srgbClr val="55BA70">
                <a:alpha val="45098"/>
              </a:srgbClr>
            </a:solidFill>
            <a:ln w="7363" cap="rnd">
              <a:solidFill>
                <a:srgbClr val="55BA7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3" name="pt17843"/>
            <p:cNvSpPr/>
            <p:nvPr/>
          </p:nvSpPr>
          <p:spPr>
            <a:xfrm>
              <a:off x="5991085" y="2670433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4" name="pt17844"/>
            <p:cNvSpPr/>
            <p:nvPr/>
          </p:nvSpPr>
          <p:spPr>
            <a:xfrm>
              <a:off x="6449035" y="1955224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5" name="pt17845"/>
            <p:cNvSpPr/>
            <p:nvPr/>
          </p:nvSpPr>
          <p:spPr>
            <a:xfrm>
              <a:off x="5744538" y="200436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6" name="pt17846"/>
            <p:cNvSpPr/>
            <p:nvPr/>
          </p:nvSpPr>
          <p:spPr>
            <a:xfrm>
              <a:off x="7007769" y="1771025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7" name="pt17847"/>
            <p:cNvSpPr/>
            <p:nvPr/>
          </p:nvSpPr>
          <p:spPr>
            <a:xfrm>
              <a:off x="6687727" y="2133947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8" name="pt17848"/>
            <p:cNvSpPr/>
            <p:nvPr/>
          </p:nvSpPr>
          <p:spPr>
            <a:xfrm>
              <a:off x="6778300" y="195207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9" name="pt17849"/>
            <p:cNvSpPr/>
            <p:nvPr/>
          </p:nvSpPr>
          <p:spPr>
            <a:xfrm>
              <a:off x="6364340" y="2186559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0" name="pt17850"/>
            <p:cNvSpPr/>
            <p:nvPr/>
          </p:nvSpPr>
          <p:spPr>
            <a:xfrm>
              <a:off x="6625018" y="2162633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1" name="pt17851"/>
            <p:cNvSpPr/>
            <p:nvPr/>
          </p:nvSpPr>
          <p:spPr>
            <a:xfrm>
              <a:off x="6359134" y="239203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2" name="pt17852"/>
            <p:cNvSpPr/>
            <p:nvPr/>
          </p:nvSpPr>
          <p:spPr>
            <a:xfrm>
              <a:off x="6814126" y="190566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3" name="pt17853"/>
            <p:cNvSpPr/>
            <p:nvPr/>
          </p:nvSpPr>
          <p:spPr>
            <a:xfrm>
              <a:off x="6030075" y="2287442"/>
              <a:ext cx="16849" cy="16849"/>
            </a:xfrm>
            <a:prstGeom prst="ellipse">
              <a:avLst/>
            </a:prstGeom>
            <a:solidFill>
              <a:srgbClr val="336E8D">
                <a:alpha val="45098"/>
              </a:srgbClr>
            </a:solidFill>
            <a:ln w="7363" cap="rnd">
              <a:solidFill>
                <a:srgbClr val="336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4" name="pt17854"/>
            <p:cNvSpPr/>
            <p:nvPr/>
          </p:nvSpPr>
          <p:spPr>
            <a:xfrm>
              <a:off x="5529232" y="2419327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5" name="pt17855"/>
            <p:cNvSpPr/>
            <p:nvPr/>
          </p:nvSpPr>
          <p:spPr>
            <a:xfrm>
              <a:off x="5703121" y="2470255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6" name="pt17856"/>
            <p:cNvSpPr/>
            <p:nvPr/>
          </p:nvSpPr>
          <p:spPr>
            <a:xfrm>
              <a:off x="6499455" y="2135621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7" name="pt17857"/>
            <p:cNvSpPr/>
            <p:nvPr/>
          </p:nvSpPr>
          <p:spPr>
            <a:xfrm>
              <a:off x="7545876" y="1625584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8" name="pt17858"/>
            <p:cNvSpPr/>
            <p:nvPr/>
          </p:nvSpPr>
          <p:spPr>
            <a:xfrm>
              <a:off x="6336665" y="2290860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9" name="pt17859"/>
            <p:cNvSpPr/>
            <p:nvPr/>
          </p:nvSpPr>
          <p:spPr>
            <a:xfrm>
              <a:off x="5696199" y="2509038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0" name="pt17860"/>
            <p:cNvSpPr/>
            <p:nvPr/>
          </p:nvSpPr>
          <p:spPr>
            <a:xfrm>
              <a:off x="6347088" y="2189201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1" name="pt17861"/>
            <p:cNvSpPr/>
            <p:nvPr/>
          </p:nvSpPr>
          <p:spPr>
            <a:xfrm>
              <a:off x="5690015" y="2366006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2" name="pt17862"/>
            <p:cNvSpPr/>
            <p:nvPr/>
          </p:nvSpPr>
          <p:spPr>
            <a:xfrm>
              <a:off x="6336727" y="2140546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3" name="pt17863"/>
            <p:cNvSpPr/>
            <p:nvPr/>
          </p:nvSpPr>
          <p:spPr>
            <a:xfrm>
              <a:off x="6736517" y="199319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4" name="pt17864"/>
            <p:cNvSpPr/>
            <p:nvPr/>
          </p:nvSpPr>
          <p:spPr>
            <a:xfrm>
              <a:off x="6399521" y="2201856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5" name="pt17865"/>
            <p:cNvSpPr/>
            <p:nvPr/>
          </p:nvSpPr>
          <p:spPr>
            <a:xfrm>
              <a:off x="5581912" y="1907426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6" name="pt17866"/>
            <p:cNvSpPr/>
            <p:nvPr/>
          </p:nvSpPr>
          <p:spPr>
            <a:xfrm>
              <a:off x="6738097" y="1928337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7" name="pt17867"/>
            <p:cNvSpPr/>
            <p:nvPr/>
          </p:nvSpPr>
          <p:spPr>
            <a:xfrm>
              <a:off x="6033006" y="2249303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8" name="pt17868"/>
            <p:cNvSpPr/>
            <p:nvPr/>
          </p:nvSpPr>
          <p:spPr>
            <a:xfrm>
              <a:off x="6203135" y="2123335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9" name="pt17869"/>
            <p:cNvSpPr/>
            <p:nvPr/>
          </p:nvSpPr>
          <p:spPr>
            <a:xfrm>
              <a:off x="6644857" y="2085800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0" name="pt17870"/>
            <p:cNvSpPr/>
            <p:nvPr/>
          </p:nvSpPr>
          <p:spPr>
            <a:xfrm>
              <a:off x="5292262" y="1848189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1" name="pt17871"/>
            <p:cNvSpPr/>
            <p:nvPr/>
          </p:nvSpPr>
          <p:spPr>
            <a:xfrm>
              <a:off x="6055819" y="2383721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2" name="pt17872"/>
            <p:cNvSpPr/>
            <p:nvPr/>
          </p:nvSpPr>
          <p:spPr>
            <a:xfrm>
              <a:off x="6085353" y="2446232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3" name="pt17873"/>
            <p:cNvSpPr/>
            <p:nvPr/>
          </p:nvSpPr>
          <p:spPr>
            <a:xfrm>
              <a:off x="6312668" y="2206340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4" name="pt17874"/>
            <p:cNvSpPr/>
            <p:nvPr/>
          </p:nvSpPr>
          <p:spPr>
            <a:xfrm>
              <a:off x="7210408" y="1542305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5" name="pt17875"/>
            <p:cNvSpPr/>
            <p:nvPr/>
          </p:nvSpPr>
          <p:spPr>
            <a:xfrm>
              <a:off x="6740485" y="1987784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6" name="pt17876"/>
            <p:cNvSpPr/>
            <p:nvPr/>
          </p:nvSpPr>
          <p:spPr>
            <a:xfrm>
              <a:off x="6738041" y="1980318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7" name="pt17877"/>
            <p:cNvSpPr/>
            <p:nvPr/>
          </p:nvSpPr>
          <p:spPr>
            <a:xfrm>
              <a:off x="6244549" y="2297704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8" name="pt17878"/>
            <p:cNvSpPr/>
            <p:nvPr/>
          </p:nvSpPr>
          <p:spPr>
            <a:xfrm>
              <a:off x="6906607" y="2013499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9" name="pt17879"/>
            <p:cNvSpPr/>
            <p:nvPr/>
          </p:nvSpPr>
          <p:spPr>
            <a:xfrm>
              <a:off x="6626071" y="2078600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0" name="pt17880"/>
            <p:cNvSpPr/>
            <p:nvPr/>
          </p:nvSpPr>
          <p:spPr>
            <a:xfrm>
              <a:off x="5952408" y="2278918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1" name="pt17881"/>
            <p:cNvSpPr/>
            <p:nvPr/>
          </p:nvSpPr>
          <p:spPr>
            <a:xfrm>
              <a:off x="5271038" y="2240027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2" name="pt17882"/>
            <p:cNvSpPr/>
            <p:nvPr/>
          </p:nvSpPr>
          <p:spPr>
            <a:xfrm>
              <a:off x="6047228" y="2262483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3" name="pt17883"/>
            <p:cNvSpPr/>
            <p:nvPr/>
          </p:nvSpPr>
          <p:spPr>
            <a:xfrm>
              <a:off x="6379577" y="2296697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4" name="pt17884"/>
            <p:cNvSpPr/>
            <p:nvPr/>
          </p:nvSpPr>
          <p:spPr>
            <a:xfrm>
              <a:off x="7107596" y="1295369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5" name="pt17885"/>
            <p:cNvSpPr/>
            <p:nvPr/>
          </p:nvSpPr>
          <p:spPr>
            <a:xfrm>
              <a:off x="5580073" y="1977259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6" name="pt17886"/>
            <p:cNvSpPr/>
            <p:nvPr/>
          </p:nvSpPr>
          <p:spPr>
            <a:xfrm>
              <a:off x="5995507" y="2577080"/>
              <a:ext cx="16849" cy="16849"/>
            </a:xfrm>
            <a:prstGeom prst="ellipse">
              <a:avLst/>
            </a:prstGeom>
            <a:solidFill>
              <a:srgbClr val="72CC59">
                <a:alpha val="45098"/>
              </a:srgbClr>
            </a:solidFill>
            <a:ln w="7363" cap="rnd">
              <a:solidFill>
                <a:srgbClr val="72CC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7" name="pt17887"/>
            <p:cNvSpPr/>
            <p:nvPr/>
          </p:nvSpPr>
          <p:spPr>
            <a:xfrm>
              <a:off x="6996422" y="1695787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8" name="pt17888"/>
            <p:cNvSpPr/>
            <p:nvPr/>
          </p:nvSpPr>
          <p:spPr>
            <a:xfrm>
              <a:off x="6405651" y="2154516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9" name="pt17889"/>
            <p:cNvSpPr/>
            <p:nvPr/>
          </p:nvSpPr>
          <p:spPr>
            <a:xfrm>
              <a:off x="5958335" y="237024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0" name="pt17890"/>
            <p:cNvSpPr/>
            <p:nvPr/>
          </p:nvSpPr>
          <p:spPr>
            <a:xfrm>
              <a:off x="6647514" y="2134943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1" name="pt17891"/>
            <p:cNvSpPr/>
            <p:nvPr/>
          </p:nvSpPr>
          <p:spPr>
            <a:xfrm>
              <a:off x="6014630" y="2358931"/>
              <a:ext cx="16849" cy="16849"/>
            </a:xfrm>
            <a:prstGeom prst="ellipse">
              <a:avLst/>
            </a:prstGeom>
            <a:solidFill>
              <a:srgbClr val="C5DE3E">
                <a:alpha val="45098"/>
              </a:srgbClr>
            </a:solidFill>
            <a:ln w="7363" cap="rnd">
              <a:solidFill>
                <a:srgbClr val="C5DE3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2" name="pt17892"/>
            <p:cNvSpPr/>
            <p:nvPr/>
          </p:nvSpPr>
          <p:spPr>
            <a:xfrm>
              <a:off x="4925486" y="2881499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3" name="pt17893"/>
            <p:cNvSpPr/>
            <p:nvPr/>
          </p:nvSpPr>
          <p:spPr>
            <a:xfrm>
              <a:off x="6515618" y="232205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4" name="pt17894"/>
            <p:cNvSpPr/>
            <p:nvPr/>
          </p:nvSpPr>
          <p:spPr>
            <a:xfrm>
              <a:off x="5961304" y="2218595"/>
              <a:ext cx="16849" cy="16849"/>
            </a:xfrm>
            <a:prstGeom prst="ellipse">
              <a:avLst/>
            </a:prstGeom>
            <a:solidFill>
              <a:srgbClr val="57BB6E">
                <a:alpha val="45098"/>
              </a:srgbClr>
            </a:solidFill>
            <a:ln w="7363" cap="rnd">
              <a:solidFill>
                <a:srgbClr val="57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5" name="pt17895"/>
            <p:cNvSpPr/>
            <p:nvPr/>
          </p:nvSpPr>
          <p:spPr>
            <a:xfrm>
              <a:off x="6709252" y="2066008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6" name="pt17896"/>
            <p:cNvSpPr/>
            <p:nvPr/>
          </p:nvSpPr>
          <p:spPr>
            <a:xfrm>
              <a:off x="6874494" y="1936342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7" name="pt17897"/>
            <p:cNvSpPr/>
            <p:nvPr/>
          </p:nvSpPr>
          <p:spPr>
            <a:xfrm>
              <a:off x="5821017" y="2482739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8" name="pt17898"/>
            <p:cNvSpPr/>
            <p:nvPr/>
          </p:nvSpPr>
          <p:spPr>
            <a:xfrm>
              <a:off x="5729762" y="215927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9" name="pt17899"/>
            <p:cNvSpPr/>
            <p:nvPr/>
          </p:nvSpPr>
          <p:spPr>
            <a:xfrm>
              <a:off x="5769825" y="2002852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0" name="pt17900"/>
            <p:cNvSpPr/>
            <p:nvPr/>
          </p:nvSpPr>
          <p:spPr>
            <a:xfrm>
              <a:off x="6171648" y="2276300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1" name="pt17901"/>
            <p:cNvSpPr/>
            <p:nvPr/>
          </p:nvSpPr>
          <p:spPr>
            <a:xfrm>
              <a:off x="7379444" y="1460627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2" name="pt17902"/>
            <p:cNvSpPr/>
            <p:nvPr/>
          </p:nvSpPr>
          <p:spPr>
            <a:xfrm>
              <a:off x="5708085" y="2519528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3" name="pt17903"/>
            <p:cNvSpPr/>
            <p:nvPr/>
          </p:nvSpPr>
          <p:spPr>
            <a:xfrm>
              <a:off x="5442085" y="2439823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4" name="pt17904"/>
            <p:cNvSpPr/>
            <p:nvPr/>
          </p:nvSpPr>
          <p:spPr>
            <a:xfrm>
              <a:off x="5481361" y="2430855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5" name="pt17905"/>
            <p:cNvSpPr/>
            <p:nvPr/>
          </p:nvSpPr>
          <p:spPr>
            <a:xfrm>
              <a:off x="5922102" y="2161865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6" name="pt17906"/>
            <p:cNvSpPr/>
            <p:nvPr/>
          </p:nvSpPr>
          <p:spPr>
            <a:xfrm>
              <a:off x="6335430" y="2223940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7" name="pt17907"/>
            <p:cNvSpPr/>
            <p:nvPr/>
          </p:nvSpPr>
          <p:spPr>
            <a:xfrm>
              <a:off x="6665337" y="211332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8" name="pt17908"/>
            <p:cNvSpPr/>
            <p:nvPr/>
          </p:nvSpPr>
          <p:spPr>
            <a:xfrm>
              <a:off x="6442148" y="1897136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9" name="pt17909"/>
            <p:cNvSpPr/>
            <p:nvPr/>
          </p:nvSpPr>
          <p:spPr>
            <a:xfrm>
              <a:off x="5649862" y="2294453"/>
              <a:ext cx="16849" cy="16849"/>
            </a:xfrm>
            <a:prstGeom prst="ellipse">
              <a:avLst/>
            </a:prstGeom>
            <a:solidFill>
              <a:srgbClr val="A1D749">
                <a:alpha val="45098"/>
              </a:srgbClr>
            </a:solidFill>
            <a:ln w="7363" cap="rnd">
              <a:solidFill>
                <a:srgbClr val="A1D74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0" name="pt17910"/>
            <p:cNvSpPr/>
            <p:nvPr/>
          </p:nvSpPr>
          <p:spPr>
            <a:xfrm>
              <a:off x="6943859" y="1703118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1" name="pt17911"/>
            <p:cNvSpPr/>
            <p:nvPr/>
          </p:nvSpPr>
          <p:spPr>
            <a:xfrm>
              <a:off x="6765869" y="226110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2" name="pt17912"/>
            <p:cNvSpPr/>
            <p:nvPr/>
          </p:nvSpPr>
          <p:spPr>
            <a:xfrm>
              <a:off x="6019755" y="2198505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3" name="pt17913"/>
            <p:cNvSpPr/>
            <p:nvPr/>
          </p:nvSpPr>
          <p:spPr>
            <a:xfrm>
              <a:off x="7166930" y="165303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4" name="pt17914"/>
            <p:cNvSpPr/>
            <p:nvPr/>
          </p:nvSpPr>
          <p:spPr>
            <a:xfrm>
              <a:off x="6259591" y="2463225"/>
              <a:ext cx="16849" cy="16849"/>
            </a:xfrm>
            <a:prstGeom prst="ellipse">
              <a:avLst/>
            </a:prstGeom>
            <a:solidFill>
              <a:srgbClr val="2DAA81">
                <a:alpha val="45098"/>
              </a:srgbClr>
            </a:solidFill>
            <a:ln w="7363" cap="rnd">
              <a:solidFill>
                <a:srgbClr val="2DAA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5" name="pt17915"/>
            <p:cNvSpPr/>
            <p:nvPr/>
          </p:nvSpPr>
          <p:spPr>
            <a:xfrm>
              <a:off x="5668102" y="2361699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6" name="pt17916"/>
            <p:cNvSpPr/>
            <p:nvPr/>
          </p:nvSpPr>
          <p:spPr>
            <a:xfrm>
              <a:off x="6305773" y="220658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7" name="pt17917"/>
            <p:cNvSpPr/>
            <p:nvPr/>
          </p:nvSpPr>
          <p:spPr>
            <a:xfrm>
              <a:off x="6542508" y="2091341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8" name="pt17918"/>
            <p:cNvSpPr/>
            <p:nvPr/>
          </p:nvSpPr>
          <p:spPr>
            <a:xfrm>
              <a:off x="5459684" y="237420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9" name="pt17919"/>
            <p:cNvSpPr/>
            <p:nvPr/>
          </p:nvSpPr>
          <p:spPr>
            <a:xfrm>
              <a:off x="6256069" y="2265115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0" name="pt17920"/>
            <p:cNvSpPr/>
            <p:nvPr/>
          </p:nvSpPr>
          <p:spPr>
            <a:xfrm>
              <a:off x="6083056" y="2332653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1" name="pt17921"/>
            <p:cNvSpPr/>
            <p:nvPr/>
          </p:nvSpPr>
          <p:spPr>
            <a:xfrm>
              <a:off x="6076971" y="2396177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2" name="pt17922"/>
            <p:cNvSpPr/>
            <p:nvPr/>
          </p:nvSpPr>
          <p:spPr>
            <a:xfrm>
              <a:off x="6704638" y="201238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3" name="pt17923"/>
            <p:cNvSpPr/>
            <p:nvPr/>
          </p:nvSpPr>
          <p:spPr>
            <a:xfrm>
              <a:off x="6962583" y="1840256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4" name="pt17924"/>
            <p:cNvSpPr/>
            <p:nvPr/>
          </p:nvSpPr>
          <p:spPr>
            <a:xfrm>
              <a:off x="6214729" y="2336805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5" name="pt17925"/>
            <p:cNvSpPr/>
            <p:nvPr/>
          </p:nvSpPr>
          <p:spPr>
            <a:xfrm>
              <a:off x="6734464" y="2012872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6" name="pt17926"/>
            <p:cNvSpPr/>
            <p:nvPr/>
          </p:nvSpPr>
          <p:spPr>
            <a:xfrm>
              <a:off x="5871400" y="190245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7" name="pt17927"/>
            <p:cNvSpPr/>
            <p:nvPr/>
          </p:nvSpPr>
          <p:spPr>
            <a:xfrm>
              <a:off x="5404226" y="1994942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8" name="pt17928"/>
            <p:cNvSpPr/>
            <p:nvPr/>
          </p:nvSpPr>
          <p:spPr>
            <a:xfrm>
              <a:off x="6714122" y="2012167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9" name="pt17929"/>
            <p:cNvSpPr/>
            <p:nvPr/>
          </p:nvSpPr>
          <p:spPr>
            <a:xfrm>
              <a:off x="5337409" y="148560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0" name="pt17930"/>
            <p:cNvSpPr/>
            <p:nvPr/>
          </p:nvSpPr>
          <p:spPr>
            <a:xfrm>
              <a:off x="6390955" y="214853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1" name="pt17931"/>
            <p:cNvSpPr/>
            <p:nvPr/>
          </p:nvSpPr>
          <p:spPr>
            <a:xfrm>
              <a:off x="6902013" y="1968670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2" name="pt17932"/>
            <p:cNvSpPr/>
            <p:nvPr/>
          </p:nvSpPr>
          <p:spPr>
            <a:xfrm>
              <a:off x="5675231" y="2485291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3" name="pt17933"/>
            <p:cNvSpPr/>
            <p:nvPr/>
          </p:nvSpPr>
          <p:spPr>
            <a:xfrm>
              <a:off x="6363659" y="2240228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4" name="pt17934"/>
            <p:cNvSpPr/>
            <p:nvPr/>
          </p:nvSpPr>
          <p:spPr>
            <a:xfrm>
              <a:off x="6532342" y="2307569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5" name="pt17935"/>
            <p:cNvSpPr/>
            <p:nvPr/>
          </p:nvSpPr>
          <p:spPr>
            <a:xfrm>
              <a:off x="6738201" y="190814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6" name="pt17936"/>
            <p:cNvSpPr/>
            <p:nvPr/>
          </p:nvSpPr>
          <p:spPr>
            <a:xfrm>
              <a:off x="6646701" y="2157330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7" name="pt17937"/>
            <p:cNvSpPr/>
            <p:nvPr/>
          </p:nvSpPr>
          <p:spPr>
            <a:xfrm>
              <a:off x="4669198" y="2912570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8" name="pt17938"/>
            <p:cNvSpPr/>
            <p:nvPr/>
          </p:nvSpPr>
          <p:spPr>
            <a:xfrm>
              <a:off x="6167544" y="2279936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9" name="pt17939"/>
            <p:cNvSpPr/>
            <p:nvPr/>
          </p:nvSpPr>
          <p:spPr>
            <a:xfrm>
              <a:off x="6153498" y="2308405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0" name="pt17940"/>
            <p:cNvSpPr/>
            <p:nvPr/>
          </p:nvSpPr>
          <p:spPr>
            <a:xfrm>
              <a:off x="5997031" y="2648341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1" name="pt17941"/>
            <p:cNvSpPr/>
            <p:nvPr/>
          </p:nvSpPr>
          <p:spPr>
            <a:xfrm>
              <a:off x="6178384" y="233188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2" name="pt17942"/>
            <p:cNvSpPr/>
            <p:nvPr/>
          </p:nvSpPr>
          <p:spPr>
            <a:xfrm>
              <a:off x="6181184" y="2255915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3" name="pt17943"/>
            <p:cNvSpPr/>
            <p:nvPr/>
          </p:nvSpPr>
          <p:spPr>
            <a:xfrm>
              <a:off x="6602054" y="224947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4" name="pt17944"/>
            <p:cNvSpPr/>
            <p:nvPr/>
          </p:nvSpPr>
          <p:spPr>
            <a:xfrm>
              <a:off x="5635052" y="2435350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5" name="pt17945"/>
            <p:cNvSpPr/>
            <p:nvPr/>
          </p:nvSpPr>
          <p:spPr>
            <a:xfrm>
              <a:off x="6763413" y="2069694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6" name="pt17946"/>
            <p:cNvSpPr/>
            <p:nvPr/>
          </p:nvSpPr>
          <p:spPr>
            <a:xfrm>
              <a:off x="5781214" y="2122125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7" name="pt17947"/>
            <p:cNvSpPr/>
            <p:nvPr/>
          </p:nvSpPr>
          <p:spPr>
            <a:xfrm>
              <a:off x="6102581" y="2201891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8" name="pt17948"/>
            <p:cNvSpPr/>
            <p:nvPr/>
          </p:nvSpPr>
          <p:spPr>
            <a:xfrm>
              <a:off x="5787823" y="2050639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9" name="pt17949"/>
            <p:cNvSpPr/>
            <p:nvPr/>
          </p:nvSpPr>
          <p:spPr>
            <a:xfrm>
              <a:off x="6691406" y="2058727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0" name="pt17950"/>
            <p:cNvSpPr/>
            <p:nvPr/>
          </p:nvSpPr>
          <p:spPr>
            <a:xfrm>
              <a:off x="6375906" y="2285008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1" name="pt17951"/>
            <p:cNvSpPr/>
            <p:nvPr/>
          </p:nvSpPr>
          <p:spPr>
            <a:xfrm>
              <a:off x="6489962" y="2039124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2" name="pt17952"/>
            <p:cNvSpPr/>
            <p:nvPr/>
          </p:nvSpPr>
          <p:spPr>
            <a:xfrm>
              <a:off x="5573796" y="2487315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3" name="pt17953"/>
            <p:cNvSpPr/>
            <p:nvPr/>
          </p:nvSpPr>
          <p:spPr>
            <a:xfrm>
              <a:off x="6652525" y="2174186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4" name="pt17954"/>
            <p:cNvSpPr/>
            <p:nvPr/>
          </p:nvSpPr>
          <p:spPr>
            <a:xfrm>
              <a:off x="6793095" y="1810289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5" name="pt17955"/>
            <p:cNvSpPr/>
            <p:nvPr/>
          </p:nvSpPr>
          <p:spPr>
            <a:xfrm>
              <a:off x="5805509" y="2182698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6" name="pt17956"/>
            <p:cNvSpPr/>
            <p:nvPr/>
          </p:nvSpPr>
          <p:spPr>
            <a:xfrm>
              <a:off x="6208797" y="224827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7" name="pt17957"/>
            <p:cNvSpPr/>
            <p:nvPr/>
          </p:nvSpPr>
          <p:spPr>
            <a:xfrm>
              <a:off x="6490154" y="221151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8" name="pt17958"/>
            <p:cNvSpPr/>
            <p:nvPr/>
          </p:nvSpPr>
          <p:spPr>
            <a:xfrm>
              <a:off x="6071753" y="2371819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9" name="pt17959"/>
            <p:cNvSpPr/>
            <p:nvPr/>
          </p:nvSpPr>
          <p:spPr>
            <a:xfrm>
              <a:off x="6536282" y="2120381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0" name="pt17960"/>
            <p:cNvSpPr/>
            <p:nvPr/>
          </p:nvSpPr>
          <p:spPr>
            <a:xfrm>
              <a:off x="6883574" y="180719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1" name="pt17961"/>
            <p:cNvSpPr/>
            <p:nvPr/>
          </p:nvSpPr>
          <p:spPr>
            <a:xfrm>
              <a:off x="6261601" y="2443468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2" name="pt17962"/>
            <p:cNvSpPr/>
            <p:nvPr/>
          </p:nvSpPr>
          <p:spPr>
            <a:xfrm>
              <a:off x="6389649" y="2191472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3" name="pt17963"/>
            <p:cNvSpPr/>
            <p:nvPr/>
          </p:nvSpPr>
          <p:spPr>
            <a:xfrm>
              <a:off x="6728002" y="1918006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4" name="pt17964"/>
            <p:cNvSpPr/>
            <p:nvPr/>
          </p:nvSpPr>
          <p:spPr>
            <a:xfrm>
              <a:off x="5785069" y="1967547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5" name="pt17965"/>
            <p:cNvSpPr/>
            <p:nvPr/>
          </p:nvSpPr>
          <p:spPr>
            <a:xfrm>
              <a:off x="6150543" y="230886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6" name="pt17966"/>
            <p:cNvSpPr/>
            <p:nvPr/>
          </p:nvSpPr>
          <p:spPr>
            <a:xfrm>
              <a:off x="6532370" y="2304512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7" name="pt17967"/>
            <p:cNvSpPr/>
            <p:nvPr/>
          </p:nvSpPr>
          <p:spPr>
            <a:xfrm>
              <a:off x="5421955" y="2490170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8" name="pt17968"/>
            <p:cNvSpPr/>
            <p:nvPr/>
          </p:nvSpPr>
          <p:spPr>
            <a:xfrm>
              <a:off x="6299459" y="195120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9" name="pt17969"/>
            <p:cNvSpPr/>
            <p:nvPr/>
          </p:nvSpPr>
          <p:spPr>
            <a:xfrm>
              <a:off x="5990580" y="242586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0" name="pt17970"/>
            <p:cNvSpPr/>
            <p:nvPr/>
          </p:nvSpPr>
          <p:spPr>
            <a:xfrm>
              <a:off x="7090436" y="1582525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1" name="pt17971"/>
            <p:cNvSpPr/>
            <p:nvPr/>
          </p:nvSpPr>
          <p:spPr>
            <a:xfrm>
              <a:off x="5483325" y="2258968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2" name="pt17972"/>
            <p:cNvSpPr/>
            <p:nvPr/>
          </p:nvSpPr>
          <p:spPr>
            <a:xfrm>
              <a:off x="5904723" y="2175728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3" name="pt17973"/>
            <p:cNvSpPr/>
            <p:nvPr/>
          </p:nvSpPr>
          <p:spPr>
            <a:xfrm>
              <a:off x="5220472" y="2322622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4" name="pt17974"/>
            <p:cNvSpPr/>
            <p:nvPr/>
          </p:nvSpPr>
          <p:spPr>
            <a:xfrm>
              <a:off x="6965698" y="178417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5" name="pt17975"/>
            <p:cNvSpPr/>
            <p:nvPr/>
          </p:nvSpPr>
          <p:spPr>
            <a:xfrm>
              <a:off x="5841419" y="2418169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6" name="pt17976"/>
            <p:cNvSpPr/>
            <p:nvPr/>
          </p:nvSpPr>
          <p:spPr>
            <a:xfrm>
              <a:off x="6294876" y="206427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7" name="pt17977"/>
            <p:cNvSpPr/>
            <p:nvPr/>
          </p:nvSpPr>
          <p:spPr>
            <a:xfrm>
              <a:off x="6496645" y="2090057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8" name="pt17978"/>
            <p:cNvSpPr/>
            <p:nvPr/>
          </p:nvSpPr>
          <p:spPr>
            <a:xfrm>
              <a:off x="6363672" y="226802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9" name="pt17979"/>
            <p:cNvSpPr/>
            <p:nvPr/>
          </p:nvSpPr>
          <p:spPr>
            <a:xfrm>
              <a:off x="6397535" y="2167268"/>
              <a:ext cx="16849" cy="16849"/>
            </a:xfrm>
            <a:prstGeom prst="ellipse">
              <a:avLst/>
            </a:prstGeom>
            <a:solidFill>
              <a:srgbClr val="A1D749">
                <a:alpha val="45098"/>
              </a:srgbClr>
            </a:solidFill>
            <a:ln w="7363" cap="rnd">
              <a:solidFill>
                <a:srgbClr val="A1D74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0" name="pt17980"/>
            <p:cNvSpPr/>
            <p:nvPr/>
          </p:nvSpPr>
          <p:spPr>
            <a:xfrm>
              <a:off x="5329974" y="1740168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1" name="pt17981"/>
            <p:cNvSpPr/>
            <p:nvPr/>
          </p:nvSpPr>
          <p:spPr>
            <a:xfrm>
              <a:off x="6575393" y="222899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2" name="pt17982"/>
            <p:cNvSpPr/>
            <p:nvPr/>
          </p:nvSpPr>
          <p:spPr>
            <a:xfrm>
              <a:off x="6021554" y="2202982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3" name="pt17983"/>
            <p:cNvSpPr/>
            <p:nvPr/>
          </p:nvSpPr>
          <p:spPr>
            <a:xfrm>
              <a:off x="6280299" y="2088932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4" name="pt17984"/>
            <p:cNvSpPr/>
            <p:nvPr/>
          </p:nvSpPr>
          <p:spPr>
            <a:xfrm>
              <a:off x="6287851" y="2133369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5" name="pt17985"/>
            <p:cNvSpPr/>
            <p:nvPr/>
          </p:nvSpPr>
          <p:spPr>
            <a:xfrm>
              <a:off x="5334317" y="1978567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6" name="pt17986"/>
            <p:cNvSpPr/>
            <p:nvPr/>
          </p:nvSpPr>
          <p:spPr>
            <a:xfrm>
              <a:off x="6043618" y="2241625"/>
              <a:ext cx="16849" cy="16849"/>
            </a:xfrm>
            <a:prstGeom prst="ellipse">
              <a:avLst/>
            </a:prstGeom>
            <a:solidFill>
              <a:srgbClr val="C5DE3E">
                <a:alpha val="45098"/>
              </a:srgbClr>
            </a:solidFill>
            <a:ln w="7363" cap="rnd">
              <a:solidFill>
                <a:srgbClr val="C5DE3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7" name="pt17987"/>
            <p:cNvSpPr/>
            <p:nvPr/>
          </p:nvSpPr>
          <p:spPr>
            <a:xfrm>
              <a:off x="5625252" y="2484741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8" name="pt17988"/>
            <p:cNvSpPr/>
            <p:nvPr/>
          </p:nvSpPr>
          <p:spPr>
            <a:xfrm>
              <a:off x="6272065" y="2436809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9" name="pt17989"/>
            <p:cNvSpPr/>
            <p:nvPr/>
          </p:nvSpPr>
          <p:spPr>
            <a:xfrm>
              <a:off x="6142201" y="2165838"/>
              <a:ext cx="16849" cy="16849"/>
            </a:xfrm>
            <a:prstGeom prst="ellipse">
              <a:avLst/>
            </a:prstGeom>
            <a:solidFill>
              <a:srgbClr val="66C364">
                <a:alpha val="45098"/>
              </a:srgbClr>
            </a:solidFill>
            <a:ln w="7363" cap="rnd">
              <a:solidFill>
                <a:srgbClr val="66C36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0" name="pt17990"/>
            <p:cNvSpPr/>
            <p:nvPr/>
          </p:nvSpPr>
          <p:spPr>
            <a:xfrm>
              <a:off x="6784592" y="183619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1" name="pt17991"/>
            <p:cNvSpPr/>
            <p:nvPr/>
          </p:nvSpPr>
          <p:spPr>
            <a:xfrm>
              <a:off x="6176272" y="232479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2" name="pt17992"/>
            <p:cNvSpPr/>
            <p:nvPr/>
          </p:nvSpPr>
          <p:spPr>
            <a:xfrm>
              <a:off x="6180047" y="2279576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3" name="pt17993"/>
            <p:cNvSpPr/>
            <p:nvPr/>
          </p:nvSpPr>
          <p:spPr>
            <a:xfrm>
              <a:off x="6736303" y="2030637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4" name="pt17994"/>
            <p:cNvSpPr/>
            <p:nvPr/>
          </p:nvSpPr>
          <p:spPr>
            <a:xfrm>
              <a:off x="5481680" y="2697097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5" name="pt17995"/>
            <p:cNvSpPr/>
            <p:nvPr/>
          </p:nvSpPr>
          <p:spPr>
            <a:xfrm>
              <a:off x="6496575" y="2268357"/>
              <a:ext cx="16849" cy="16849"/>
            </a:xfrm>
            <a:prstGeom prst="ellipse">
              <a:avLst/>
            </a:prstGeom>
            <a:solidFill>
              <a:srgbClr val="9CD74A">
                <a:alpha val="45098"/>
              </a:srgbClr>
            </a:solidFill>
            <a:ln w="7363" cap="rnd">
              <a:solidFill>
                <a:srgbClr val="9CD7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6" name="pt17996"/>
            <p:cNvSpPr/>
            <p:nvPr/>
          </p:nvSpPr>
          <p:spPr>
            <a:xfrm>
              <a:off x="7079488" y="168288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7" name="pt17997"/>
            <p:cNvSpPr/>
            <p:nvPr/>
          </p:nvSpPr>
          <p:spPr>
            <a:xfrm>
              <a:off x="6143760" y="233148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8" name="pt17998"/>
            <p:cNvSpPr/>
            <p:nvPr/>
          </p:nvSpPr>
          <p:spPr>
            <a:xfrm>
              <a:off x="6178031" y="232680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9" name="pt17999"/>
            <p:cNvSpPr/>
            <p:nvPr/>
          </p:nvSpPr>
          <p:spPr>
            <a:xfrm>
              <a:off x="6201810" y="2126256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0" name="pt18000"/>
            <p:cNvSpPr/>
            <p:nvPr/>
          </p:nvSpPr>
          <p:spPr>
            <a:xfrm>
              <a:off x="5996206" y="2607406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1" name="pt18001"/>
            <p:cNvSpPr/>
            <p:nvPr/>
          </p:nvSpPr>
          <p:spPr>
            <a:xfrm>
              <a:off x="6363304" y="2255549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2" name="pt18002"/>
            <p:cNvSpPr/>
            <p:nvPr/>
          </p:nvSpPr>
          <p:spPr>
            <a:xfrm>
              <a:off x="5689739" y="244767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3" name="pt18003"/>
            <p:cNvSpPr/>
            <p:nvPr/>
          </p:nvSpPr>
          <p:spPr>
            <a:xfrm>
              <a:off x="6893080" y="171098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4" name="pt18004"/>
            <p:cNvSpPr/>
            <p:nvPr/>
          </p:nvSpPr>
          <p:spPr>
            <a:xfrm>
              <a:off x="6054371" y="2397945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5" name="pt18005"/>
            <p:cNvSpPr/>
            <p:nvPr/>
          </p:nvSpPr>
          <p:spPr>
            <a:xfrm>
              <a:off x="6064348" y="2332657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6" name="pt18006"/>
            <p:cNvSpPr/>
            <p:nvPr/>
          </p:nvSpPr>
          <p:spPr>
            <a:xfrm>
              <a:off x="5947568" y="185386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7" name="pt18007"/>
            <p:cNvSpPr/>
            <p:nvPr/>
          </p:nvSpPr>
          <p:spPr>
            <a:xfrm>
              <a:off x="6845018" y="196268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8" name="pt18008"/>
            <p:cNvSpPr/>
            <p:nvPr/>
          </p:nvSpPr>
          <p:spPr>
            <a:xfrm>
              <a:off x="6710111" y="206758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9" name="pt18009"/>
            <p:cNvSpPr/>
            <p:nvPr/>
          </p:nvSpPr>
          <p:spPr>
            <a:xfrm>
              <a:off x="6107521" y="238469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0" name="pt18010"/>
            <p:cNvSpPr/>
            <p:nvPr/>
          </p:nvSpPr>
          <p:spPr>
            <a:xfrm>
              <a:off x="6583113" y="226492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1" name="pt18011"/>
            <p:cNvSpPr/>
            <p:nvPr/>
          </p:nvSpPr>
          <p:spPr>
            <a:xfrm>
              <a:off x="5461875" y="239297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2" name="pt18012"/>
            <p:cNvSpPr/>
            <p:nvPr/>
          </p:nvSpPr>
          <p:spPr>
            <a:xfrm>
              <a:off x="6636101" y="223061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3" name="pt18013"/>
            <p:cNvSpPr/>
            <p:nvPr/>
          </p:nvSpPr>
          <p:spPr>
            <a:xfrm>
              <a:off x="5394899" y="2266477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4" name="pt18014"/>
            <p:cNvSpPr/>
            <p:nvPr/>
          </p:nvSpPr>
          <p:spPr>
            <a:xfrm>
              <a:off x="6330833" y="2113027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5" name="pt18015"/>
            <p:cNvSpPr/>
            <p:nvPr/>
          </p:nvSpPr>
          <p:spPr>
            <a:xfrm>
              <a:off x="6170683" y="229787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6" name="pt18016"/>
            <p:cNvSpPr/>
            <p:nvPr/>
          </p:nvSpPr>
          <p:spPr>
            <a:xfrm>
              <a:off x="6049148" y="240499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7" name="pt18017"/>
            <p:cNvSpPr/>
            <p:nvPr/>
          </p:nvSpPr>
          <p:spPr>
            <a:xfrm>
              <a:off x="5925940" y="176298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8" name="pt18018"/>
            <p:cNvSpPr/>
            <p:nvPr/>
          </p:nvSpPr>
          <p:spPr>
            <a:xfrm>
              <a:off x="6240177" y="232036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9" name="pt18019"/>
            <p:cNvSpPr/>
            <p:nvPr/>
          </p:nvSpPr>
          <p:spPr>
            <a:xfrm>
              <a:off x="7027532" y="1870237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0" name="pt18020"/>
            <p:cNvSpPr/>
            <p:nvPr/>
          </p:nvSpPr>
          <p:spPr>
            <a:xfrm>
              <a:off x="6148194" y="2273552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1" name="pt18021"/>
            <p:cNvSpPr/>
            <p:nvPr/>
          </p:nvSpPr>
          <p:spPr>
            <a:xfrm>
              <a:off x="6479636" y="2246580"/>
              <a:ext cx="16849" cy="16849"/>
            </a:xfrm>
            <a:prstGeom prst="ellipse">
              <a:avLst/>
            </a:prstGeom>
            <a:solidFill>
              <a:srgbClr val="A5D847">
                <a:alpha val="45098"/>
              </a:srgbClr>
            </a:solidFill>
            <a:ln w="7363" cap="rnd">
              <a:solidFill>
                <a:srgbClr val="A5D84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2" name="pt18022"/>
            <p:cNvSpPr/>
            <p:nvPr/>
          </p:nvSpPr>
          <p:spPr>
            <a:xfrm>
              <a:off x="6227829" y="2319423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3" name="pt18023"/>
            <p:cNvSpPr/>
            <p:nvPr/>
          </p:nvSpPr>
          <p:spPr>
            <a:xfrm>
              <a:off x="7004501" y="175922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4" name="pt18024"/>
            <p:cNvSpPr/>
            <p:nvPr/>
          </p:nvSpPr>
          <p:spPr>
            <a:xfrm>
              <a:off x="6404823" y="221854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5" name="pt18025"/>
            <p:cNvSpPr/>
            <p:nvPr/>
          </p:nvSpPr>
          <p:spPr>
            <a:xfrm>
              <a:off x="6634334" y="2089787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6" name="pt18026"/>
            <p:cNvSpPr/>
            <p:nvPr/>
          </p:nvSpPr>
          <p:spPr>
            <a:xfrm>
              <a:off x="5946656" y="1998689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7" name="pt18027"/>
            <p:cNvSpPr/>
            <p:nvPr/>
          </p:nvSpPr>
          <p:spPr>
            <a:xfrm>
              <a:off x="6232046" y="2252324"/>
              <a:ext cx="16849" cy="16849"/>
            </a:xfrm>
            <a:prstGeom prst="ellipse">
              <a:avLst/>
            </a:prstGeom>
            <a:solidFill>
              <a:srgbClr val="45B279">
                <a:alpha val="45098"/>
              </a:srgbClr>
            </a:solidFill>
            <a:ln w="7363" cap="rnd">
              <a:solidFill>
                <a:srgbClr val="45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8" name="pt18028"/>
            <p:cNvSpPr/>
            <p:nvPr/>
          </p:nvSpPr>
          <p:spPr>
            <a:xfrm>
              <a:off x="6153795" y="236780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9" name="pt18029"/>
            <p:cNvSpPr/>
            <p:nvPr/>
          </p:nvSpPr>
          <p:spPr>
            <a:xfrm>
              <a:off x="6727851" y="2154444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0" name="pt18030"/>
            <p:cNvSpPr/>
            <p:nvPr/>
          </p:nvSpPr>
          <p:spPr>
            <a:xfrm>
              <a:off x="6965945" y="1868666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1" name="pt18031"/>
            <p:cNvSpPr/>
            <p:nvPr/>
          </p:nvSpPr>
          <p:spPr>
            <a:xfrm>
              <a:off x="6696290" y="2038865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2" name="pt18032"/>
            <p:cNvSpPr/>
            <p:nvPr/>
          </p:nvSpPr>
          <p:spPr>
            <a:xfrm>
              <a:off x="6264964" y="2466589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3" name="pt18033"/>
            <p:cNvSpPr/>
            <p:nvPr/>
          </p:nvSpPr>
          <p:spPr>
            <a:xfrm>
              <a:off x="6191097" y="225141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4" name="pt18034"/>
            <p:cNvSpPr/>
            <p:nvPr/>
          </p:nvSpPr>
          <p:spPr>
            <a:xfrm>
              <a:off x="5522049" y="2453981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5" name="pt18035"/>
            <p:cNvSpPr/>
            <p:nvPr/>
          </p:nvSpPr>
          <p:spPr>
            <a:xfrm>
              <a:off x="6365121" y="2267034"/>
              <a:ext cx="16849" cy="16849"/>
            </a:xfrm>
            <a:prstGeom prst="ellipse">
              <a:avLst/>
            </a:prstGeom>
            <a:solidFill>
              <a:srgbClr val="49B476">
                <a:alpha val="45098"/>
              </a:srgbClr>
            </a:solidFill>
            <a:ln w="7363" cap="rnd">
              <a:solidFill>
                <a:srgbClr val="49B4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6" name="pt18036"/>
            <p:cNvSpPr/>
            <p:nvPr/>
          </p:nvSpPr>
          <p:spPr>
            <a:xfrm>
              <a:off x="6353928" y="2145841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7" name="pt18037"/>
            <p:cNvSpPr/>
            <p:nvPr/>
          </p:nvSpPr>
          <p:spPr>
            <a:xfrm>
              <a:off x="6298158" y="1866687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8" name="pt18038"/>
            <p:cNvSpPr/>
            <p:nvPr/>
          </p:nvSpPr>
          <p:spPr>
            <a:xfrm>
              <a:off x="6720011" y="1997938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9" name="pt18039"/>
            <p:cNvSpPr/>
            <p:nvPr/>
          </p:nvSpPr>
          <p:spPr>
            <a:xfrm>
              <a:off x="6618461" y="2155979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0" name="pt18040"/>
            <p:cNvSpPr/>
            <p:nvPr/>
          </p:nvSpPr>
          <p:spPr>
            <a:xfrm>
              <a:off x="6748847" y="2131927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1" name="pt18041"/>
            <p:cNvSpPr/>
            <p:nvPr/>
          </p:nvSpPr>
          <p:spPr>
            <a:xfrm>
              <a:off x="6836074" y="1884385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2" name="pt18042"/>
            <p:cNvSpPr/>
            <p:nvPr/>
          </p:nvSpPr>
          <p:spPr>
            <a:xfrm>
              <a:off x="6410216" y="2103446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3" name="pt18043"/>
            <p:cNvSpPr/>
            <p:nvPr/>
          </p:nvSpPr>
          <p:spPr>
            <a:xfrm>
              <a:off x="6280334" y="209558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4" name="pt18044"/>
            <p:cNvSpPr/>
            <p:nvPr/>
          </p:nvSpPr>
          <p:spPr>
            <a:xfrm>
              <a:off x="5921819" y="2150788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5" name="pt18045"/>
            <p:cNvSpPr/>
            <p:nvPr/>
          </p:nvSpPr>
          <p:spPr>
            <a:xfrm>
              <a:off x="6635928" y="2175897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6" name="pt18046"/>
            <p:cNvSpPr/>
            <p:nvPr/>
          </p:nvSpPr>
          <p:spPr>
            <a:xfrm>
              <a:off x="6074263" y="2379449"/>
              <a:ext cx="16849" cy="16849"/>
            </a:xfrm>
            <a:prstGeom prst="ellipse">
              <a:avLst/>
            </a:prstGeom>
            <a:solidFill>
              <a:srgbClr val="6FC95D">
                <a:alpha val="45098"/>
              </a:srgbClr>
            </a:solidFill>
            <a:ln w="7363" cap="rnd">
              <a:solidFill>
                <a:srgbClr val="6F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7" name="pt18047"/>
            <p:cNvSpPr/>
            <p:nvPr/>
          </p:nvSpPr>
          <p:spPr>
            <a:xfrm>
              <a:off x="6050456" y="2384790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8" name="pt18048"/>
            <p:cNvSpPr/>
            <p:nvPr/>
          </p:nvSpPr>
          <p:spPr>
            <a:xfrm>
              <a:off x="6300546" y="211573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9" name="pt18049"/>
            <p:cNvSpPr/>
            <p:nvPr/>
          </p:nvSpPr>
          <p:spPr>
            <a:xfrm>
              <a:off x="6151907" y="2303984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0" name="pt18050"/>
            <p:cNvSpPr/>
            <p:nvPr/>
          </p:nvSpPr>
          <p:spPr>
            <a:xfrm>
              <a:off x="4942293" y="2849765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1" name="pt18051"/>
            <p:cNvSpPr/>
            <p:nvPr/>
          </p:nvSpPr>
          <p:spPr>
            <a:xfrm>
              <a:off x="6147750" y="2283255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2" name="pt18052"/>
            <p:cNvSpPr/>
            <p:nvPr/>
          </p:nvSpPr>
          <p:spPr>
            <a:xfrm>
              <a:off x="5621899" y="2420630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3" name="pt18053"/>
            <p:cNvSpPr/>
            <p:nvPr/>
          </p:nvSpPr>
          <p:spPr>
            <a:xfrm>
              <a:off x="5932811" y="1871481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4" name="pt18054"/>
            <p:cNvSpPr/>
            <p:nvPr/>
          </p:nvSpPr>
          <p:spPr>
            <a:xfrm>
              <a:off x="6882564" y="1807380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5" name="pt18055"/>
            <p:cNvSpPr/>
            <p:nvPr/>
          </p:nvSpPr>
          <p:spPr>
            <a:xfrm>
              <a:off x="6371733" y="2216595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6" name="pt18056"/>
            <p:cNvSpPr/>
            <p:nvPr/>
          </p:nvSpPr>
          <p:spPr>
            <a:xfrm>
              <a:off x="5517858" y="237766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7" name="pt18057"/>
            <p:cNvSpPr/>
            <p:nvPr/>
          </p:nvSpPr>
          <p:spPr>
            <a:xfrm>
              <a:off x="6348202" y="225283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8" name="pt18058"/>
            <p:cNvSpPr/>
            <p:nvPr/>
          </p:nvSpPr>
          <p:spPr>
            <a:xfrm>
              <a:off x="6704846" y="1938684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9" name="pt18059"/>
            <p:cNvSpPr/>
            <p:nvPr/>
          </p:nvSpPr>
          <p:spPr>
            <a:xfrm>
              <a:off x="6770903" y="2016996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0" name="pt18060"/>
            <p:cNvSpPr/>
            <p:nvPr/>
          </p:nvSpPr>
          <p:spPr>
            <a:xfrm>
              <a:off x="6612269" y="2210710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1" name="pt18061"/>
            <p:cNvSpPr/>
            <p:nvPr/>
          </p:nvSpPr>
          <p:spPr>
            <a:xfrm>
              <a:off x="6550486" y="219621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2" name="pt18062"/>
            <p:cNvSpPr/>
            <p:nvPr/>
          </p:nvSpPr>
          <p:spPr>
            <a:xfrm>
              <a:off x="6072073" y="2399325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3" name="pt18063"/>
            <p:cNvSpPr/>
            <p:nvPr/>
          </p:nvSpPr>
          <p:spPr>
            <a:xfrm>
              <a:off x="6132073" y="2401383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4" name="pt18064"/>
            <p:cNvSpPr/>
            <p:nvPr/>
          </p:nvSpPr>
          <p:spPr>
            <a:xfrm>
              <a:off x="5850202" y="2606595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5" name="pt18065"/>
            <p:cNvSpPr/>
            <p:nvPr/>
          </p:nvSpPr>
          <p:spPr>
            <a:xfrm>
              <a:off x="5363567" y="2473701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6" name="pt18066"/>
            <p:cNvSpPr/>
            <p:nvPr/>
          </p:nvSpPr>
          <p:spPr>
            <a:xfrm>
              <a:off x="5964558" y="2452930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7" name="pt18067"/>
            <p:cNvSpPr/>
            <p:nvPr/>
          </p:nvSpPr>
          <p:spPr>
            <a:xfrm>
              <a:off x="6750998" y="2108351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8" name="pt18068"/>
            <p:cNvSpPr/>
            <p:nvPr/>
          </p:nvSpPr>
          <p:spPr>
            <a:xfrm>
              <a:off x="6367433" y="2358329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9" name="pt18069"/>
            <p:cNvSpPr/>
            <p:nvPr/>
          </p:nvSpPr>
          <p:spPr>
            <a:xfrm>
              <a:off x="7025795" y="1537120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0" name="pt18070"/>
            <p:cNvSpPr/>
            <p:nvPr/>
          </p:nvSpPr>
          <p:spPr>
            <a:xfrm>
              <a:off x="5815511" y="2511036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1" name="pt18071"/>
            <p:cNvSpPr/>
            <p:nvPr/>
          </p:nvSpPr>
          <p:spPr>
            <a:xfrm>
              <a:off x="5661562" y="2263713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2" name="pt18072"/>
            <p:cNvSpPr/>
            <p:nvPr/>
          </p:nvSpPr>
          <p:spPr>
            <a:xfrm>
              <a:off x="5277000" y="2115210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3" name="pt18073"/>
            <p:cNvSpPr/>
            <p:nvPr/>
          </p:nvSpPr>
          <p:spPr>
            <a:xfrm>
              <a:off x="5685093" y="2447767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4" name="pt18074"/>
            <p:cNvSpPr/>
            <p:nvPr/>
          </p:nvSpPr>
          <p:spPr>
            <a:xfrm>
              <a:off x="6804864" y="1835993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5" name="pt18075"/>
            <p:cNvSpPr/>
            <p:nvPr/>
          </p:nvSpPr>
          <p:spPr>
            <a:xfrm>
              <a:off x="6205086" y="227634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6" name="pt18076"/>
            <p:cNvSpPr/>
            <p:nvPr/>
          </p:nvSpPr>
          <p:spPr>
            <a:xfrm>
              <a:off x="6140743" y="2423340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7" name="pt18077"/>
            <p:cNvSpPr/>
            <p:nvPr/>
          </p:nvSpPr>
          <p:spPr>
            <a:xfrm>
              <a:off x="5689038" y="2378353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8" name="pt18078"/>
            <p:cNvSpPr/>
            <p:nvPr/>
          </p:nvSpPr>
          <p:spPr>
            <a:xfrm>
              <a:off x="6142841" y="239827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9" name="pt18079"/>
            <p:cNvSpPr/>
            <p:nvPr/>
          </p:nvSpPr>
          <p:spPr>
            <a:xfrm>
              <a:off x="6257484" y="2383621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0" name="pt18080"/>
            <p:cNvSpPr/>
            <p:nvPr/>
          </p:nvSpPr>
          <p:spPr>
            <a:xfrm>
              <a:off x="6377144" y="2351960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1" name="pt18081"/>
            <p:cNvSpPr/>
            <p:nvPr/>
          </p:nvSpPr>
          <p:spPr>
            <a:xfrm>
              <a:off x="6698610" y="2167933"/>
              <a:ext cx="16849" cy="16849"/>
            </a:xfrm>
            <a:prstGeom prst="ellipse">
              <a:avLst/>
            </a:prstGeom>
            <a:solidFill>
              <a:srgbClr val="BBDC41">
                <a:alpha val="45098"/>
              </a:srgbClr>
            </a:solidFill>
            <a:ln w="7363" cap="rnd">
              <a:solidFill>
                <a:srgbClr val="BBDC4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2" name="pt18082"/>
            <p:cNvSpPr/>
            <p:nvPr/>
          </p:nvSpPr>
          <p:spPr>
            <a:xfrm>
              <a:off x="5715038" y="2508596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3" name="pt18083"/>
            <p:cNvSpPr/>
            <p:nvPr/>
          </p:nvSpPr>
          <p:spPr>
            <a:xfrm>
              <a:off x="6257052" y="2302594"/>
              <a:ext cx="16849" cy="16849"/>
            </a:xfrm>
            <a:prstGeom prst="ellipse">
              <a:avLst/>
            </a:prstGeom>
            <a:solidFill>
              <a:srgbClr val="62C167">
                <a:alpha val="45098"/>
              </a:srgbClr>
            </a:solidFill>
            <a:ln w="7363" cap="rnd">
              <a:solidFill>
                <a:srgbClr val="62C16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4" name="pt18084"/>
            <p:cNvSpPr/>
            <p:nvPr/>
          </p:nvSpPr>
          <p:spPr>
            <a:xfrm>
              <a:off x="6126773" y="222959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5" name="pt18085"/>
            <p:cNvSpPr/>
            <p:nvPr/>
          </p:nvSpPr>
          <p:spPr>
            <a:xfrm>
              <a:off x="6164061" y="236250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6" name="pt18086"/>
            <p:cNvSpPr/>
            <p:nvPr/>
          </p:nvSpPr>
          <p:spPr>
            <a:xfrm>
              <a:off x="6732079" y="2058905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7" name="pt18087"/>
            <p:cNvSpPr/>
            <p:nvPr/>
          </p:nvSpPr>
          <p:spPr>
            <a:xfrm>
              <a:off x="5592296" y="2421802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8" name="pt18088"/>
            <p:cNvSpPr/>
            <p:nvPr/>
          </p:nvSpPr>
          <p:spPr>
            <a:xfrm>
              <a:off x="6698670" y="229597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9" name="pt18089"/>
            <p:cNvSpPr/>
            <p:nvPr/>
          </p:nvSpPr>
          <p:spPr>
            <a:xfrm>
              <a:off x="6373584" y="2367940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0" name="pt18090"/>
            <p:cNvSpPr/>
            <p:nvPr/>
          </p:nvSpPr>
          <p:spPr>
            <a:xfrm>
              <a:off x="6849092" y="180512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1" name="pt18091"/>
            <p:cNvSpPr/>
            <p:nvPr/>
          </p:nvSpPr>
          <p:spPr>
            <a:xfrm>
              <a:off x="6081841" y="2418287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2" name="pt18092"/>
            <p:cNvSpPr/>
            <p:nvPr/>
          </p:nvSpPr>
          <p:spPr>
            <a:xfrm>
              <a:off x="6948266" y="1939083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3" name="pt18093"/>
            <p:cNvSpPr/>
            <p:nvPr/>
          </p:nvSpPr>
          <p:spPr>
            <a:xfrm>
              <a:off x="6543995" y="228290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4" name="pt18094"/>
            <p:cNvSpPr/>
            <p:nvPr/>
          </p:nvSpPr>
          <p:spPr>
            <a:xfrm>
              <a:off x="5469940" y="259004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5" name="pt18095"/>
            <p:cNvSpPr/>
            <p:nvPr/>
          </p:nvSpPr>
          <p:spPr>
            <a:xfrm>
              <a:off x="5740252" y="2155417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6" name="pt18096"/>
            <p:cNvSpPr/>
            <p:nvPr/>
          </p:nvSpPr>
          <p:spPr>
            <a:xfrm>
              <a:off x="5614142" y="2445487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7" name="pt18097"/>
            <p:cNvSpPr/>
            <p:nvPr/>
          </p:nvSpPr>
          <p:spPr>
            <a:xfrm>
              <a:off x="6554490" y="2119886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8" name="pt18098"/>
            <p:cNvSpPr/>
            <p:nvPr/>
          </p:nvSpPr>
          <p:spPr>
            <a:xfrm>
              <a:off x="6189166" y="2058106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9" name="pt18099"/>
            <p:cNvSpPr/>
            <p:nvPr/>
          </p:nvSpPr>
          <p:spPr>
            <a:xfrm>
              <a:off x="6217879" y="231863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0" name="pt18100"/>
            <p:cNvSpPr/>
            <p:nvPr/>
          </p:nvSpPr>
          <p:spPr>
            <a:xfrm>
              <a:off x="6891114" y="182156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1" name="pt18101"/>
            <p:cNvSpPr/>
            <p:nvPr/>
          </p:nvSpPr>
          <p:spPr>
            <a:xfrm>
              <a:off x="5920897" y="2156478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2" name="pt18102"/>
            <p:cNvSpPr/>
            <p:nvPr/>
          </p:nvSpPr>
          <p:spPr>
            <a:xfrm>
              <a:off x="5689609" y="2462213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3" name="pt18103"/>
            <p:cNvSpPr/>
            <p:nvPr/>
          </p:nvSpPr>
          <p:spPr>
            <a:xfrm>
              <a:off x="6168718" y="2330838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4" name="pt18104"/>
            <p:cNvSpPr/>
            <p:nvPr/>
          </p:nvSpPr>
          <p:spPr>
            <a:xfrm>
              <a:off x="6037774" y="2354992"/>
              <a:ext cx="16849" cy="16849"/>
            </a:xfrm>
            <a:prstGeom prst="ellipse">
              <a:avLst/>
            </a:prstGeom>
            <a:solidFill>
              <a:srgbClr val="5ABC6D">
                <a:alpha val="45098"/>
              </a:srgbClr>
            </a:solidFill>
            <a:ln w="7363" cap="rnd">
              <a:solidFill>
                <a:srgbClr val="5A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5" name="pt18105"/>
            <p:cNvSpPr/>
            <p:nvPr/>
          </p:nvSpPr>
          <p:spPr>
            <a:xfrm>
              <a:off x="6585834" y="2140293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6" name="pt18106"/>
            <p:cNvSpPr/>
            <p:nvPr/>
          </p:nvSpPr>
          <p:spPr>
            <a:xfrm>
              <a:off x="5588398" y="1990218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7" name="pt18107"/>
            <p:cNvSpPr/>
            <p:nvPr/>
          </p:nvSpPr>
          <p:spPr>
            <a:xfrm>
              <a:off x="6505144" y="2047109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8" name="pt18108"/>
            <p:cNvSpPr/>
            <p:nvPr/>
          </p:nvSpPr>
          <p:spPr>
            <a:xfrm>
              <a:off x="6220023" y="228411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9" name="pt18109"/>
            <p:cNvSpPr/>
            <p:nvPr/>
          </p:nvSpPr>
          <p:spPr>
            <a:xfrm>
              <a:off x="5872737" y="2154302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0" name="pt18110"/>
            <p:cNvSpPr/>
            <p:nvPr/>
          </p:nvSpPr>
          <p:spPr>
            <a:xfrm>
              <a:off x="5633998" y="2534746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1" name="pt18111"/>
            <p:cNvSpPr/>
            <p:nvPr/>
          </p:nvSpPr>
          <p:spPr>
            <a:xfrm>
              <a:off x="6104186" y="2233431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2" name="pt18112"/>
            <p:cNvSpPr/>
            <p:nvPr/>
          </p:nvSpPr>
          <p:spPr>
            <a:xfrm>
              <a:off x="6206433" y="227659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3" name="pt18113"/>
            <p:cNvSpPr/>
            <p:nvPr/>
          </p:nvSpPr>
          <p:spPr>
            <a:xfrm>
              <a:off x="6208849" y="2336496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4" name="pt18114"/>
            <p:cNvSpPr/>
            <p:nvPr/>
          </p:nvSpPr>
          <p:spPr>
            <a:xfrm>
              <a:off x="5798521" y="2195836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5" name="pt18115"/>
            <p:cNvSpPr/>
            <p:nvPr/>
          </p:nvSpPr>
          <p:spPr>
            <a:xfrm>
              <a:off x="6671247" y="2089171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6" name="pt18116"/>
            <p:cNvSpPr/>
            <p:nvPr/>
          </p:nvSpPr>
          <p:spPr>
            <a:xfrm>
              <a:off x="6531315" y="236001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7" name="pt18117"/>
            <p:cNvSpPr/>
            <p:nvPr/>
          </p:nvSpPr>
          <p:spPr>
            <a:xfrm>
              <a:off x="6358921" y="2352687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8" name="pt18118"/>
            <p:cNvSpPr/>
            <p:nvPr/>
          </p:nvSpPr>
          <p:spPr>
            <a:xfrm>
              <a:off x="6323590" y="230880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9" name="pt18119"/>
            <p:cNvSpPr/>
            <p:nvPr/>
          </p:nvSpPr>
          <p:spPr>
            <a:xfrm>
              <a:off x="7047821" y="158523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0" name="pt18120"/>
            <p:cNvSpPr/>
            <p:nvPr/>
          </p:nvSpPr>
          <p:spPr>
            <a:xfrm>
              <a:off x="6273226" y="2453189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1" name="pt18121"/>
            <p:cNvSpPr/>
            <p:nvPr/>
          </p:nvSpPr>
          <p:spPr>
            <a:xfrm>
              <a:off x="5677217" y="239559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2" name="pt18122"/>
            <p:cNvSpPr/>
            <p:nvPr/>
          </p:nvSpPr>
          <p:spPr>
            <a:xfrm>
              <a:off x="5773475" y="2191224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3" name="pt18123"/>
            <p:cNvSpPr/>
            <p:nvPr/>
          </p:nvSpPr>
          <p:spPr>
            <a:xfrm>
              <a:off x="6175165" y="2307522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4" name="pt18124"/>
            <p:cNvSpPr/>
            <p:nvPr/>
          </p:nvSpPr>
          <p:spPr>
            <a:xfrm>
              <a:off x="5977069" y="2328859"/>
              <a:ext cx="16849" cy="16849"/>
            </a:xfrm>
            <a:prstGeom prst="ellipse">
              <a:avLst/>
            </a:prstGeom>
            <a:solidFill>
              <a:srgbClr val="C5DE3E">
                <a:alpha val="45098"/>
              </a:srgbClr>
            </a:solidFill>
            <a:ln w="7363" cap="rnd">
              <a:solidFill>
                <a:srgbClr val="C5DE3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5" name="pt18125"/>
            <p:cNvSpPr/>
            <p:nvPr/>
          </p:nvSpPr>
          <p:spPr>
            <a:xfrm>
              <a:off x="6394632" y="2108799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6" name="pt18126"/>
            <p:cNvSpPr/>
            <p:nvPr/>
          </p:nvSpPr>
          <p:spPr>
            <a:xfrm>
              <a:off x="6045106" y="2302552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7" name="pt18127"/>
            <p:cNvSpPr/>
            <p:nvPr/>
          </p:nvSpPr>
          <p:spPr>
            <a:xfrm>
              <a:off x="6853186" y="1877779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8" name="pt18128"/>
            <p:cNvSpPr/>
            <p:nvPr/>
          </p:nvSpPr>
          <p:spPr>
            <a:xfrm>
              <a:off x="5840500" y="2408504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9" name="pt18129"/>
            <p:cNvSpPr/>
            <p:nvPr/>
          </p:nvSpPr>
          <p:spPr>
            <a:xfrm>
              <a:off x="6843719" y="1794844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0" name="pt18130"/>
            <p:cNvSpPr/>
            <p:nvPr/>
          </p:nvSpPr>
          <p:spPr>
            <a:xfrm>
              <a:off x="6251715" y="2368401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1" name="pt18131"/>
            <p:cNvSpPr/>
            <p:nvPr/>
          </p:nvSpPr>
          <p:spPr>
            <a:xfrm>
              <a:off x="6217809" y="2290471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2" name="pt18132"/>
            <p:cNvSpPr/>
            <p:nvPr/>
          </p:nvSpPr>
          <p:spPr>
            <a:xfrm>
              <a:off x="6815545" y="1894913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3" name="pt18133"/>
            <p:cNvSpPr/>
            <p:nvPr/>
          </p:nvSpPr>
          <p:spPr>
            <a:xfrm>
              <a:off x="5838891" y="2421204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4" name="pt18134"/>
            <p:cNvSpPr/>
            <p:nvPr/>
          </p:nvSpPr>
          <p:spPr>
            <a:xfrm>
              <a:off x="5489056" y="2600758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5" name="pt18135"/>
            <p:cNvSpPr/>
            <p:nvPr/>
          </p:nvSpPr>
          <p:spPr>
            <a:xfrm>
              <a:off x="6152056" y="230750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6" name="pt18136"/>
            <p:cNvSpPr/>
            <p:nvPr/>
          </p:nvSpPr>
          <p:spPr>
            <a:xfrm>
              <a:off x="5574557" y="2294791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7" name="pt18137"/>
            <p:cNvSpPr/>
            <p:nvPr/>
          </p:nvSpPr>
          <p:spPr>
            <a:xfrm>
              <a:off x="6298920" y="2043908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8" name="pt18138"/>
            <p:cNvSpPr/>
            <p:nvPr/>
          </p:nvSpPr>
          <p:spPr>
            <a:xfrm>
              <a:off x="6716110" y="2034298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9" name="pt18139"/>
            <p:cNvSpPr/>
            <p:nvPr/>
          </p:nvSpPr>
          <p:spPr>
            <a:xfrm>
              <a:off x="5684788" y="244680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0" name="pt18140"/>
            <p:cNvSpPr/>
            <p:nvPr/>
          </p:nvSpPr>
          <p:spPr>
            <a:xfrm>
              <a:off x="6377846" y="2372817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1" name="pt18141"/>
            <p:cNvSpPr/>
            <p:nvPr/>
          </p:nvSpPr>
          <p:spPr>
            <a:xfrm>
              <a:off x="6493110" y="2148156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2" name="pt18142"/>
            <p:cNvSpPr/>
            <p:nvPr/>
          </p:nvSpPr>
          <p:spPr>
            <a:xfrm>
              <a:off x="6120342" y="2283478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3" name="pt18143"/>
            <p:cNvSpPr/>
            <p:nvPr/>
          </p:nvSpPr>
          <p:spPr>
            <a:xfrm>
              <a:off x="6512542" y="2099835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4" name="pt18144"/>
            <p:cNvSpPr/>
            <p:nvPr/>
          </p:nvSpPr>
          <p:spPr>
            <a:xfrm>
              <a:off x="6288047" y="2093809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5" name="pt18145"/>
            <p:cNvSpPr/>
            <p:nvPr/>
          </p:nvSpPr>
          <p:spPr>
            <a:xfrm>
              <a:off x="5686911" y="2282221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6" name="pt18146"/>
            <p:cNvSpPr/>
            <p:nvPr/>
          </p:nvSpPr>
          <p:spPr>
            <a:xfrm>
              <a:off x="5923947" y="2115293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7" name="pt18147"/>
            <p:cNvSpPr/>
            <p:nvPr/>
          </p:nvSpPr>
          <p:spPr>
            <a:xfrm>
              <a:off x="6269578" y="2310583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8" name="pt18148"/>
            <p:cNvSpPr/>
            <p:nvPr/>
          </p:nvSpPr>
          <p:spPr>
            <a:xfrm>
              <a:off x="6708121" y="1966274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9" name="pt18149"/>
            <p:cNvSpPr/>
            <p:nvPr/>
          </p:nvSpPr>
          <p:spPr>
            <a:xfrm>
              <a:off x="6406488" y="221784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0" name="pt18150"/>
            <p:cNvSpPr/>
            <p:nvPr/>
          </p:nvSpPr>
          <p:spPr>
            <a:xfrm>
              <a:off x="6504978" y="218196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1" name="pt18151"/>
            <p:cNvSpPr/>
            <p:nvPr/>
          </p:nvSpPr>
          <p:spPr>
            <a:xfrm>
              <a:off x="5037158" y="2826300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2" name="pt18152"/>
            <p:cNvSpPr/>
            <p:nvPr/>
          </p:nvSpPr>
          <p:spPr>
            <a:xfrm>
              <a:off x="5843503" y="239527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3" name="pt18153"/>
            <p:cNvSpPr/>
            <p:nvPr/>
          </p:nvSpPr>
          <p:spPr>
            <a:xfrm>
              <a:off x="6593432" y="2103061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4" name="pt18154"/>
            <p:cNvSpPr/>
            <p:nvPr/>
          </p:nvSpPr>
          <p:spPr>
            <a:xfrm>
              <a:off x="6748955" y="2190581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5" name="pt18155"/>
            <p:cNvSpPr/>
            <p:nvPr/>
          </p:nvSpPr>
          <p:spPr>
            <a:xfrm>
              <a:off x="6737014" y="2109417"/>
              <a:ext cx="16849" cy="16849"/>
            </a:xfrm>
            <a:prstGeom prst="ellipse">
              <a:avLst/>
            </a:prstGeom>
            <a:solidFill>
              <a:srgbClr val="68C563">
                <a:alpha val="45098"/>
              </a:srgbClr>
            </a:solidFill>
            <a:ln w="7363" cap="rnd">
              <a:solidFill>
                <a:srgbClr val="68C5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6" name="pt18156"/>
            <p:cNvSpPr/>
            <p:nvPr/>
          </p:nvSpPr>
          <p:spPr>
            <a:xfrm>
              <a:off x="6587394" y="227823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7" name="pt18157"/>
            <p:cNvSpPr/>
            <p:nvPr/>
          </p:nvSpPr>
          <p:spPr>
            <a:xfrm>
              <a:off x="6155418" y="2245815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8" name="pt18158"/>
            <p:cNvSpPr/>
            <p:nvPr/>
          </p:nvSpPr>
          <p:spPr>
            <a:xfrm>
              <a:off x="6982489" y="163977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9" name="pt18159"/>
            <p:cNvSpPr/>
            <p:nvPr/>
          </p:nvSpPr>
          <p:spPr>
            <a:xfrm>
              <a:off x="5922859" y="1878852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0" name="pt18160"/>
            <p:cNvSpPr/>
            <p:nvPr/>
          </p:nvSpPr>
          <p:spPr>
            <a:xfrm>
              <a:off x="6561069" y="2076326"/>
              <a:ext cx="16849" cy="16849"/>
            </a:xfrm>
            <a:prstGeom prst="ellipse">
              <a:avLst/>
            </a:prstGeom>
            <a:solidFill>
              <a:srgbClr val="6FC95C">
                <a:alpha val="45098"/>
              </a:srgbClr>
            </a:solidFill>
            <a:ln w="7363" cap="rnd">
              <a:solidFill>
                <a:srgbClr val="6FC95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1" name="pt18161"/>
            <p:cNvSpPr/>
            <p:nvPr/>
          </p:nvSpPr>
          <p:spPr>
            <a:xfrm>
              <a:off x="6518921" y="235343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2" name="pt18162"/>
            <p:cNvSpPr/>
            <p:nvPr/>
          </p:nvSpPr>
          <p:spPr>
            <a:xfrm>
              <a:off x="6302337" y="2065185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3" name="pt18163"/>
            <p:cNvSpPr/>
            <p:nvPr/>
          </p:nvSpPr>
          <p:spPr>
            <a:xfrm>
              <a:off x="6690544" y="2054550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4" name="pt18164"/>
            <p:cNvSpPr/>
            <p:nvPr/>
          </p:nvSpPr>
          <p:spPr>
            <a:xfrm>
              <a:off x="6541897" y="2113809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5" name="pt18165"/>
            <p:cNvSpPr/>
            <p:nvPr/>
          </p:nvSpPr>
          <p:spPr>
            <a:xfrm>
              <a:off x="6038777" y="2506150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6" name="pt18166"/>
            <p:cNvSpPr/>
            <p:nvPr/>
          </p:nvSpPr>
          <p:spPr>
            <a:xfrm>
              <a:off x="6379645" y="220479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7" name="pt18167"/>
            <p:cNvSpPr/>
            <p:nvPr/>
          </p:nvSpPr>
          <p:spPr>
            <a:xfrm>
              <a:off x="6415505" y="2362540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8" name="pt18168"/>
            <p:cNvSpPr/>
            <p:nvPr/>
          </p:nvSpPr>
          <p:spPr>
            <a:xfrm>
              <a:off x="6284174" y="2050224"/>
              <a:ext cx="16849" cy="16849"/>
            </a:xfrm>
            <a:prstGeom prst="ellipse">
              <a:avLst/>
            </a:prstGeom>
            <a:solidFill>
              <a:srgbClr val="68C562">
                <a:alpha val="45098"/>
              </a:srgbClr>
            </a:solidFill>
            <a:ln w="7363" cap="rnd">
              <a:solidFill>
                <a:srgbClr val="68C56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9" name="pt18169"/>
            <p:cNvSpPr/>
            <p:nvPr/>
          </p:nvSpPr>
          <p:spPr>
            <a:xfrm>
              <a:off x="5662592" y="231766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0" name="pt18170"/>
            <p:cNvSpPr/>
            <p:nvPr/>
          </p:nvSpPr>
          <p:spPr>
            <a:xfrm>
              <a:off x="5848079" y="2321342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1" name="pt18171"/>
            <p:cNvSpPr/>
            <p:nvPr/>
          </p:nvSpPr>
          <p:spPr>
            <a:xfrm>
              <a:off x="6854581" y="1935918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2" name="pt18172"/>
            <p:cNvSpPr/>
            <p:nvPr/>
          </p:nvSpPr>
          <p:spPr>
            <a:xfrm>
              <a:off x="6397080" y="2102312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3" name="pt18173"/>
            <p:cNvSpPr/>
            <p:nvPr/>
          </p:nvSpPr>
          <p:spPr>
            <a:xfrm>
              <a:off x="6519265" y="2290479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4" name="pt18174"/>
            <p:cNvSpPr/>
            <p:nvPr/>
          </p:nvSpPr>
          <p:spPr>
            <a:xfrm>
              <a:off x="5667489" y="2428651"/>
              <a:ext cx="16849" cy="16849"/>
            </a:xfrm>
            <a:prstGeom prst="ellipse">
              <a:avLst/>
            </a:prstGeom>
            <a:solidFill>
              <a:srgbClr val="2DAA81">
                <a:alpha val="45098"/>
              </a:srgbClr>
            </a:solidFill>
            <a:ln w="7363" cap="rnd">
              <a:solidFill>
                <a:srgbClr val="2DAA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5" name="pt18175"/>
            <p:cNvSpPr/>
            <p:nvPr/>
          </p:nvSpPr>
          <p:spPr>
            <a:xfrm>
              <a:off x="6393298" y="2104851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6" name="pt18176"/>
            <p:cNvSpPr/>
            <p:nvPr/>
          </p:nvSpPr>
          <p:spPr>
            <a:xfrm>
              <a:off x="6437409" y="1941713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7" name="pt18177"/>
            <p:cNvSpPr/>
            <p:nvPr/>
          </p:nvSpPr>
          <p:spPr>
            <a:xfrm>
              <a:off x="7080207" y="1445546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8" name="pt18178"/>
            <p:cNvSpPr/>
            <p:nvPr/>
          </p:nvSpPr>
          <p:spPr>
            <a:xfrm>
              <a:off x="5822521" y="2492221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9" name="pt18179"/>
            <p:cNvSpPr/>
            <p:nvPr/>
          </p:nvSpPr>
          <p:spPr>
            <a:xfrm>
              <a:off x="6077201" y="2320220"/>
              <a:ext cx="16849" cy="16849"/>
            </a:xfrm>
            <a:prstGeom prst="ellipse">
              <a:avLst/>
            </a:prstGeom>
            <a:solidFill>
              <a:srgbClr val="6FC95D">
                <a:alpha val="45098"/>
              </a:srgbClr>
            </a:solidFill>
            <a:ln w="7363" cap="rnd">
              <a:solidFill>
                <a:srgbClr val="6F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0" name="pt18180"/>
            <p:cNvSpPr/>
            <p:nvPr/>
          </p:nvSpPr>
          <p:spPr>
            <a:xfrm>
              <a:off x="5951455" y="2261447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1" name="pt18181"/>
            <p:cNvSpPr/>
            <p:nvPr/>
          </p:nvSpPr>
          <p:spPr>
            <a:xfrm>
              <a:off x="6173615" y="2275952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2" name="pt18182"/>
            <p:cNvSpPr/>
            <p:nvPr/>
          </p:nvSpPr>
          <p:spPr>
            <a:xfrm>
              <a:off x="6135545" y="2218632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3" name="pt18183"/>
            <p:cNvSpPr/>
            <p:nvPr/>
          </p:nvSpPr>
          <p:spPr>
            <a:xfrm>
              <a:off x="6373572" y="241703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4" name="pt18184"/>
            <p:cNvSpPr/>
            <p:nvPr/>
          </p:nvSpPr>
          <p:spPr>
            <a:xfrm>
              <a:off x="6482104" y="2016886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5" name="pt18185"/>
            <p:cNvSpPr/>
            <p:nvPr/>
          </p:nvSpPr>
          <p:spPr>
            <a:xfrm>
              <a:off x="6518808" y="2243048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6" name="pt18186"/>
            <p:cNvSpPr/>
            <p:nvPr/>
          </p:nvSpPr>
          <p:spPr>
            <a:xfrm>
              <a:off x="6214041" y="228148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7" name="pt18187"/>
            <p:cNvSpPr/>
            <p:nvPr/>
          </p:nvSpPr>
          <p:spPr>
            <a:xfrm>
              <a:off x="5784916" y="2216646"/>
              <a:ext cx="16849" cy="16849"/>
            </a:xfrm>
            <a:prstGeom prst="ellipse">
              <a:avLst/>
            </a:prstGeom>
            <a:solidFill>
              <a:srgbClr val="6AC661">
                <a:alpha val="45098"/>
              </a:srgbClr>
            </a:solidFill>
            <a:ln w="7363" cap="rnd">
              <a:solidFill>
                <a:srgbClr val="6AC66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8" name="pt18188"/>
            <p:cNvSpPr/>
            <p:nvPr/>
          </p:nvSpPr>
          <p:spPr>
            <a:xfrm>
              <a:off x="6294035" y="1964096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9" name="pt18189"/>
            <p:cNvSpPr/>
            <p:nvPr/>
          </p:nvSpPr>
          <p:spPr>
            <a:xfrm>
              <a:off x="6494911" y="2140995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0" name="pt18190"/>
            <p:cNvSpPr/>
            <p:nvPr/>
          </p:nvSpPr>
          <p:spPr>
            <a:xfrm>
              <a:off x="6980885" y="1730338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1" name="pt18191"/>
            <p:cNvSpPr/>
            <p:nvPr/>
          </p:nvSpPr>
          <p:spPr>
            <a:xfrm>
              <a:off x="5860209" y="2107816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2" name="pt18192"/>
            <p:cNvSpPr/>
            <p:nvPr/>
          </p:nvSpPr>
          <p:spPr>
            <a:xfrm>
              <a:off x="5937288" y="2003566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3" name="pt18193"/>
            <p:cNvSpPr/>
            <p:nvPr/>
          </p:nvSpPr>
          <p:spPr>
            <a:xfrm>
              <a:off x="5982068" y="2533556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4" name="pt18194"/>
            <p:cNvSpPr/>
            <p:nvPr/>
          </p:nvSpPr>
          <p:spPr>
            <a:xfrm>
              <a:off x="6350541" y="2263731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5" name="pt18195"/>
            <p:cNvSpPr/>
            <p:nvPr/>
          </p:nvSpPr>
          <p:spPr>
            <a:xfrm>
              <a:off x="6305746" y="235257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6" name="pt18196"/>
            <p:cNvSpPr/>
            <p:nvPr/>
          </p:nvSpPr>
          <p:spPr>
            <a:xfrm>
              <a:off x="7339836" y="201281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7" name="pt18197"/>
            <p:cNvSpPr/>
            <p:nvPr/>
          </p:nvSpPr>
          <p:spPr>
            <a:xfrm>
              <a:off x="6080519" y="242436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8" name="pt18198"/>
            <p:cNvSpPr/>
            <p:nvPr/>
          </p:nvSpPr>
          <p:spPr>
            <a:xfrm>
              <a:off x="6126085" y="2351508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9" name="pt18199"/>
            <p:cNvSpPr/>
            <p:nvPr/>
          </p:nvSpPr>
          <p:spPr>
            <a:xfrm>
              <a:off x="6097158" y="2170037"/>
              <a:ext cx="16849" cy="16849"/>
            </a:xfrm>
            <a:prstGeom prst="ellipse">
              <a:avLst/>
            </a:prstGeom>
            <a:solidFill>
              <a:srgbClr val="C5DE3E">
                <a:alpha val="45098"/>
              </a:srgbClr>
            </a:solidFill>
            <a:ln w="7363" cap="rnd">
              <a:solidFill>
                <a:srgbClr val="C5DE3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0" name="pt18200"/>
            <p:cNvSpPr/>
            <p:nvPr/>
          </p:nvSpPr>
          <p:spPr>
            <a:xfrm>
              <a:off x="6436686" y="207408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1" name="pt18201"/>
            <p:cNvSpPr/>
            <p:nvPr/>
          </p:nvSpPr>
          <p:spPr>
            <a:xfrm>
              <a:off x="6973396" y="1852185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2" name="pt18202"/>
            <p:cNvSpPr/>
            <p:nvPr/>
          </p:nvSpPr>
          <p:spPr>
            <a:xfrm>
              <a:off x="7331953" y="2065660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3" name="pt18203"/>
            <p:cNvSpPr/>
            <p:nvPr/>
          </p:nvSpPr>
          <p:spPr>
            <a:xfrm>
              <a:off x="6109213" y="2229220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4" name="pt18204"/>
            <p:cNvSpPr/>
            <p:nvPr/>
          </p:nvSpPr>
          <p:spPr>
            <a:xfrm>
              <a:off x="6238517" y="2273378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5" name="pt18205"/>
            <p:cNvSpPr/>
            <p:nvPr/>
          </p:nvSpPr>
          <p:spPr>
            <a:xfrm>
              <a:off x="6360579" y="240617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6" name="pt18206"/>
            <p:cNvSpPr/>
            <p:nvPr/>
          </p:nvSpPr>
          <p:spPr>
            <a:xfrm>
              <a:off x="6963265" y="1709081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7" name="pt18207"/>
            <p:cNvSpPr/>
            <p:nvPr/>
          </p:nvSpPr>
          <p:spPr>
            <a:xfrm>
              <a:off x="6552041" y="2184228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8" name="pt18208"/>
            <p:cNvSpPr/>
            <p:nvPr/>
          </p:nvSpPr>
          <p:spPr>
            <a:xfrm>
              <a:off x="6134151" y="2213562"/>
              <a:ext cx="16849" cy="16849"/>
            </a:xfrm>
            <a:prstGeom prst="ellipse">
              <a:avLst/>
            </a:prstGeom>
            <a:solidFill>
              <a:srgbClr val="A1D749">
                <a:alpha val="45098"/>
              </a:srgbClr>
            </a:solidFill>
            <a:ln w="7363" cap="rnd">
              <a:solidFill>
                <a:srgbClr val="A1D74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9" name="pt18209"/>
            <p:cNvSpPr/>
            <p:nvPr/>
          </p:nvSpPr>
          <p:spPr>
            <a:xfrm>
              <a:off x="6438970" y="202576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0" name="pt18210"/>
            <p:cNvSpPr/>
            <p:nvPr/>
          </p:nvSpPr>
          <p:spPr>
            <a:xfrm>
              <a:off x="6526317" y="244119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1" name="pt18211"/>
            <p:cNvSpPr/>
            <p:nvPr/>
          </p:nvSpPr>
          <p:spPr>
            <a:xfrm>
              <a:off x="6720098" y="2000855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2" name="pt18212"/>
            <p:cNvSpPr/>
            <p:nvPr/>
          </p:nvSpPr>
          <p:spPr>
            <a:xfrm>
              <a:off x="6323883" y="2322836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3" name="pt18213"/>
            <p:cNvSpPr/>
            <p:nvPr/>
          </p:nvSpPr>
          <p:spPr>
            <a:xfrm>
              <a:off x="6187752" y="2206885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4" name="pt18214"/>
            <p:cNvSpPr/>
            <p:nvPr/>
          </p:nvSpPr>
          <p:spPr>
            <a:xfrm>
              <a:off x="6094853" y="2242580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5" name="pt18215"/>
            <p:cNvSpPr/>
            <p:nvPr/>
          </p:nvSpPr>
          <p:spPr>
            <a:xfrm>
              <a:off x="5374948" y="245711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6" name="pt18216"/>
            <p:cNvSpPr/>
            <p:nvPr/>
          </p:nvSpPr>
          <p:spPr>
            <a:xfrm>
              <a:off x="6041302" y="2370830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7" name="pt18217"/>
            <p:cNvSpPr/>
            <p:nvPr/>
          </p:nvSpPr>
          <p:spPr>
            <a:xfrm>
              <a:off x="6803751" y="1685235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8" name="pt18218"/>
            <p:cNvSpPr/>
            <p:nvPr/>
          </p:nvSpPr>
          <p:spPr>
            <a:xfrm>
              <a:off x="5506064" y="2406478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9" name="pt18219"/>
            <p:cNvSpPr/>
            <p:nvPr/>
          </p:nvSpPr>
          <p:spPr>
            <a:xfrm>
              <a:off x="6447531" y="204962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0" name="pt18220"/>
            <p:cNvSpPr/>
            <p:nvPr/>
          </p:nvSpPr>
          <p:spPr>
            <a:xfrm>
              <a:off x="5787129" y="1859200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1" name="pt18221"/>
            <p:cNvSpPr/>
            <p:nvPr/>
          </p:nvSpPr>
          <p:spPr>
            <a:xfrm>
              <a:off x="6509786" y="2154975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2" name="pt18222"/>
            <p:cNvSpPr/>
            <p:nvPr/>
          </p:nvSpPr>
          <p:spPr>
            <a:xfrm>
              <a:off x="6833280" y="189295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3" name="pt18223"/>
            <p:cNvSpPr/>
            <p:nvPr/>
          </p:nvSpPr>
          <p:spPr>
            <a:xfrm>
              <a:off x="6246388" y="2322668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4" name="pt18224"/>
            <p:cNvSpPr/>
            <p:nvPr/>
          </p:nvSpPr>
          <p:spPr>
            <a:xfrm>
              <a:off x="6145981" y="2247763"/>
              <a:ext cx="16849" cy="16849"/>
            </a:xfrm>
            <a:prstGeom prst="ellipse">
              <a:avLst/>
            </a:prstGeom>
            <a:solidFill>
              <a:srgbClr val="4FB773">
                <a:alpha val="45098"/>
              </a:srgbClr>
            </a:solidFill>
            <a:ln w="7363" cap="rnd">
              <a:solidFill>
                <a:srgbClr val="4FB7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5" name="pt18225"/>
            <p:cNvSpPr/>
            <p:nvPr/>
          </p:nvSpPr>
          <p:spPr>
            <a:xfrm>
              <a:off x="6264938" y="2407635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6" name="pt18226"/>
            <p:cNvSpPr/>
            <p:nvPr/>
          </p:nvSpPr>
          <p:spPr>
            <a:xfrm>
              <a:off x="6276963" y="2188811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7" name="pt18227"/>
            <p:cNvSpPr/>
            <p:nvPr/>
          </p:nvSpPr>
          <p:spPr>
            <a:xfrm>
              <a:off x="6345764" y="2201272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8" name="pt18228"/>
            <p:cNvSpPr/>
            <p:nvPr/>
          </p:nvSpPr>
          <p:spPr>
            <a:xfrm>
              <a:off x="6506376" y="2172568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9" name="pt18229"/>
            <p:cNvSpPr/>
            <p:nvPr/>
          </p:nvSpPr>
          <p:spPr>
            <a:xfrm>
              <a:off x="6644555" y="2128885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0" name="pt18230"/>
            <p:cNvSpPr/>
            <p:nvPr/>
          </p:nvSpPr>
          <p:spPr>
            <a:xfrm>
              <a:off x="7064953" y="1989445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1" name="pt18231"/>
            <p:cNvSpPr/>
            <p:nvPr/>
          </p:nvSpPr>
          <p:spPr>
            <a:xfrm>
              <a:off x="6277649" y="2192389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2" name="pt18232"/>
            <p:cNvSpPr/>
            <p:nvPr/>
          </p:nvSpPr>
          <p:spPr>
            <a:xfrm>
              <a:off x="6244425" y="2351835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3" name="pt18233"/>
            <p:cNvSpPr/>
            <p:nvPr/>
          </p:nvSpPr>
          <p:spPr>
            <a:xfrm>
              <a:off x="6091755" y="2302208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4" name="pt18234"/>
            <p:cNvSpPr/>
            <p:nvPr/>
          </p:nvSpPr>
          <p:spPr>
            <a:xfrm>
              <a:off x="6299543" y="2045678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5" name="pt18235"/>
            <p:cNvSpPr/>
            <p:nvPr/>
          </p:nvSpPr>
          <p:spPr>
            <a:xfrm>
              <a:off x="7067639" y="1899671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6" name="pt18236"/>
            <p:cNvSpPr/>
            <p:nvPr/>
          </p:nvSpPr>
          <p:spPr>
            <a:xfrm>
              <a:off x="6987191" y="1560131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7" name="pt18237"/>
            <p:cNvSpPr/>
            <p:nvPr/>
          </p:nvSpPr>
          <p:spPr>
            <a:xfrm>
              <a:off x="5638313" y="2469477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8" name="pt18238"/>
            <p:cNvSpPr/>
            <p:nvPr/>
          </p:nvSpPr>
          <p:spPr>
            <a:xfrm>
              <a:off x="6287790" y="2093636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9" name="pt18239"/>
            <p:cNvSpPr/>
            <p:nvPr/>
          </p:nvSpPr>
          <p:spPr>
            <a:xfrm>
              <a:off x="6526310" y="2107434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0" name="pt18240"/>
            <p:cNvSpPr/>
            <p:nvPr/>
          </p:nvSpPr>
          <p:spPr>
            <a:xfrm>
              <a:off x="6193316" y="2246050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1" name="pt18241"/>
            <p:cNvSpPr/>
            <p:nvPr/>
          </p:nvSpPr>
          <p:spPr>
            <a:xfrm>
              <a:off x="5995681" y="233902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2" name="pt18242"/>
            <p:cNvSpPr/>
            <p:nvPr/>
          </p:nvSpPr>
          <p:spPr>
            <a:xfrm>
              <a:off x="6665318" y="2035848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3" name="pt18243"/>
            <p:cNvSpPr/>
            <p:nvPr/>
          </p:nvSpPr>
          <p:spPr>
            <a:xfrm>
              <a:off x="6790502" y="1779461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4" name="pt18244"/>
            <p:cNvSpPr/>
            <p:nvPr/>
          </p:nvSpPr>
          <p:spPr>
            <a:xfrm>
              <a:off x="6378468" y="2317720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5" name="pt18245"/>
            <p:cNvSpPr/>
            <p:nvPr/>
          </p:nvSpPr>
          <p:spPr>
            <a:xfrm>
              <a:off x="6129705" y="239385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6" name="pt18246"/>
            <p:cNvSpPr/>
            <p:nvPr/>
          </p:nvSpPr>
          <p:spPr>
            <a:xfrm>
              <a:off x="6887419" y="1678570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7" name="pt18247"/>
            <p:cNvSpPr/>
            <p:nvPr/>
          </p:nvSpPr>
          <p:spPr>
            <a:xfrm>
              <a:off x="7107102" y="1429984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8" name="pt18248"/>
            <p:cNvSpPr/>
            <p:nvPr/>
          </p:nvSpPr>
          <p:spPr>
            <a:xfrm>
              <a:off x="6035751" y="2280658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9" name="pt18249"/>
            <p:cNvSpPr/>
            <p:nvPr/>
          </p:nvSpPr>
          <p:spPr>
            <a:xfrm>
              <a:off x="5555379" y="2535784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0" name="pt18250"/>
            <p:cNvSpPr/>
            <p:nvPr/>
          </p:nvSpPr>
          <p:spPr>
            <a:xfrm>
              <a:off x="6542694" y="2157535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1" name="pt18251"/>
            <p:cNvSpPr/>
            <p:nvPr/>
          </p:nvSpPr>
          <p:spPr>
            <a:xfrm>
              <a:off x="6390988" y="2178733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2" name="pt18252"/>
            <p:cNvSpPr/>
            <p:nvPr/>
          </p:nvSpPr>
          <p:spPr>
            <a:xfrm>
              <a:off x="5385984" y="2447218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3" name="pt18253"/>
            <p:cNvSpPr/>
            <p:nvPr/>
          </p:nvSpPr>
          <p:spPr>
            <a:xfrm>
              <a:off x="5709597" y="2478118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4" name="pt18254"/>
            <p:cNvSpPr/>
            <p:nvPr/>
          </p:nvSpPr>
          <p:spPr>
            <a:xfrm>
              <a:off x="6105365" y="2242279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5" name="pt18255"/>
            <p:cNvSpPr/>
            <p:nvPr/>
          </p:nvSpPr>
          <p:spPr>
            <a:xfrm>
              <a:off x="6204542" y="2206334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6" name="pt18256"/>
            <p:cNvSpPr/>
            <p:nvPr/>
          </p:nvSpPr>
          <p:spPr>
            <a:xfrm>
              <a:off x="5864861" y="2102153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7" name="pt18257"/>
            <p:cNvSpPr/>
            <p:nvPr/>
          </p:nvSpPr>
          <p:spPr>
            <a:xfrm>
              <a:off x="6423189" y="232236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8" name="pt18258"/>
            <p:cNvSpPr/>
            <p:nvPr/>
          </p:nvSpPr>
          <p:spPr>
            <a:xfrm>
              <a:off x="6069063" y="2407366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9" name="pt18259"/>
            <p:cNvSpPr/>
            <p:nvPr/>
          </p:nvSpPr>
          <p:spPr>
            <a:xfrm>
              <a:off x="6221225" y="2315503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0" name="pt18260"/>
            <p:cNvSpPr/>
            <p:nvPr/>
          </p:nvSpPr>
          <p:spPr>
            <a:xfrm>
              <a:off x="6376432" y="2358413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1" name="pt18261"/>
            <p:cNvSpPr/>
            <p:nvPr/>
          </p:nvSpPr>
          <p:spPr>
            <a:xfrm>
              <a:off x="5864111" y="2118272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2" name="pt18262"/>
            <p:cNvSpPr/>
            <p:nvPr/>
          </p:nvSpPr>
          <p:spPr>
            <a:xfrm>
              <a:off x="6899072" y="1880087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3" name="pt18263"/>
            <p:cNvSpPr/>
            <p:nvPr/>
          </p:nvSpPr>
          <p:spPr>
            <a:xfrm>
              <a:off x="6545607" y="1991724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4" name="pt18264"/>
            <p:cNvSpPr/>
            <p:nvPr/>
          </p:nvSpPr>
          <p:spPr>
            <a:xfrm>
              <a:off x="6681002" y="2000859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5" name="pt18265"/>
            <p:cNvSpPr/>
            <p:nvPr/>
          </p:nvSpPr>
          <p:spPr>
            <a:xfrm>
              <a:off x="6173182" y="2326232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6" name="pt18266"/>
            <p:cNvSpPr/>
            <p:nvPr/>
          </p:nvSpPr>
          <p:spPr>
            <a:xfrm>
              <a:off x="6485999" y="224170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7" name="pt18267"/>
            <p:cNvSpPr/>
            <p:nvPr/>
          </p:nvSpPr>
          <p:spPr>
            <a:xfrm>
              <a:off x="6137965" y="2282559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8" name="pt18268"/>
            <p:cNvSpPr/>
            <p:nvPr/>
          </p:nvSpPr>
          <p:spPr>
            <a:xfrm>
              <a:off x="6009928" y="235823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9" name="pt18269"/>
            <p:cNvSpPr/>
            <p:nvPr/>
          </p:nvSpPr>
          <p:spPr>
            <a:xfrm>
              <a:off x="5285090" y="1698187"/>
              <a:ext cx="16849" cy="16849"/>
            </a:xfrm>
            <a:prstGeom prst="ellipse">
              <a:avLst/>
            </a:prstGeom>
            <a:solidFill>
              <a:srgbClr val="5EBE6A">
                <a:alpha val="45098"/>
              </a:srgbClr>
            </a:solidFill>
            <a:ln w="7363" cap="rnd">
              <a:solidFill>
                <a:srgbClr val="5EBE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0" name="pt18270"/>
            <p:cNvSpPr/>
            <p:nvPr/>
          </p:nvSpPr>
          <p:spPr>
            <a:xfrm>
              <a:off x="6424258" y="1780166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1" name="pt18271"/>
            <p:cNvSpPr/>
            <p:nvPr/>
          </p:nvSpPr>
          <p:spPr>
            <a:xfrm>
              <a:off x="5817293" y="2504080"/>
              <a:ext cx="16849" cy="16849"/>
            </a:xfrm>
            <a:prstGeom prst="ellipse">
              <a:avLst/>
            </a:prstGeom>
            <a:solidFill>
              <a:srgbClr val="66C364">
                <a:alpha val="45098"/>
              </a:srgbClr>
            </a:solidFill>
            <a:ln w="7363" cap="rnd">
              <a:solidFill>
                <a:srgbClr val="66C36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2" name="pt18272"/>
            <p:cNvSpPr/>
            <p:nvPr/>
          </p:nvSpPr>
          <p:spPr>
            <a:xfrm>
              <a:off x="4714888" y="2775970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3" name="pt18273"/>
            <p:cNvSpPr/>
            <p:nvPr/>
          </p:nvSpPr>
          <p:spPr>
            <a:xfrm>
              <a:off x="5465138" y="2299665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4" name="pt18274"/>
            <p:cNvSpPr/>
            <p:nvPr/>
          </p:nvSpPr>
          <p:spPr>
            <a:xfrm>
              <a:off x="6287637" y="2053647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5" name="pt18275"/>
            <p:cNvSpPr/>
            <p:nvPr/>
          </p:nvSpPr>
          <p:spPr>
            <a:xfrm>
              <a:off x="6650680" y="2017637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6" name="pt18276"/>
            <p:cNvSpPr/>
            <p:nvPr/>
          </p:nvSpPr>
          <p:spPr>
            <a:xfrm>
              <a:off x="6459772" y="2211886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7" name="pt18277"/>
            <p:cNvSpPr/>
            <p:nvPr/>
          </p:nvSpPr>
          <p:spPr>
            <a:xfrm>
              <a:off x="5644664" y="2381955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8" name="pt18278"/>
            <p:cNvSpPr/>
            <p:nvPr/>
          </p:nvSpPr>
          <p:spPr>
            <a:xfrm>
              <a:off x="5500794" y="2442176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9" name="pt18279"/>
            <p:cNvSpPr/>
            <p:nvPr/>
          </p:nvSpPr>
          <p:spPr>
            <a:xfrm>
              <a:off x="6748807" y="1946643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0" name="pt18280"/>
            <p:cNvSpPr/>
            <p:nvPr/>
          </p:nvSpPr>
          <p:spPr>
            <a:xfrm>
              <a:off x="6864854" y="1974063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1" name="pt18281"/>
            <p:cNvSpPr/>
            <p:nvPr/>
          </p:nvSpPr>
          <p:spPr>
            <a:xfrm>
              <a:off x="5954523" y="2307270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2" name="pt18282"/>
            <p:cNvSpPr/>
            <p:nvPr/>
          </p:nvSpPr>
          <p:spPr>
            <a:xfrm>
              <a:off x="6669852" y="206593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3" name="pt18283"/>
            <p:cNvSpPr/>
            <p:nvPr/>
          </p:nvSpPr>
          <p:spPr>
            <a:xfrm>
              <a:off x="6046086" y="2363218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4" name="pt18284"/>
            <p:cNvSpPr/>
            <p:nvPr/>
          </p:nvSpPr>
          <p:spPr>
            <a:xfrm>
              <a:off x="6620633" y="2213900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5" name="pt18285"/>
            <p:cNvSpPr/>
            <p:nvPr/>
          </p:nvSpPr>
          <p:spPr>
            <a:xfrm>
              <a:off x="6266032" y="2441418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6" name="pt18286"/>
            <p:cNvSpPr/>
            <p:nvPr/>
          </p:nvSpPr>
          <p:spPr>
            <a:xfrm>
              <a:off x="6700572" y="210118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7" name="pt18287"/>
            <p:cNvSpPr/>
            <p:nvPr/>
          </p:nvSpPr>
          <p:spPr>
            <a:xfrm>
              <a:off x="5640740" y="2416819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8" name="pt18288"/>
            <p:cNvSpPr/>
            <p:nvPr/>
          </p:nvSpPr>
          <p:spPr>
            <a:xfrm>
              <a:off x="5652655" y="2246465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9" name="pt18289"/>
            <p:cNvSpPr/>
            <p:nvPr/>
          </p:nvSpPr>
          <p:spPr>
            <a:xfrm>
              <a:off x="5215910" y="2260089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0" name="pt18290"/>
            <p:cNvSpPr/>
            <p:nvPr/>
          </p:nvSpPr>
          <p:spPr>
            <a:xfrm>
              <a:off x="6760188" y="2187485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1" name="pt18291"/>
            <p:cNvSpPr/>
            <p:nvPr/>
          </p:nvSpPr>
          <p:spPr>
            <a:xfrm>
              <a:off x="6006717" y="2568480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2" name="pt18292"/>
            <p:cNvSpPr/>
            <p:nvPr/>
          </p:nvSpPr>
          <p:spPr>
            <a:xfrm>
              <a:off x="6197951" y="2211550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3" name="pt18293"/>
            <p:cNvSpPr/>
            <p:nvPr/>
          </p:nvSpPr>
          <p:spPr>
            <a:xfrm>
              <a:off x="6524586" y="232532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4" name="pt18294"/>
            <p:cNvSpPr/>
            <p:nvPr/>
          </p:nvSpPr>
          <p:spPr>
            <a:xfrm>
              <a:off x="6054900" y="239429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5" name="pt18295"/>
            <p:cNvSpPr/>
            <p:nvPr/>
          </p:nvSpPr>
          <p:spPr>
            <a:xfrm>
              <a:off x="6778053" y="1817488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6" name="pt18296"/>
            <p:cNvSpPr/>
            <p:nvPr/>
          </p:nvSpPr>
          <p:spPr>
            <a:xfrm>
              <a:off x="6353395" y="2098494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7" name="pt18297"/>
            <p:cNvSpPr/>
            <p:nvPr/>
          </p:nvSpPr>
          <p:spPr>
            <a:xfrm>
              <a:off x="6005870" y="234498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8" name="pt18298"/>
            <p:cNvSpPr/>
            <p:nvPr/>
          </p:nvSpPr>
          <p:spPr>
            <a:xfrm>
              <a:off x="6096839" y="225357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9" name="pt18299"/>
            <p:cNvSpPr/>
            <p:nvPr/>
          </p:nvSpPr>
          <p:spPr>
            <a:xfrm>
              <a:off x="5203385" y="2101575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0" name="pt18300"/>
            <p:cNvSpPr/>
            <p:nvPr/>
          </p:nvSpPr>
          <p:spPr>
            <a:xfrm>
              <a:off x="6253273" y="2272969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1" name="pt18301"/>
            <p:cNvSpPr/>
            <p:nvPr/>
          </p:nvSpPr>
          <p:spPr>
            <a:xfrm>
              <a:off x="5982102" y="2497220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2" name="pt18302"/>
            <p:cNvSpPr/>
            <p:nvPr/>
          </p:nvSpPr>
          <p:spPr>
            <a:xfrm>
              <a:off x="6089026" y="2258393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3" name="pt18303"/>
            <p:cNvSpPr/>
            <p:nvPr/>
          </p:nvSpPr>
          <p:spPr>
            <a:xfrm>
              <a:off x="5863556" y="2270982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4" name="pt18304"/>
            <p:cNvSpPr/>
            <p:nvPr/>
          </p:nvSpPr>
          <p:spPr>
            <a:xfrm>
              <a:off x="6444361" y="2072931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5" name="pt18305"/>
            <p:cNvSpPr/>
            <p:nvPr/>
          </p:nvSpPr>
          <p:spPr>
            <a:xfrm>
              <a:off x="5742772" y="2133168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6" name="pt18306"/>
            <p:cNvSpPr/>
            <p:nvPr/>
          </p:nvSpPr>
          <p:spPr>
            <a:xfrm>
              <a:off x="6381145" y="2201526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7" name="pt18307"/>
            <p:cNvSpPr/>
            <p:nvPr/>
          </p:nvSpPr>
          <p:spPr>
            <a:xfrm>
              <a:off x="6109435" y="2309718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8" name="pt18308"/>
            <p:cNvSpPr/>
            <p:nvPr/>
          </p:nvSpPr>
          <p:spPr>
            <a:xfrm>
              <a:off x="5915234" y="2096049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9" name="pt18309"/>
            <p:cNvSpPr/>
            <p:nvPr/>
          </p:nvSpPr>
          <p:spPr>
            <a:xfrm>
              <a:off x="5450247" y="248314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0" name="pt18310"/>
            <p:cNvSpPr/>
            <p:nvPr/>
          </p:nvSpPr>
          <p:spPr>
            <a:xfrm>
              <a:off x="5775108" y="1944907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1" name="pt18311"/>
            <p:cNvSpPr/>
            <p:nvPr/>
          </p:nvSpPr>
          <p:spPr>
            <a:xfrm>
              <a:off x="6296724" y="2060491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2" name="pt18312"/>
            <p:cNvSpPr/>
            <p:nvPr/>
          </p:nvSpPr>
          <p:spPr>
            <a:xfrm>
              <a:off x="5930146" y="2119269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3" name="pt18313"/>
            <p:cNvSpPr/>
            <p:nvPr/>
          </p:nvSpPr>
          <p:spPr>
            <a:xfrm>
              <a:off x="5729922" y="2344033"/>
              <a:ext cx="16849" cy="16849"/>
            </a:xfrm>
            <a:prstGeom prst="ellipse">
              <a:avLst/>
            </a:prstGeom>
            <a:solidFill>
              <a:srgbClr val="68C563">
                <a:alpha val="45098"/>
              </a:srgbClr>
            </a:solidFill>
            <a:ln w="7363" cap="rnd">
              <a:solidFill>
                <a:srgbClr val="68C5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4" name="pt18314"/>
            <p:cNvSpPr/>
            <p:nvPr/>
          </p:nvSpPr>
          <p:spPr>
            <a:xfrm>
              <a:off x="5907536" y="202140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5" name="pt18315"/>
            <p:cNvSpPr/>
            <p:nvPr/>
          </p:nvSpPr>
          <p:spPr>
            <a:xfrm>
              <a:off x="6078671" y="2410531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6" name="pt18316"/>
            <p:cNvSpPr/>
            <p:nvPr/>
          </p:nvSpPr>
          <p:spPr>
            <a:xfrm>
              <a:off x="6525765" y="2175075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7" name="pt18317"/>
            <p:cNvSpPr/>
            <p:nvPr/>
          </p:nvSpPr>
          <p:spPr>
            <a:xfrm>
              <a:off x="5922243" y="2147434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8" name="pt18318"/>
            <p:cNvSpPr/>
            <p:nvPr/>
          </p:nvSpPr>
          <p:spPr>
            <a:xfrm>
              <a:off x="6229963" y="2333795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9" name="pt18319"/>
            <p:cNvSpPr/>
            <p:nvPr/>
          </p:nvSpPr>
          <p:spPr>
            <a:xfrm>
              <a:off x="6539744" y="2205568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0" name="pt18320"/>
            <p:cNvSpPr/>
            <p:nvPr/>
          </p:nvSpPr>
          <p:spPr>
            <a:xfrm>
              <a:off x="6131206" y="234081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1" name="pt18321"/>
            <p:cNvSpPr/>
            <p:nvPr/>
          </p:nvSpPr>
          <p:spPr>
            <a:xfrm>
              <a:off x="6219254" y="2326409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2" name="pt18322"/>
            <p:cNvSpPr/>
            <p:nvPr/>
          </p:nvSpPr>
          <p:spPr>
            <a:xfrm>
              <a:off x="6463519" y="2025168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3" name="pt18323"/>
            <p:cNvSpPr/>
            <p:nvPr/>
          </p:nvSpPr>
          <p:spPr>
            <a:xfrm>
              <a:off x="6579165" y="2108415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4" name="pt18324"/>
            <p:cNvSpPr/>
            <p:nvPr/>
          </p:nvSpPr>
          <p:spPr>
            <a:xfrm>
              <a:off x="5578257" y="2371239"/>
              <a:ext cx="16849" cy="16849"/>
            </a:xfrm>
            <a:prstGeom prst="ellipse">
              <a:avLst/>
            </a:prstGeom>
            <a:solidFill>
              <a:srgbClr val="45B279">
                <a:alpha val="45098"/>
              </a:srgbClr>
            </a:solidFill>
            <a:ln w="7363" cap="rnd">
              <a:solidFill>
                <a:srgbClr val="45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5" name="pt18325"/>
            <p:cNvSpPr/>
            <p:nvPr/>
          </p:nvSpPr>
          <p:spPr>
            <a:xfrm>
              <a:off x="6238527" y="223551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6" name="pt18326"/>
            <p:cNvSpPr/>
            <p:nvPr/>
          </p:nvSpPr>
          <p:spPr>
            <a:xfrm>
              <a:off x="7186137" y="1683939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7" name="pt18327"/>
            <p:cNvSpPr/>
            <p:nvPr/>
          </p:nvSpPr>
          <p:spPr>
            <a:xfrm>
              <a:off x="6550785" y="2110222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8" name="pt18328"/>
            <p:cNvSpPr/>
            <p:nvPr/>
          </p:nvSpPr>
          <p:spPr>
            <a:xfrm>
              <a:off x="6946397" y="1944133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9" name="pt18329"/>
            <p:cNvSpPr/>
            <p:nvPr/>
          </p:nvSpPr>
          <p:spPr>
            <a:xfrm>
              <a:off x="6050306" y="2354392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0" name="pt18330"/>
            <p:cNvSpPr/>
            <p:nvPr/>
          </p:nvSpPr>
          <p:spPr>
            <a:xfrm>
              <a:off x="6159536" y="2283384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1" name="pt18331"/>
            <p:cNvSpPr/>
            <p:nvPr/>
          </p:nvSpPr>
          <p:spPr>
            <a:xfrm>
              <a:off x="5330545" y="1873652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2" name="pt18332"/>
            <p:cNvSpPr/>
            <p:nvPr/>
          </p:nvSpPr>
          <p:spPr>
            <a:xfrm>
              <a:off x="5201193" y="2069640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3" name="pt18333"/>
            <p:cNvSpPr/>
            <p:nvPr/>
          </p:nvSpPr>
          <p:spPr>
            <a:xfrm>
              <a:off x="5875418" y="194001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4" name="pt18334"/>
            <p:cNvSpPr/>
            <p:nvPr/>
          </p:nvSpPr>
          <p:spPr>
            <a:xfrm>
              <a:off x="7293197" y="2080424"/>
              <a:ext cx="16849" cy="16849"/>
            </a:xfrm>
            <a:prstGeom prst="ellipse">
              <a:avLst/>
            </a:prstGeom>
            <a:solidFill>
              <a:srgbClr val="6EC85E">
                <a:alpha val="45098"/>
              </a:srgbClr>
            </a:solidFill>
            <a:ln w="7363" cap="rnd">
              <a:solidFill>
                <a:srgbClr val="6EC85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5" name="pt18335"/>
            <p:cNvSpPr/>
            <p:nvPr/>
          </p:nvSpPr>
          <p:spPr>
            <a:xfrm>
              <a:off x="7005261" y="1783718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6" name="pt18336"/>
            <p:cNvSpPr/>
            <p:nvPr/>
          </p:nvSpPr>
          <p:spPr>
            <a:xfrm>
              <a:off x="5764164" y="1887095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7" name="pt18337"/>
            <p:cNvSpPr/>
            <p:nvPr/>
          </p:nvSpPr>
          <p:spPr>
            <a:xfrm>
              <a:off x="6740133" y="205061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8" name="pt18338"/>
            <p:cNvSpPr/>
            <p:nvPr/>
          </p:nvSpPr>
          <p:spPr>
            <a:xfrm>
              <a:off x="5612282" y="247306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9" name="pt18339"/>
            <p:cNvSpPr/>
            <p:nvPr/>
          </p:nvSpPr>
          <p:spPr>
            <a:xfrm>
              <a:off x="6513618" y="2193416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0" name="pt18340"/>
            <p:cNvSpPr/>
            <p:nvPr/>
          </p:nvSpPr>
          <p:spPr>
            <a:xfrm>
              <a:off x="6611774" y="2132816"/>
              <a:ext cx="16849" cy="16849"/>
            </a:xfrm>
            <a:prstGeom prst="ellipse">
              <a:avLst/>
            </a:prstGeom>
            <a:solidFill>
              <a:srgbClr val="6EC95D">
                <a:alpha val="45098"/>
              </a:srgbClr>
            </a:solidFill>
            <a:ln w="7363" cap="rnd">
              <a:solidFill>
                <a:srgbClr val="6E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1" name="pt18341"/>
            <p:cNvSpPr/>
            <p:nvPr/>
          </p:nvSpPr>
          <p:spPr>
            <a:xfrm>
              <a:off x="6793457" y="1602096"/>
              <a:ext cx="16849" cy="16849"/>
            </a:xfrm>
            <a:prstGeom prst="ellipse">
              <a:avLst/>
            </a:prstGeom>
            <a:solidFill>
              <a:srgbClr val="2B7B8D">
                <a:alpha val="45098"/>
              </a:srgbClr>
            </a:solidFill>
            <a:ln w="7363" cap="rnd">
              <a:solidFill>
                <a:srgbClr val="2B7B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2" name="pt18342"/>
            <p:cNvSpPr/>
            <p:nvPr/>
          </p:nvSpPr>
          <p:spPr>
            <a:xfrm>
              <a:off x="6434947" y="1934705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3" name="pt18343"/>
            <p:cNvSpPr/>
            <p:nvPr/>
          </p:nvSpPr>
          <p:spPr>
            <a:xfrm>
              <a:off x="6275888" y="220377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4" name="pt18344"/>
            <p:cNvSpPr/>
            <p:nvPr/>
          </p:nvSpPr>
          <p:spPr>
            <a:xfrm>
              <a:off x="6319886" y="2203097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5" name="pt18345"/>
            <p:cNvSpPr/>
            <p:nvPr/>
          </p:nvSpPr>
          <p:spPr>
            <a:xfrm>
              <a:off x="6979023" y="1881320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6" name="pt18346"/>
            <p:cNvSpPr/>
            <p:nvPr/>
          </p:nvSpPr>
          <p:spPr>
            <a:xfrm>
              <a:off x="6430936" y="1985728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7" name="pt18347"/>
            <p:cNvSpPr/>
            <p:nvPr/>
          </p:nvSpPr>
          <p:spPr>
            <a:xfrm>
              <a:off x="6368378" y="234914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8" name="pt18348"/>
            <p:cNvSpPr/>
            <p:nvPr/>
          </p:nvSpPr>
          <p:spPr>
            <a:xfrm>
              <a:off x="5757145" y="2164622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9" name="pt18349"/>
            <p:cNvSpPr/>
            <p:nvPr/>
          </p:nvSpPr>
          <p:spPr>
            <a:xfrm>
              <a:off x="6333195" y="2156574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0" name="pt18350"/>
            <p:cNvSpPr/>
            <p:nvPr/>
          </p:nvSpPr>
          <p:spPr>
            <a:xfrm>
              <a:off x="6437531" y="1920726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1" name="pt18351"/>
            <p:cNvSpPr/>
            <p:nvPr/>
          </p:nvSpPr>
          <p:spPr>
            <a:xfrm>
              <a:off x="5557486" y="2289764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2" name="pt18352"/>
            <p:cNvSpPr/>
            <p:nvPr/>
          </p:nvSpPr>
          <p:spPr>
            <a:xfrm>
              <a:off x="6064270" y="237433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3" name="pt18353"/>
            <p:cNvSpPr/>
            <p:nvPr/>
          </p:nvSpPr>
          <p:spPr>
            <a:xfrm>
              <a:off x="5234223" y="2286136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4" name="pt18354"/>
            <p:cNvSpPr/>
            <p:nvPr/>
          </p:nvSpPr>
          <p:spPr>
            <a:xfrm>
              <a:off x="5877970" y="2257171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5" name="pt18355"/>
            <p:cNvSpPr/>
            <p:nvPr/>
          </p:nvSpPr>
          <p:spPr>
            <a:xfrm>
              <a:off x="5460158" y="2318833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6" name="pt18356"/>
            <p:cNvSpPr/>
            <p:nvPr/>
          </p:nvSpPr>
          <p:spPr>
            <a:xfrm>
              <a:off x="6269393" y="2473633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7" name="pt18357"/>
            <p:cNvSpPr/>
            <p:nvPr/>
          </p:nvSpPr>
          <p:spPr>
            <a:xfrm>
              <a:off x="6415502" y="2170944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8" name="pt18358"/>
            <p:cNvSpPr/>
            <p:nvPr/>
          </p:nvSpPr>
          <p:spPr>
            <a:xfrm>
              <a:off x="6713538" y="2168991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9" name="pt18359"/>
            <p:cNvSpPr/>
            <p:nvPr/>
          </p:nvSpPr>
          <p:spPr>
            <a:xfrm>
              <a:off x="5751623" y="2172958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0" name="pt18360"/>
            <p:cNvSpPr/>
            <p:nvPr/>
          </p:nvSpPr>
          <p:spPr>
            <a:xfrm>
              <a:off x="6402082" y="1968420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1" name="pt18361"/>
            <p:cNvSpPr/>
            <p:nvPr/>
          </p:nvSpPr>
          <p:spPr>
            <a:xfrm>
              <a:off x="6858169" y="1826230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2" name="pt18362"/>
            <p:cNvSpPr/>
            <p:nvPr/>
          </p:nvSpPr>
          <p:spPr>
            <a:xfrm>
              <a:off x="7044708" y="1620554"/>
              <a:ext cx="16849" cy="16849"/>
            </a:xfrm>
            <a:prstGeom prst="ellipse">
              <a:avLst/>
            </a:prstGeom>
            <a:solidFill>
              <a:srgbClr val="2C898B">
                <a:alpha val="45098"/>
              </a:srgbClr>
            </a:solidFill>
            <a:ln w="7363" cap="rnd">
              <a:solidFill>
                <a:srgbClr val="2C89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3" name="pt18363"/>
            <p:cNvSpPr/>
            <p:nvPr/>
          </p:nvSpPr>
          <p:spPr>
            <a:xfrm>
              <a:off x="6135391" y="2382527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4" name="pt18364"/>
            <p:cNvSpPr/>
            <p:nvPr/>
          </p:nvSpPr>
          <p:spPr>
            <a:xfrm>
              <a:off x="6889887" y="1814014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5" name="pt18365"/>
            <p:cNvSpPr/>
            <p:nvPr/>
          </p:nvSpPr>
          <p:spPr>
            <a:xfrm>
              <a:off x="6730288" y="197281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6" name="pt18366"/>
            <p:cNvSpPr/>
            <p:nvPr/>
          </p:nvSpPr>
          <p:spPr>
            <a:xfrm>
              <a:off x="6286750" y="2104014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7" name="pt18367"/>
            <p:cNvSpPr/>
            <p:nvPr/>
          </p:nvSpPr>
          <p:spPr>
            <a:xfrm>
              <a:off x="5921094" y="2179603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8" name="pt18368"/>
            <p:cNvSpPr/>
            <p:nvPr/>
          </p:nvSpPr>
          <p:spPr>
            <a:xfrm>
              <a:off x="6557871" y="2014233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9" name="pt18369"/>
            <p:cNvSpPr/>
            <p:nvPr/>
          </p:nvSpPr>
          <p:spPr>
            <a:xfrm>
              <a:off x="6940861" y="1839968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0" name="pt18370"/>
            <p:cNvSpPr/>
            <p:nvPr/>
          </p:nvSpPr>
          <p:spPr>
            <a:xfrm>
              <a:off x="6199183" y="212427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1" name="pt18371"/>
            <p:cNvSpPr/>
            <p:nvPr/>
          </p:nvSpPr>
          <p:spPr>
            <a:xfrm>
              <a:off x="6593693" y="2180744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2" name="pt18372"/>
            <p:cNvSpPr/>
            <p:nvPr/>
          </p:nvSpPr>
          <p:spPr>
            <a:xfrm>
              <a:off x="6260050" y="2452973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3" name="pt18373"/>
            <p:cNvSpPr/>
            <p:nvPr/>
          </p:nvSpPr>
          <p:spPr>
            <a:xfrm>
              <a:off x="7194085" y="1583384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4" name="pt18374"/>
            <p:cNvSpPr/>
            <p:nvPr/>
          </p:nvSpPr>
          <p:spPr>
            <a:xfrm>
              <a:off x="6550283" y="214762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5" name="pt18375"/>
            <p:cNvSpPr/>
            <p:nvPr/>
          </p:nvSpPr>
          <p:spPr>
            <a:xfrm>
              <a:off x="6369960" y="2285739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6" name="pt18376"/>
            <p:cNvSpPr/>
            <p:nvPr/>
          </p:nvSpPr>
          <p:spPr>
            <a:xfrm>
              <a:off x="6021204" y="210766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7" name="pt18377"/>
            <p:cNvSpPr/>
            <p:nvPr/>
          </p:nvSpPr>
          <p:spPr>
            <a:xfrm>
              <a:off x="6386096" y="2286701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8" name="pt18378"/>
            <p:cNvSpPr/>
            <p:nvPr/>
          </p:nvSpPr>
          <p:spPr>
            <a:xfrm>
              <a:off x="5619516" y="2328476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9" name="pt18379"/>
            <p:cNvSpPr/>
            <p:nvPr/>
          </p:nvSpPr>
          <p:spPr>
            <a:xfrm>
              <a:off x="6492627" y="2154180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0" name="pt18380"/>
            <p:cNvSpPr/>
            <p:nvPr/>
          </p:nvSpPr>
          <p:spPr>
            <a:xfrm>
              <a:off x="5993757" y="2278577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1" name="pt18381"/>
            <p:cNvSpPr/>
            <p:nvPr/>
          </p:nvSpPr>
          <p:spPr>
            <a:xfrm>
              <a:off x="6504381" y="2093525"/>
              <a:ext cx="16849" cy="16849"/>
            </a:xfrm>
            <a:prstGeom prst="ellipse">
              <a:avLst/>
            </a:prstGeom>
            <a:solidFill>
              <a:srgbClr val="299987">
                <a:alpha val="45098"/>
              </a:srgbClr>
            </a:solidFill>
            <a:ln w="7363" cap="rnd">
              <a:solidFill>
                <a:srgbClr val="2999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2" name="pt18382"/>
            <p:cNvSpPr/>
            <p:nvPr/>
          </p:nvSpPr>
          <p:spPr>
            <a:xfrm>
              <a:off x="6415719" y="2163618"/>
              <a:ext cx="16849" cy="16849"/>
            </a:xfrm>
            <a:prstGeom prst="ellipse">
              <a:avLst/>
            </a:prstGeom>
            <a:solidFill>
              <a:srgbClr val="6FC95C">
                <a:alpha val="45098"/>
              </a:srgbClr>
            </a:solidFill>
            <a:ln w="7363" cap="rnd">
              <a:solidFill>
                <a:srgbClr val="6FC95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3" name="pt18383"/>
            <p:cNvSpPr/>
            <p:nvPr/>
          </p:nvSpPr>
          <p:spPr>
            <a:xfrm>
              <a:off x="6397371" y="2179048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4" name="pt18384"/>
            <p:cNvSpPr/>
            <p:nvPr/>
          </p:nvSpPr>
          <p:spPr>
            <a:xfrm>
              <a:off x="6674017" y="1984346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5" name="pt18385"/>
            <p:cNvSpPr/>
            <p:nvPr/>
          </p:nvSpPr>
          <p:spPr>
            <a:xfrm>
              <a:off x="5831494" y="238895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6" name="pt18386"/>
            <p:cNvSpPr/>
            <p:nvPr/>
          </p:nvSpPr>
          <p:spPr>
            <a:xfrm>
              <a:off x="6268527" y="2439966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7" name="pt18387"/>
            <p:cNvSpPr/>
            <p:nvPr/>
          </p:nvSpPr>
          <p:spPr>
            <a:xfrm>
              <a:off x="6486556" y="220500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8" name="pt18388"/>
            <p:cNvSpPr/>
            <p:nvPr/>
          </p:nvSpPr>
          <p:spPr>
            <a:xfrm>
              <a:off x="7052800" y="1930649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9" name="pt18389"/>
            <p:cNvSpPr/>
            <p:nvPr/>
          </p:nvSpPr>
          <p:spPr>
            <a:xfrm>
              <a:off x="7200596" y="1823032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0" name="pt18390"/>
            <p:cNvSpPr/>
            <p:nvPr/>
          </p:nvSpPr>
          <p:spPr>
            <a:xfrm>
              <a:off x="5416619" y="2296749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1" name="pt18391"/>
            <p:cNvSpPr/>
            <p:nvPr/>
          </p:nvSpPr>
          <p:spPr>
            <a:xfrm>
              <a:off x="6455769" y="1963181"/>
              <a:ext cx="16849" cy="16849"/>
            </a:xfrm>
            <a:prstGeom prst="ellipse">
              <a:avLst/>
            </a:prstGeom>
            <a:solidFill>
              <a:srgbClr val="64C265">
                <a:alpha val="45098"/>
              </a:srgbClr>
            </a:solidFill>
            <a:ln w="7363" cap="rnd">
              <a:solidFill>
                <a:srgbClr val="64C2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2" name="pt18392"/>
            <p:cNvSpPr/>
            <p:nvPr/>
          </p:nvSpPr>
          <p:spPr>
            <a:xfrm>
              <a:off x="6483726" y="2160777"/>
              <a:ext cx="16849" cy="16849"/>
            </a:xfrm>
            <a:prstGeom prst="ellipse">
              <a:avLst/>
            </a:prstGeom>
            <a:solidFill>
              <a:srgbClr val="6FC95D">
                <a:alpha val="45098"/>
              </a:srgbClr>
            </a:solidFill>
            <a:ln w="7363" cap="rnd">
              <a:solidFill>
                <a:srgbClr val="6F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3" name="pt18393"/>
            <p:cNvSpPr/>
            <p:nvPr/>
          </p:nvSpPr>
          <p:spPr>
            <a:xfrm>
              <a:off x="6387023" y="2243889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4" name="pt18394"/>
            <p:cNvSpPr/>
            <p:nvPr/>
          </p:nvSpPr>
          <p:spPr>
            <a:xfrm>
              <a:off x="5700015" y="2386647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5" name="pt18395"/>
            <p:cNvSpPr/>
            <p:nvPr/>
          </p:nvSpPr>
          <p:spPr>
            <a:xfrm>
              <a:off x="6415227" y="2256817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6" name="pt18396"/>
            <p:cNvSpPr/>
            <p:nvPr/>
          </p:nvSpPr>
          <p:spPr>
            <a:xfrm>
              <a:off x="6691864" y="2050952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7" name="pt18397"/>
            <p:cNvSpPr/>
            <p:nvPr/>
          </p:nvSpPr>
          <p:spPr>
            <a:xfrm>
              <a:off x="5681494" y="2358910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8" name="pt18398"/>
            <p:cNvSpPr/>
            <p:nvPr/>
          </p:nvSpPr>
          <p:spPr>
            <a:xfrm>
              <a:off x="6399832" y="2042191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9" name="pt18399"/>
            <p:cNvSpPr/>
            <p:nvPr/>
          </p:nvSpPr>
          <p:spPr>
            <a:xfrm>
              <a:off x="6460868" y="2011821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0" name="pt18400"/>
            <p:cNvSpPr/>
            <p:nvPr/>
          </p:nvSpPr>
          <p:spPr>
            <a:xfrm>
              <a:off x="6637907" y="213222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1" name="pt18401"/>
            <p:cNvSpPr/>
            <p:nvPr/>
          </p:nvSpPr>
          <p:spPr>
            <a:xfrm>
              <a:off x="6324223" y="2206234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2" name="pt18402"/>
            <p:cNvSpPr/>
            <p:nvPr/>
          </p:nvSpPr>
          <p:spPr>
            <a:xfrm>
              <a:off x="6069504" y="241342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3" name="pt18403"/>
            <p:cNvSpPr/>
            <p:nvPr/>
          </p:nvSpPr>
          <p:spPr>
            <a:xfrm>
              <a:off x="6551976" y="223139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4" name="pt18404"/>
            <p:cNvSpPr/>
            <p:nvPr/>
          </p:nvSpPr>
          <p:spPr>
            <a:xfrm>
              <a:off x="6071675" y="231883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5" name="pt18405"/>
            <p:cNvSpPr/>
            <p:nvPr/>
          </p:nvSpPr>
          <p:spPr>
            <a:xfrm>
              <a:off x="6045452" y="2345096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6" name="pt18406"/>
            <p:cNvSpPr/>
            <p:nvPr/>
          </p:nvSpPr>
          <p:spPr>
            <a:xfrm>
              <a:off x="7119394" y="1332015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7" name="pt18407"/>
            <p:cNvSpPr/>
            <p:nvPr/>
          </p:nvSpPr>
          <p:spPr>
            <a:xfrm>
              <a:off x="6287339" y="1961468"/>
              <a:ext cx="16849" cy="16849"/>
            </a:xfrm>
            <a:prstGeom prst="ellipse">
              <a:avLst/>
            </a:prstGeom>
            <a:solidFill>
              <a:srgbClr val="7BD151">
                <a:alpha val="45098"/>
              </a:srgbClr>
            </a:solidFill>
            <a:ln w="7363" cap="rnd">
              <a:solidFill>
                <a:srgbClr val="7BD15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8" name="pt18408"/>
            <p:cNvSpPr/>
            <p:nvPr/>
          </p:nvSpPr>
          <p:spPr>
            <a:xfrm>
              <a:off x="6517477" y="2260955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9" name="pt18409"/>
            <p:cNvSpPr/>
            <p:nvPr/>
          </p:nvSpPr>
          <p:spPr>
            <a:xfrm>
              <a:off x="6211984" y="2314965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0" name="pt18410"/>
            <p:cNvSpPr/>
            <p:nvPr/>
          </p:nvSpPr>
          <p:spPr>
            <a:xfrm>
              <a:off x="6784614" y="189026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1" name="pt18411"/>
            <p:cNvSpPr/>
            <p:nvPr/>
          </p:nvSpPr>
          <p:spPr>
            <a:xfrm>
              <a:off x="6028783" y="2188951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2" name="pt18412"/>
            <p:cNvSpPr/>
            <p:nvPr/>
          </p:nvSpPr>
          <p:spPr>
            <a:xfrm>
              <a:off x="6524422" y="2132314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3" name="pt18413"/>
            <p:cNvSpPr/>
            <p:nvPr/>
          </p:nvSpPr>
          <p:spPr>
            <a:xfrm>
              <a:off x="5672502" y="2347896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4" name="pt18414"/>
            <p:cNvSpPr/>
            <p:nvPr/>
          </p:nvSpPr>
          <p:spPr>
            <a:xfrm>
              <a:off x="5657204" y="242134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5" name="pt18415"/>
            <p:cNvSpPr/>
            <p:nvPr/>
          </p:nvSpPr>
          <p:spPr>
            <a:xfrm>
              <a:off x="6767769" y="2103854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6" name="pt18416"/>
            <p:cNvSpPr/>
            <p:nvPr/>
          </p:nvSpPr>
          <p:spPr>
            <a:xfrm>
              <a:off x="6083929" y="2440275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7" name="pt18417"/>
            <p:cNvSpPr/>
            <p:nvPr/>
          </p:nvSpPr>
          <p:spPr>
            <a:xfrm>
              <a:off x="6863948" y="1988126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8" name="pt18418"/>
            <p:cNvSpPr/>
            <p:nvPr/>
          </p:nvSpPr>
          <p:spPr>
            <a:xfrm>
              <a:off x="5776235" y="2152587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9" name="pt18419"/>
            <p:cNvSpPr/>
            <p:nvPr/>
          </p:nvSpPr>
          <p:spPr>
            <a:xfrm>
              <a:off x="5088684" y="2515294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0" name="pt18420"/>
            <p:cNvSpPr/>
            <p:nvPr/>
          </p:nvSpPr>
          <p:spPr>
            <a:xfrm>
              <a:off x="6738892" y="2118615"/>
              <a:ext cx="16849" cy="16849"/>
            </a:xfrm>
            <a:prstGeom prst="ellipse">
              <a:avLst/>
            </a:prstGeom>
            <a:solidFill>
              <a:srgbClr val="4AB576">
                <a:alpha val="45098"/>
              </a:srgbClr>
            </a:solidFill>
            <a:ln w="7363" cap="rnd">
              <a:solidFill>
                <a:srgbClr val="4A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1" name="pt18421"/>
            <p:cNvSpPr/>
            <p:nvPr/>
          </p:nvSpPr>
          <p:spPr>
            <a:xfrm>
              <a:off x="6015843" y="219040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2" name="pt18422"/>
            <p:cNvSpPr/>
            <p:nvPr/>
          </p:nvSpPr>
          <p:spPr>
            <a:xfrm>
              <a:off x="5811349" y="2252971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3" name="pt18423"/>
            <p:cNvSpPr/>
            <p:nvPr/>
          </p:nvSpPr>
          <p:spPr>
            <a:xfrm>
              <a:off x="6073617" y="2345967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4" name="pt18424"/>
            <p:cNvSpPr/>
            <p:nvPr/>
          </p:nvSpPr>
          <p:spPr>
            <a:xfrm>
              <a:off x="6319959" y="225185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5" name="pt18425"/>
            <p:cNvSpPr/>
            <p:nvPr/>
          </p:nvSpPr>
          <p:spPr>
            <a:xfrm>
              <a:off x="5527838" y="234888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6" name="pt18426"/>
            <p:cNvSpPr/>
            <p:nvPr/>
          </p:nvSpPr>
          <p:spPr>
            <a:xfrm>
              <a:off x="6485827" y="2154064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7" name="pt18427"/>
            <p:cNvSpPr/>
            <p:nvPr/>
          </p:nvSpPr>
          <p:spPr>
            <a:xfrm>
              <a:off x="7011084" y="1741086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8" name="pt18428"/>
            <p:cNvSpPr/>
            <p:nvPr/>
          </p:nvSpPr>
          <p:spPr>
            <a:xfrm>
              <a:off x="6144034" y="2234520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9" name="pt18429"/>
            <p:cNvSpPr/>
            <p:nvPr/>
          </p:nvSpPr>
          <p:spPr>
            <a:xfrm>
              <a:off x="5293223" y="2176453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0" name="pt18430"/>
            <p:cNvSpPr/>
            <p:nvPr/>
          </p:nvSpPr>
          <p:spPr>
            <a:xfrm>
              <a:off x="5971153" y="2393426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1" name="pt18431"/>
            <p:cNvSpPr/>
            <p:nvPr/>
          </p:nvSpPr>
          <p:spPr>
            <a:xfrm>
              <a:off x="6046265" y="2294953"/>
              <a:ext cx="16849" cy="16849"/>
            </a:xfrm>
            <a:prstGeom prst="ellipse">
              <a:avLst/>
            </a:prstGeom>
            <a:solidFill>
              <a:srgbClr val="68C562">
                <a:alpha val="45098"/>
              </a:srgbClr>
            </a:solidFill>
            <a:ln w="7363" cap="rnd">
              <a:solidFill>
                <a:srgbClr val="68C56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2" name="pt18432"/>
            <p:cNvSpPr/>
            <p:nvPr/>
          </p:nvSpPr>
          <p:spPr>
            <a:xfrm>
              <a:off x="6525660" y="237333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3" name="pt18433"/>
            <p:cNvSpPr/>
            <p:nvPr/>
          </p:nvSpPr>
          <p:spPr>
            <a:xfrm>
              <a:off x="5299824" y="214021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4" name="pt18434"/>
            <p:cNvSpPr/>
            <p:nvPr/>
          </p:nvSpPr>
          <p:spPr>
            <a:xfrm>
              <a:off x="5855242" y="1968273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5" name="pt18435"/>
            <p:cNvSpPr/>
            <p:nvPr/>
          </p:nvSpPr>
          <p:spPr>
            <a:xfrm>
              <a:off x="6182530" y="2210883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6" name="pt18436"/>
            <p:cNvSpPr/>
            <p:nvPr/>
          </p:nvSpPr>
          <p:spPr>
            <a:xfrm>
              <a:off x="6111617" y="2171952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7" name="pt18437"/>
            <p:cNvSpPr/>
            <p:nvPr/>
          </p:nvSpPr>
          <p:spPr>
            <a:xfrm>
              <a:off x="6227356" y="2310730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8" name="pt18438"/>
            <p:cNvSpPr/>
            <p:nvPr/>
          </p:nvSpPr>
          <p:spPr>
            <a:xfrm>
              <a:off x="5561182" y="2441523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9" name="pt18439"/>
            <p:cNvSpPr/>
            <p:nvPr/>
          </p:nvSpPr>
          <p:spPr>
            <a:xfrm>
              <a:off x="6164206" y="2346456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0" name="pt18440"/>
            <p:cNvSpPr/>
            <p:nvPr/>
          </p:nvSpPr>
          <p:spPr>
            <a:xfrm>
              <a:off x="6350829" y="231705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1" name="pt18441"/>
            <p:cNvSpPr/>
            <p:nvPr/>
          </p:nvSpPr>
          <p:spPr>
            <a:xfrm>
              <a:off x="6106617" y="2239228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2" name="pt18442"/>
            <p:cNvSpPr/>
            <p:nvPr/>
          </p:nvSpPr>
          <p:spPr>
            <a:xfrm>
              <a:off x="6392688" y="2248455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3" name="pt18443"/>
            <p:cNvSpPr/>
            <p:nvPr/>
          </p:nvSpPr>
          <p:spPr>
            <a:xfrm>
              <a:off x="6361776" y="2238419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4" name="pt18444"/>
            <p:cNvSpPr/>
            <p:nvPr/>
          </p:nvSpPr>
          <p:spPr>
            <a:xfrm>
              <a:off x="5992584" y="229945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5" name="pt18445"/>
            <p:cNvSpPr/>
            <p:nvPr/>
          </p:nvSpPr>
          <p:spPr>
            <a:xfrm>
              <a:off x="6205095" y="214483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6" name="pt18446"/>
            <p:cNvSpPr/>
            <p:nvPr/>
          </p:nvSpPr>
          <p:spPr>
            <a:xfrm>
              <a:off x="5493277" y="2490615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7" name="pt18447"/>
            <p:cNvSpPr/>
            <p:nvPr/>
          </p:nvSpPr>
          <p:spPr>
            <a:xfrm>
              <a:off x="6111990" y="232315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8" name="pt18448"/>
            <p:cNvSpPr/>
            <p:nvPr/>
          </p:nvSpPr>
          <p:spPr>
            <a:xfrm>
              <a:off x="6357118" y="2088140"/>
              <a:ext cx="16849" cy="16849"/>
            </a:xfrm>
            <a:prstGeom prst="ellipse">
              <a:avLst/>
            </a:prstGeom>
            <a:solidFill>
              <a:srgbClr val="C0DD40">
                <a:alpha val="45098"/>
              </a:srgbClr>
            </a:solidFill>
            <a:ln w="7363" cap="rnd">
              <a:solidFill>
                <a:srgbClr val="C0DD4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9" name="pt18449"/>
            <p:cNvSpPr/>
            <p:nvPr/>
          </p:nvSpPr>
          <p:spPr>
            <a:xfrm>
              <a:off x="6260514" y="2443892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0" name="pt18450"/>
            <p:cNvSpPr/>
            <p:nvPr/>
          </p:nvSpPr>
          <p:spPr>
            <a:xfrm>
              <a:off x="5798724" y="216133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1" name="pt18451"/>
            <p:cNvSpPr/>
            <p:nvPr/>
          </p:nvSpPr>
          <p:spPr>
            <a:xfrm>
              <a:off x="5832244" y="2244748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2" name="pt18452"/>
            <p:cNvSpPr/>
            <p:nvPr/>
          </p:nvSpPr>
          <p:spPr>
            <a:xfrm>
              <a:off x="6240951" y="226483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3" name="pt18453"/>
            <p:cNvSpPr/>
            <p:nvPr/>
          </p:nvSpPr>
          <p:spPr>
            <a:xfrm>
              <a:off x="6063081" y="2357448"/>
              <a:ext cx="16849" cy="16849"/>
            </a:xfrm>
            <a:prstGeom prst="ellipse">
              <a:avLst/>
            </a:prstGeom>
            <a:solidFill>
              <a:srgbClr val="44B279">
                <a:alpha val="45098"/>
              </a:srgbClr>
            </a:solidFill>
            <a:ln w="7363" cap="rnd">
              <a:solidFill>
                <a:srgbClr val="44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4" name="pt18454"/>
            <p:cNvSpPr/>
            <p:nvPr/>
          </p:nvSpPr>
          <p:spPr>
            <a:xfrm>
              <a:off x="6652246" y="2057925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5" name="pt18455"/>
            <p:cNvSpPr/>
            <p:nvPr/>
          </p:nvSpPr>
          <p:spPr>
            <a:xfrm>
              <a:off x="6474811" y="2388497"/>
              <a:ext cx="16849" cy="16849"/>
            </a:xfrm>
            <a:prstGeom prst="ellipse">
              <a:avLst/>
            </a:prstGeom>
            <a:solidFill>
              <a:srgbClr val="C0DD40">
                <a:alpha val="45098"/>
              </a:srgbClr>
            </a:solidFill>
            <a:ln w="7363" cap="rnd">
              <a:solidFill>
                <a:srgbClr val="C0DD4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6" name="pt18456"/>
            <p:cNvSpPr/>
            <p:nvPr/>
          </p:nvSpPr>
          <p:spPr>
            <a:xfrm>
              <a:off x="5752853" y="214016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7" name="pt18457"/>
            <p:cNvSpPr/>
            <p:nvPr/>
          </p:nvSpPr>
          <p:spPr>
            <a:xfrm>
              <a:off x="6052578" y="235919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8" name="pt18458"/>
            <p:cNvSpPr/>
            <p:nvPr/>
          </p:nvSpPr>
          <p:spPr>
            <a:xfrm>
              <a:off x="5934527" y="182988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9" name="pt18459"/>
            <p:cNvSpPr/>
            <p:nvPr/>
          </p:nvSpPr>
          <p:spPr>
            <a:xfrm>
              <a:off x="6176737" y="2289042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0" name="pt18460"/>
            <p:cNvSpPr/>
            <p:nvPr/>
          </p:nvSpPr>
          <p:spPr>
            <a:xfrm>
              <a:off x="6145609" y="2342328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1" name="pt18461"/>
            <p:cNvSpPr/>
            <p:nvPr/>
          </p:nvSpPr>
          <p:spPr>
            <a:xfrm>
              <a:off x="7017336" y="1957358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2" name="pt18462"/>
            <p:cNvSpPr/>
            <p:nvPr/>
          </p:nvSpPr>
          <p:spPr>
            <a:xfrm>
              <a:off x="5848095" y="232303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3" name="pt18463"/>
            <p:cNvSpPr/>
            <p:nvPr/>
          </p:nvSpPr>
          <p:spPr>
            <a:xfrm>
              <a:off x="6470979" y="1945732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4" name="pt18464"/>
            <p:cNvSpPr/>
            <p:nvPr/>
          </p:nvSpPr>
          <p:spPr>
            <a:xfrm>
              <a:off x="5757775" y="2045224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5" name="pt18465"/>
            <p:cNvSpPr/>
            <p:nvPr/>
          </p:nvSpPr>
          <p:spPr>
            <a:xfrm>
              <a:off x="5390694" y="2642249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6" name="pt18466"/>
            <p:cNvSpPr/>
            <p:nvPr/>
          </p:nvSpPr>
          <p:spPr>
            <a:xfrm>
              <a:off x="6275406" y="222088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7" name="pt18467"/>
            <p:cNvSpPr/>
            <p:nvPr/>
          </p:nvSpPr>
          <p:spPr>
            <a:xfrm>
              <a:off x="6045375" y="2377962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8" name="pt18468"/>
            <p:cNvSpPr/>
            <p:nvPr/>
          </p:nvSpPr>
          <p:spPr>
            <a:xfrm>
              <a:off x="6161382" y="2318690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9" name="pt18469"/>
            <p:cNvSpPr/>
            <p:nvPr/>
          </p:nvSpPr>
          <p:spPr>
            <a:xfrm>
              <a:off x="7052486" y="1947119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0" name="pt18470"/>
            <p:cNvSpPr/>
            <p:nvPr/>
          </p:nvSpPr>
          <p:spPr>
            <a:xfrm>
              <a:off x="6072534" y="2371837"/>
              <a:ext cx="16849" cy="16849"/>
            </a:xfrm>
            <a:prstGeom prst="ellipse">
              <a:avLst/>
            </a:prstGeom>
            <a:solidFill>
              <a:srgbClr val="57BB6E">
                <a:alpha val="45098"/>
              </a:srgbClr>
            </a:solidFill>
            <a:ln w="7363" cap="rnd">
              <a:solidFill>
                <a:srgbClr val="57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1" name="pt18471"/>
            <p:cNvSpPr/>
            <p:nvPr/>
          </p:nvSpPr>
          <p:spPr>
            <a:xfrm>
              <a:off x="5916203" y="2045910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2" name="pt18472"/>
            <p:cNvSpPr/>
            <p:nvPr/>
          </p:nvSpPr>
          <p:spPr>
            <a:xfrm>
              <a:off x="5650109" y="2381149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3" name="pt18473"/>
            <p:cNvSpPr/>
            <p:nvPr/>
          </p:nvSpPr>
          <p:spPr>
            <a:xfrm>
              <a:off x="5859828" y="2133709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4" name="pt18474"/>
            <p:cNvSpPr/>
            <p:nvPr/>
          </p:nvSpPr>
          <p:spPr>
            <a:xfrm>
              <a:off x="6521646" y="241474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5" name="pt18475"/>
            <p:cNvSpPr/>
            <p:nvPr/>
          </p:nvSpPr>
          <p:spPr>
            <a:xfrm>
              <a:off x="6479888" y="2176175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6" name="pt18476"/>
            <p:cNvSpPr/>
            <p:nvPr/>
          </p:nvSpPr>
          <p:spPr>
            <a:xfrm>
              <a:off x="5297659" y="210352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7" name="pt18477"/>
            <p:cNvSpPr/>
            <p:nvPr/>
          </p:nvSpPr>
          <p:spPr>
            <a:xfrm>
              <a:off x="7358222" y="1912183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8" name="pt18478"/>
            <p:cNvSpPr/>
            <p:nvPr/>
          </p:nvSpPr>
          <p:spPr>
            <a:xfrm>
              <a:off x="6154234" y="2305087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9" name="pt18479"/>
            <p:cNvSpPr/>
            <p:nvPr/>
          </p:nvSpPr>
          <p:spPr>
            <a:xfrm>
              <a:off x="6481941" y="2223387"/>
              <a:ext cx="16849" cy="16849"/>
            </a:xfrm>
            <a:prstGeom prst="ellipse">
              <a:avLst/>
            </a:prstGeom>
            <a:solidFill>
              <a:srgbClr val="A1D749">
                <a:alpha val="45098"/>
              </a:srgbClr>
            </a:solidFill>
            <a:ln w="7363" cap="rnd">
              <a:solidFill>
                <a:srgbClr val="A1D74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0" name="pt18480"/>
            <p:cNvSpPr/>
            <p:nvPr/>
          </p:nvSpPr>
          <p:spPr>
            <a:xfrm>
              <a:off x="6492851" y="2184002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1" name="pt18481"/>
            <p:cNvSpPr/>
            <p:nvPr/>
          </p:nvSpPr>
          <p:spPr>
            <a:xfrm>
              <a:off x="5588151" y="1964815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2" name="pt18482"/>
            <p:cNvSpPr/>
            <p:nvPr/>
          </p:nvSpPr>
          <p:spPr>
            <a:xfrm>
              <a:off x="5883230" y="2106200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3" name="pt18483"/>
            <p:cNvSpPr/>
            <p:nvPr/>
          </p:nvSpPr>
          <p:spPr>
            <a:xfrm>
              <a:off x="5987134" y="2416249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4" name="pt18484"/>
            <p:cNvSpPr/>
            <p:nvPr/>
          </p:nvSpPr>
          <p:spPr>
            <a:xfrm>
              <a:off x="5286765" y="214011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5" name="pt18485"/>
            <p:cNvSpPr/>
            <p:nvPr/>
          </p:nvSpPr>
          <p:spPr>
            <a:xfrm>
              <a:off x="6366169" y="233920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6" name="pt18486"/>
            <p:cNvSpPr/>
            <p:nvPr/>
          </p:nvSpPr>
          <p:spPr>
            <a:xfrm>
              <a:off x="6418388" y="2264480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7" name="pt18487"/>
            <p:cNvSpPr/>
            <p:nvPr/>
          </p:nvSpPr>
          <p:spPr>
            <a:xfrm>
              <a:off x="6090586" y="223979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8" name="pt18488"/>
            <p:cNvSpPr/>
            <p:nvPr/>
          </p:nvSpPr>
          <p:spPr>
            <a:xfrm>
              <a:off x="5512361" y="2325528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9" name="pt18489"/>
            <p:cNvSpPr/>
            <p:nvPr/>
          </p:nvSpPr>
          <p:spPr>
            <a:xfrm>
              <a:off x="5989036" y="2466993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0" name="pt18490"/>
            <p:cNvSpPr/>
            <p:nvPr/>
          </p:nvSpPr>
          <p:spPr>
            <a:xfrm>
              <a:off x="6387111" y="2280802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1" name="pt18491"/>
            <p:cNvSpPr/>
            <p:nvPr/>
          </p:nvSpPr>
          <p:spPr>
            <a:xfrm>
              <a:off x="7023252" y="1787567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2" name="pt18492"/>
            <p:cNvSpPr/>
            <p:nvPr/>
          </p:nvSpPr>
          <p:spPr>
            <a:xfrm>
              <a:off x="6316706" y="219405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3" name="pt18493"/>
            <p:cNvSpPr/>
            <p:nvPr/>
          </p:nvSpPr>
          <p:spPr>
            <a:xfrm>
              <a:off x="6059143" y="2355219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4" name="pt18494"/>
            <p:cNvSpPr/>
            <p:nvPr/>
          </p:nvSpPr>
          <p:spPr>
            <a:xfrm>
              <a:off x="6842128" y="1873562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5" name="pt18495"/>
            <p:cNvSpPr/>
            <p:nvPr/>
          </p:nvSpPr>
          <p:spPr>
            <a:xfrm>
              <a:off x="6500686" y="203602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6" name="pt18496"/>
            <p:cNvSpPr/>
            <p:nvPr/>
          </p:nvSpPr>
          <p:spPr>
            <a:xfrm>
              <a:off x="6302862" y="2049472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7" name="pt18497"/>
            <p:cNvSpPr/>
            <p:nvPr/>
          </p:nvSpPr>
          <p:spPr>
            <a:xfrm>
              <a:off x="5876803" y="2184268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8" name="pt18498"/>
            <p:cNvSpPr/>
            <p:nvPr/>
          </p:nvSpPr>
          <p:spPr>
            <a:xfrm>
              <a:off x="6467377" y="2048316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9" name="pt18499"/>
            <p:cNvSpPr/>
            <p:nvPr/>
          </p:nvSpPr>
          <p:spPr>
            <a:xfrm>
              <a:off x="6894577" y="1913618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0" name="pt18500"/>
            <p:cNvSpPr/>
            <p:nvPr/>
          </p:nvSpPr>
          <p:spPr>
            <a:xfrm>
              <a:off x="5763382" y="2145641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1" name="pt18501"/>
            <p:cNvSpPr/>
            <p:nvPr/>
          </p:nvSpPr>
          <p:spPr>
            <a:xfrm>
              <a:off x="5686861" y="2458850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2" name="pt18502"/>
            <p:cNvSpPr/>
            <p:nvPr/>
          </p:nvSpPr>
          <p:spPr>
            <a:xfrm>
              <a:off x="6017569" y="223463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3" name="pt18503"/>
            <p:cNvSpPr/>
            <p:nvPr/>
          </p:nvSpPr>
          <p:spPr>
            <a:xfrm>
              <a:off x="6170696" y="234518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4" name="pt18504"/>
            <p:cNvSpPr/>
            <p:nvPr/>
          </p:nvSpPr>
          <p:spPr>
            <a:xfrm>
              <a:off x="4703005" y="2627292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5" name="pt18505"/>
            <p:cNvSpPr/>
            <p:nvPr/>
          </p:nvSpPr>
          <p:spPr>
            <a:xfrm>
              <a:off x="6442796" y="1968294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6" name="pt18506"/>
            <p:cNvSpPr/>
            <p:nvPr/>
          </p:nvSpPr>
          <p:spPr>
            <a:xfrm>
              <a:off x="5665250" y="237860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7" name="pt18507"/>
            <p:cNvSpPr/>
            <p:nvPr/>
          </p:nvSpPr>
          <p:spPr>
            <a:xfrm>
              <a:off x="6412176" y="215176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8" name="pt18508"/>
            <p:cNvSpPr/>
            <p:nvPr/>
          </p:nvSpPr>
          <p:spPr>
            <a:xfrm>
              <a:off x="6823784" y="187733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9" name="pt18509"/>
            <p:cNvSpPr/>
            <p:nvPr/>
          </p:nvSpPr>
          <p:spPr>
            <a:xfrm>
              <a:off x="5643273" y="2551641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0" name="pt18510"/>
            <p:cNvSpPr/>
            <p:nvPr/>
          </p:nvSpPr>
          <p:spPr>
            <a:xfrm>
              <a:off x="6649857" y="2027112"/>
              <a:ext cx="16849" cy="16849"/>
            </a:xfrm>
            <a:prstGeom prst="ellipse">
              <a:avLst/>
            </a:prstGeom>
            <a:solidFill>
              <a:srgbClr val="6FC95C">
                <a:alpha val="45098"/>
              </a:srgbClr>
            </a:solidFill>
            <a:ln w="7363" cap="rnd">
              <a:solidFill>
                <a:srgbClr val="6FC95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1" name="pt18511"/>
            <p:cNvSpPr/>
            <p:nvPr/>
          </p:nvSpPr>
          <p:spPr>
            <a:xfrm>
              <a:off x="5688904" y="2450739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2" name="pt18512"/>
            <p:cNvSpPr/>
            <p:nvPr/>
          </p:nvSpPr>
          <p:spPr>
            <a:xfrm>
              <a:off x="6104588" y="2261552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3" name="pt18513"/>
            <p:cNvSpPr/>
            <p:nvPr/>
          </p:nvSpPr>
          <p:spPr>
            <a:xfrm>
              <a:off x="5531850" y="2143058"/>
              <a:ext cx="16849" cy="16849"/>
            </a:xfrm>
            <a:prstGeom prst="ellipse">
              <a:avLst/>
            </a:prstGeom>
            <a:solidFill>
              <a:srgbClr val="5BBD6C">
                <a:alpha val="45098"/>
              </a:srgbClr>
            </a:solidFill>
            <a:ln w="7363" cap="rnd">
              <a:solidFill>
                <a:srgbClr val="5B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4" name="pt18514"/>
            <p:cNvSpPr/>
            <p:nvPr/>
          </p:nvSpPr>
          <p:spPr>
            <a:xfrm>
              <a:off x="5858689" y="2024493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5" name="pt18515"/>
            <p:cNvSpPr/>
            <p:nvPr/>
          </p:nvSpPr>
          <p:spPr>
            <a:xfrm>
              <a:off x="5129604" y="2292803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6" name="pt18516"/>
            <p:cNvSpPr/>
            <p:nvPr/>
          </p:nvSpPr>
          <p:spPr>
            <a:xfrm>
              <a:off x="6132467" y="2316194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7" name="pt18517"/>
            <p:cNvSpPr/>
            <p:nvPr/>
          </p:nvSpPr>
          <p:spPr>
            <a:xfrm>
              <a:off x="6202270" y="2100684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8" name="pt18518"/>
            <p:cNvSpPr/>
            <p:nvPr/>
          </p:nvSpPr>
          <p:spPr>
            <a:xfrm>
              <a:off x="6075256" y="2379702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9" name="pt18519"/>
            <p:cNvSpPr/>
            <p:nvPr/>
          </p:nvSpPr>
          <p:spPr>
            <a:xfrm>
              <a:off x="6529778" y="229482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0" name="pt18520"/>
            <p:cNvSpPr/>
            <p:nvPr/>
          </p:nvSpPr>
          <p:spPr>
            <a:xfrm>
              <a:off x="6049386" y="2416236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1" name="pt18521"/>
            <p:cNvSpPr/>
            <p:nvPr/>
          </p:nvSpPr>
          <p:spPr>
            <a:xfrm>
              <a:off x="6134293" y="2323689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2" name="pt18522"/>
            <p:cNvSpPr/>
            <p:nvPr/>
          </p:nvSpPr>
          <p:spPr>
            <a:xfrm>
              <a:off x="5593875" y="2503449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3" name="pt18523"/>
            <p:cNvSpPr/>
            <p:nvPr/>
          </p:nvSpPr>
          <p:spPr>
            <a:xfrm>
              <a:off x="5850108" y="2551858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4" name="pt18524"/>
            <p:cNvSpPr/>
            <p:nvPr/>
          </p:nvSpPr>
          <p:spPr>
            <a:xfrm>
              <a:off x="5340411" y="198958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5" name="pt18525"/>
            <p:cNvSpPr/>
            <p:nvPr/>
          </p:nvSpPr>
          <p:spPr>
            <a:xfrm>
              <a:off x="5585697" y="1982486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6" name="pt18526"/>
            <p:cNvSpPr/>
            <p:nvPr/>
          </p:nvSpPr>
          <p:spPr>
            <a:xfrm>
              <a:off x="6425003" y="1948868"/>
              <a:ext cx="16849" cy="16849"/>
            </a:xfrm>
            <a:prstGeom prst="ellipse">
              <a:avLst/>
            </a:prstGeom>
            <a:solidFill>
              <a:srgbClr val="7BD151">
                <a:alpha val="45098"/>
              </a:srgbClr>
            </a:solidFill>
            <a:ln w="7363" cap="rnd">
              <a:solidFill>
                <a:srgbClr val="7BD15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7" name="pt18527"/>
            <p:cNvSpPr/>
            <p:nvPr/>
          </p:nvSpPr>
          <p:spPr>
            <a:xfrm>
              <a:off x="6054976" y="230839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8" name="pt18528"/>
            <p:cNvSpPr/>
            <p:nvPr/>
          </p:nvSpPr>
          <p:spPr>
            <a:xfrm>
              <a:off x="6656648" y="2071355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9" name="pt18529"/>
            <p:cNvSpPr/>
            <p:nvPr/>
          </p:nvSpPr>
          <p:spPr>
            <a:xfrm>
              <a:off x="6041287" y="2302449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0" name="pt18530"/>
            <p:cNvSpPr/>
            <p:nvPr/>
          </p:nvSpPr>
          <p:spPr>
            <a:xfrm>
              <a:off x="6037262" y="223586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1" name="pt18531"/>
            <p:cNvSpPr/>
            <p:nvPr/>
          </p:nvSpPr>
          <p:spPr>
            <a:xfrm>
              <a:off x="6630070" y="2182360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2" name="pt18532"/>
            <p:cNvSpPr/>
            <p:nvPr/>
          </p:nvSpPr>
          <p:spPr>
            <a:xfrm>
              <a:off x="6255944" y="232800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3" name="pt18533"/>
            <p:cNvSpPr/>
            <p:nvPr/>
          </p:nvSpPr>
          <p:spPr>
            <a:xfrm>
              <a:off x="6657405" y="2030095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4" name="pt18534"/>
            <p:cNvSpPr/>
            <p:nvPr/>
          </p:nvSpPr>
          <p:spPr>
            <a:xfrm>
              <a:off x="6728602" y="1978875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5" name="pt18535"/>
            <p:cNvSpPr/>
            <p:nvPr/>
          </p:nvSpPr>
          <p:spPr>
            <a:xfrm>
              <a:off x="6385050" y="2327830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6" name="pt18536"/>
            <p:cNvSpPr/>
            <p:nvPr/>
          </p:nvSpPr>
          <p:spPr>
            <a:xfrm>
              <a:off x="6287180" y="2088069"/>
              <a:ext cx="16849" cy="16849"/>
            </a:xfrm>
            <a:prstGeom prst="ellipse">
              <a:avLst/>
            </a:prstGeom>
            <a:solidFill>
              <a:srgbClr val="32AC80">
                <a:alpha val="45098"/>
              </a:srgbClr>
            </a:solidFill>
            <a:ln w="7363" cap="rnd">
              <a:solidFill>
                <a:srgbClr val="32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7" name="pt18537"/>
            <p:cNvSpPr/>
            <p:nvPr/>
          </p:nvSpPr>
          <p:spPr>
            <a:xfrm>
              <a:off x="6243619" y="2113618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8" name="pt18538"/>
            <p:cNvSpPr/>
            <p:nvPr/>
          </p:nvSpPr>
          <p:spPr>
            <a:xfrm>
              <a:off x="5990834" y="2603134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9" name="pt18539"/>
            <p:cNvSpPr/>
            <p:nvPr/>
          </p:nvSpPr>
          <p:spPr>
            <a:xfrm>
              <a:off x="5931935" y="1871748"/>
              <a:ext cx="16849" cy="16849"/>
            </a:xfrm>
            <a:prstGeom prst="ellipse">
              <a:avLst/>
            </a:prstGeom>
            <a:solidFill>
              <a:srgbClr val="A5D847">
                <a:alpha val="45098"/>
              </a:srgbClr>
            </a:solidFill>
            <a:ln w="7363" cap="rnd">
              <a:solidFill>
                <a:srgbClr val="A5D84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0" name="pt18540"/>
            <p:cNvSpPr/>
            <p:nvPr/>
          </p:nvSpPr>
          <p:spPr>
            <a:xfrm>
              <a:off x="6364293" y="2270698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1" name="pt18541"/>
            <p:cNvSpPr/>
            <p:nvPr/>
          </p:nvSpPr>
          <p:spPr>
            <a:xfrm>
              <a:off x="6509224" y="2193373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2" name="pt18542"/>
            <p:cNvSpPr/>
            <p:nvPr/>
          </p:nvSpPr>
          <p:spPr>
            <a:xfrm>
              <a:off x="6710166" y="2109811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3" name="pt18543"/>
            <p:cNvSpPr/>
            <p:nvPr/>
          </p:nvSpPr>
          <p:spPr>
            <a:xfrm>
              <a:off x="6683372" y="2112855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4" name="pt18544"/>
            <p:cNvSpPr/>
            <p:nvPr/>
          </p:nvSpPr>
          <p:spPr>
            <a:xfrm>
              <a:off x="6115466" y="2323012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5" name="pt18545"/>
            <p:cNvSpPr/>
            <p:nvPr/>
          </p:nvSpPr>
          <p:spPr>
            <a:xfrm>
              <a:off x="6062665" y="244220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6" name="pt18546"/>
            <p:cNvSpPr/>
            <p:nvPr/>
          </p:nvSpPr>
          <p:spPr>
            <a:xfrm>
              <a:off x="5708399" y="2367998"/>
              <a:ext cx="16849" cy="16849"/>
            </a:xfrm>
            <a:prstGeom prst="ellipse">
              <a:avLst/>
            </a:prstGeom>
            <a:solidFill>
              <a:srgbClr val="C5DE3E">
                <a:alpha val="45098"/>
              </a:srgbClr>
            </a:solidFill>
            <a:ln w="7363" cap="rnd">
              <a:solidFill>
                <a:srgbClr val="C5DE3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7" name="pt18547"/>
            <p:cNvSpPr/>
            <p:nvPr/>
          </p:nvSpPr>
          <p:spPr>
            <a:xfrm>
              <a:off x="6321947" y="230920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8" name="pt18548"/>
            <p:cNvSpPr/>
            <p:nvPr/>
          </p:nvSpPr>
          <p:spPr>
            <a:xfrm>
              <a:off x="6651089" y="2168965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9" name="pt18549"/>
            <p:cNvSpPr/>
            <p:nvPr/>
          </p:nvSpPr>
          <p:spPr>
            <a:xfrm>
              <a:off x="6039747" y="2332791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0" name="pt18550"/>
            <p:cNvSpPr/>
            <p:nvPr/>
          </p:nvSpPr>
          <p:spPr>
            <a:xfrm>
              <a:off x="6812410" y="1654783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1" name="pt18551"/>
            <p:cNvSpPr/>
            <p:nvPr/>
          </p:nvSpPr>
          <p:spPr>
            <a:xfrm>
              <a:off x="5867706" y="200838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2" name="pt18552"/>
            <p:cNvSpPr/>
            <p:nvPr/>
          </p:nvSpPr>
          <p:spPr>
            <a:xfrm>
              <a:off x="5325326" y="1567035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3" name="pt18553"/>
            <p:cNvSpPr/>
            <p:nvPr/>
          </p:nvSpPr>
          <p:spPr>
            <a:xfrm>
              <a:off x="7109420" y="1482654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4" name="pt18554"/>
            <p:cNvSpPr/>
            <p:nvPr/>
          </p:nvSpPr>
          <p:spPr>
            <a:xfrm>
              <a:off x="5387356" y="2504121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5" name="pt18555"/>
            <p:cNvSpPr/>
            <p:nvPr/>
          </p:nvSpPr>
          <p:spPr>
            <a:xfrm>
              <a:off x="6533072" y="2196406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6" name="pt18556"/>
            <p:cNvSpPr/>
            <p:nvPr/>
          </p:nvSpPr>
          <p:spPr>
            <a:xfrm>
              <a:off x="6566916" y="228131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7" name="pt18557"/>
            <p:cNvSpPr/>
            <p:nvPr/>
          </p:nvSpPr>
          <p:spPr>
            <a:xfrm>
              <a:off x="6586232" y="2112873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8" name="pt18558"/>
            <p:cNvSpPr/>
            <p:nvPr/>
          </p:nvSpPr>
          <p:spPr>
            <a:xfrm>
              <a:off x="6227894" y="2299543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9" name="pt18559"/>
            <p:cNvSpPr/>
            <p:nvPr/>
          </p:nvSpPr>
          <p:spPr>
            <a:xfrm>
              <a:off x="5360758" y="2504409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0" name="pt18560"/>
            <p:cNvSpPr/>
            <p:nvPr/>
          </p:nvSpPr>
          <p:spPr>
            <a:xfrm>
              <a:off x="5969735" y="2417350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1" name="pt18561"/>
            <p:cNvSpPr/>
            <p:nvPr/>
          </p:nvSpPr>
          <p:spPr>
            <a:xfrm>
              <a:off x="6099036" y="232734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2" name="pt18562"/>
            <p:cNvSpPr/>
            <p:nvPr/>
          </p:nvSpPr>
          <p:spPr>
            <a:xfrm>
              <a:off x="5528619" y="238462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3" name="pt18563"/>
            <p:cNvSpPr/>
            <p:nvPr/>
          </p:nvSpPr>
          <p:spPr>
            <a:xfrm>
              <a:off x="5801412" y="205672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4" name="pt18564"/>
            <p:cNvSpPr/>
            <p:nvPr/>
          </p:nvSpPr>
          <p:spPr>
            <a:xfrm>
              <a:off x="5759529" y="216196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5" name="pt18565"/>
            <p:cNvSpPr/>
            <p:nvPr/>
          </p:nvSpPr>
          <p:spPr>
            <a:xfrm>
              <a:off x="6331320" y="2242001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6" name="pt18566"/>
            <p:cNvSpPr/>
            <p:nvPr/>
          </p:nvSpPr>
          <p:spPr>
            <a:xfrm>
              <a:off x="6469308" y="2071750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7" name="pt18567"/>
            <p:cNvSpPr/>
            <p:nvPr/>
          </p:nvSpPr>
          <p:spPr>
            <a:xfrm>
              <a:off x="5989018" y="2308160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8" name="pt18568"/>
            <p:cNvSpPr/>
            <p:nvPr/>
          </p:nvSpPr>
          <p:spPr>
            <a:xfrm>
              <a:off x="6677512" y="2060642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9" name="pt18569"/>
            <p:cNvSpPr/>
            <p:nvPr/>
          </p:nvSpPr>
          <p:spPr>
            <a:xfrm>
              <a:off x="6719534" y="213412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0" name="pt18570"/>
            <p:cNvSpPr/>
            <p:nvPr/>
          </p:nvSpPr>
          <p:spPr>
            <a:xfrm>
              <a:off x="6506600" y="217699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1" name="pt18571"/>
            <p:cNvSpPr/>
            <p:nvPr/>
          </p:nvSpPr>
          <p:spPr>
            <a:xfrm>
              <a:off x="5761100" y="2023025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2" name="pt18572"/>
            <p:cNvSpPr/>
            <p:nvPr/>
          </p:nvSpPr>
          <p:spPr>
            <a:xfrm>
              <a:off x="5860432" y="2111889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3" name="pt18573"/>
            <p:cNvSpPr/>
            <p:nvPr/>
          </p:nvSpPr>
          <p:spPr>
            <a:xfrm>
              <a:off x="6593176" y="218640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4" name="pt18574"/>
            <p:cNvSpPr/>
            <p:nvPr/>
          </p:nvSpPr>
          <p:spPr>
            <a:xfrm>
              <a:off x="6179277" y="2227197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5" name="pt18575"/>
            <p:cNvSpPr/>
            <p:nvPr/>
          </p:nvSpPr>
          <p:spPr>
            <a:xfrm>
              <a:off x="6480852" y="2007245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6" name="pt18576"/>
            <p:cNvSpPr/>
            <p:nvPr/>
          </p:nvSpPr>
          <p:spPr>
            <a:xfrm>
              <a:off x="6057878" y="237341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7" name="pt18577"/>
            <p:cNvSpPr/>
            <p:nvPr/>
          </p:nvSpPr>
          <p:spPr>
            <a:xfrm>
              <a:off x="6050276" y="2372373"/>
              <a:ext cx="16849" cy="16849"/>
            </a:xfrm>
            <a:prstGeom prst="ellipse">
              <a:avLst/>
            </a:prstGeom>
            <a:solidFill>
              <a:srgbClr val="33AC80">
                <a:alpha val="45098"/>
              </a:srgbClr>
            </a:solidFill>
            <a:ln w="7363" cap="rnd">
              <a:solidFill>
                <a:srgbClr val="33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8" name="pt18578"/>
            <p:cNvSpPr/>
            <p:nvPr/>
          </p:nvSpPr>
          <p:spPr>
            <a:xfrm>
              <a:off x="6295094" y="2052866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9" name="pt18579"/>
            <p:cNvSpPr/>
            <p:nvPr/>
          </p:nvSpPr>
          <p:spPr>
            <a:xfrm>
              <a:off x="6111909" y="2230035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0" name="pt18580"/>
            <p:cNvSpPr/>
            <p:nvPr/>
          </p:nvSpPr>
          <p:spPr>
            <a:xfrm>
              <a:off x="6225450" y="2333556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1" name="pt18581"/>
            <p:cNvSpPr/>
            <p:nvPr/>
          </p:nvSpPr>
          <p:spPr>
            <a:xfrm>
              <a:off x="6475566" y="226992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2" name="pt18582"/>
            <p:cNvSpPr/>
            <p:nvPr/>
          </p:nvSpPr>
          <p:spPr>
            <a:xfrm>
              <a:off x="6242363" y="2429818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3" name="pt18583"/>
            <p:cNvSpPr/>
            <p:nvPr/>
          </p:nvSpPr>
          <p:spPr>
            <a:xfrm>
              <a:off x="6075385" y="2411489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4" name="pt18584"/>
            <p:cNvSpPr/>
            <p:nvPr/>
          </p:nvSpPr>
          <p:spPr>
            <a:xfrm>
              <a:off x="6072896" y="2342996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5" name="pt18585"/>
            <p:cNvSpPr/>
            <p:nvPr/>
          </p:nvSpPr>
          <p:spPr>
            <a:xfrm>
              <a:off x="6136156" y="2239883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6" name="pt18586"/>
            <p:cNvSpPr/>
            <p:nvPr/>
          </p:nvSpPr>
          <p:spPr>
            <a:xfrm>
              <a:off x="6226323" y="2248044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7" name="pt18587"/>
            <p:cNvSpPr/>
            <p:nvPr/>
          </p:nvSpPr>
          <p:spPr>
            <a:xfrm>
              <a:off x="6167013" y="2302719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8" name="pt18588"/>
            <p:cNvSpPr/>
            <p:nvPr/>
          </p:nvSpPr>
          <p:spPr>
            <a:xfrm>
              <a:off x="6491133" y="2138547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9" name="pt18589"/>
            <p:cNvSpPr/>
            <p:nvPr/>
          </p:nvSpPr>
          <p:spPr>
            <a:xfrm>
              <a:off x="5984935" y="2449381"/>
              <a:ext cx="16849" cy="16849"/>
            </a:xfrm>
            <a:prstGeom prst="ellipse">
              <a:avLst/>
            </a:prstGeom>
            <a:solidFill>
              <a:srgbClr val="5EBF6A">
                <a:alpha val="45098"/>
              </a:srgbClr>
            </a:solidFill>
            <a:ln w="7363" cap="rnd">
              <a:solidFill>
                <a:srgbClr val="5EBF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0" name="pt18590"/>
            <p:cNvSpPr/>
            <p:nvPr/>
          </p:nvSpPr>
          <p:spPr>
            <a:xfrm>
              <a:off x="5925063" y="201208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1" name="pt18591"/>
            <p:cNvSpPr/>
            <p:nvPr/>
          </p:nvSpPr>
          <p:spPr>
            <a:xfrm>
              <a:off x="6570687" y="2103392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2" name="pt18592"/>
            <p:cNvSpPr/>
            <p:nvPr/>
          </p:nvSpPr>
          <p:spPr>
            <a:xfrm>
              <a:off x="5997300" y="238225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3" name="pt18593"/>
            <p:cNvSpPr/>
            <p:nvPr/>
          </p:nvSpPr>
          <p:spPr>
            <a:xfrm>
              <a:off x="6219608" y="2308448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4" name="pt18594"/>
            <p:cNvSpPr/>
            <p:nvPr/>
          </p:nvSpPr>
          <p:spPr>
            <a:xfrm>
              <a:off x="6084150" y="2442296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5" name="pt18595"/>
            <p:cNvSpPr/>
            <p:nvPr/>
          </p:nvSpPr>
          <p:spPr>
            <a:xfrm>
              <a:off x="6070771" y="2444253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6" name="pt18596"/>
            <p:cNvSpPr/>
            <p:nvPr/>
          </p:nvSpPr>
          <p:spPr>
            <a:xfrm>
              <a:off x="5476705" y="2636516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7" name="pt18597"/>
            <p:cNvSpPr/>
            <p:nvPr/>
          </p:nvSpPr>
          <p:spPr>
            <a:xfrm>
              <a:off x="6517903" y="2115144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8" name="pt18598"/>
            <p:cNvSpPr/>
            <p:nvPr/>
          </p:nvSpPr>
          <p:spPr>
            <a:xfrm>
              <a:off x="6854432" y="1962403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9" name="pt18599"/>
            <p:cNvSpPr/>
            <p:nvPr/>
          </p:nvSpPr>
          <p:spPr>
            <a:xfrm>
              <a:off x="6436238" y="1830082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0" name="pt18600"/>
            <p:cNvSpPr/>
            <p:nvPr/>
          </p:nvSpPr>
          <p:spPr>
            <a:xfrm>
              <a:off x="6619447" y="2163587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1" name="pt18601"/>
            <p:cNvSpPr/>
            <p:nvPr/>
          </p:nvSpPr>
          <p:spPr>
            <a:xfrm>
              <a:off x="5833726" y="2291661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2" name="pt18602"/>
            <p:cNvSpPr/>
            <p:nvPr/>
          </p:nvSpPr>
          <p:spPr>
            <a:xfrm>
              <a:off x="6524907" y="2215429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3" name="pt18603"/>
            <p:cNvSpPr/>
            <p:nvPr/>
          </p:nvSpPr>
          <p:spPr>
            <a:xfrm>
              <a:off x="6083681" y="2315075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4" name="pt18604"/>
            <p:cNvSpPr/>
            <p:nvPr/>
          </p:nvSpPr>
          <p:spPr>
            <a:xfrm>
              <a:off x="5438956" y="2353097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5" name="pt18605"/>
            <p:cNvSpPr/>
            <p:nvPr/>
          </p:nvSpPr>
          <p:spPr>
            <a:xfrm>
              <a:off x="6577491" y="224936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6" name="pt18606"/>
            <p:cNvSpPr/>
            <p:nvPr/>
          </p:nvSpPr>
          <p:spPr>
            <a:xfrm>
              <a:off x="5973752" y="2249119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7" name="pt18607"/>
            <p:cNvSpPr/>
            <p:nvPr/>
          </p:nvSpPr>
          <p:spPr>
            <a:xfrm>
              <a:off x="6378785" y="2341642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8" name="pt18608"/>
            <p:cNvSpPr/>
            <p:nvPr/>
          </p:nvSpPr>
          <p:spPr>
            <a:xfrm>
              <a:off x="5563032" y="235338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9" name="pt18609"/>
            <p:cNvSpPr/>
            <p:nvPr/>
          </p:nvSpPr>
          <p:spPr>
            <a:xfrm>
              <a:off x="5799103" y="203042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0" name="pt18610"/>
            <p:cNvSpPr/>
            <p:nvPr/>
          </p:nvSpPr>
          <p:spPr>
            <a:xfrm>
              <a:off x="5893303" y="2118054"/>
              <a:ext cx="16849" cy="16849"/>
            </a:xfrm>
            <a:prstGeom prst="ellipse">
              <a:avLst/>
            </a:prstGeom>
            <a:solidFill>
              <a:srgbClr val="C5DE3E">
                <a:alpha val="45098"/>
              </a:srgbClr>
            </a:solidFill>
            <a:ln w="7363" cap="rnd">
              <a:solidFill>
                <a:srgbClr val="C5DE3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1" name="pt18611"/>
            <p:cNvSpPr/>
            <p:nvPr/>
          </p:nvSpPr>
          <p:spPr>
            <a:xfrm>
              <a:off x="6543878" y="228160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2" name="pt18612"/>
            <p:cNvSpPr/>
            <p:nvPr/>
          </p:nvSpPr>
          <p:spPr>
            <a:xfrm>
              <a:off x="5897445" y="207530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3" name="pt18613"/>
            <p:cNvSpPr/>
            <p:nvPr/>
          </p:nvSpPr>
          <p:spPr>
            <a:xfrm>
              <a:off x="6535316" y="2219089"/>
              <a:ext cx="16849" cy="16849"/>
            </a:xfrm>
            <a:prstGeom prst="ellipse">
              <a:avLst/>
            </a:prstGeom>
            <a:solidFill>
              <a:srgbClr val="2B7B8D">
                <a:alpha val="45098"/>
              </a:srgbClr>
            </a:solidFill>
            <a:ln w="7363" cap="rnd">
              <a:solidFill>
                <a:srgbClr val="2B7B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4" name="pt18614"/>
            <p:cNvSpPr/>
            <p:nvPr/>
          </p:nvSpPr>
          <p:spPr>
            <a:xfrm>
              <a:off x="6711501" y="2087083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5" name="pt18615"/>
            <p:cNvSpPr/>
            <p:nvPr/>
          </p:nvSpPr>
          <p:spPr>
            <a:xfrm>
              <a:off x="5620688" y="2285940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6" name="pt18616"/>
            <p:cNvSpPr/>
            <p:nvPr/>
          </p:nvSpPr>
          <p:spPr>
            <a:xfrm>
              <a:off x="6384446" y="2186853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7" name="pt18617"/>
            <p:cNvSpPr/>
            <p:nvPr/>
          </p:nvSpPr>
          <p:spPr>
            <a:xfrm>
              <a:off x="6283591" y="225476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8" name="pt18618"/>
            <p:cNvSpPr/>
            <p:nvPr/>
          </p:nvSpPr>
          <p:spPr>
            <a:xfrm>
              <a:off x="5535078" y="2267984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9" name="pt18619"/>
            <p:cNvSpPr/>
            <p:nvPr/>
          </p:nvSpPr>
          <p:spPr>
            <a:xfrm>
              <a:off x="6062982" y="2417511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0" name="pt18620"/>
            <p:cNvSpPr/>
            <p:nvPr/>
          </p:nvSpPr>
          <p:spPr>
            <a:xfrm>
              <a:off x="6130929" y="2252206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1" name="pt18621"/>
            <p:cNvSpPr/>
            <p:nvPr/>
          </p:nvSpPr>
          <p:spPr>
            <a:xfrm>
              <a:off x="6392416" y="2175817"/>
              <a:ext cx="16849" cy="16849"/>
            </a:xfrm>
            <a:prstGeom prst="ellipse">
              <a:avLst/>
            </a:prstGeom>
            <a:solidFill>
              <a:srgbClr val="32AC80">
                <a:alpha val="45098"/>
              </a:srgbClr>
            </a:solidFill>
            <a:ln w="7363" cap="rnd">
              <a:solidFill>
                <a:srgbClr val="32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2" name="pt18622"/>
            <p:cNvSpPr/>
            <p:nvPr/>
          </p:nvSpPr>
          <p:spPr>
            <a:xfrm>
              <a:off x="5489650" y="2629731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3" name="pt18623"/>
            <p:cNvSpPr/>
            <p:nvPr/>
          </p:nvSpPr>
          <p:spPr>
            <a:xfrm>
              <a:off x="5563199" y="2404611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4" name="pt18624"/>
            <p:cNvSpPr/>
            <p:nvPr/>
          </p:nvSpPr>
          <p:spPr>
            <a:xfrm>
              <a:off x="5634885" y="2349708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5" name="pt18625"/>
            <p:cNvSpPr/>
            <p:nvPr/>
          </p:nvSpPr>
          <p:spPr>
            <a:xfrm>
              <a:off x="6335488" y="2197830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6" name="pt18626"/>
            <p:cNvSpPr/>
            <p:nvPr/>
          </p:nvSpPr>
          <p:spPr>
            <a:xfrm>
              <a:off x="6637010" y="2115910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7" name="pt18627"/>
            <p:cNvSpPr/>
            <p:nvPr/>
          </p:nvSpPr>
          <p:spPr>
            <a:xfrm>
              <a:off x="6723830" y="1992757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8" name="pt18628"/>
            <p:cNvSpPr/>
            <p:nvPr/>
          </p:nvSpPr>
          <p:spPr>
            <a:xfrm>
              <a:off x="6315552" y="2227951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9" name="pt18629"/>
            <p:cNvSpPr/>
            <p:nvPr/>
          </p:nvSpPr>
          <p:spPr>
            <a:xfrm>
              <a:off x="5752298" y="2186425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0" name="pt18630"/>
            <p:cNvSpPr/>
            <p:nvPr/>
          </p:nvSpPr>
          <p:spPr>
            <a:xfrm>
              <a:off x="6239324" y="228686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1" name="pt18631"/>
            <p:cNvSpPr/>
            <p:nvPr/>
          </p:nvSpPr>
          <p:spPr>
            <a:xfrm>
              <a:off x="5954001" y="2331338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2" name="pt18632"/>
            <p:cNvSpPr/>
            <p:nvPr/>
          </p:nvSpPr>
          <p:spPr>
            <a:xfrm>
              <a:off x="6246033" y="2430944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3" name="pt18633"/>
            <p:cNvSpPr/>
            <p:nvPr/>
          </p:nvSpPr>
          <p:spPr>
            <a:xfrm>
              <a:off x="6032895" y="198253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4" name="pt18634"/>
            <p:cNvSpPr/>
            <p:nvPr/>
          </p:nvSpPr>
          <p:spPr>
            <a:xfrm>
              <a:off x="6633763" y="221955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5" name="pt18635"/>
            <p:cNvSpPr/>
            <p:nvPr/>
          </p:nvSpPr>
          <p:spPr>
            <a:xfrm>
              <a:off x="7079371" y="1795238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6" name="pt18636"/>
            <p:cNvSpPr/>
            <p:nvPr/>
          </p:nvSpPr>
          <p:spPr>
            <a:xfrm>
              <a:off x="6543591" y="208968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7" name="pt18637"/>
            <p:cNvSpPr/>
            <p:nvPr/>
          </p:nvSpPr>
          <p:spPr>
            <a:xfrm>
              <a:off x="6798960" y="1795355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8" name="pt18638"/>
            <p:cNvSpPr/>
            <p:nvPr/>
          </p:nvSpPr>
          <p:spPr>
            <a:xfrm>
              <a:off x="6896174" y="183872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9" name="pt18639"/>
            <p:cNvSpPr/>
            <p:nvPr/>
          </p:nvSpPr>
          <p:spPr>
            <a:xfrm>
              <a:off x="5975050" y="2426494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0" name="pt18640"/>
            <p:cNvSpPr/>
            <p:nvPr/>
          </p:nvSpPr>
          <p:spPr>
            <a:xfrm>
              <a:off x="6266382" y="2453257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1" name="pt18641"/>
            <p:cNvSpPr/>
            <p:nvPr/>
          </p:nvSpPr>
          <p:spPr>
            <a:xfrm>
              <a:off x="6204353" y="2296180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2" name="pt18642"/>
            <p:cNvSpPr/>
            <p:nvPr/>
          </p:nvSpPr>
          <p:spPr>
            <a:xfrm>
              <a:off x="6073509" y="2385292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3" name="pt18643"/>
            <p:cNvSpPr/>
            <p:nvPr/>
          </p:nvSpPr>
          <p:spPr>
            <a:xfrm>
              <a:off x="5693917" y="245133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4" name="pt18644"/>
            <p:cNvSpPr/>
            <p:nvPr/>
          </p:nvSpPr>
          <p:spPr>
            <a:xfrm>
              <a:off x="7345238" y="202624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5" name="pt18645"/>
            <p:cNvSpPr/>
            <p:nvPr/>
          </p:nvSpPr>
          <p:spPr>
            <a:xfrm>
              <a:off x="6929828" y="1889272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6" name="pt18646"/>
            <p:cNvSpPr/>
            <p:nvPr/>
          </p:nvSpPr>
          <p:spPr>
            <a:xfrm>
              <a:off x="6623733" y="2111739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7" name="pt18647"/>
            <p:cNvSpPr/>
            <p:nvPr/>
          </p:nvSpPr>
          <p:spPr>
            <a:xfrm>
              <a:off x="6146196" y="2348608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8" name="pt18648"/>
            <p:cNvSpPr/>
            <p:nvPr/>
          </p:nvSpPr>
          <p:spPr>
            <a:xfrm>
              <a:off x="6050646" y="245864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9" name="pt18649"/>
            <p:cNvSpPr/>
            <p:nvPr/>
          </p:nvSpPr>
          <p:spPr>
            <a:xfrm>
              <a:off x="6148458" y="2327941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0" name="pt18650"/>
            <p:cNvSpPr/>
            <p:nvPr/>
          </p:nvSpPr>
          <p:spPr>
            <a:xfrm>
              <a:off x="7282325" y="2018699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1" name="pt18651"/>
            <p:cNvSpPr/>
            <p:nvPr/>
          </p:nvSpPr>
          <p:spPr>
            <a:xfrm>
              <a:off x="5356642" y="2526914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2" name="pt18652"/>
            <p:cNvSpPr/>
            <p:nvPr/>
          </p:nvSpPr>
          <p:spPr>
            <a:xfrm>
              <a:off x="6284026" y="2212132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3" name="pt18653"/>
            <p:cNvSpPr/>
            <p:nvPr/>
          </p:nvSpPr>
          <p:spPr>
            <a:xfrm>
              <a:off x="6351014" y="2187833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4" name="pt18654"/>
            <p:cNvSpPr/>
            <p:nvPr/>
          </p:nvSpPr>
          <p:spPr>
            <a:xfrm>
              <a:off x="7237491" y="197364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5" name="pt18655"/>
            <p:cNvSpPr/>
            <p:nvPr/>
          </p:nvSpPr>
          <p:spPr>
            <a:xfrm>
              <a:off x="6455001" y="212203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6" name="pt18656"/>
            <p:cNvSpPr/>
            <p:nvPr/>
          </p:nvSpPr>
          <p:spPr>
            <a:xfrm>
              <a:off x="6882243" y="1839175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7" name="pt18657"/>
            <p:cNvSpPr/>
            <p:nvPr/>
          </p:nvSpPr>
          <p:spPr>
            <a:xfrm>
              <a:off x="6523710" y="2177807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8" name="pt18658"/>
            <p:cNvSpPr/>
            <p:nvPr/>
          </p:nvSpPr>
          <p:spPr>
            <a:xfrm>
              <a:off x="6690480" y="217546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9" name="pt18659"/>
            <p:cNvSpPr/>
            <p:nvPr/>
          </p:nvSpPr>
          <p:spPr>
            <a:xfrm>
              <a:off x="5739925" y="2313855"/>
              <a:ext cx="16849" cy="16849"/>
            </a:xfrm>
            <a:prstGeom prst="ellipse">
              <a:avLst/>
            </a:prstGeom>
            <a:solidFill>
              <a:srgbClr val="86D34F">
                <a:alpha val="45098"/>
              </a:srgbClr>
            </a:solidFill>
            <a:ln w="7363" cap="rnd">
              <a:solidFill>
                <a:srgbClr val="86D34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0" name="pt18660"/>
            <p:cNvSpPr/>
            <p:nvPr/>
          </p:nvSpPr>
          <p:spPr>
            <a:xfrm>
              <a:off x="5654627" y="2462108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1" name="pt18661"/>
            <p:cNvSpPr/>
            <p:nvPr/>
          </p:nvSpPr>
          <p:spPr>
            <a:xfrm>
              <a:off x="6210753" y="2286982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2" name="pt18662"/>
            <p:cNvSpPr/>
            <p:nvPr/>
          </p:nvSpPr>
          <p:spPr>
            <a:xfrm>
              <a:off x="6300193" y="2069676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3" name="pt18663"/>
            <p:cNvSpPr/>
            <p:nvPr/>
          </p:nvSpPr>
          <p:spPr>
            <a:xfrm>
              <a:off x="6979019" y="1886517"/>
              <a:ext cx="16849" cy="16849"/>
            </a:xfrm>
            <a:prstGeom prst="ellipse">
              <a:avLst/>
            </a:prstGeom>
            <a:solidFill>
              <a:srgbClr val="2CAA82">
                <a:alpha val="45098"/>
              </a:srgbClr>
            </a:solidFill>
            <a:ln w="7363" cap="rnd">
              <a:solidFill>
                <a:srgbClr val="2C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4" name="pt18664"/>
            <p:cNvSpPr/>
            <p:nvPr/>
          </p:nvSpPr>
          <p:spPr>
            <a:xfrm>
              <a:off x="6399328" y="216428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5" name="pt18665"/>
            <p:cNvSpPr/>
            <p:nvPr/>
          </p:nvSpPr>
          <p:spPr>
            <a:xfrm>
              <a:off x="6492226" y="2096029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6" name="pt18666"/>
            <p:cNvSpPr/>
            <p:nvPr/>
          </p:nvSpPr>
          <p:spPr>
            <a:xfrm>
              <a:off x="6416998" y="2222903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7" name="pt18667"/>
            <p:cNvSpPr/>
            <p:nvPr/>
          </p:nvSpPr>
          <p:spPr>
            <a:xfrm>
              <a:off x="6862197" y="1866030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8" name="pt18668"/>
            <p:cNvSpPr/>
            <p:nvPr/>
          </p:nvSpPr>
          <p:spPr>
            <a:xfrm>
              <a:off x="6742881" y="209441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9" name="pt18669"/>
            <p:cNvSpPr/>
            <p:nvPr/>
          </p:nvSpPr>
          <p:spPr>
            <a:xfrm>
              <a:off x="6424096" y="1908504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0" name="pt18670"/>
            <p:cNvSpPr/>
            <p:nvPr/>
          </p:nvSpPr>
          <p:spPr>
            <a:xfrm>
              <a:off x="6314121" y="2292926"/>
              <a:ext cx="16849" cy="16849"/>
            </a:xfrm>
            <a:prstGeom prst="ellipse">
              <a:avLst/>
            </a:prstGeom>
            <a:solidFill>
              <a:srgbClr val="336E8D">
                <a:alpha val="45098"/>
              </a:srgbClr>
            </a:solidFill>
            <a:ln w="7363" cap="rnd">
              <a:solidFill>
                <a:srgbClr val="336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1" name="pt18671"/>
            <p:cNvSpPr/>
            <p:nvPr/>
          </p:nvSpPr>
          <p:spPr>
            <a:xfrm>
              <a:off x="5909245" y="210632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2" name="pt18672"/>
            <p:cNvSpPr/>
            <p:nvPr/>
          </p:nvSpPr>
          <p:spPr>
            <a:xfrm>
              <a:off x="6501467" y="220854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3" name="pt18673"/>
            <p:cNvSpPr/>
            <p:nvPr/>
          </p:nvSpPr>
          <p:spPr>
            <a:xfrm>
              <a:off x="6089080" y="2219922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4" name="pt18674"/>
            <p:cNvSpPr/>
            <p:nvPr/>
          </p:nvSpPr>
          <p:spPr>
            <a:xfrm>
              <a:off x="5914934" y="2057376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5" name="pt18675"/>
            <p:cNvSpPr/>
            <p:nvPr/>
          </p:nvSpPr>
          <p:spPr>
            <a:xfrm>
              <a:off x="6280529" y="2161142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6" name="pt18676"/>
            <p:cNvSpPr/>
            <p:nvPr/>
          </p:nvSpPr>
          <p:spPr>
            <a:xfrm>
              <a:off x="6237810" y="225117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7" name="pt18677"/>
            <p:cNvSpPr/>
            <p:nvPr/>
          </p:nvSpPr>
          <p:spPr>
            <a:xfrm>
              <a:off x="5367861" y="2489388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8" name="pt18678"/>
            <p:cNvSpPr/>
            <p:nvPr/>
          </p:nvSpPr>
          <p:spPr>
            <a:xfrm>
              <a:off x="6173974" y="232181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9" name="pt18679"/>
            <p:cNvSpPr/>
            <p:nvPr/>
          </p:nvSpPr>
          <p:spPr>
            <a:xfrm>
              <a:off x="5831068" y="2441526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0" name="pt18680"/>
            <p:cNvSpPr/>
            <p:nvPr/>
          </p:nvSpPr>
          <p:spPr>
            <a:xfrm>
              <a:off x="5312401" y="1774619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1" name="pt18681"/>
            <p:cNvSpPr/>
            <p:nvPr/>
          </p:nvSpPr>
          <p:spPr>
            <a:xfrm>
              <a:off x="6540601" y="226459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2" name="pt18682"/>
            <p:cNvSpPr/>
            <p:nvPr/>
          </p:nvSpPr>
          <p:spPr>
            <a:xfrm>
              <a:off x="5726886" y="242673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3" name="pt18683"/>
            <p:cNvSpPr/>
            <p:nvPr/>
          </p:nvSpPr>
          <p:spPr>
            <a:xfrm>
              <a:off x="6664974" y="1964275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4" name="pt18684"/>
            <p:cNvSpPr/>
            <p:nvPr/>
          </p:nvSpPr>
          <p:spPr>
            <a:xfrm>
              <a:off x="5553798" y="2421086"/>
              <a:ext cx="16849" cy="16849"/>
            </a:xfrm>
            <a:prstGeom prst="ellipse">
              <a:avLst/>
            </a:prstGeom>
            <a:solidFill>
              <a:srgbClr val="55BA70">
                <a:alpha val="45098"/>
              </a:srgbClr>
            </a:solidFill>
            <a:ln w="7363" cap="rnd">
              <a:solidFill>
                <a:srgbClr val="55BA7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5" name="pt18685"/>
            <p:cNvSpPr/>
            <p:nvPr/>
          </p:nvSpPr>
          <p:spPr>
            <a:xfrm>
              <a:off x="6251703" y="233502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6" name="pt18686"/>
            <p:cNvSpPr/>
            <p:nvPr/>
          </p:nvSpPr>
          <p:spPr>
            <a:xfrm>
              <a:off x="5590130" y="1999399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7" name="pt18687"/>
            <p:cNvSpPr/>
            <p:nvPr/>
          </p:nvSpPr>
          <p:spPr>
            <a:xfrm>
              <a:off x="6743285" y="2059369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8" name="pt18688"/>
            <p:cNvSpPr/>
            <p:nvPr/>
          </p:nvSpPr>
          <p:spPr>
            <a:xfrm>
              <a:off x="5452237" y="2473739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9" name="pt18689"/>
            <p:cNvSpPr/>
            <p:nvPr/>
          </p:nvSpPr>
          <p:spPr>
            <a:xfrm>
              <a:off x="7104967" y="1359168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0" name="pt18690"/>
            <p:cNvSpPr/>
            <p:nvPr/>
          </p:nvSpPr>
          <p:spPr>
            <a:xfrm>
              <a:off x="5956271" y="2341801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1" name="pt18691"/>
            <p:cNvSpPr/>
            <p:nvPr/>
          </p:nvSpPr>
          <p:spPr>
            <a:xfrm>
              <a:off x="6151490" y="2281847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2" name="pt18692"/>
            <p:cNvSpPr/>
            <p:nvPr/>
          </p:nvSpPr>
          <p:spPr>
            <a:xfrm>
              <a:off x="6010579" y="2388697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3" name="pt18693"/>
            <p:cNvSpPr/>
            <p:nvPr/>
          </p:nvSpPr>
          <p:spPr>
            <a:xfrm>
              <a:off x="6028965" y="2157216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4" name="pt18694"/>
            <p:cNvSpPr/>
            <p:nvPr/>
          </p:nvSpPr>
          <p:spPr>
            <a:xfrm>
              <a:off x="6007838" y="2389363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5" name="pt18695"/>
            <p:cNvSpPr/>
            <p:nvPr/>
          </p:nvSpPr>
          <p:spPr>
            <a:xfrm>
              <a:off x="6478030" y="2122189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6" name="pt18696"/>
            <p:cNvSpPr/>
            <p:nvPr/>
          </p:nvSpPr>
          <p:spPr>
            <a:xfrm>
              <a:off x="6310009" y="2154413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7" name="pt18697"/>
            <p:cNvSpPr/>
            <p:nvPr/>
          </p:nvSpPr>
          <p:spPr>
            <a:xfrm>
              <a:off x="5635435" y="2426781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8" name="pt18698"/>
            <p:cNvSpPr/>
            <p:nvPr/>
          </p:nvSpPr>
          <p:spPr>
            <a:xfrm>
              <a:off x="5791991" y="198405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9" name="pt18699"/>
            <p:cNvSpPr/>
            <p:nvPr/>
          </p:nvSpPr>
          <p:spPr>
            <a:xfrm>
              <a:off x="6673799" y="2078741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0" name="pt18700"/>
            <p:cNvSpPr/>
            <p:nvPr/>
          </p:nvSpPr>
          <p:spPr>
            <a:xfrm>
              <a:off x="5676952" y="2184953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1" name="pt18701"/>
            <p:cNvSpPr/>
            <p:nvPr/>
          </p:nvSpPr>
          <p:spPr>
            <a:xfrm>
              <a:off x="6689902" y="215921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2" name="pt18702"/>
            <p:cNvSpPr/>
            <p:nvPr/>
          </p:nvSpPr>
          <p:spPr>
            <a:xfrm>
              <a:off x="6537929" y="2117650"/>
              <a:ext cx="16849" cy="16849"/>
            </a:xfrm>
            <a:prstGeom prst="ellipse">
              <a:avLst/>
            </a:prstGeom>
            <a:solidFill>
              <a:srgbClr val="2C898B">
                <a:alpha val="45098"/>
              </a:srgbClr>
            </a:solidFill>
            <a:ln w="7363" cap="rnd">
              <a:solidFill>
                <a:srgbClr val="2C89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3" name="pt18703"/>
            <p:cNvSpPr/>
            <p:nvPr/>
          </p:nvSpPr>
          <p:spPr>
            <a:xfrm>
              <a:off x="6094878" y="2142365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4" name="pt18704"/>
            <p:cNvSpPr/>
            <p:nvPr/>
          </p:nvSpPr>
          <p:spPr>
            <a:xfrm>
              <a:off x="5940410" y="2110726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5" name="pt18705"/>
            <p:cNvSpPr/>
            <p:nvPr/>
          </p:nvSpPr>
          <p:spPr>
            <a:xfrm>
              <a:off x="6783497" y="186860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6" name="pt18706"/>
            <p:cNvSpPr/>
            <p:nvPr/>
          </p:nvSpPr>
          <p:spPr>
            <a:xfrm>
              <a:off x="5500732" y="2310345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7" name="pt18707"/>
            <p:cNvSpPr/>
            <p:nvPr/>
          </p:nvSpPr>
          <p:spPr>
            <a:xfrm>
              <a:off x="6038331" y="2417137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8" name="pt18708"/>
            <p:cNvSpPr/>
            <p:nvPr/>
          </p:nvSpPr>
          <p:spPr>
            <a:xfrm>
              <a:off x="5873467" y="2244186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9" name="pt18709"/>
            <p:cNvSpPr/>
            <p:nvPr/>
          </p:nvSpPr>
          <p:spPr>
            <a:xfrm>
              <a:off x="6156036" y="2153438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0" name="pt18710"/>
            <p:cNvSpPr/>
            <p:nvPr/>
          </p:nvSpPr>
          <p:spPr>
            <a:xfrm>
              <a:off x="6447935" y="2065225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1" name="pt18711"/>
            <p:cNvSpPr/>
            <p:nvPr/>
          </p:nvSpPr>
          <p:spPr>
            <a:xfrm>
              <a:off x="6132971" y="2146206"/>
              <a:ext cx="16849" cy="16849"/>
            </a:xfrm>
            <a:prstGeom prst="ellipse">
              <a:avLst/>
            </a:prstGeom>
            <a:solidFill>
              <a:srgbClr val="76CE56">
                <a:alpha val="45098"/>
              </a:srgbClr>
            </a:solidFill>
            <a:ln w="7363" cap="rnd">
              <a:solidFill>
                <a:srgbClr val="76CE5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2" name="pt18712"/>
            <p:cNvSpPr/>
            <p:nvPr/>
          </p:nvSpPr>
          <p:spPr>
            <a:xfrm>
              <a:off x="6731399" y="1840671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3" name="pt18713"/>
            <p:cNvSpPr/>
            <p:nvPr/>
          </p:nvSpPr>
          <p:spPr>
            <a:xfrm>
              <a:off x="6180226" y="2285595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4" name="pt18714"/>
            <p:cNvSpPr/>
            <p:nvPr/>
          </p:nvSpPr>
          <p:spPr>
            <a:xfrm>
              <a:off x="6348858" y="235468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5" name="pt18715"/>
            <p:cNvSpPr/>
            <p:nvPr/>
          </p:nvSpPr>
          <p:spPr>
            <a:xfrm>
              <a:off x="5979809" y="215174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6" name="pt18716"/>
            <p:cNvSpPr/>
            <p:nvPr/>
          </p:nvSpPr>
          <p:spPr>
            <a:xfrm>
              <a:off x="6756764" y="2010823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7" name="pt18717"/>
            <p:cNvSpPr/>
            <p:nvPr/>
          </p:nvSpPr>
          <p:spPr>
            <a:xfrm>
              <a:off x="6308465" y="2129124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8" name="pt18718"/>
            <p:cNvSpPr/>
            <p:nvPr/>
          </p:nvSpPr>
          <p:spPr>
            <a:xfrm>
              <a:off x="6478494" y="2066277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9" name="pt18719"/>
            <p:cNvSpPr/>
            <p:nvPr/>
          </p:nvSpPr>
          <p:spPr>
            <a:xfrm>
              <a:off x="6265807" y="2365930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0" name="pt18720"/>
            <p:cNvSpPr/>
            <p:nvPr/>
          </p:nvSpPr>
          <p:spPr>
            <a:xfrm>
              <a:off x="6974326" y="1681039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1" name="pt18721"/>
            <p:cNvSpPr/>
            <p:nvPr/>
          </p:nvSpPr>
          <p:spPr>
            <a:xfrm>
              <a:off x="6062416" y="2426154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2" name="pt18722"/>
            <p:cNvSpPr/>
            <p:nvPr/>
          </p:nvSpPr>
          <p:spPr>
            <a:xfrm>
              <a:off x="5610545" y="2510670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3" name="pt18723"/>
            <p:cNvSpPr/>
            <p:nvPr/>
          </p:nvSpPr>
          <p:spPr>
            <a:xfrm>
              <a:off x="6716708" y="2022044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4" name="pt18724"/>
            <p:cNvSpPr/>
            <p:nvPr/>
          </p:nvSpPr>
          <p:spPr>
            <a:xfrm>
              <a:off x="7388083" y="1352156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5" name="pt18725"/>
            <p:cNvSpPr/>
            <p:nvPr/>
          </p:nvSpPr>
          <p:spPr>
            <a:xfrm>
              <a:off x="5554821" y="2561153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6" name="pt18726"/>
            <p:cNvSpPr/>
            <p:nvPr/>
          </p:nvSpPr>
          <p:spPr>
            <a:xfrm>
              <a:off x="5276203" y="2270045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7" name="pt18727"/>
            <p:cNvSpPr/>
            <p:nvPr/>
          </p:nvSpPr>
          <p:spPr>
            <a:xfrm>
              <a:off x="6954428" y="2039046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8" name="pt18728"/>
            <p:cNvSpPr/>
            <p:nvPr/>
          </p:nvSpPr>
          <p:spPr>
            <a:xfrm>
              <a:off x="6680524" y="1993764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9" name="pt18729"/>
            <p:cNvSpPr/>
            <p:nvPr/>
          </p:nvSpPr>
          <p:spPr>
            <a:xfrm>
              <a:off x="6451475" y="2031055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0" name="pt18730"/>
            <p:cNvSpPr/>
            <p:nvPr/>
          </p:nvSpPr>
          <p:spPr>
            <a:xfrm>
              <a:off x="5053655" y="301694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1" name="pt18731"/>
            <p:cNvSpPr/>
            <p:nvPr/>
          </p:nvSpPr>
          <p:spPr>
            <a:xfrm>
              <a:off x="4857590" y="2701290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2" name="pt18732"/>
            <p:cNvSpPr/>
            <p:nvPr/>
          </p:nvSpPr>
          <p:spPr>
            <a:xfrm>
              <a:off x="4893686" y="2537874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3" name="pt18733"/>
            <p:cNvSpPr/>
            <p:nvPr/>
          </p:nvSpPr>
          <p:spPr>
            <a:xfrm>
              <a:off x="6238164" y="229240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4" name="pt18734"/>
            <p:cNvSpPr/>
            <p:nvPr/>
          </p:nvSpPr>
          <p:spPr>
            <a:xfrm>
              <a:off x="6560150" y="2126012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5" name="pt18735"/>
            <p:cNvSpPr/>
            <p:nvPr/>
          </p:nvSpPr>
          <p:spPr>
            <a:xfrm>
              <a:off x="6645585" y="2131017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6" name="pt18736"/>
            <p:cNvSpPr/>
            <p:nvPr/>
          </p:nvSpPr>
          <p:spPr>
            <a:xfrm>
              <a:off x="5875949" y="2148215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7" name="pt18737"/>
            <p:cNvSpPr/>
            <p:nvPr/>
          </p:nvSpPr>
          <p:spPr>
            <a:xfrm>
              <a:off x="6387026" y="2244050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8" name="pt18738"/>
            <p:cNvSpPr/>
            <p:nvPr/>
          </p:nvSpPr>
          <p:spPr>
            <a:xfrm>
              <a:off x="6181294" y="2280228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9" name="pt18739"/>
            <p:cNvSpPr/>
            <p:nvPr/>
          </p:nvSpPr>
          <p:spPr>
            <a:xfrm>
              <a:off x="6668048" y="213968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0" name="pt18740"/>
            <p:cNvSpPr/>
            <p:nvPr/>
          </p:nvSpPr>
          <p:spPr>
            <a:xfrm>
              <a:off x="6052393" y="2380388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1" name="pt18741"/>
            <p:cNvSpPr/>
            <p:nvPr/>
          </p:nvSpPr>
          <p:spPr>
            <a:xfrm>
              <a:off x="5811466" y="2139968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2" name="pt18742"/>
            <p:cNvSpPr/>
            <p:nvPr/>
          </p:nvSpPr>
          <p:spPr>
            <a:xfrm>
              <a:off x="5559394" y="2560553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3" name="pt18743"/>
            <p:cNvSpPr/>
            <p:nvPr/>
          </p:nvSpPr>
          <p:spPr>
            <a:xfrm>
              <a:off x="6702306" y="1977478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4" name="pt18744"/>
            <p:cNvSpPr/>
            <p:nvPr/>
          </p:nvSpPr>
          <p:spPr>
            <a:xfrm>
              <a:off x="6978535" y="1766024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5" name="pt18745"/>
            <p:cNvSpPr/>
            <p:nvPr/>
          </p:nvSpPr>
          <p:spPr>
            <a:xfrm>
              <a:off x="6322209" y="222012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6" name="pt18746"/>
            <p:cNvSpPr/>
            <p:nvPr/>
          </p:nvSpPr>
          <p:spPr>
            <a:xfrm>
              <a:off x="6517825" y="234462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7" name="pt18747"/>
            <p:cNvSpPr/>
            <p:nvPr/>
          </p:nvSpPr>
          <p:spPr>
            <a:xfrm>
              <a:off x="5623678" y="2404466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8" name="pt18748"/>
            <p:cNvSpPr/>
            <p:nvPr/>
          </p:nvSpPr>
          <p:spPr>
            <a:xfrm>
              <a:off x="5744570" y="2154571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9" name="pt18749"/>
            <p:cNvSpPr/>
            <p:nvPr/>
          </p:nvSpPr>
          <p:spPr>
            <a:xfrm>
              <a:off x="7471776" y="1726510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0" name="pt18750"/>
            <p:cNvSpPr/>
            <p:nvPr/>
          </p:nvSpPr>
          <p:spPr>
            <a:xfrm>
              <a:off x="7151622" y="1455700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1" name="pt18751"/>
            <p:cNvSpPr/>
            <p:nvPr/>
          </p:nvSpPr>
          <p:spPr>
            <a:xfrm>
              <a:off x="6347844" y="2172066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2" name="pt18752"/>
            <p:cNvSpPr/>
            <p:nvPr/>
          </p:nvSpPr>
          <p:spPr>
            <a:xfrm>
              <a:off x="6191276" y="2224068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3" name="pt18753"/>
            <p:cNvSpPr/>
            <p:nvPr/>
          </p:nvSpPr>
          <p:spPr>
            <a:xfrm>
              <a:off x="6314461" y="2229201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4" name="pt18754"/>
            <p:cNvSpPr/>
            <p:nvPr/>
          </p:nvSpPr>
          <p:spPr>
            <a:xfrm>
              <a:off x="6415087" y="2205921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5" name="pt18755"/>
            <p:cNvSpPr/>
            <p:nvPr/>
          </p:nvSpPr>
          <p:spPr>
            <a:xfrm>
              <a:off x="5271031" y="2226217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6" name="pt18756"/>
            <p:cNvSpPr/>
            <p:nvPr/>
          </p:nvSpPr>
          <p:spPr>
            <a:xfrm>
              <a:off x="6730245" y="202124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7" name="pt18757"/>
            <p:cNvSpPr/>
            <p:nvPr/>
          </p:nvSpPr>
          <p:spPr>
            <a:xfrm>
              <a:off x="6181851" y="235494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8" name="pt18758"/>
            <p:cNvSpPr/>
            <p:nvPr/>
          </p:nvSpPr>
          <p:spPr>
            <a:xfrm>
              <a:off x="6145301" y="2367227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9" name="pt18759"/>
            <p:cNvSpPr/>
            <p:nvPr/>
          </p:nvSpPr>
          <p:spPr>
            <a:xfrm>
              <a:off x="5601107" y="2437762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0" name="pt18760"/>
            <p:cNvSpPr/>
            <p:nvPr/>
          </p:nvSpPr>
          <p:spPr>
            <a:xfrm>
              <a:off x="6692418" y="2079610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1" name="pt18761"/>
            <p:cNvSpPr/>
            <p:nvPr/>
          </p:nvSpPr>
          <p:spPr>
            <a:xfrm>
              <a:off x="6463044" y="2197329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2" name="pt18762"/>
            <p:cNvSpPr/>
            <p:nvPr/>
          </p:nvSpPr>
          <p:spPr>
            <a:xfrm>
              <a:off x="6664489" y="202539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3" name="pt18763"/>
            <p:cNvSpPr/>
            <p:nvPr/>
          </p:nvSpPr>
          <p:spPr>
            <a:xfrm>
              <a:off x="6687664" y="1868512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4" name="pt18764"/>
            <p:cNvSpPr/>
            <p:nvPr/>
          </p:nvSpPr>
          <p:spPr>
            <a:xfrm>
              <a:off x="6226275" y="2293543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5" name="pt18765"/>
            <p:cNvSpPr/>
            <p:nvPr/>
          </p:nvSpPr>
          <p:spPr>
            <a:xfrm>
              <a:off x="6456991" y="2039328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6" name="pt18766"/>
            <p:cNvSpPr/>
            <p:nvPr/>
          </p:nvSpPr>
          <p:spPr>
            <a:xfrm>
              <a:off x="6190509" y="227751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7" name="pt18767"/>
            <p:cNvSpPr/>
            <p:nvPr/>
          </p:nvSpPr>
          <p:spPr>
            <a:xfrm>
              <a:off x="6425402" y="1955589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8" name="pt18768"/>
            <p:cNvSpPr/>
            <p:nvPr/>
          </p:nvSpPr>
          <p:spPr>
            <a:xfrm>
              <a:off x="6440092" y="1894667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9" name="pt18769"/>
            <p:cNvSpPr/>
            <p:nvPr/>
          </p:nvSpPr>
          <p:spPr>
            <a:xfrm>
              <a:off x="7419959" y="1320884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0" name="pt18770"/>
            <p:cNvSpPr/>
            <p:nvPr/>
          </p:nvSpPr>
          <p:spPr>
            <a:xfrm>
              <a:off x="6398700" y="2181999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1" name="pt18771"/>
            <p:cNvSpPr/>
            <p:nvPr/>
          </p:nvSpPr>
          <p:spPr>
            <a:xfrm>
              <a:off x="7069338" y="1821069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2" name="pt18772"/>
            <p:cNvSpPr/>
            <p:nvPr/>
          </p:nvSpPr>
          <p:spPr>
            <a:xfrm>
              <a:off x="5823943" y="2464456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3" name="pt18773"/>
            <p:cNvSpPr/>
            <p:nvPr/>
          </p:nvSpPr>
          <p:spPr>
            <a:xfrm>
              <a:off x="6264320" y="2432269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4" name="pt18774"/>
            <p:cNvSpPr/>
            <p:nvPr/>
          </p:nvSpPr>
          <p:spPr>
            <a:xfrm>
              <a:off x="6086035" y="2378426"/>
              <a:ext cx="16849" cy="16849"/>
            </a:xfrm>
            <a:prstGeom prst="ellipse">
              <a:avLst/>
            </a:prstGeom>
            <a:solidFill>
              <a:srgbClr val="44B279">
                <a:alpha val="45098"/>
              </a:srgbClr>
            </a:solidFill>
            <a:ln w="7363" cap="rnd">
              <a:solidFill>
                <a:srgbClr val="44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5" name="pt18775"/>
            <p:cNvSpPr/>
            <p:nvPr/>
          </p:nvSpPr>
          <p:spPr>
            <a:xfrm>
              <a:off x="5771961" y="1848686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6" name="pt18776"/>
            <p:cNvSpPr/>
            <p:nvPr/>
          </p:nvSpPr>
          <p:spPr>
            <a:xfrm>
              <a:off x="6884973" y="1869950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7" name="pt18777"/>
            <p:cNvSpPr/>
            <p:nvPr/>
          </p:nvSpPr>
          <p:spPr>
            <a:xfrm>
              <a:off x="6013380" y="2428627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8" name="pt18778"/>
            <p:cNvSpPr/>
            <p:nvPr/>
          </p:nvSpPr>
          <p:spPr>
            <a:xfrm>
              <a:off x="5965267" y="2379312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9" name="pt18779"/>
            <p:cNvSpPr/>
            <p:nvPr/>
          </p:nvSpPr>
          <p:spPr>
            <a:xfrm>
              <a:off x="5604351" y="2451146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0" name="pt18780"/>
            <p:cNvSpPr/>
            <p:nvPr/>
          </p:nvSpPr>
          <p:spPr>
            <a:xfrm>
              <a:off x="6062796" y="2436778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1" name="pt18781"/>
            <p:cNvSpPr/>
            <p:nvPr/>
          </p:nvSpPr>
          <p:spPr>
            <a:xfrm>
              <a:off x="5739023" y="2137773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2" name="pt18782"/>
            <p:cNvSpPr/>
            <p:nvPr/>
          </p:nvSpPr>
          <p:spPr>
            <a:xfrm>
              <a:off x="6308210" y="218073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3" name="pt18783"/>
            <p:cNvSpPr/>
            <p:nvPr/>
          </p:nvSpPr>
          <p:spPr>
            <a:xfrm>
              <a:off x="5892479" y="2059301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4" name="pt18784"/>
            <p:cNvSpPr/>
            <p:nvPr/>
          </p:nvSpPr>
          <p:spPr>
            <a:xfrm>
              <a:off x="6703057" y="209468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5" name="pt18785"/>
            <p:cNvSpPr/>
            <p:nvPr/>
          </p:nvSpPr>
          <p:spPr>
            <a:xfrm>
              <a:off x="6448594" y="206415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6" name="pt18786"/>
            <p:cNvSpPr/>
            <p:nvPr/>
          </p:nvSpPr>
          <p:spPr>
            <a:xfrm>
              <a:off x="5972858" y="225029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7" name="pt18787"/>
            <p:cNvSpPr/>
            <p:nvPr/>
          </p:nvSpPr>
          <p:spPr>
            <a:xfrm>
              <a:off x="6492116" y="2195458"/>
              <a:ext cx="16849" cy="16849"/>
            </a:xfrm>
            <a:prstGeom prst="ellipse">
              <a:avLst/>
            </a:prstGeom>
            <a:solidFill>
              <a:srgbClr val="8DD44D">
                <a:alpha val="45098"/>
              </a:srgbClr>
            </a:solidFill>
            <a:ln w="7363" cap="rnd">
              <a:solidFill>
                <a:srgbClr val="8D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8" name="pt18788"/>
            <p:cNvSpPr/>
            <p:nvPr/>
          </p:nvSpPr>
          <p:spPr>
            <a:xfrm>
              <a:off x="6571496" y="223338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9" name="pt18789"/>
            <p:cNvSpPr/>
            <p:nvPr/>
          </p:nvSpPr>
          <p:spPr>
            <a:xfrm>
              <a:off x="5756642" y="1993536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0" name="pt18790"/>
            <p:cNvSpPr/>
            <p:nvPr/>
          </p:nvSpPr>
          <p:spPr>
            <a:xfrm>
              <a:off x="6747981" y="2115068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1" name="pt18791"/>
            <p:cNvSpPr/>
            <p:nvPr/>
          </p:nvSpPr>
          <p:spPr>
            <a:xfrm>
              <a:off x="5962199" y="2432441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2" name="pt18792"/>
            <p:cNvSpPr/>
            <p:nvPr/>
          </p:nvSpPr>
          <p:spPr>
            <a:xfrm>
              <a:off x="6071272" y="242279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3" name="pt18793"/>
            <p:cNvSpPr/>
            <p:nvPr/>
          </p:nvSpPr>
          <p:spPr>
            <a:xfrm>
              <a:off x="5850299" y="2456818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4" name="pt18794"/>
            <p:cNvSpPr/>
            <p:nvPr/>
          </p:nvSpPr>
          <p:spPr>
            <a:xfrm>
              <a:off x="6437399" y="1830640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5" name="pt18795"/>
            <p:cNvSpPr/>
            <p:nvPr/>
          </p:nvSpPr>
          <p:spPr>
            <a:xfrm>
              <a:off x="6684743" y="2007488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6" name="pt18796"/>
            <p:cNvSpPr/>
            <p:nvPr/>
          </p:nvSpPr>
          <p:spPr>
            <a:xfrm>
              <a:off x="6203735" y="2136938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7" name="pt18797"/>
            <p:cNvSpPr/>
            <p:nvPr/>
          </p:nvSpPr>
          <p:spPr>
            <a:xfrm>
              <a:off x="6618662" y="2139685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8" name="pt18798"/>
            <p:cNvSpPr/>
            <p:nvPr/>
          </p:nvSpPr>
          <p:spPr>
            <a:xfrm>
              <a:off x="6061897" y="241824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9" name="pt18799"/>
            <p:cNvSpPr/>
            <p:nvPr/>
          </p:nvSpPr>
          <p:spPr>
            <a:xfrm>
              <a:off x="5314682" y="2096953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0" name="pt18800"/>
            <p:cNvSpPr/>
            <p:nvPr/>
          </p:nvSpPr>
          <p:spPr>
            <a:xfrm>
              <a:off x="6761091" y="200685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1" name="pt18801"/>
            <p:cNvSpPr/>
            <p:nvPr/>
          </p:nvSpPr>
          <p:spPr>
            <a:xfrm>
              <a:off x="6553635" y="2110676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2" name="pt18802"/>
            <p:cNvSpPr/>
            <p:nvPr/>
          </p:nvSpPr>
          <p:spPr>
            <a:xfrm>
              <a:off x="5774162" y="2125436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3" name="pt18803"/>
            <p:cNvSpPr/>
            <p:nvPr/>
          </p:nvSpPr>
          <p:spPr>
            <a:xfrm>
              <a:off x="6161915" y="2233378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4" name="pt18804"/>
            <p:cNvSpPr/>
            <p:nvPr/>
          </p:nvSpPr>
          <p:spPr>
            <a:xfrm>
              <a:off x="5325992" y="1905559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5" name="pt18805"/>
            <p:cNvSpPr/>
            <p:nvPr/>
          </p:nvSpPr>
          <p:spPr>
            <a:xfrm>
              <a:off x="6393552" y="2177131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6" name="pt18806"/>
            <p:cNvSpPr/>
            <p:nvPr/>
          </p:nvSpPr>
          <p:spPr>
            <a:xfrm>
              <a:off x="6421003" y="2206430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7" name="pt18807"/>
            <p:cNvSpPr/>
            <p:nvPr/>
          </p:nvSpPr>
          <p:spPr>
            <a:xfrm>
              <a:off x="6170579" y="236722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8" name="pt18808"/>
            <p:cNvSpPr/>
            <p:nvPr/>
          </p:nvSpPr>
          <p:spPr>
            <a:xfrm>
              <a:off x="6502839" y="2045369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9" name="pt18809"/>
            <p:cNvSpPr/>
            <p:nvPr/>
          </p:nvSpPr>
          <p:spPr>
            <a:xfrm>
              <a:off x="5618279" y="256149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0" name="pt18810"/>
            <p:cNvSpPr/>
            <p:nvPr/>
          </p:nvSpPr>
          <p:spPr>
            <a:xfrm>
              <a:off x="5977582" y="2284831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1" name="pt18811"/>
            <p:cNvSpPr/>
            <p:nvPr/>
          </p:nvSpPr>
          <p:spPr>
            <a:xfrm>
              <a:off x="6502197" y="2158731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2" name="pt18812"/>
            <p:cNvSpPr/>
            <p:nvPr/>
          </p:nvSpPr>
          <p:spPr>
            <a:xfrm>
              <a:off x="6161638" y="238358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3" name="pt18813"/>
            <p:cNvSpPr/>
            <p:nvPr/>
          </p:nvSpPr>
          <p:spPr>
            <a:xfrm>
              <a:off x="5504379" y="2480425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4" name="pt18814"/>
            <p:cNvSpPr/>
            <p:nvPr/>
          </p:nvSpPr>
          <p:spPr>
            <a:xfrm>
              <a:off x="6033002" y="203455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5" name="pt18815"/>
            <p:cNvSpPr/>
            <p:nvPr/>
          </p:nvSpPr>
          <p:spPr>
            <a:xfrm>
              <a:off x="6258616" y="2415520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6" name="pt18816"/>
            <p:cNvSpPr/>
            <p:nvPr/>
          </p:nvSpPr>
          <p:spPr>
            <a:xfrm>
              <a:off x="5780466" y="2262724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7" name="pt18817"/>
            <p:cNvSpPr/>
            <p:nvPr/>
          </p:nvSpPr>
          <p:spPr>
            <a:xfrm>
              <a:off x="6706461" y="2355198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8" name="pt18818"/>
            <p:cNvSpPr/>
            <p:nvPr/>
          </p:nvSpPr>
          <p:spPr>
            <a:xfrm>
              <a:off x="6072385" y="2423454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9" name="pt18819"/>
            <p:cNvSpPr/>
            <p:nvPr/>
          </p:nvSpPr>
          <p:spPr>
            <a:xfrm>
              <a:off x="6365747" y="2247447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0" name="pt18820"/>
            <p:cNvSpPr/>
            <p:nvPr/>
          </p:nvSpPr>
          <p:spPr>
            <a:xfrm>
              <a:off x="5912686" y="195613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1" name="pt18821"/>
            <p:cNvSpPr/>
            <p:nvPr/>
          </p:nvSpPr>
          <p:spPr>
            <a:xfrm>
              <a:off x="5743623" y="212321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2" name="pt18822"/>
            <p:cNvSpPr/>
            <p:nvPr/>
          </p:nvSpPr>
          <p:spPr>
            <a:xfrm>
              <a:off x="5603758" y="2404637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3" name="pt18823"/>
            <p:cNvSpPr/>
            <p:nvPr/>
          </p:nvSpPr>
          <p:spPr>
            <a:xfrm>
              <a:off x="6673048" y="2021539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4" name="pt18824"/>
            <p:cNvSpPr/>
            <p:nvPr/>
          </p:nvSpPr>
          <p:spPr>
            <a:xfrm>
              <a:off x="6268166" y="244873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5" name="pt18825"/>
            <p:cNvSpPr/>
            <p:nvPr/>
          </p:nvSpPr>
          <p:spPr>
            <a:xfrm>
              <a:off x="6541046" y="2309151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6" name="pt18826"/>
            <p:cNvSpPr/>
            <p:nvPr/>
          </p:nvSpPr>
          <p:spPr>
            <a:xfrm>
              <a:off x="5729796" y="2213055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7" name="pt18827"/>
            <p:cNvSpPr/>
            <p:nvPr/>
          </p:nvSpPr>
          <p:spPr>
            <a:xfrm>
              <a:off x="5471528" y="2434185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8" name="pt18828"/>
            <p:cNvSpPr/>
            <p:nvPr/>
          </p:nvSpPr>
          <p:spPr>
            <a:xfrm>
              <a:off x="6700500" y="2005864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9" name="pt18829"/>
            <p:cNvSpPr/>
            <p:nvPr/>
          </p:nvSpPr>
          <p:spPr>
            <a:xfrm>
              <a:off x="6005889" y="230029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0" name="pt18830"/>
            <p:cNvSpPr/>
            <p:nvPr/>
          </p:nvSpPr>
          <p:spPr>
            <a:xfrm>
              <a:off x="6150138" y="2286303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1" name="pt18831"/>
            <p:cNvSpPr/>
            <p:nvPr/>
          </p:nvSpPr>
          <p:spPr>
            <a:xfrm>
              <a:off x="6297631" y="199036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2" name="pt18832"/>
            <p:cNvSpPr/>
            <p:nvPr/>
          </p:nvSpPr>
          <p:spPr>
            <a:xfrm>
              <a:off x="6247112" y="2365921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3" name="pt18833"/>
            <p:cNvSpPr/>
            <p:nvPr/>
          </p:nvSpPr>
          <p:spPr>
            <a:xfrm>
              <a:off x="6481611" y="2127571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4" name="pt18834"/>
            <p:cNvSpPr/>
            <p:nvPr/>
          </p:nvSpPr>
          <p:spPr>
            <a:xfrm>
              <a:off x="6385640" y="232488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5" name="pt18835"/>
            <p:cNvSpPr/>
            <p:nvPr/>
          </p:nvSpPr>
          <p:spPr>
            <a:xfrm>
              <a:off x="6478151" y="2034413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6" name="pt18836"/>
            <p:cNvSpPr/>
            <p:nvPr/>
          </p:nvSpPr>
          <p:spPr>
            <a:xfrm>
              <a:off x="6359224" y="2224960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7" name="pt18837"/>
            <p:cNvSpPr/>
            <p:nvPr/>
          </p:nvSpPr>
          <p:spPr>
            <a:xfrm>
              <a:off x="6586711" y="2088153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8" name="pt18838"/>
            <p:cNvSpPr/>
            <p:nvPr/>
          </p:nvSpPr>
          <p:spPr>
            <a:xfrm>
              <a:off x="5805024" y="2075684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9" name="pt18839"/>
            <p:cNvSpPr/>
            <p:nvPr/>
          </p:nvSpPr>
          <p:spPr>
            <a:xfrm>
              <a:off x="6465317" y="2116470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0" name="pt18840"/>
            <p:cNvSpPr/>
            <p:nvPr/>
          </p:nvSpPr>
          <p:spPr>
            <a:xfrm>
              <a:off x="5294171" y="2030464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1" name="pt18841"/>
            <p:cNvSpPr/>
            <p:nvPr/>
          </p:nvSpPr>
          <p:spPr>
            <a:xfrm>
              <a:off x="5028714" y="2619957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2" name="pt18842"/>
            <p:cNvSpPr/>
            <p:nvPr/>
          </p:nvSpPr>
          <p:spPr>
            <a:xfrm>
              <a:off x="6201078" y="216322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3" name="pt18843"/>
            <p:cNvSpPr/>
            <p:nvPr/>
          </p:nvSpPr>
          <p:spPr>
            <a:xfrm>
              <a:off x="5687346" y="2547867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4" name="pt18844"/>
            <p:cNvSpPr/>
            <p:nvPr/>
          </p:nvSpPr>
          <p:spPr>
            <a:xfrm>
              <a:off x="5575559" y="2436008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5" name="pt18845"/>
            <p:cNvSpPr/>
            <p:nvPr/>
          </p:nvSpPr>
          <p:spPr>
            <a:xfrm>
              <a:off x="5970893" y="247635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6" name="pt18846"/>
            <p:cNvSpPr/>
            <p:nvPr/>
          </p:nvSpPr>
          <p:spPr>
            <a:xfrm>
              <a:off x="7345303" y="1902108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7" name="pt18847"/>
            <p:cNvSpPr/>
            <p:nvPr/>
          </p:nvSpPr>
          <p:spPr>
            <a:xfrm>
              <a:off x="6734629" y="1934832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8" name="pt18848"/>
            <p:cNvSpPr/>
            <p:nvPr/>
          </p:nvSpPr>
          <p:spPr>
            <a:xfrm>
              <a:off x="5456615" y="2479856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9" name="pt18849"/>
            <p:cNvSpPr/>
            <p:nvPr/>
          </p:nvSpPr>
          <p:spPr>
            <a:xfrm>
              <a:off x="6568409" y="228194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0" name="pt18850"/>
            <p:cNvSpPr/>
            <p:nvPr/>
          </p:nvSpPr>
          <p:spPr>
            <a:xfrm>
              <a:off x="5964912" y="209146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1" name="pt18851"/>
            <p:cNvSpPr/>
            <p:nvPr/>
          </p:nvSpPr>
          <p:spPr>
            <a:xfrm>
              <a:off x="6588355" y="2196322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2" name="pt18852"/>
            <p:cNvSpPr/>
            <p:nvPr/>
          </p:nvSpPr>
          <p:spPr>
            <a:xfrm>
              <a:off x="6465904" y="2029743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3" name="pt18853"/>
            <p:cNvSpPr/>
            <p:nvPr/>
          </p:nvSpPr>
          <p:spPr>
            <a:xfrm>
              <a:off x="6501904" y="221700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4" name="pt18854"/>
            <p:cNvSpPr/>
            <p:nvPr/>
          </p:nvSpPr>
          <p:spPr>
            <a:xfrm>
              <a:off x="6223169" y="2316280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5" name="pt18855"/>
            <p:cNvSpPr/>
            <p:nvPr/>
          </p:nvSpPr>
          <p:spPr>
            <a:xfrm>
              <a:off x="6395417" y="223839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6" name="pt18856"/>
            <p:cNvSpPr/>
            <p:nvPr/>
          </p:nvSpPr>
          <p:spPr>
            <a:xfrm>
              <a:off x="5459357" y="2526093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7" name="pt18857"/>
            <p:cNvSpPr/>
            <p:nvPr/>
          </p:nvSpPr>
          <p:spPr>
            <a:xfrm>
              <a:off x="6191197" y="223780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8" name="pt18858"/>
            <p:cNvSpPr/>
            <p:nvPr/>
          </p:nvSpPr>
          <p:spPr>
            <a:xfrm>
              <a:off x="7060137" y="174755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9" name="pt18859"/>
            <p:cNvSpPr/>
            <p:nvPr/>
          </p:nvSpPr>
          <p:spPr>
            <a:xfrm>
              <a:off x="5753984" y="2169186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0" name="pt18860"/>
            <p:cNvSpPr/>
            <p:nvPr/>
          </p:nvSpPr>
          <p:spPr>
            <a:xfrm>
              <a:off x="6406802" y="209958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1" name="pt18861"/>
            <p:cNvSpPr/>
            <p:nvPr/>
          </p:nvSpPr>
          <p:spPr>
            <a:xfrm>
              <a:off x="6185841" y="2198157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2" name="pt18862"/>
            <p:cNvSpPr/>
            <p:nvPr/>
          </p:nvSpPr>
          <p:spPr>
            <a:xfrm>
              <a:off x="7436159" y="1656171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3" name="pt18863"/>
            <p:cNvSpPr/>
            <p:nvPr/>
          </p:nvSpPr>
          <p:spPr>
            <a:xfrm>
              <a:off x="6519390" y="2256004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4" name="pt18864"/>
            <p:cNvSpPr/>
            <p:nvPr/>
          </p:nvSpPr>
          <p:spPr>
            <a:xfrm>
              <a:off x="6301226" y="2016877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5" name="pt18865"/>
            <p:cNvSpPr/>
            <p:nvPr/>
          </p:nvSpPr>
          <p:spPr>
            <a:xfrm>
              <a:off x="6501563" y="2119002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6" name="pt18866"/>
            <p:cNvSpPr/>
            <p:nvPr/>
          </p:nvSpPr>
          <p:spPr>
            <a:xfrm>
              <a:off x="6323772" y="233732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7" name="pt18867"/>
            <p:cNvSpPr/>
            <p:nvPr/>
          </p:nvSpPr>
          <p:spPr>
            <a:xfrm>
              <a:off x="6321953" y="2141238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8" name="pt18868"/>
            <p:cNvSpPr/>
            <p:nvPr/>
          </p:nvSpPr>
          <p:spPr>
            <a:xfrm>
              <a:off x="6696445" y="203603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9" name="pt18869"/>
            <p:cNvSpPr/>
            <p:nvPr/>
          </p:nvSpPr>
          <p:spPr>
            <a:xfrm>
              <a:off x="5773040" y="2068203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0" name="pt18870"/>
            <p:cNvSpPr/>
            <p:nvPr/>
          </p:nvSpPr>
          <p:spPr>
            <a:xfrm>
              <a:off x="6559323" y="2140772"/>
              <a:ext cx="16849" cy="16849"/>
            </a:xfrm>
            <a:prstGeom prst="ellipse">
              <a:avLst/>
            </a:prstGeom>
            <a:solidFill>
              <a:srgbClr val="68C563">
                <a:alpha val="45098"/>
              </a:srgbClr>
            </a:solidFill>
            <a:ln w="7363" cap="rnd">
              <a:solidFill>
                <a:srgbClr val="68C5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1" name="pt18871"/>
            <p:cNvSpPr/>
            <p:nvPr/>
          </p:nvSpPr>
          <p:spPr>
            <a:xfrm>
              <a:off x="5598915" y="2504632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2" name="pt18872"/>
            <p:cNvSpPr/>
            <p:nvPr/>
          </p:nvSpPr>
          <p:spPr>
            <a:xfrm>
              <a:off x="5814073" y="2306863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3" name="pt18873"/>
            <p:cNvSpPr/>
            <p:nvPr/>
          </p:nvSpPr>
          <p:spPr>
            <a:xfrm>
              <a:off x="6361800" y="2287854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4" name="pt18874"/>
            <p:cNvSpPr/>
            <p:nvPr/>
          </p:nvSpPr>
          <p:spPr>
            <a:xfrm>
              <a:off x="5586369" y="2011584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5" name="pt18875"/>
            <p:cNvSpPr/>
            <p:nvPr/>
          </p:nvSpPr>
          <p:spPr>
            <a:xfrm>
              <a:off x="6316687" y="230424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6" name="pt18876"/>
            <p:cNvSpPr/>
            <p:nvPr/>
          </p:nvSpPr>
          <p:spPr>
            <a:xfrm>
              <a:off x="5889640" y="2205912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7" name="pt18877"/>
            <p:cNvSpPr/>
            <p:nvPr/>
          </p:nvSpPr>
          <p:spPr>
            <a:xfrm>
              <a:off x="6229629" y="228400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8" name="pt18878"/>
            <p:cNvSpPr/>
            <p:nvPr/>
          </p:nvSpPr>
          <p:spPr>
            <a:xfrm>
              <a:off x="5812947" y="2215052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9" name="pt18879"/>
            <p:cNvSpPr/>
            <p:nvPr/>
          </p:nvSpPr>
          <p:spPr>
            <a:xfrm>
              <a:off x="6582725" y="2220461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0" name="pt18880"/>
            <p:cNvSpPr/>
            <p:nvPr/>
          </p:nvSpPr>
          <p:spPr>
            <a:xfrm>
              <a:off x="5677106" y="2463531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1" name="pt18881"/>
            <p:cNvSpPr/>
            <p:nvPr/>
          </p:nvSpPr>
          <p:spPr>
            <a:xfrm>
              <a:off x="6450674" y="2028031"/>
              <a:ext cx="16849" cy="16849"/>
            </a:xfrm>
            <a:prstGeom prst="ellipse">
              <a:avLst/>
            </a:prstGeom>
            <a:solidFill>
              <a:srgbClr val="6EC95D">
                <a:alpha val="45098"/>
              </a:srgbClr>
            </a:solidFill>
            <a:ln w="7363" cap="rnd">
              <a:solidFill>
                <a:srgbClr val="6E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2" name="pt18882"/>
            <p:cNvSpPr/>
            <p:nvPr/>
          </p:nvSpPr>
          <p:spPr>
            <a:xfrm>
              <a:off x="6604263" y="218733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3" name="pt18883"/>
            <p:cNvSpPr/>
            <p:nvPr/>
          </p:nvSpPr>
          <p:spPr>
            <a:xfrm>
              <a:off x="6403939" y="2165300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4" name="pt18884"/>
            <p:cNvSpPr/>
            <p:nvPr/>
          </p:nvSpPr>
          <p:spPr>
            <a:xfrm>
              <a:off x="6797959" y="1864501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5" name="pt18885"/>
            <p:cNvSpPr/>
            <p:nvPr/>
          </p:nvSpPr>
          <p:spPr>
            <a:xfrm>
              <a:off x="6546231" y="223364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6" name="pt18886"/>
            <p:cNvSpPr/>
            <p:nvPr/>
          </p:nvSpPr>
          <p:spPr>
            <a:xfrm>
              <a:off x="5373007" y="2553287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7" name="pt18887"/>
            <p:cNvSpPr/>
            <p:nvPr/>
          </p:nvSpPr>
          <p:spPr>
            <a:xfrm>
              <a:off x="5865159" y="2093114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8" name="pt18888"/>
            <p:cNvSpPr/>
            <p:nvPr/>
          </p:nvSpPr>
          <p:spPr>
            <a:xfrm>
              <a:off x="6042824" y="2399113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9" name="pt18889"/>
            <p:cNvSpPr/>
            <p:nvPr/>
          </p:nvSpPr>
          <p:spPr>
            <a:xfrm>
              <a:off x="6398605" y="216827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0" name="pt18890"/>
            <p:cNvSpPr/>
            <p:nvPr/>
          </p:nvSpPr>
          <p:spPr>
            <a:xfrm>
              <a:off x="6052083" y="2408975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1" name="pt18891"/>
            <p:cNvSpPr/>
            <p:nvPr/>
          </p:nvSpPr>
          <p:spPr>
            <a:xfrm>
              <a:off x="5872352" y="2120162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2" name="pt18892"/>
            <p:cNvSpPr/>
            <p:nvPr/>
          </p:nvSpPr>
          <p:spPr>
            <a:xfrm>
              <a:off x="6050597" y="215677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3" name="pt18893"/>
            <p:cNvSpPr/>
            <p:nvPr/>
          </p:nvSpPr>
          <p:spPr>
            <a:xfrm>
              <a:off x="5684698" y="2476269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4" name="pt18894"/>
            <p:cNvSpPr/>
            <p:nvPr/>
          </p:nvSpPr>
          <p:spPr>
            <a:xfrm>
              <a:off x="7083433" y="1825487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5" name="pt18895"/>
            <p:cNvSpPr/>
            <p:nvPr/>
          </p:nvSpPr>
          <p:spPr>
            <a:xfrm>
              <a:off x="6825668" y="1962028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6" name="pt18896"/>
            <p:cNvSpPr/>
            <p:nvPr/>
          </p:nvSpPr>
          <p:spPr>
            <a:xfrm>
              <a:off x="5882088" y="2199721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7" name="pt18897"/>
            <p:cNvSpPr/>
            <p:nvPr/>
          </p:nvSpPr>
          <p:spPr>
            <a:xfrm>
              <a:off x="6045139" y="2403488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8" name="pt18898"/>
            <p:cNvSpPr/>
            <p:nvPr/>
          </p:nvSpPr>
          <p:spPr>
            <a:xfrm>
              <a:off x="6491890" y="2160509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9" name="pt18899"/>
            <p:cNvSpPr/>
            <p:nvPr/>
          </p:nvSpPr>
          <p:spPr>
            <a:xfrm>
              <a:off x="5917200" y="192458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0" name="pt18900"/>
            <p:cNvSpPr/>
            <p:nvPr/>
          </p:nvSpPr>
          <p:spPr>
            <a:xfrm>
              <a:off x="6015750" y="2453530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1" name="pt18901"/>
            <p:cNvSpPr/>
            <p:nvPr/>
          </p:nvSpPr>
          <p:spPr>
            <a:xfrm>
              <a:off x="6574934" y="2217705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2" name="pt18902"/>
            <p:cNvSpPr/>
            <p:nvPr/>
          </p:nvSpPr>
          <p:spPr>
            <a:xfrm>
              <a:off x="6281529" y="2067476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3" name="pt18903"/>
            <p:cNvSpPr/>
            <p:nvPr/>
          </p:nvSpPr>
          <p:spPr>
            <a:xfrm>
              <a:off x="6234523" y="2319527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4" name="pt18904"/>
            <p:cNvSpPr/>
            <p:nvPr/>
          </p:nvSpPr>
          <p:spPr>
            <a:xfrm>
              <a:off x="6956644" y="1984286"/>
              <a:ext cx="16849" cy="16849"/>
            </a:xfrm>
            <a:prstGeom prst="ellipse">
              <a:avLst/>
            </a:prstGeom>
            <a:solidFill>
              <a:srgbClr val="6EC85E">
                <a:alpha val="45098"/>
              </a:srgbClr>
            </a:solidFill>
            <a:ln w="7363" cap="rnd">
              <a:solidFill>
                <a:srgbClr val="6EC85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5" name="pt18905"/>
            <p:cNvSpPr/>
            <p:nvPr/>
          </p:nvSpPr>
          <p:spPr>
            <a:xfrm>
              <a:off x="6458758" y="2073957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6" name="pt18906"/>
            <p:cNvSpPr/>
            <p:nvPr/>
          </p:nvSpPr>
          <p:spPr>
            <a:xfrm>
              <a:off x="6551767" y="2179974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7" name="pt18907"/>
            <p:cNvSpPr/>
            <p:nvPr/>
          </p:nvSpPr>
          <p:spPr>
            <a:xfrm>
              <a:off x="5781794" y="2020382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8" name="pt18908"/>
            <p:cNvSpPr/>
            <p:nvPr/>
          </p:nvSpPr>
          <p:spPr>
            <a:xfrm>
              <a:off x="6208391" y="2301540"/>
              <a:ext cx="16849" cy="16849"/>
            </a:xfrm>
            <a:prstGeom prst="ellipse">
              <a:avLst/>
            </a:prstGeom>
            <a:solidFill>
              <a:srgbClr val="2A9488">
                <a:alpha val="45098"/>
              </a:srgbClr>
            </a:solidFill>
            <a:ln w="7363" cap="rnd">
              <a:solidFill>
                <a:srgbClr val="2A94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9" name="pt18909"/>
            <p:cNvSpPr/>
            <p:nvPr/>
          </p:nvSpPr>
          <p:spPr>
            <a:xfrm>
              <a:off x="4729485" y="2423360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0" name="pt18910"/>
            <p:cNvSpPr/>
            <p:nvPr/>
          </p:nvSpPr>
          <p:spPr>
            <a:xfrm>
              <a:off x="5500212" y="2191370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1" name="pt18911"/>
            <p:cNvSpPr/>
            <p:nvPr/>
          </p:nvSpPr>
          <p:spPr>
            <a:xfrm>
              <a:off x="5634407" y="2451088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2" name="pt18912"/>
            <p:cNvSpPr/>
            <p:nvPr/>
          </p:nvSpPr>
          <p:spPr>
            <a:xfrm>
              <a:off x="7101083" y="1557168"/>
              <a:ext cx="16849" cy="16849"/>
            </a:xfrm>
            <a:prstGeom prst="ellipse">
              <a:avLst/>
            </a:prstGeom>
            <a:solidFill>
              <a:srgbClr val="5CBE6B">
                <a:alpha val="45098"/>
              </a:srgbClr>
            </a:solidFill>
            <a:ln w="7363" cap="rnd">
              <a:solidFill>
                <a:srgbClr val="5CBE6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3" name="pt18913"/>
            <p:cNvSpPr/>
            <p:nvPr/>
          </p:nvSpPr>
          <p:spPr>
            <a:xfrm>
              <a:off x="6912982" y="1952344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4" name="pt18914"/>
            <p:cNvSpPr/>
            <p:nvPr/>
          </p:nvSpPr>
          <p:spPr>
            <a:xfrm>
              <a:off x="6463363" y="2040457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5" name="pt18915"/>
            <p:cNvSpPr/>
            <p:nvPr/>
          </p:nvSpPr>
          <p:spPr>
            <a:xfrm>
              <a:off x="7028619" y="1652308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6" name="pt18916"/>
            <p:cNvSpPr/>
            <p:nvPr/>
          </p:nvSpPr>
          <p:spPr>
            <a:xfrm>
              <a:off x="5984212" y="2494098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7" name="pt18917"/>
            <p:cNvSpPr/>
            <p:nvPr/>
          </p:nvSpPr>
          <p:spPr>
            <a:xfrm>
              <a:off x="6324239" y="2238609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8" name="pt18918"/>
            <p:cNvSpPr/>
            <p:nvPr/>
          </p:nvSpPr>
          <p:spPr>
            <a:xfrm>
              <a:off x="6025639" y="2232869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9" name="pt18919"/>
            <p:cNvSpPr/>
            <p:nvPr/>
          </p:nvSpPr>
          <p:spPr>
            <a:xfrm>
              <a:off x="6422400" y="2296386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0" name="pt18920"/>
            <p:cNvSpPr/>
            <p:nvPr/>
          </p:nvSpPr>
          <p:spPr>
            <a:xfrm>
              <a:off x="5286638" y="176398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1" name="pt18921"/>
            <p:cNvSpPr/>
            <p:nvPr/>
          </p:nvSpPr>
          <p:spPr>
            <a:xfrm>
              <a:off x="6478745" y="2119347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2" name="pt18922"/>
            <p:cNvSpPr/>
            <p:nvPr/>
          </p:nvSpPr>
          <p:spPr>
            <a:xfrm>
              <a:off x="6668994" y="2074704"/>
              <a:ext cx="16849" cy="16849"/>
            </a:xfrm>
            <a:prstGeom prst="ellipse">
              <a:avLst/>
            </a:prstGeom>
            <a:solidFill>
              <a:srgbClr val="79D053">
                <a:alpha val="45098"/>
              </a:srgbClr>
            </a:solidFill>
            <a:ln w="7363" cap="rnd">
              <a:solidFill>
                <a:srgbClr val="79D05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3" name="pt18923"/>
            <p:cNvSpPr/>
            <p:nvPr/>
          </p:nvSpPr>
          <p:spPr>
            <a:xfrm>
              <a:off x="5968766" y="2432305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4" name="pt18924"/>
            <p:cNvSpPr/>
            <p:nvPr/>
          </p:nvSpPr>
          <p:spPr>
            <a:xfrm>
              <a:off x="5648572" y="2357360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5" name="pt18925"/>
            <p:cNvSpPr/>
            <p:nvPr/>
          </p:nvSpPr>
          <p:spPr>
            <a:xfrm>
              <a:off x="6906526" y="1788303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6" name="pt18926"/>
            <p:cNvSpPr/>
            <p:nvPr/>
          </p:nvSpPr>
          <p:spPr>
            <a:xfrm>
              <a:off x="6309397" y="2250163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7" name="pt18927"/>
            <p:cNvSpPr/>
            <p:nvPr/>
          </p:nvSpPr>
          <p:spPr>
            <a:xfrm>
              <a:off x="6241096" y="2344424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8" name="pt18928"/>
            <p:cNvSpPr/>
            <p:nvPr/>
          </p:nvSpPr>
          <p:spPr>
            <a:xfrm>
              <a:off x="5769245" y="2189564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9" name="pt18929"/>
            <p:cNvSpPr/>
            <p:nvPr/>
          </p:nvSpPr>
          <p:spPr>
            <a:xfrm>
              <a:off x="4946314" y="2497820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0" name="pt18930"/>
            <p:cNvSpPr/>
            <p:nvPr/>
          </p:nvSpPr>
          <p:spPr>
            <a:xfrm>
              <a:off x="6229953" y="2287056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1" name="pt18931"/>
            <p:cNvSpPr/>
            <p:nvPr/>
          </p:nvSpPr>
          <p:spPr>
            <a:xfrm>
              <a:off x="5628248" y="2584923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2" name="pt18932"/>
            <p:cNvSpPr/>
            <p:nvPr/>
          </p:nvSpPr>
          <p:spPr>
            <a:xfrm>
              <a:off x="6364602" y="2226528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3" name="pt18933"/>
            <p:cNvSpPr/>
            <p:nvPr/>
          </p:nvSpPr>
          <p:spPr>
            <a:xfrm>
              <a:off x="6021357" y="2207037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4" name="pt18934"/>
            <p:cNvSpPr/>
            <p:nvPr/>
          </p:nvSpPr>
          <p:spPr>
            <a:xfrm>
              <a:off x="6491152" y="228414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5" name="pt18935"/>
            <p:cNvSpPr/>
            <p:nvPr/>
          </p:nvSpPr>
          <p:spPr>
            <a:xfrm>
              <a:off x="6432131" y="2008971"/>
              <a:ext cx="16849" cy="16849"/>
            </a:xfrm>
            <a:prstGeom prst="ellipse">
              <a:avLst/>
            </a:prstGeom>
            <a:solidFill>
              <a:srgbClr val="30AB80">
                <a:alpha val="45098"/>
              </a:srgbClr>
            </a:solidFill>
            <a:ln w="7363" cap="rnd">
              <a:solidFill>
                <a:srgbClr val="30AB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6" name="pt18936"/>
            <p:cNvSpPr/>
            <p:nvPr/>
          </p:nvSpPr>
          <p:spPr>
            <a:xfrm>
              <a:off x="5844553" y="228025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7" name="pt18937"/>
            <p:cNvSpPr/>
            <p:nvPr/>
          </p:nvSpPr>
          <p:spPr>
            <a:xfrm>
              <a:off x="5386012" y="2385521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8" name="pt18938"/>
            <p:cNvSpPr/>
            <p:nvPr/>
          </p:nvSpPr>
          <p:spPr>
            <a:xfrm>
              <a:off x="5821767" y="2509333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9" name="pt18939"/>
            <p:cNvSpPr/>
            <p:nvPr/>
          </p:nvSpPr>
          <p:spPr>
            <a:xfrm>
              <a:off x="6802559" y="1732035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0" name="pt18940"/>
            <p:cNvSpPr/>
            <p:nvPr/>
          </p:nvSpPr>
          <p:spPr>
            <a:xfrm>
              <a:off x="5979867" y="2563711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1" name="pt18941"/>
            <p:cNvSpPr/>
            <p:nvPr/>
          </p:nvSpPr>
          <p:spPr>
            <a:xfrm>
              <a:off x="7049307" y="1578474"/>
              <a:ext cx="16849" cy="16849"/>
            </a:xfrm>
            <a:prstGeom prst="ellipse">
              <a:avLst/>
            </a:prstGeom>
            <a:solidFill>
              <a:srgbClr val="2C898B">
                <a:alpha val="45098"/>
              </a:srgbClr>
            </a:solidFill>
            <a:ln w="7363" cap="rnd">
              <a:solidFill>
                <a:srgbClr val="2C89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2" name="pt18942"/>
            <p:cNvSpPr/>
            <p:nvPr/>
          </p:nvSpPr>
          <p:spPr>
            <a:xfrm>
              <a:off x="7325015" y="1976385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3" name="pt18943"/>
            <p:cNvSpPr/>
            <p:nvPr/>
          </p:nvSpPr>
          <p:spPr>
            <a:xfrm>
              <a:off x="6197800" y="2254428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4" name="pt18944"/>
            <p:cNvSpPr/>
            <p:nvPr/>
          </p:nvSpPr>
          <p:spPr>
            <a:xfrm>
              <a:off x="5948524" y="2122827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5" name="pt18945"/>
            <p:cNvSpPr/>
            <p:nvPr/>
          </p:nvSpPr>
          <p:spPr>
            <a:xfrm>
              <a:off x="6215096" y="2161777"/>
              <a:ext cx="16849" cy="16849"/>
            </a:xfrm>
            <a:prstGeom prst="ellipse">
              <a:avLst/>
            </a:prstGeom>
            <a:solidFill>
              <a:srgbClr val="86D34F">
                <a:alpha val="45098"/>
              </a:srgbClr>
            </a:solidFill>
            <a:ln w="7363" cap="rnd">
              <a:solidFill>
                <a:srgbClr val="86D34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6" name="pt18946"/>
            <p:cNvSpPr/>
            <p:nvPr/>
          </p:nvSpPr>
          <p:spPr>
            <a:xfrm>
              <a:off x="6794253" y="183616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7" name="pt18947"/>
            <p:cNvSpPr/>
            <p:nvPr/>
          </p:nvSpPr>
          <p:spPr>
            <a:xfrm>
              <a:off x="6484177" y="2131590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8" name="pt18948"/>
            <p:cNvSpPr/>
            <p:nvPr/>
          </p:nvSpPr>
          <p:spPr>
            <a:xfrm>
              <a:off x="6235869" y="2299373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9" name="pt18949"/>
            <p:cNvSpPr/>
            <p:nvPr/>
          </p:nvSpPr>
          <p:spPr>
            <a:xfrm>
              <a:off x="6674384" y="2007706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0" name="pt18950"/>
            <p:cNvSpPr/>
            <p:nvPr/>
          </p:nvSpPr>
          <p:spPr>
            <a:xfrm>
              <a:off x="6589052" y="2159185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1" name="pt18951"/>
            <p:cNvSpPr/>
            <p:nvPr/>
          </p:nvSpPr>
          <p:spPr>
            <a:xfrm>
              <a:off x="6534995" y="2080826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2" name="pt18952"/>
            <p:cNvSpPr/>
            <p:nvPr/>
          </p:nvSpPr>
          <p:spPr>
            <a:xfrm>
              <a:off x="5661354" y="2345244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3" name="pt18953"/>
            <p:cNvSpPr/>
            <p:nvPr/>
          </p:nvSpPr>
          <p:spPr>
            <a:xfrm>
              <a:off x="5920429" y="2074678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4" name="pt18954"/>
            <p:cNvSpPr/>
            <p:nvPr/>
          </p:nvSpPr>
          <p:spPr>
            <a:xfrm>
              <a:off x="6434380" y="1860690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5" name="pt18955"/>
            <p:cNvSpPr/>
            <p:nvPr/>
          </p:nvSpPr>
          <p:spPr>
            <a:xfrm>
              <a:off x="5573022" y="2428685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6" name="pt18956"/>
            <p:cNvSpPr/>
            <p:nvPr/>
          </p:nvSpPr>
          <p:spPr>
            <a:xfrm>
              <a:off x="6831193" y="1835859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7" name="pt18957"/>
            <p:cNvSpPr/>
            <p:nvPr/>
          </p:nvSpPr>
          <p:spPr>
            <a:xfrm>
              <a:off x="6632464" y="2122331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8" name="pt18958"/>
            <p:cNvSpPr/>
            <p:nvPr/>
          </p:nvSpPr>
          <p:spPr>
            <a:xfrm>
              <a:off x="6088373" y="2295548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9" name="pt18959"/>
            <p:cNvSpPr/>
            <p:nvPr/>
          </p:nvSpPr>
          <p:spPr>
            <a:xfrm>
              <a:off x="6641640" y="2067627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0" name="pt18960"/>
            <p:cNvSpPr/>
            <p:nvPr/>
          </p:nvSpPr>
          <p:spPr>
            <a:xfrm>
              <a:off x="4841926" y="279872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1" name="pt18961"/>
            <p:cNvSpPr/>
            <p:nvPr/>
          </p:nvSpPr>
          <p:spPr>
            <a:xfrm>
              <a:off x="6752398" y="2257926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2" name="pt18962"/>
            <p:cNvSpPr/>
            <p:nvPr/>
          </p:nvSpPr>
          <p:spPr>
            <a:xfrm>
              <a:off x="5897421" y="2103249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3" name="pt18963"/>
            <p:cNvSpPr/>
            <p:nvPr/>
          </p:nvSpPr>
          <p:spPr>
            <a:xfrm>
              <a:off x="5906263" y="2083898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4" name="pt18964"/>
            <p:cNvSpPr/>
            <p:nvPr/>
          </p:nvSpPr>
          <p:spPr>
            <a:xfrm>
              <a:off x="5601672" y="2483445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5" name="pt18965"/>
            <p:cNvSpPr/>
            <p:nvPr/>
          </p:nvSpPr>
          <p:spPr>
            <a:xfrm>
              <a:off x="6227650" y="2225142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6" name="pt18966"/>
            <p:cNvSpPr/>
            <p:nvPr/>
          </p:nvSpPr>
          <p:spPr>
            <a:xfrm>
              <a:off x="6959789" y="1720933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7" name="pt18967"/>
            <p:cNvSpPr/>
            <p:nvPr/>
          </p:nvSpPr>
          <p:spPr>
            <a:xfrm>
              <a:off x="5785830" y="2051302"/>
              <a:ext cx="16849" cy="16849"/>
            </a:xfrm>
            <a:prstGeom prst="ellipse">
              <a:avLst/>
            </a:prstGeom>
            <a:solidFill>
              <a:srgbClr val="AEDA45">
                <a:alpha val="45098"/>
              </a:srgbClr>
            </a:solidFill>
            <a:ln w="7363" cap="rnd">
              <a:solidFill>
                <a:srgbClr val="AEDA4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8" name="pt18968"/>
            <p:cNvSpPr/>
            <p:nvPr/>
          </p:nvSpPr>
          <p:spPr>
            <a:xfrm>
              <a:off x="6582113" y="224209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9" name="pt18969"/>
            <p:cNvSpPr/>
            <p:nvPr/>
          </p:nvSpPr>
          <p:spPr>
            <a:xfrm>
              <a:off x="6388649" y="2276060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0" name="pt18970"/>
            <p:cNvSpPr/>
            <p:nvPr/>
          </p:nvSpPr>
          <p:spPr>
            <a:xfrm>
              <a:off x="6561093" y="230818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1" name="pt18971"/>
            <p:cNvSpPr/>
            <p:nvPr/>
          </p:nvSpPr>
          <p:spPr>
            <a:xfrm>
              <a:off x="6699399" y="2119370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2" name="pt18972"/>
            <p:cNvSpPr/>
            <p:nvPr/>
          </p:nvSpPr>
          <p:spPr>
            <a:xfrm>
              <a:off x="5658988" y="215943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3" name="pt18973"/>
            <p:cNvSpPr/>
            <p:nvPr/>
          </p:nvSpPr>
          <p:spPr>
            <a:xfrm>
              <a:off x="4924536" y="2546485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4" name="pt18974"/>
            <p:cNvSpPr/>
            <p:nvPr/>
          </p:nvSpPr>
          <p:spPr>
            <a:xfrm>
              <a:off x="5988049" y="2519128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5" name="pt18975"/>
            <p:cNvSpPr/>
            <p:nvPr/>
          </p:nvSpPr>
          <p:spPr>
            <a:xfrm>
              <a:off x="5979873" y="2370792"/>
              <a:ext cx="16849" cy="16849"/>
            </a:xfrm>
            <a:prstGeom prst="ellipse">
              <a:avLst/>
            </a:prstGeom>
            <a:solidFill>
              <a:srgbClr val="86D34F">
                <a:alpha val="45098"/>
              </a:srgbClr>
            </a:solidFill>
            <a:ln w="7363" cap="rnd">
              <a:solidFill>
                <a:srgbClr val="86D34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6" name="pt18976"/>
            <p:cNvSpPr/>
            <p:nvPr/>
          </p:nvSpPr>
          <p:spPr>
            <a:xfrm>
              <a:off x="5869366" y="207853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7" name="pt18977"/>
            <p:cNvSpPr/>
            <p:nvPr/>
          </p:nvSpPr>
          <p:spPr>
            <a:xfrm>
              <a:off x="5694297" y="238826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8" name="pt18978"/>
            <p:cNvSpPr/>
            <p:nvPr/>
          </p:nvSpPr>
          <p:spPr>
            <a:xfrm>
              <a:off x="6180334" y="2245380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9" name="pt18979"/>
            <p:cNvSpPr/>
            <p:nvPr/>
          </p:nvSpPr>
          <p:spPr>
            <a:xfrm>
              <a:off x="6669338" y="2063329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0" name="pt18980"/>
            <p:cNvSpPr/>
            <p:nvPr/>
          </p:nvSpPr>
          <p:spPr>
            <a:xfrm>
              <a:off x="7053856" y="1846461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1" name="pt18981"/>
            <p:cNvSpPr/>
            <p:nvPr/>
          </p:nvSpPr>
          <p:spPr>
            <a:xfrm>
              <a:off x="6270769" y="2392984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2" name="pt18982"/>
            <p:cNvSpPr/>
            <p:nvPr/>
          </p:nvSpPr>
          <p:spPr>
            <a:xfrm>
              <a:off x="6394498" y="2198791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3" name="pt18983"/>
            <p:cNvSpPr/>
            <p:nvPr/>
          </p:nvSpPr>
          <p:spPr>
            <a:xfrm>
              <a:off x="5991348" y="2672459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4" name="pt18984"/>
            <p:cNvSpPr/>
            <p:nvPr/>
          </p:nvSpPr>
          <p:spPr>
            <a:xfrm>
              <a:off x="6293486" y="2105291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5" name="pt18985"/>
            <p:cNvSpPr/>
            <p:nvPr/>
          </p:nvSpPr>
          <p:spPr>
            <a:xfrm>
              <a:off x="6337065" y="2046782"/>
              <a:ext cx="16849" cy="16849"/>
            </a:xfrm>
            <a:prstGeom prst="ellipse">
              <a:avLst/>
            </a:prstGeom>
            <a:solidFill>
              <a:srgbClr val="299987">
                <a:alpha val="45098"/>
              </a:srgbClr>
            </a:solidFill>
            <a:ln w="7363" cap="rnd">
              <a:solidFill>
                <a:srgbClr val="2999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6" name="pt18986"/>
            <p:cNvSpPr/>
            <p:nvPr/>
          </p:nvSpPr>
          <p:spPr>
            <a:xfrm>
              <a:off x="6624531" y="227240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7" name="pt18987"/>
            <p:cNvSpPr/>
            <p:nvPr/>
          </p:nvSpPr>
          <p:spPr>
            <a:xfrm>
              <a:off x="6630354" y="2191253"/>
              <a:ext cx="16849" cy="16849"/>
            </a:xfrm>
            <a:prstGeom prst="ellipse">
              <a:avLst/>
            </a:prstGeom>
            <a:solidFill>
              <a:srgbClr val="63C266">
                <a:alpha val="45098"/>
              </a:srgbClr>
            </a:solidFill>
            <a:ln w="7363" cap="rnd">
              <a:solidFill>
                <a:srgbClr val="63C26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8" name="pt18988"/>
            <p:cNvSpPr/>
            <p:nvPr/>
          </p:nvSpPr>
          <p:spPr>
            <a:xfrm>
              <a:off x="7304936" y="206763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9" name="pt18989"/>
            <p:cNvSpPr/>
            <p:nvPr/>
          </p:nvSpPr>
          <p:spPr>
            <a:xfrm>
              <a:off x="6501794" y="2082426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0" name="pt18990"/>
            <p:cNvSpPr/>
            <p:nvPr/>
          </p:nvSpPr>
          <p:spPr>
            <a:xfrm>
              <a:off x="6911424" y="164294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1" name="pt18991"/>
            <p:cNvSpPr/>
            <p:nvPr/>
          </p:nvSpPr>
          <p:spPr>
            <a:xfrm>
              <a:off x="6083802" y="232950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2" name="pt18992"/>
            <p:cNvSpPr/>
            <p:nvPr/>
          </p:nvSpPr>
          <p:spPr>
            <a:xfrm>
              <a:off x="5863089" y="2175150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3" name="pt18993"/>
            <p:cNvSpPr/>
            <p:nvPr/>
          </p:nvSpPr>
          <p:spPr>
            <a:xfrm>
              <a:off x="5317516" y="2204027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4" name="pt18994"/>
            <p:cNvSpPr/>
            <p:nvPr/>
          </p:nvSpPr>
          <p:spPr>
            <a:xfrm>
              <a:off x="6479701" y="213269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5" name="pt18995"/>
            <p:cNvSpPr/>
            <p:nvPr/>
          </p:nvSpPr>
          <p:spPr>
            <a:xfrm>
              <a:off x="5605528" y="2609022"/>
              <a:ext cx="16849" cy="16849"/>
            </a:xfrm>
            <a:prstGeom prst="ellipse">
              <a:avLst/>
            </a:prstGeom>
            <a:solidFill>
              <a:srgbClr val="6EC85D">
                <a:alpha val="45098"/>
              </a:srgbClr>
            </a:solidFill>
            <a:ln w="7363" cap="rnd">
              <a:solidFill>
                <a:srgbClr val="6EC8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6" name="pt18996"/>
            <p:cNvSpPr/>
            <p:nvPr/>
          </p:nvSpPr>
          <p:spPr>
            <a:xfrm>
              <a:off x="5094002" y="272241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7" name="pt18997"/>
            <p:cNvSpPr/>
            <p:nvPr/>
          </p:nvSpPr>
          <p:spPr>
            <a:xfrm>
              <a:off x="6761657" y="2036674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8" name="pt18998"/>
            <p:cNvSpPr/>
            <p:nvPr/>
          </p:nvSpPr>
          <p:spPr>
            <a:xfrm>
              <a:off x="5976521" y="2443553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9" name="pt18999"/>
            <p:cNvSpPr/>
            <p:nvPr/>
          </p:nvSpPr>
          <p:spPr>
            <a:xfrm>
              <a:off x="5519971" y="2510740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0" name="pt19000"/>
            <p:cNvSpPr/>
            <p:nvPr/>
          </p:nvSpPr>
          <p:spPr>
            <a:xfrm>
              <a:off x="5347713" y="2183010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1" name="pt19001"/>
            <p:cNvSpPr/>
            <p:nvPr/>
          </p:nvSpPr>
          <p:spPr>
            <a:xfrm>
              <a:off x="6929899" y="179017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2" name="pt19002"/>
            <p:cNvSpPr/>
            <p:nvPr/>
          </p:nvSpPr>
          <p:spPr>
            <a:xfrm>
              <a:off x="6122646" y="240484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3" name="pt19003"/>
            <p:cNvSpPr/>
            <p:nvPr/>
          </p:nvSpPr>
          <p:spPr>
            <a:xfrm>
              <a:off x="6117130" y="2291846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4" name="pt19004"/>
            <p:cNvSpPr/>
            <p:nvPr/>
          </p:nvSpPr>
          <p:spPr>
            <a:xfrm>
              <a:off x="6671412" y="1927437"/>
              <a:ext cx="16849" cy="16849"/>
            </a:xfrm>
            <a:prstGeom prst="ellipse">
              <a:avLst/>
            </a:prstGeom>
            <a:solidFill>
              <a:srgbClr val="81D250">
                <a:alpha val="45098"/>
              </a:srgbClr>
            </a:solidFill>
            <a:ln w="7363" cap="rnd">
              <a:solidFill>
                <a:srgbClr val="81D25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5" name="pt19005"/>
            <p:cNvSpPr/>
            <p:nvPr/>
          </p:nvSpPr>
          <p:spPr>
            <a:xfrm>
              <a:off x="6259576" y="2355357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6" name="pt19006"/>
            <p:cNvSpPr/>
            <p:nvPr/>
          </p:nvSpPr>
          <p:spPr>
            <a:xfrm>
              <a:off x="5931133" y="2132707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7" name="pt19007"/>
            <p:cNvSpPr/>
            <p:nvPr/>
          </p:nvSpPr>
          <p:spPr>
            <a:xfrm>
              <a:off x="5635234" y="2564719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8" name="pt19008"/>
            <p:cNvSpPr/>
            <p:nvPr/>
          </p:nvSpPr>
          <p:spPr>
            <a:xfrm>
              <a:off x="5781275" y="2188142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9" name="pt19009"/>
            <p:cNvSpPr/>
            <p:nvPr/>
          </p:nvSpPr>
          <p:spPr>
            <a:xfrm>
              <a:off x="6891392" y="2041967"/>
              <a:ext cx="16849" cy="16849"/>
            </a:xfrm>
            <a:prstGeom prst="ellipse">
              <a:avLst/>
            </a:prstGeom>
            <a:solidFill>
              <a:srgbClr val="30AB80">
                <a:alpha val="45098"/>
              </a:srgbClr>
            </a:solidFill>
            <a:ln w="7363" cap="rnd">
              <a:solidFill>
                <a:srgbClr val="30AB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0" name="pt19010"/>
            <p:cNvSpPr/>
            <p:nvPr/>
          </p:nvSpPr>
          <p:spPr>
            <a:xfrm>
              <a:off x="6613952" y="2067731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1" name="pt19011"/>
            <p:cNvSpPr/>
            <p:nvPr/>
          </p:nvSpPr>
          <p:spPr>
            <a:xfrm>
              <a:off x="6063532" y="2431644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2" name="pt19012"/>
            <p:cNvSpPr/>
            <p:nvPr/>
          </p:nvSpPr>
          <p:spPr>
            <a:xfrm>
              <a:off x="6056679" y="2352824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3" name="pt19013"/>
            <p:cNvSpPr/>
            <p:nvPr/>
          </p:nvSpPr>
          <p:spPr>
            <a:xfrm>
              <a:off x="6868854" y="1939716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4" name="pt19014"/>
            <p:cNvSpPr/>
            <p:nvPr/>
          </p:nvSpPr>
          <p:spPr>
            <a:xfrm>
              <a:off x="6461050" y="2160788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5" name="pt19015"/>
            <p:cNvSpPr/>
            <p:nvPr/>
          </p:nvSpPr>
          <p:spPr>
            <a:xfrm>
              <a:off x="5675646" y="2478448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6" name="pt19016"/>
            <p:cNvSpPr/>
            <p:nvPr/>
          </p:nvSpPr>
          <p:spPr>
            <a:xfrm>
              <a:off x="5412242" y="2132629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7" name="pt19017"/>
            <p:cNvSpPr/>
            <p:nvPr/>
          </p:nvSpPr>
          <p:spPr>
            <a:xfrm>
              <a:off x="6624319" y="2162154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8" name="pt19018"/>
            <p:cNvSpPr/>
            <p:nvPr/>
          </p:nvSpPr>
          <p:spPr>
            <a:xfrm>
              <a:off x="6274345" y="2210781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9" name="pt19019"/>
            <p:cNvSpPr/>
            <p:nvPr/>
          </p:nvSpPr>
          <p:spPr>
            <a:xfrm>
              <a:off x="6305445" y="2136675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0" name="pt19020"/>
            <p:cNvSpPr/>
            <p:nvPr/>
          </p:nvSpPr>
          <p:spPr>
            <a:xfrm>
              <a:off x="5931450" y="1936708"/>
              <a:ext cx="16849" cy="16849"/>
            </a:xfrm>
            <a:prstGeom prst="ellipse">
              <a:avLst/>
            </a:prstGeom>
            <a:solidFill>
              <a:srgbClr val="6EC95D">
                <a:alpha val="45098"/>
              </a:srgbClr>
            </a:solidFill>
            <a:ln w="7363" cap="rnd">
              <a:solidFill>
                <a:srgbClr val="6E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1" name="pt19021"/>
            <p:cNvSpPr/>
            <p:nvPr/>
          </p:nvSpPr>
          <p:spPr>
            <a:xfrm>
              <a:off x="6537935" y="2102023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2" name="pt19022"/>
            <p:cNvSpPr/>
            <p:nvPr/>
          </p:nvSpPr>
          <p:spPr>
            <a:xfrm>
              <a:off x="6593289" y="2110135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3" name="pt19023"/>
            <p:cNvSpPr/>
            <p:nvPr/>
          </p:nvSpPr>
          <p:spPr>
            <a:xfrm>
              <a:off x="6454716" y="215487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4" name="pt19024"/>
            <p:cNvSpPr/>
            <p:nvPr/>
          </p:nvSpPr>
          <p:spPr>
            <a:xfrm>
              <a:off x="6334906" y="2212461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5" name="pt19025"/>
            <p:cNvSpPr/>
            <p:nvPr/>
          </p:nvSpPr>
          <p:spPr>
            <a:xfrm>
              <a:off x="6576030" y="2029731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6" name="pt19026"/>
            <p:cNvSpPr/>
            <p:nvPr/>
          </p:nvSpPr>
          <p:spPr>
            <a:xfrm>
              <a:off x="6448060" y="2033742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7" name="pt19027"/>
            <p:cNvSpPr/>
            <p:nvPr/>
          </p:nvSpPr>
          <p:spPr>
            <a:xfrm>
              <a:off x="5997668" y="2614009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8" name="pt19028"/>
            <p:cNvSpPr/>
            <p:nvPr/>
          </p:nvSpPr>
          <p:spPr>
            <a:xfrm>
              <a:off x="6099202" y="225503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9" name="pt19029"/>
            <p:cNvSpPr/>
            <p:nvPr/>
          </p:nvSpPr>
          <p:spPr>
            <a:xfrm>
              <a:off x="6694359" y="2025269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0" name="pt19030"/>
            <p:cNvSpPr/>
            <p:nvPr/>
          </p:nvSpPr>
          <p:spPr>
            <a:xfrm>
              <a:off x="7069154" y="1595179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1" name="pt19031"/>
            <p:cNvSpPr/>
            <p:nvPr/>
          </p:nvSpPr>
          <p:spPr>
            <a:xfrm>
              <a:off x="6428719" y="197298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2" name="pt19032"/>
            <p:cNvSpPr/>
            <p:nvPr/>
          </p:nvSpPr>
          <p:spPr>
            <a:xfrm>
              <a:off x="6406578" y="2263500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3" name="pt19033"/>
            <p:cNvSpPr/>
            <p:nvPr/>
          </p:nvSpPr>
          <p:spPr>
            <a:xfrm>
              <a:off x="6684432" y="1997549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4" name="pt19034"/>
            <p:cNvSpPr/>
            <p:nvPr/>
          </p:nvSpPr>
          <p:spPr>
            <a:xfrm>
              <a:off x="6600356" y="2113907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5" name="pt19035"/>
            <p:cNvSpPr/>
            <p:nvPr/>
          </p:nvSpPr>
          <p:spPr>
            <a:xfrm>
              <a:off x="6732091" y="2163277"/>
              <a:ext cx="16849" cy="16849"/>
            </a:xfrm>
            <a:prstGeom prst="ellipse">
              <a:avLst/>
            </a:prstGeom>
            <a:solidFill>
              <a:srgbClr val="4FB773">
                <a:alpha val="45098"/>
              </a:srgbClr>
            </a:solidFill>
            <a:ln w="7363" cap="rnd">
              <a:solidFill>
                <a:srgbClr val="4FB7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6" name="pt19036"/>
            <p:cNvSpPr/>
            <p:nvPr/>
          </p:nvSpPr>
          <p:spPr>
            <a:xfrm>
              <a:off x="6114708" y="229265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7" name="pt19037"/>
            <p:cNvSpPr/>
            <p:nvPr/>
          </p:nvSpPr>
          <p:spPr>
            <a:xfrm>
              <a:off x="5479627" y="2371996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8" name="pt19038"/>
            <p:cNvSpPr/>
            <p:nvPr/>
          </p:nvSpPr>
          <p:spPr>
            <a:xfrm>
              <a:off x="6309495" y="2197699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9" name="pt19039"/>
            <p:cNvSpPr/>
            <p:nvPr/>
          </p:nvSpPr>
          <p:spPr>
            <a:xfrm>
              <a:off x="6796732" y="177818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0" name="pt19040"/>
            <p:cNvSpPr/>
            <p:nvPr/>
          </p:nvSpPr>
          <p:spPr>
            <a:xfrm>
              <a:off x="5803874" y="2182151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1" name="pt19041"/>
            <p:cNvSpPr/>
            <p:nvPr/>
          </p:nvSpPr>
          <p:spPr>
            <a:xfrm>
              <a:off x="6095449" y="2179722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2" name="pt19042"/>
            <p:cNvSpPr/>
            <p:nvPr/>
          </p:nvSpPr>
          <p:spPr>
            <a:xfrm>
              <a:off x="5901892" y="2116440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3" name="pt19043"/>
            <p:cNvSpPr/>
            <p:nvPr/>
          </p:nvSpPr>
          <p:spPr>
            <a:xfrm>
              <a:off x="6329267" y="2158049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4" name="pt19044"/>
            <p:cNvSpPr/>
            <p:nvPr/>
          </p:nvSpPr>
          <p:spPr>
            <a:xfrm>
              <a:off x="5953344" y="2277585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5" name="pt19045"/>
            <p:cNvSpPr/>
            <p:nvPr/>
          </p:nvSpPr>
          <p:spPr>
            <a:xfrm>
              <a:off x="5594341" y="2469432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6" name="pt19046"/>
            <p:cNvSpPr/>
            <p:nvPr/>
          </p:nvSpPr>
          <p:spPr>
            <a:xfrm>
              <a:off x="5946870" y="2187834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7" name="pt19047"/>
            <p:cNvSpPr/>
            <p:nvPr/>
          </p:nvSpPr>
          <p:spPr>
            <a:xfrm>
              <a:off x="5573626" y="2455407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8" name="pt19048"/>
            <p:cNvSpPr/>
            <p:nvPr/>
          </p:nvSpPr>
          <p:spPr>
            <a:xfrm>
              <a:off x="6505099" y="222149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9" name="pt19049"/>
            <p:cNvSpPr/>
            <p:nvPr/>
          </p:nvSpPr>
          <p:spPr>
            <a:xfrm>
              <a:off x="6073648" y="2410199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0" name="pt19050"/>
            <p:cNvSpPr/>
            <p:nvPr/>
          </p:nvSpPr>
          <p:spPr>
            <a:xfrm>
              <a:off x="6263594" y="2447529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1" name="pt19051"/>
            <p:cNvSpPr/>
            <p:nvPr/>
          </p:nvSpPr>
          <p:spPr>
            <a:xfrm>
              <a:off x="5883949" y="2267979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2" name="pt19052"/>
            <p:cNvSpPr/>
            <p:nvPr/>
          </p:nvSpPr>
          <p:spPr>
            <a:xfrm>
              <a:off x="6079790" y="2425012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3" name="pt19053"/>
            <p:cNvSpPr/>
            <p:nvPr/>
          </p:nvSpPr>
          <p:spPr>
            <a:xfrm>
              <a:off x="6699888" y="1995452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4" name="pt19054"/>
            <p:cNvSpPr/>
            <p:nvPr/>
          </p:nvSpPr>
          <p:spPr>
            <a:xfrm>
              <a:off x="6870439" y="1849967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5" name="pt19055"/>
            <p:cNvSpPr/>
            <p:nvPr/>
          </p:nvSpPr>
          <p:spPr>
            <a:xfrm>
              <a:off x="6749691" y="1869771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6" name="pt19056"/>
            <p:cNvSpPr/>
            <p:nvPr/>
          </p:nvSpPr>
          <p:spPr>
            <a:xfrm>
              <a:off x="6358404" y="2251096"/>
              <a:ext cx="16849" cy="16849"/>
            </a:xfrm>
            <a:prstGeom prst="ellipse">
              <a:avLst/>
            </a:prstGeom>
            <a:solidFill>
              <a:srgbClr val="5CBE6B">
                <a:alpha val="45098"/>
              </a:srgbClr>
            </a:solidFill>
            <a:ln w="7363" cap="rnd">
              <a:solidFill>
                <a:srgbClr val="5CBE6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7" name="pt19057"/>
            <p:cNvSpPr/>
            <p:nvPr/>
          </p:nvSpPr>
          <p:spPr>
            <a:xfrm>
              <a:off x="6052080" y="238953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8" name="pt19058"/>
            <p:cNvSpPr/>
            <p:nvPr/>
          </p:nvSpPr>
          <p:spPr>
            <a:xfrm>
              <a:off x="6232905" y="224382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9" name="pt19059"/>
            <p:cNvSpPr/>
            <p:nvPr/>
          </p:nvSpPr>
          <p:spPr>
            <a:xfrm>
              <a:off x="6297196" y="1830414"/>
              <a:ext cx="16849" cy="16849"/>
            </a:xfrm>
            <a:prstGeom prst="ellipse">
              <a:avLst/>
            </a:prstGeom>
            <a:solidFill>
              <a:srgbClr val="A1D749">
                <a:alpha val="45098"/>
              </a:srgbClr>
            </a:solidFill>
            <a:ln w="7363" cap="rnd">
              <a:solidFill>
                <a:srgbClr val="A1D74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0" name="pt19060"/>
            <p:cNvSpPr/>
            <p:nvPr/>
          </p:nvSpPr>
          <p:spPr>
            <a:xfrm>
              <a:off x="6466922" y="2060593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1" name="pt19061"/>
            <p:cNvSpPr/>
            <p:nvPr/>
          </p:nvSpPr>
          <p:spPr>
            <a:xfrm>
              <a:off x="6381310" y="2281715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2" name="pt19062"/>
            <p:cNvSpPr/>
            <p:nvPr/>
          </p:nvSpPr>
          <p:spPr>
            <a:xfrm>
              <a:off x="5954648" y="202877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3" name="pt19063"/>
            <p:cNvSpPr/>
            <p:nvPr/>
          </p:nvSpPr>
          <p:spPr>
            <a:xfrm>
              <a:off x="7057105" y="1702860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4" name="pt19064"/>
            <p:cNvSpPr/>
            <p:nvPr/>
          </p:nvSpPr>
          <p:spPr>
            <a:xfrm>
              <a:off x="5718732" y="249881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5" name="pt19065"/>
            <p:cNvSpPr/>
            <p:nvPr/>
          </p:nvSpPr>
          <p:spPr>
            <a:xfrm>
              <a:off x="6215075" y="2299939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6" name="pt19066"/>
            <p:cNvSpPr/>
            <p:nvPr/>
          </p:nvSpPr>
          <p:spPr>
            <a:xfrm>
              <a:off x="6680323" y="2086554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7" name="pt19067"/>
            <p:cNvSpPr/>
            <p:nvPr/>
          </p:nvSpPr>
          <p:spPr>
            <a:xfrm>
              <a:off x="6331362" y="235451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8" name="pt19068"/>
            <p:cNvSpPr/>
            <p:nvPr/>
          </p:nvSpPr>
          <p:spPr>
            <a:xfrm>
              <a:off x="6343795" y="231552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9" name="pt19069"/>
            <p:cNvSpPr/>
            <p:nvPr/>
          </p:nvSpPr>
          <p:spPr>
            <a:xfrm>
              <a:off x="5685562" y="2439207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0" name="pt19070"/>
            <p:cNvSpPr/>
            <p:nvPr/>
          </p:nvSpPr>
          <p:spPr>
            <a:xfrm>
              <a:off x="6348327" y="2139568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1" name="pt19071"/>
            <p:cNvSpPr/>
            <p:nvPr/>
          </p:nvSpPr>
          <p:spPr>
            <a:xfrm>
              <a:off x="5918474" y="2163254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2" name="pt19072"/>
            <p:cNvSpPr/>
            <p:nvPr/>
          </p:nvSpPr>
          <p:spPr>
            <a:xfrm>
              <a:off x="5624860" y="2255417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3" name="pt19073"/>
            <p:cNvSpPr/>
            <p:nvPr/>
          </p:nvSpPr>
          <p:spPr>
            <a:xfrm>
              <a:off x="6162338" y="2265344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4" name="pt19074"/>
            <p:cNvSpPr/>
            <p:nvPr/>
          </p:nvSpPr>
          <p:spPr>
            <a:xfrm>
              <a:off x="5464758" y="2400411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5" name="pt19075"/>
            <p:cNvSpPr/>
            <p:nvPr/>
          </p:nvSpPr>
          <p:spPr>
            <a:xfrm>
              <a:off x="6357800" y="2099957"/>
              <a:ext cx="16849" cy="16849"/>
            </a:xfrm>
            <a:prstGeom prst="ellipse">
              <a:avLst/>
            </a:prstGeom>
            <a:solidFill>
              <a:srgbClr val="A1D749">
                <a:alpha val="45098"/>
              </a:srgbClr>
            </a:solidFill>
            <a:ln w="7363" cap="rnd">
              <a:solidFill>
                <a:srgbClr val="A1D74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6" name="pt19076"/>
            <p:cNvSpPr/>
            <p:nvPr/>
          </p:nvSpPr>
          <p:spPr>
            <a:xfrm>
              <a:off x="6356760" y="2301834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7" name="pt19077"/>
            <p:cNvSpPr/>
            <p:nvPr/>
          </p:nvSpPr>
          <p:spPr>
            <a:xfrm>
              <a:off x="7360043" y="1901226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8" name="pt19078"/>
            <p:cNvSpPr/>
            <p:nvPr/>
          </p:nvSpPr>
          <p:spPr>
            <a:xfrm>
              <a:off x="6122487" y="2295438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9" name="pt19079"/>
            <p:cNvSpPr/>
            <p:nvPr/>
          </p:nvSpPr>
          <p:spPr>
            <a:xfrm>
              <a:off x="5278687" y="2173143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0" name="pt19080"/>
            <p:cNvSpPr/>
            <p:nvPr/>
          </p:nvSpPr>
          <p:spPr>
            <a:xfrm>
              <a:off x="6591765" y="2157337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1" name="pt19081"/>
            <p:cNvSpPr/>
            <p:nvPr/>
          </p:nvSpPr>
          <p:spPr>
            <a:xfrm>
              <a:off x="5671060" y="2483578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2" name="pt19082"/>
            <p:cNvSpPr/>
            <p:nvPr/>
          </p:nvSpPr>
          <p:spPr>
            <a:xfrm>
              <a:off x="6066779" y="2377449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3" name="pt19083"/>
            <p:cNvSpPr/>
            <p:nvPr/>
          </p:nvSpPr>
          <p:spPr>
            <a:xfrm>
              <a:off x="6311419" y="2325220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4" name="pt19084"/>
            <p:cNvSpPr/>
            <p:nvPr/>
          </p:nvSpPr>
          <p:spPr>
            <a:xfrm>
              <a:off x="5607057" y="2419060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5" name="pt19085"/>
            <p:cNvSpPr/>
            <p:nvPr/>
          </p:nvSpPr>
          <p:spPr>
            <a:xfrm>
              <a:off x="6122196" y="242943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6" name="pt19086"/>
            <p:cNvSpPr/>
            <p:nvPr/>
          </p:nvSpPr>
          <p:spPr>
            <a:xfrm>
              <a:off x="6225915" y="230480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7" name="pt19087"/>
            <p:cNvSpPr/>
            <p:nvPr/>
          </p:nvSpPr>
          <p:spPr>
            <a:xfrm>
              <a:off x="6442189" y="1869713"/>
              <a:ext cx="16849" cy="16849"/>
            </a:xfrm>
            <a:prstGeom prst="ellipse">
              <a:avLst/>
            </a:prstGeom>
            <a:solidFill>
              <a:srgbClr val="23A784">
                <a:alpha val="45098"/>
              </a:srgbClr>
            </a:solidFill>
            <a:ln w="7363" cap="rnd">
              <a:solidFill>
                <a:srgbClr val="23A7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8" name="pt19088"/>
            <p:cNvSpPr/>
            <p:nvPr/>
          </p:nvSpPr>
          <p:spPr>
            <a:xfrm>
              <a:off x="5767359" y="2107965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9" name="pt19089"/>
            <p:cNvSpPr/>
            <p:nvPr/>
          </p:nvSpPr>
          <p:spPr>
            <a:xfrm>
              <a:off x="6528799" y="2271287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0" name="pt19090"/>
            <p:cNvSpPr/>
            <p:nvPr/>
          </p:nvSpPr>
          <p:spPr>
            <a:xfrm>
              <a:off x="6448536" y="203508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1" name="pt19091"/>
            <p:cNvSpPr/>
            <p:nvPr/>
          </p:nvSpPr>
          <p:spPr>
            <a:xfrm>
              <a:off x="5807758" y="194265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2" name="pt19092"/>
            <p:cNvSpPr/>
            <p:nvPr/>
          </p:nvSpPr>
          <p:spPr>
            <a:xfrm>
              <a:off x="6691956" y="2176510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3" name="pt19093"/>
            <p:cNvSpPr/>
            <p:nvPr/>
          </p:nvSpPr>
          <p:spPr>
            <a:xfrm>
              <a:off x="6043440" y="2304196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4" name="pt19094"/>
            <p:cNvSpPr/>
            <p:nvPr/>
          </p:nvSpPr>
          <p:spPr>
            <a:xfrm>
              <a:off x="5521617" y="2467262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5" name="pt19095"/>
            <p:cNvSpPr/>
            <p:nvPr/>
          </p:nvSpPr>
          <p:spPr>
            <a:xfrm>
              <a:off x="6327494" y="2171592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6" name="pt19096"/>
            <p:cNvSpPr/>
            <p:nvPr/>
          </p:nvSpPr>
          <p:spPr>
            <a:xfrm>
              <a:off x="5944639" y="2097242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7" name="pt19097"/>
            <p:cNvSpPr/>
            <p:nvPr/>
          </p:nvSpPr>
          <p:spPr>
            <a:xfrm>
              <a:off x="6389802" y="2144820"/>
              <a:ext cx="16849" cy="16849"/>
            </a:xfrm>
            <a:prstGeom prst="ellipse">
              <a:avLst/>
            </a:prstGeom>
            <a:solidFill>
              <a:srgbClr val="28A983">
                <a:alpha val="45098"/>
              </a:srgbClr>
            </a:solidFill>
            <a:ln w="7363" cap="rnd">
              <a:solidFill>
                <a:srgbClr val="28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8" name="pt19098"/>
            <p:cNvSpPr/>
            <p:nvPr/>
          </p:nvSpPr>
          <p:spPr>
            <a:xfrm>
              <a:off x="6042897" y="2315177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9" name="pt19099"/>
            <p:cNvSpPr/>
            <p:nvPr/>
          </p:nvSpPr>
          <p:spPr>
            <a:xfrm>
              <a:off x="6495913" y="227447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0" name="pt19100"/>
            <p:cNvSpPr/>
            <p:nvPr/>
          </p:nvSpPr>
          <p:spPr>
            <a:xfrm>
              <a:off x="5292774" y="1676848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1" name="pt19101"/>
            <p:cNvSpPr/>
            <p:nvPr/>
          </p:nvSpPr>
          <p:spPr>
            <a:xfrm>
              <a:off x="6194826" y="2201300"/>
              <a:ext cx="16849" cy="16849"/>
            </a:xfrm>
            <a:prstGeom prst="ellipse">
              <a:avLst/>
            </a:prstGeom>
            <a:solidFill>
              <a:srgbClr val="299987">
                <a:alpha val="45098"/>
              </a:srgbClr>
            </a:solidFill>
            <a:ln w="7363" cap="rnd">
              <a:solidFill>
                <a:srgbClr val="2999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2" name="pt19102"/>
            <p:cNvSpPr/>
            <p:nvPr/>
          </p:nvSpPr>
          <p:spPr>
            <a:xfrm>
              <a:off x="6522652" y="233752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3" name="pt19103"/>
            <p:cNvSpPr/>
            <p:nvPr/>
          </p:nvSpPr>
          <p:spPr>
            <a:xfrm>
              <a:off x="6195446" y="2245476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4" name="pt19104"/>
            <p:cNvSpPr/>
            <p:nvPr/>
          </p:nvSpPr>
          <p:spPr>
            <a:xfrm>
              <a:off x="5673276" y="2442186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5" name="pt19105"/>
            <p:cNvSpPr/>
            <p:nvPr/>
          </p:nvSpPr>
          <p:spPr>
            <a:xfrm>
              <a:off x="6150040" y="2293377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6" name="pt19106"/>
            <p:cNvSpPr/>
            <p:nvPr/>
          </p:nvSpPr>
          <p:spPr>
            <a:xfrm>
              <a:off x="6506383" y="224219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7" name="pt19107"/>
            <p:cNvSpPr/>
            <p:nvPr/>
          </p:nvSpPr>
          <p:spPr>
            <a:xfrm>
              <a:off x="5703929" y="2380129"/>
              <a:ext cx="16849" cy="16849"/>
            </a:xfrm>
            <a:prstGeom prst="ellipse">
              <a:avLst/>
            </a:prstGeom>
            <a:solidFill>
              <a:srgbClr val="68C562">
                <a:alpha val="45098"/>
              </a:srgbClr>
            </a:solidFill>
            <a:ln w="7363" cap="rnd">
              <a:solidFill>
                <a:srgbClr val="68C56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8" name="pt19108"/>
            <p:cNvSpPr/>
            <p:nvPr/>
          </p:nvSpPr>
          <p:spPr>
            <a:xfrm>
              <a:off x="6107772" y="2322643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9" name="pt19109"/>
            <p:cNvSpPr/>
            <p:nvPr/>
          </p:nvSpPr>
          <p:spPr>
            <a:xfrm>
              <a:off x="6128762" y="2252654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0" name="pt19110"/>
            <p:cNvSpPr/>
            <p:nvPr/>
          </p:nvSpPr>
          <p:spPr>
            <a:xfrm>
              <a:off x="6736243" y="2014619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1" name="pt19111"/>
            <p:cNvSpPr/>
            <p:nvPr/>
          </p:nvSpPr>
          <p:spPr>
            <a:xfrm>
              <a:off x="5530342" y="253320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2" name="pt19112"/>
            <p:cNvSpPr/>
            <p:nvPr/>
          </p:nvSpPr>
          <p:spPr>
            <a:xfrm>
              <a:off x="5463200" y="2562680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3" name="pt19113"/>
            <p:cNvSpPr/>
            <p:nvPr/>
          </p:nvSpPr>
          <p:spPr>
            <a:xfrm>
              <a:off x="6746199" y="2151213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4" name="pt19114"/>
            <p:cNvSpPr/>
            <p:nvPr/>
          </p:nvSpPr>
          <p:spPr>
            <a:xfrm>
              <a:off x="6032249" y="2215477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5" name="pt19115"/>
            <p:cNvSpPr/>
            <p:nvPr/>
          </p:nvSpPr>
          <p:spPr>
            <a:xfrm>
              <a:off x="6219314" y="228168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6" name="pt19116"/>
            <p:cNvSpPr/>
            <p:nvPr/>
          </p:nvSpPr>
          <p:spPr>
            <a:xfrm>
              <a:off x="6754938" y="2069575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7" name="pt19117"/>
            <p:cNvSpPr/>
            <p:nvPr/>
          </p:nvSpPr>
          <p:spPr>
            <a:xfrm>
              <a:off x="5986199" y="2371504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8" name="pt19118"/>
            <p:cNvSpPr/>
            <p:nvPr/>
          </p:nvSpPr>
          <p:spPr>
            <a:xfrm>
              <a:off x="6428153" y="2007793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9" name="pt19119"/>
            <p:cNvSpPr/>
            <p:nvPr/>
          </p:nvSpPr>
          <p:spPr>
            <a:xfrm>
              <a:off x="6739465" y="2048213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0" name="pt19120"/>
            <p:cNvSpPr/>
            <p:nvPr/>
          </p:nvSpPr>
          <p:spPr>
            <a:xfrm>
              <a:off x="6441791" y="1791513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1" name="pt19121"/>
            <p:cNvSpPr/>
            <p:nvPr/>
          </p:nvSpPr>
          <p:spPr>
            <a:xfrm>
              <a:off x="6484335" y="2176095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2" name="pt19122"/>
            <p:cNvSpPr/>
            <p:nvPr/>
          </p:nvSpPr>
          <p:spPr>
            <a:xfrm>
              <a:off x="5965184" y="2377232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3" name="pt19123"/>
            <p:cNvSpPr/>
            <p:nvPr/>
          </p:nvSpPr>
          <p:spPr>
            <a:xfrm>
              <a:off x="5745355" y="2269640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4" name="pt19124"/>
            <p:cNvSpPr/>
            <p:nvPr/>
          </p:nvSpPr>
          <p:spPr>
            <a:xfrm>
              <a:off x="7068703" y="1581678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5" name="pt19125"/>
            <p:cNvSpPr/>
            <p:nvPr/>
          </p:nvSpPr>
          <p:spPr>
            <a:xfrm>
              <a:off x="7385780" y="1486483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6" name="pt19126"/>
            <p:cNvSpPr/>
            <p:nvPr/>
          </p:nvSpPr>
          <p:spPr>
            <a:xfrm>
              <a:off x="6613874" y="2125253"/>
              <a:ext cx="16849" cy="16849"/>
            </a:xfrm>
            <a:prstGeom prst="ellipse">
              <a:avLst/>
            </a:prstGeom>
            <a:solidFill>
              <a:srgbClr val="59BC6D">
                <a:alpha val="45098"/>
              </a:srgbClr>
            </a:solidFill>
            <a:ln w="7363" cap="rnd">
              <a:solidFill>
                <a:srgbClr val="59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7" name="pt19127"/>
            <p:cNvSpPr/>
            <p:nvPr/>
          </p:nvSpPr>
          <p:spPr>
            <a:xfrm>
              <a:off x="5147883" y="264945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8" name="pt19128"/>
            <p:cNvSpPr/>
            <p:nvPr/>
          </p:nvSpPr>
          <p:spPr>
            <a:xfrm>
              <a:off x="6201837" y="2123823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9" name="pt19129"/>
            <p:cNvSpPr/>
            <p:nvPr/>
          </p:nvSpPr>
          <p:spPr>
            <a:xfrm>
              <a:off x="6732090" y="2208267"/>
              <a:ext cx="16849" cy="16849"/>
            </a:xfrm>
            <a:prstGeom prst="ellipse">
              <a:avLst/>
            </a:prstGeom>
            <a:solidFill>
              <a:srgbClr val="C0DD40">
                <a:alpha val="45098"/>
              </a:srgbClr>
            </a:solidFill>
            <a:ln w="7363" cap="rnd">
              <a:solidFill>
                <a:srgbClr val="C0DD4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0" name="pt19130"/>
            <p:cNvSpPr/>
            <p:nvPr/>
          </p:nvSpPr>
          <p:spPr>
            <a:xfrm>
              <a:off x="6201530" y="2136618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1" name="pt19131"/>
            <p:cNvSpPr/>
            <p:nvPr/>
          </p:nvSpPr>
          <p:spPr>
            <a:xfrm>
              <a:off x="6357786" y="231966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2" name="pt19132"/>
            <p:cNvSpPr/>
            <p:nvPr/>
          </p:nvSpPr>
          <p:spPr>
            <a:xfrm>
              <a:off x="5760087" y="2063399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3" name="pt19133"/>
            <p:cNvSpPr/>
            <p:nvPr/>
          </p:nvSpPr>
          <p:spPr>
            <a:xfrm>
              <a:off x="5023399" y="2689637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4" name="pt19134"/>
            <p:cNvSpPr/>
            <p:nvPr/>
          </p:nvSpPr>
          <p:spPr>
            <a:xfrm>
              <a:off x="6026248" y="2292897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5" name="pt19135"/>
            <p:cNvSpPr/>
            <p:nvPr/>
          </p:nvSpPr>
          <p:spPr>
            <a:xfrm>
              <a:off x="6263459" y="2448497"/>
              <a:ext cx="16849" cy="16849"/>
            </a:xfrm>
            <a:prstGeom prst="ellipse">
              <a:avLst/>
            </a:prstGeom>
            <a:solidFill>
              <a:srgbClr val="26A983">
                <a:alpha val="45098"/>
              </a:srgbClr>
            </a:solidFill>
            <a:ln w="7363" cap="rnd">
              <a:solidFill>
                <a:srgbClr val="26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6" name="pt19136"/>
            <p:cNvSpPr/>
            <p:nvPr/>
          </p:nvSpPr>
          <p:spPr>
            <a:xfrm>
              <a:off x="6797956" y="195648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7" name="pt19137"/>
            <p:cNvSpPr/>
            <p:nvPr/>
          </p:nvSpPr>
          <p:spPr>
            <a:xfrm>
              <a:off x="5581387" y="177721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8" name="pt19138"/>
            <p:cNvSpPr/>
            <p:nvPr/>
          </p:nvSpPr>
          <p:spPr>
            <a:xfrm>
              <a:off x="6471305" y="2118179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9" name="pt19139"/>
            <p:cNvSpPr/>
            <p:nvPr/>
          </p:nvSpPr>
          <p:spPr>
            <a:xfrm>
              <a:off x="6394941" y="2202406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0" name="pt19140"/>
            <p:cNvSpPr/>
            <p:nvPr/>
          </p:nvSpPr>
          <p:spPr>
            <a:xfrm>
              <a:off x="6273077" y="2422008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1" name="pt19141"/>
            <p:cNvSpPr/>
            <p:nvPr/>
          </p:nvSpPr>
          <p:spPr>
            <a:xfrm>
              <a:off x="5857954" y="2054711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2" name="pt19142"/>
            <p:cNvSpPr/>
            <p:nvPr/>
          </p:nvSpPr>
          <p:spPr>
            <a:xfrm>
              <a:off x="5947505" y="2076088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3" name="pt19143"/>
            <p:cNvSpPr/>
            <p:nvPr/>
          </p:nvSpPr>
          <p:spPr>
            <a:xfrm>
              <a:off x="6386574" y="2130329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4" name="pt19144"/>
            <p:cNvSpPr/>
            <p:nvPr/>
          </p:nvSpPr>
          <p:spPr>
            <a:xfrm>
              <a:off x="6119273" y="2250981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5" name="pt19145"/>
            <p:cNvSpPr/>
            <p:nvPr/>
          </p:nvSpPr>
          <p:spPr>
            <a:xfrm>
              <a:off x="5437410" y="212543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6" name="pt19146"/>
            <p:cNvSpPr/>
            <p:nvPr/>
          </p:nvSpPr>
          <p:spPr>
            <a:xfrm>
              <a:off x="6511419" y="2064230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7" name="pt19147"/>
            <p:cNvSpPr/>
            <p:nvPr/>
          </p:nvSpPr>
          <p:spPr>
            <a:xfrm>
              <a:off x="5940225" y="2120479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8" name="pt19148"/>
            <p:cNvSpPr/>
            <p:nvPr/>
          </p:nvSpPr>
          <p:spPr>
            <a:xfrm>
              <a:off x="6137087" y="2335642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9" name="pt19149"/>
            <p:cNvSpPr/>
            <p:nvPr/>
          </p:nvSpPr>
          <p:spPr>
            <a:xfrm>
              <a:off x="6359923" y="2248182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0" name="pt19150"/>
            <p:cNvSpPr/>
            <p:nvPr/>
          </p:nvSpPr>
          <p:spPr>
            <a:xfrm>
              <a:off x="6441852" y="1988485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1" name="pt19151"/>
            <p:cNvSpPr/>
            <p:nvPr/>
          </p:nvSpPr>
          <p:spPr>
            <a:xfrm>
              <a:off x="6765579" y="2287164"/>
              <a:ext cx="16849" cy="16849"/>
            </a:xfrm>
            <a:prstGeom prst="ellipse">
              <a:avLst/>
            </a:prstGeom>
            <a:solidFill>
              <a:srgbClr val="DCE236">
                <a:alpha val="45098"/>
              </a:srgbClr>
            </a:solidFill>
            <a:ln w="7363" cap="rnd">
              <a:solidFill>
                <a:srgbClr val="DCE23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2" name="pt19152"/>
            <p:cNvSpPr/>
            <p:nvPr/>
          </p:nvSpPr>
          <p:spPr>
            <a:xfrm>
              <a:off x="6367163" y="2354970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3" name="pt19153"/>
            <p:cNvSpPr/>
            <p:nvPr/>
          </p:nvSpPr>
          <p:spPr>
            <a:xfrm>
              <a:off x="5839335" y="2337912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4" name="pt19154"/>
            <p:cNvSpPr/>
            <p:nvPr/>
          </p:nvSpPr>
          <p:spPr>
            <a:xfrm>
              <a:off x="6068446" y="2530628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5" name="pt19155"/>
            <p:cNvSpPr/>
            <p:nvPr/>
          </p:nvSpPr>
          <p:spPr>
            <a:xfrm>
              <a:off x="6385116" y="2242366"/>
              <a:ext cx="16849" cy="16849"/>
            </a:xfrm>
            <a:prstGeom prst="ellipse">
              <a:avLst/>
            </a:prstGeom>
            <a:solidFill>
              <a:srgbClr val="59BC6D">
                <a:alpha val="45098"/>
              </a:srgbClr>
            </a:solidFill>
            <a:ln w="7363" cap="rnd">
              <a:solidFill>
                <a:srgbClr val="59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6" name="pt19156"/>
            <p:cNvSpPr/>
            <p:nvPr/>
          </p:nvSpPr>
          <p:spPr>
            <a:xfrm>
              <a:off x="6647634" y="2092212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7" name="pt19157"/>
            <p:cNvSpPr/>
            <p:nvPr/>
          </p:nvSpPr>
          <p:spPr>
            <a:xfrm>
              <a:off x="6131241" y="2322900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8" name="pt19158"/>
            <p:cNvSpPr/>
            <p:nvPr/>
          </p:nvSpPr>
          <p:spPr>
            <a:xfrm>
              <a:off x="5853307" y="194452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9" name="pt19159"/>
            <p:cNvSpPr/>
            <p:nvPr/>
          </p:nvSpPr>
          <p:spPr>
            <a:xfrm>
              <a:off x="6803534" y="1822418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0" name="pt19160"/>
            <p:cNvSpPr/>
            <p:nvPr/>
          </p:nvSpPr>
          <p:spPr>
            <a:xfrm>
              <a:off x="6659766" y="2056841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1" name="pt19161"/>
            <p:cNvSpPr/>
            <p:nvPr/>
          </p:nvSpPr>
          <p:spPr>
            <a:xfrm>
              <a:off x="6112518" y="227905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2" name="pt19162"/>
            <p:cNvSpPr/>
            <p:nvPr/>
          </p:nvSpPr>
          <p:spPr>
            <a:xfrm>
              <a:off x="5466871" y="2500332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3" name="pt19163"/>
            <p:cNvSpPr/>
            <p:nvPr/>
          </p:nvSpPr>
          <p:spPr>
            <a:xfrm>
              <a:off x="6619140" y="2112496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4" name="pt19164"/>
            <p:cNvSpPr/>
            <p:nvPr/>
          </p:nvSpPr>
          <p:spPr>
            <a:xfrm>
              <a:off x="6094258" y="2266132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5" name="pt19165"/>
            <p:cNvSpPr/>
            <p:nvPr/>
          </p:nvSpPr>
          <p:spPr>
            <a:xfrm>
              <a:off x="6354758" y="223530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6" name="pt19166"/>
            <p:cNvSpPr/>
            <p:nvPr/>
          </p:nvSpPr>
          <p:spPr>
            <a:xfrm>
              <a:off x="5882656" y="205176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7" name="pt19167"/>
            <p:cNvSpPr/>
            <p:nvPr/>
          </p:nvSpPr>
          <p:spPr>
            <a:xfrm>
              <a:off x="6162592" y="237972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8" name="pt19168"/>
            <p:cNvSpPr/>
            <p:nvPr/>
          </p:nvSpPr>
          <p:spPr>
            <a:xfrm>
              <a:off x="5970751" y="2397580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9" name="pt19169"/>
            <p:cNvSpPr/>
            <p:nvPr/>
          </p:nvSpPr>
          <p:spPr>
            <a:xfrm>
              <a:off x="5729587" y="2262388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0" name="pt19170"/>
            <p:cNvSpPr/>
            <p:nvPr/>
          </p:nvSpPr>
          <p:spPr>
            <a:xfrm>
              <a:off x="4782968" y="2523344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1" name="pt19171"/>
            <p:cNvSpPr/>
            <p:nvPr/>
          </p:nvSpPr>
          <p:spPr>
            <a:xfrm>
              <a:off x="5678565" y="2458394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2" name="pt19172"/>
            <p:cNvSpPr/>
            <p:nvPr/>
          </p:nvSpPr>
          <p:spPr>
            <a:xfrm>
              <a:off x="6632252" y="2210194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3" name="pt19173"/>
            <p:cNvSpPr/>
            <p:nvPr/>
          </p:nvSpPr>
          <p:spPr>
            <a:xfrm>
              <a:off x="6340515" y="220772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4" name="pt19174"/>
            <p:cNvSpPr/>
            <p:nvPr/>
          </p:nvSpPr>
          <p:spPr>
            <a:xfrm>
              <a:off x="6868649" y="1889329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5" name="pt19175"/>
            <p:cNvSpPr/>
            <p:nvPr/>
          </p:nvSpPr>
          <p:spPr>
            <a:xfrm>
              <a:off x="5755280" y="1988886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6" name="pt19176"/>
            <p:cNvSpPr/>
            <p:nvPr/>
          </p:nvSpPr>
          <p:spPr>
            <a:xfrm>
              <a:off x="5612158" y="2279053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7" name="pt19177"/>
            <p:cNvSpPr/>
            <p:nvPr/>
          </p:nvSpPr>
          <p:spPr>
            <a:xfrm>
              <a:off x="6485017" y="2246219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8" name="pt19178"/>
            <p:cNvSpPr/>
            <p:nvPr/>
          </p:nvSpPr>
          <p:spPr>
            <a:xfrm>
              <a:off x="6104738" y="2306578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9" name="pt19179"/>
            <p:cNvSpPr/>
            <p:nvPr/>
          </p:nvSpPr>
          <p:spPr>
            <a:xfrm>
              <a:off x="6744503" y="2000303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0" name="pt19180"/>
            <p:cNvSpPr/>
            <p:nvPr/>
          </p:nvSpPr>
          <p:spPr>
            <a:xfrm>
              <a:off x="6070991" y="242928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1" name="pt19181"/>
            <p:cNvSpPr/>
            <p:nvPr/>
          </p:nvSpPr>
          <p:spPr>
            <a:xfrm>
              <a:off x="6174974" y="2206447"/>
              <a:ext cx="16849" cy="16849"/>
            </a:xfrm>
            <a:prstGeom prst="ellipse">
              <a:avLst/>
            </a:prstGeom>
            <a:solidFill>
              <a:srgbClr val="25A285">
                <a:alpha val="45098"/>
              </a:srgbClr>
            </a:solidFill>
            <a:ln w="7363" cap="rnd">
              <a:solidFill>
                <a:srgbClr val="25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2" name="pt19182"/>
            <p:cNvSpPr/>
            <p:nvPr/>
          </p:nvSpPr>
          <p:spPr>
            <a:xfrm>
              <a:off x="5999946" y="2462706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3" name="pt19183"/>
            <p:cNvSpPr/>
            <p:nvPr/>
          </p:nvSpPr>
          <p:spPr>
            <a:xfrm>
              <a:off x="6225016" y="2280624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4" name="pt19184"/>
            <p:cNvSpPr/>
            <p:nvPr/>
          </p:nvSpPr>
          <p:spPr>
            <a:xfrm>
              <a:off x="6225614" y="2276492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5" name="pt19185"/>
            <p:cNvSpPr/>
            <p:nvPr/>
          </p:nvSpPr>
          <p:spPr>
            <a:xfrm>
              <a:off x="6545009" y="231142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6" name="pt19186"/>
            <p:cNvSpPr/>
            <p:nvPr/>
          </p:nvSpPr>
          <p:spPr>
            <a:xfrm>
              <a:off x="6267561" y="2494105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7" name="pt19187"/>
            <p:cNvSpPr/>
            <p:nvPr/>
          </p:nvSpPr>
          <p:spPr>
            <a:xfrm>
              <a:off x="7081278" y="1845668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8" name="pt19188"/>
            <p:cNvSpPr/>
            <p:nvPr/>
          </p:nvSpPr>
          <p:spPr>
            <a:xfrm>
              <a:off x="6104558" y="2240585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9" name="pt19189"/>
            <p:cNvSpPr/>
            <p:nvPr/>
          </p:nvSpPr>
          <p:spPr>
            <a:xfrm>
              <a:off x="6199373" y="2222619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0" name="pt19190"/>
            <p:cNvSpPr/>
            <p:nvPr/>
          </p:nvSpPr>
          <p:spPr>
            <a:xfrm>
              <a:off x="6053934" y="2422281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1" name="pt19191"/>
            <p:cNvSpPr/>
            <p:nvPr/>
          </p:nvSpPr>
          <p:spPr>
            <a:xfrm>
              <a:off x="6668447" y="223181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2" name="pt19192"/>
            <p:cNvSpPr/>
            <p:nvPr/>
          </p:nvSpPr>
          <p:spPr>
            <a:xfrm>
              <a:off x="5523819" y="2499368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3" name="pt19193"/>
            <p:cNvSpPr/>
            <p:nvPr/>
          </p:nvSpPr>
          <p:spPr>
            <a:xfrm>
              <a:off x="6294731" y="2073610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4" name="pt19194"/>
            <p:cNvSpPr/>
            <p:nvPr/>
          </p:nvSpPr>
          <p:spPr>
            <a:xfrm>
              <a:off x="6198975" y="228422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5" name="pt19195"/>
            <p:cNvSpPr/>
            <p:nvPr/>
          </p:nvSpPr>
          <p:spPr>
            <a:xfrm>
              <a:off x="5781721" y="2094511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6" name="pt19196"/>
            <p:cNvSpPr/>
            <p:nvPr/>
          </p:nvSpPr>
          <p:spPr>
            <a:xfrm>
              <a:off x="6189696" y="2234394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7" name="pt19197"/>
            <p:cNvSpPr/>
            <p:nvPr/>
          </p:nvSpPr>
          <p:spPr>
            <a:xfrm>
              <a:off x="6348837" y="2181839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8" name="pt19198"/>
            <p:cNvSpPr/>
            <p:nvPr/>
          </p:nvSpPr>
          <p:spPr>
            <a:xfrm>
              <a:off x="5641845" y="2166897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9" name="pt19199"/>
            <p:cNvSpPr/>
            <p:nvPr/>
          </p:nvSpPr>
          <p:spPr>
            <a:xfrm>
              <a:off x="6567143" y="2117648"/>
              <a:ext cx="16849" cy="16849"/>
            </a:xfrm>
            <a:prstGeom prst="ellipse">
              <a:avLst/>
            </a:prstGeom>
            <a:solidFill>
              <a:srgbClr val="6FC95D">
                <a:alpha val="45098"/>
              </a:srgbClr>
            </a:solidFill>
            <a:ln w="7363" cap="rnd">
              <a:solidFill>
                <a:srgbClr val="6FC9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0" name="pt19200"/>
            <p:cNvSpPr/>
            <p:nvPr/>
          </p:nvSpPr>
          <p:spPr>
            <a:xfrm>
              <a:off x="5831582" y="2523493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1" name="pt19201"/>
            <p:cNvSpPr/>
            <p:nvPr/>
          </p:nvSpPr>
          <p:spPr>
            <a:xfrm>
              <a:off x="6360866" y="2077985"/>
              <a:ext cx="16849" cy="16849"/>
            </a:xfrm>
            <a:prstGeom prst="ellipse">
              <a:avLst/>
            </a:prstGeom>
            <a:solidFill>
              <a:srgbClr val="A5D847">
                <a:alpha val="45098"/>
              </a:srgbClr>
            </a:solidFill>
            <a:ln w="7363" cap="rnd">
              <a:solidFill>
                <a:srgbClr val="A5D84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2" name="pt19202"/>
            <p:cNvSpPr/>
            <p:nvPr/>
          </p:nvSpPr>
          <p:spPr>
            <a:xfrm>
              <a:off x="6037126" y="2204047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3" name="pt19203"/>
            <p:cNvSpPr/>
            <p:nvPr/>
          </p:nvSpPr>
          <p:spPr>
            <a:xfrm>
              <a:off x="5807360" y="1922035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4" name="pt19204"/>
            <p:cNvSpPr/>
            <p:nvPr/>
          </p:nvSpPr>
          <p:spPr>
            <a:xfrm>
              <a:off x="5430189" y="2238175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5" name="pt19205"/>
            <p:cNvSpPr/>
            <p:nvPr/>
          </p:nvSpPr>
          <p:spPr>
            <a:xfrm>
              <a:off x="6250364" y="2292065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6" name="pt19206"/>
            <p:cNvSpPr/>
            <p:nvPr/>
          </p:nvSpPr>
          <p:spPr>
            <a:xfrm>
              <a:off x="7309993" y="2208133"/>
              <a:ext cx="16849" cy="16849"/>
            </a:xfrm>
            <a:prstGeom prst="ellipse">
              <a:avLst/>
            </a:prstGeom>
            <a:solidFill>
              <a:srgbClr val="63C266">
                <a:alpha val="45098"/>
              </a:srgbClr>
            </a:solidFill>
            <a:ln w="7363" cap="rnd">
              <a:solidFill>
                <a:srgbClr val="63C26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7" name="pt19207"/>
            <p:cNvSpPr/>
            <p:nvPr/>
          </p:nvSpPr>
          <p:spPr>
            <a:xfrm>
              <a:off x="6062271" y="2383625"/>
              <a:ext cx="16849" cy="16849"/>
            </a:xfrm>
            <a:prstGeom prst="ellipse">
              <a:avLst/>
            </a:prstGeom>
            <a:solidFill>
              <a:srgbClr val="38AE7E">
                <a:alpha val="45098"/>
              </a:srgbClr>
            </a:solidFill>
            <a:ln w="7363" cap="rnd">
              <a:solidFill>
                <a:srgbClr val="38AE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8" name="pt19208"/>
            <p:cNvSpPr/>
            <p:nvPr/>
          </p:nvSpPr>
          <p:spPr>
            <a:xfrm>
              <a:off x="5746472" y="2213393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9" name="pt19209"/>
            <p:cNvSpPr/>
            <p:nvPr/>
          </p:nvSpPr>
          <p:spPr>
            <a:xfrm>
              <a:off x="5736248" y="2103049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0" name="pt19210"/>
            <p:cNvSpPr/>
            <p:nvPr/>
          </p:nvSpPr>
          <p:spPr>
            <a:xfrm>
              <a:off x="6100116" y="234046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1" name="pt19211"/>
            <p:cNvSpPr/>
            <p:nvPr/>
          </p:nvSpPr>
          <p:spPr>
            <a:xfrm>
              <a:off x="6665625" y="2085666"/>
              <a:ext cx="16849" cy="16849"/>
            </a:xfrm>
            <a:prstGeom prst="ellipse">
              <a:avLst/>
            </a:prstGeom>
            <a:solidFill>
              <a:srgbClr val="68C563">
                <a:alpha val="45098"/>
              </a:srgbClr>
            </a:solidFill>
            <a:ln w="7363" cap="rnd">
              <a:solidFill>
                <a:srgbClr val="68C5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2" name="pt19212"/>
            <p:cNvSpPr/>
            <p:nvPr/>
          </p:nvSpPr>
          <p:spPr>
            <a:xfrm>
              <a:off x="6891965" y="1973637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3" name="pt19213"/>
            <p:cNvSpPr/>
            <p:nvPr/>
          </p:nvSpPr>
          <p:spPr>
            <a:xfrm>
              <a:off x="6603886" y="2037622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4" name="pt19214"/>
            <p:cNvSpPr/>
            <p:nvPr/>
          </p:nvSpPr>
          <p:spPr>
            <a:xfrm>
              <a:off x="6129724" y="2364959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5" name="pt19215"/>
            <p:cNvSpPr/>
            <p:nvPr/>
          </p:nvSpPr>
          <p:spPr>
            <a:xfrm>
              <a:off x="5532278" y="188773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6" name="pt19216"/>
            <p:cNvSpPr/>
            <p:nvPr/>
          </p:nvSpPr>
          <p:spPr>
            <a:xfrm>
              <a:off x="6489843" y="2143460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7" name="pt19217"/>
            <p:cNvSpPr/>
            <p:nvPr/>
          </p:nvSpPr>
          <p:spPr>
            <a:xfrm>
              <a:off x="6174494" y="2298268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8" name="pt19218"/>
            <p:cNvSpPr/>
            <p:nvPr/>
          </p:nvSpPr>
          <p:spPr>
            <a:xfrm>
              <a:off x="6503375" y="226095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9" name="pt19219"/>
            <p:cNvSpPr/>
            <p:nvPr/>
          </p:nvSpPr>
          <p:spPr>
            <a:xfrm>
              <a:off x="6130578" y="2144500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0" name="pt19220"/>
            <p:cNvSpPr/>
            <p:nvPr/>
          </p:nvSpPr>
          <p:spPr>
            <a:xfrm>
              <a:off x="6627144" y="225885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1" name="pt19221"/>
            <p:cNvSpPr/>
            <p:nvPr/>
          </p:nvSpPr>
          <p:spPr>
            <a:xfrm>
              <a:off x="5954905" y="2351091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2" name="pt19222"/>
            <p:cNvSpPr/>
            <p:nvPr/>
          </p:nvSpPr>
          <p:spPr>
            <a:xfrm>
              <a:off x="5239798" y="2256102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3" name="pt19223"/>
            <p:cNvSpPr/>
            <p:nvPr/>
          </p:nvSpPr>
          <p:spPr>
            <a:xfrm>
              <a:off x="5509723" y="2489252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4" name="pt19224"/>
            <p:cNvSpPr/>
            <p:nvPr/>
          </p:nvSpPr>
          <p:spPr>
            <a:xfrm>
              <a:off x="6428473" y="2003326"/>
              <a:ext cx="16849" cy="16849"/>
            </a:xfrm>
            <a:prstGeom prst="ellipse">
              <a:avLst/>
            </a:prstGeom>
            <a:solidFill>
              <a:srgbClr val="5EBE6A">
                <a:alpha val="45098"/>
              </a:srgbClr>
            </a:solidFill>
            <a:ln w="7363" cap="rnd">
              <a:solidFill>
                <a:srgbClr val="5EBE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5" name="pt19225"/>
            <p:cNvSpPr/>
            <p:nvPr/>
          </p:nvSpPr>
          <p:spPr>
            <a:xfrm>
              <a:off x="5936667" y="2007024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6" name="pt19226"/>
            <p:cNvSpPr/>
            <p:nvPr/>
          </p:nvSpPr>
          <p:spPr>
            <a:xfrm>
              <a:off x="6691101" y="202287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7" name="pt19227"/>
            <p:cNvSpPr/>
            <p:nvPr/>
          </p:nvSpPr>
          <p:spPr>
            <a:xfrm>
              <a:off x="6583924" y="2163986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8" name="pt19228"/>
            <p:cNvSpPr/>
            <p:nvPr/>
          </p:nvSpPr>
          <p:spPr>
            <a:xfrm>
              <a:off x="6725296" y="2108508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9" name="pt19229"/>
            <p:cNvSpPr/>
            <p:nvPr/>
          </p:nvSpPr>
          <p:spPr>
            <a:xfrm>
              <a:off x="6363609" y="2256558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0" name="pt19230"/>
            <p:cNvSpPr/>
            <p:nvPr/>
          </p:nvSpPr>
          <p:spPr>
            <a:xfrm>
              <a:off x="6559457" y="222834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1" name="pt19231"/>
            <p:cNvSpPr/>
            <p:nvPr/>
          </p:nvSpPr>
          <p:spPr>
            <a:xfrm>
              <a:off x="6509978" y="2084625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2" name="pt19232"/>
            <p:cNvSpPr/>
            <p:nvPr/>
          </p:nvSpPr>
          <p:spPr>
            <a:xfrm>
              <a:off x="6760423" y="207294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3" name="pt19233"/>
            <p:cNvSpPr/>
            <p:nvPr/>
          </p:nvSpPr>
          <p:spPr>
            <a:xfrm>
              <a:off x="6043354" y="2377064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4" name="pt19234"/>
            <p:cNvSpPr/>
            <p:nvPr/>
          </p:nvSpPr>
          <p:spPr>
            <a:xfrm>
              <a:off x="6412669" y="2298453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5" name="pt19235"/>
            <p:cNvSpPr/>
            <p:nvPr/>
          </p:nvSpPr>
          <p:spPr>
            <a:xfrm>
              <a:off x="5613369" y="2342199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6" name="pt19236"/>
            <p:cNvSpPr/>
            <p:nvPr/>
          </p:nvSpPr>
          <p:spPr>
            <a:xfrm>
              <a:off x="6205407" y="228156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7" name="pt19237"/>
            <p:cNvSpPr/>
            <p:nvPr/>
          </p:nvSpPr>
          <p:spPr>
            <a:xfrm>
              <a:off x="6295888" y="2090914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8" name="pt19238"/>
            <p:cNvSpPr/>
            <p:nvPr/>
          </p:nvSpPr>
          <p:spPr>
            <a:xfrm>
              <a:off x="6557785" y="2132767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9" name="pt19239"/>
            <p:cNvSpPr/>
            <p:nvPr/>
          </p:nvSpPr>
          <p:spPr>
            <a:xfrm>
              <a:off x="6001312" y="231797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0" name="pt19240"/>
            <p:cNvSpPr/>
            <p:nvPr/>
          </p:nvSpPr>
          <p:spPr>
            <a:xfrm>
              <a:off x="6377014" y="236312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1" name="pt19241"/>
            <p:cNvSpPr/>
            <p:nvPr/>
          </p:nvSpPr>
          <p:spPr>
            <a:xfrm>
              <a:off x="6696239" y="219548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2" name="pt19242"/>
            <p:cNvSpPr/>
            <p:nvPr/>
          </p:nvSpPr>
          <p:spPr>
            <a:xfrm>
              <a:off x="5953736" y="2244324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3" name="pt19243"/>
            <p:cNvSpPr/>
            <p:nvPr/>
          </p:nvSpPr>
          <p:spPr>
            <a:xfrm>
              <a:off x="5686440" y="2319385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4" name="pt19244"/>
            <p:cNvSpPr/>
            <p:nvPr/>
          </p:nvSpPr>
          <p:spPr>
            <a:xfrm>
              <a:off x="6903502" y="1950197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5" name="pt19245"/>
            <p:cNvSpPr/>
            <p:nvPr/>
          </p:nvSpPr>
          <p:spPr>
            <a:xfrm>
              <a:off x="5931430" y="2146876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6" name="pt19246"/>
            <p:cNvSpPr/>
            <p:nvPr/>
          </p:nvSpPr>
          <p:spPr>
            <a:xfrm>
              <a:off x="5563546" y="2321802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7" name="pt19247"/>
            <p:cNvSpPr/>
            <p:nvPr/>
          </p:nvSpPr>
          <p:spPr>
            <a:xfrm>
              <a:off x="6084854" y="2434004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8" name="pt19248"/>
            <p:cNvSpPr/>
            <p:nvPr/>
          </p:nvSpPr>
          <p:spPr>
            <a:xfrm>
              <a:off x="5939579" y="1963150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9" name="pt19249"/>
            <p:cNvSpPr/>
            <p:nvPr/>
          </p:nvSpPr>
          <p:spPr>
            <a:xfrm>
              <a:off x="6538405" y="2152642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0" name="pt19250"/>
            <p:cNvSpPr/>
            <p:nvPr/>
          </p:nvSpPr>
          <p:spPr>
            <a:xfrm>
              <a:off x="5994301" y="2459060"/>
              <a:ext cx="16849" cy="16849"/>
            </a:xfrm>
            <a:prstGeom prst="ellipse">
              <a:avLst/>
            </a:prstGeom>
            <a:solidFill>
              <a:srgbClr val="62C167">
                <a:alpha val="45098"/>
              </a:srgbClr>
            </a:solidFill>
            <a:ln w="7363" cap="rnd">
              <a:solidFill>
                <a:srgbClr val="62C16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1" name="pt19251"/>
            <p:cNvSpPr/>
            <p:nvPr/>
          </p:nvSpPr>
          <p:spPr>
            <a:xfrm>
              <a:off x="7301547" y="1729398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2" name="pt19252"/>
            <p:cNvSpPr/>
            <p:nvPr/>
          </p:nvSpPr>
          <p:spPr>
            <a:xfrm>
              <a:off x="6174939" y="2294785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3" name="pt19253"/>
            <p:cNvSpPr/>
            <p:nvPr/>
          </p:nvSpPr>
          <p:spPr>
            <a:xfrm>
              <a:off x="6030301" y="2292286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4" name="pt19254"/>
            <p:cNvSpPr/>
            <p:nvPr/>
          </p:nvSpPr>
          <p:spPr>
            <a:xfrm>
              <a:off x="6132946" y="2333820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5" name="pt19255"/>
            <p:cNvSpPr/>
            <p:nvPr/>
          </p:nvSpPr>
          <p:spPr>
            <a:xfrm>
              <a:off x="5736563" y="2223271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6" name="pt19256"/>
            <p:cNvSpPr/>
            <p:nvPr/>
          </p:nvSpPr>
          <p:spPr>
            <a:xfrm>
              <a:off x="5976564" y="2533866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7" name="pt19257"/>
            <p:cNvSpPr/>
            <p:nvPr/>
          </p:nvSpPr>
          <p:spPr>
            <a:xfrm>
              <a:off x="6475939" y="2094374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8" name="pt19258"/>
            <p:cNvSpPr/>
            <p:nvPr/>
          </p:nvSpPr>
          <p:spPr>
            <a:xfrm>
              <a:off x="6409809" y="2210347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9" name="pt19259"/>
            <p:cNvSpPr/>
            <p:nvPr/>
          </p:nvSpPr>
          <p:spPr>
            <a:xfrm>
              <a:off x="6545601" y="2114552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0" name="pt19260"/>
            <p:cNvSpPr/>
            <p:nvPr/>
          </p:nvSpPr>
          <p:spPr>
            <a:xfrm>
              <a:off x="6881273" y="2079696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1" name="pt19261"/>
            <p:cNvSpPr/>
            <p:nvPr/>
          </p:nvSpPr>
          <p:spPr>
            <a:xfrm>
              <a:off x="6247839" y="2359087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2" name="pt19262"/>
            <p:cNvSpPr/>
            <p:nvPr/>
          </p:nvSpPr>
          <p:spPr>
            <a:xfrm>
              <a:off x="6361237" y="2330173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3" name="pt19263"/>
            <p:cNvSpPr/>
            <p:nvPr/>
          </p:nvSpPr>
          <p:spPr>
            <a:xfrm>
              <a:off x="6352677" y="221249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4" name="pt19264"/>
            <p:cNvSpPr/>
            <p:nvPr/>
          </p:nvSpPr>
          <p:spPr>
            <a:xfrm>
              <a:off x="6773698" y="2161749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5" name="pt19265"/>
            <p:cNvSpPr/>
            <p:nvPr/>
          </p:nvSpPr>
          <p:spPr>
            <a:xfrm>
              <a:off x="6448990" y="2008329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6" name="pt19266"/>
            <p:cNvSpPr/>
            <p:nvPr/>
          </p:nvSpPr>
          <p:spPr>
            <a:xfrm>
              <a:off x="5586301" y="2124116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7" name="pt19267"/>
            <p:cNvSpPr/>
            <p:nvPr/>
          </p:nvSpPr>
          <p:spPr>
            <a:xfrm>
              <a:off x="6666884" y="2054381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8" name="pt19268"/>
            <p:cNvSpPr/>
            <p:nvPr/>
          </p:nvSpPr>
          <p:spPr>
            <a:xfrm>
              <a:off x="6374083" y="2178894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9" name="pt19269"/>
            <p:cNvSpPr/>
            <p:nvPr/>
          </p:nvSpPr>
          <p:spPr>
            <a:xfrm>
              <a:off x="5253185" y="2219829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0" name="pt19270"/>
            <p:cNvSpPr/>
            <p:nvPr/>
          </p:nvSpPr>
          <p:spPr>
            <a:xfrm>
              <a:off x="5661744" y="231376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1" name="pt19271"/>
            <p:cNvSpPr/>
            <p:nvPr/>
          </p:nvSpPr>
          <p:spPr>
            <a:xfrm>
              <a:off x="6419417" y="2229154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2" name="pt19272"/>
            <p:cNvSpPr/>
            <p:nvPr/>
          </p:nvSpPr>
          <p:spPr>
            <a:xfrm>
              <a:off x="6106050" y="2203899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3" name="pt19273"/>
            <p:cNvSpPr/>
            <p:nvPr/>
          </p:nvSpPr>
          <p:spPr>
            <a:xfrm>
              <a:off x="6836017" y="1875012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4" name="pt19274"/>
            <p:cNvSpPr/>
            <p:nvPr/>
          </p:nvSpPr>
          <p:spPr>
            <a:xfrm>
              <a:off x="6186106" y="2232511"/>
              <a:ext cx="16849" cy="16849"/>
            </a:xfrm>
            <a:prstGeom prst="ellipse">
              <a:avLst/>
            </a:prstGeom>
            <a:solidFill>
              <a:srgbClr val="41B17A">
                <a:alpha val="45098"/>
              </a:srgbClr>
            </a:solidFill>
            <a:ln w="7363" cap="rnd">
              <a:solidFill>
                <a:srgbClr val="41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5" name="pt19275"/>
            <p:cNvSpPr/>
            <p:nvPr/>
          </p:nvSpPr>
          <p:spPr>
            <a:xfrm>
              <a:off x="7186819" y="2090347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6" name="pt19276"/>
            <p:cNvSpPr/>
            <p:nvPr/>
          </p:nvSpPr>
          <p:spPr>
            <a:xfrm>
              <a:off x="6484145" y="2030706"/>
              <a:ext cx="16849" cy="16849"/>
            </a:xfrm>
            <a:prstGeom prst="ellipse">
              <a:avLst/>
            </a:prstGeom>
            <a:solidFill>
              <a:srgbClr val="28A983">
                <a:alpha val="45098"/>
              </a:srgbClr>
            </a:solidFill>
            <a:ln w="7363" cap="rnd">
              <a:solidFill>
                <a:srgbClr val="28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7" name="pt19277"/>
            <p:cNvSpPr/>
            <p:nvPr/>
          </p:nvSpPr>
          <p:spPr>
            <a:xfrm>
              <a:off x="5849709" y="2479320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8" name="pt19278"/>
            <p:cNvSpPr/>
            <p:nvPr/>
          </p:nvSpPr>
          <p:spPr>
            <a:xfrm>
              <a:off x="6321160" y="2204424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9" name="pt19279"/>
            <p:cNvSpPr/>
            <p:nvPr/>
          </p:nvSpPr>
          <p:spPr>
            <a:xfrm>
              <a:off x="6551276" y="2070807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0" name="pt19280"/>
            <p:cNvSpPr/>
            <p:nvPr/>
          </p:nvSpPr>
          <p:spPr>
            <a:xfrm>
              <a:off x="6809538" y="1811253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1" name="pt19281"/>
            <p:cNvSpPr/>
            <p:nvPr/>
          </p:nvSpPr>
          <p:spPr>
            <a:xfrm>
              <a:off x="6709531" y="2013145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2" name="pt19282"/>
            <p:cNvSpPr/>
            <p:nvPr/>
          </p:nvSpPr>
          <p:spPr>
            <a:xfrm>
              <a:off x="5660352" y="2360938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3" name="pt19283"/>
            <p:cNvSpPr/>
            <p:nvPr/>
          </p:nvSpPr>
          <p:spPr>
            <a:xfrm>
              <a:off x="7059208" y="1921563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4" name="pt19284"/>
            <p:cNvSpPr/>
            <p:nvPr/>
          </p:nvSpPr>
          <p:spPr>
            <a:xfrm>
              <a:off x="6052107" y="2250395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5" name="pt19285"/>
            <p:cNvSpPr/>
            <p:nvPr/>
          </p:nvSpPr>
          <p:spPr>
            <a:xfrm>
              <a:off x="5179999" y="1889743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6" name="pt19286"/>
            <p:cNvSpPr/>
            <p:nvPr/>
          </p:nvSpPr>
          <p:spPr>
            <a:xfrm>
              <a:off x="5941007" y="2038404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7" name="pt19287"/>
            <p:cNvSpPr/>
            <p:nvPr/>
          </p:nvSpPr>
          <p:spPr>
            <a:xfrm>
              <a:off x="5964978" y="2403274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8" name="pt19288"/>
            <p:cNvSpPr/>
            <p:nvPr/>
          </p:nvSpPr>
          <p:spPr>
            <a:xfrm>
              <a:off x="6364649" y="2271475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9" name="pt19289"/>
            <p:cNvSpPr/>
            <p:nvPr/>
          </p:nvSpPr>
          <p:spPr>
            <a:xfrm>
              <a:off x="6337778" y="2078881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0" name="pt19290"/>
            <p:cNvSpPr/>
            <p:nvPr/>
          </p:nvSpPr>
          <p:spPr>
            <a:xfrm>
              <a:off x="6307285" y="2169907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1" name="pt19291"/>
            <p:cNvSpPr/>
            <p:nvPr/>
          </p:nvSpPr>
          <p:spPr>
            <a:xfrm>
              <a:off x="6688510" y="2089500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2" name="pt19292"/>
            <p:cNvSpPr/>
            <p:nvPr/>
          </p:nvSpPr>
          <p:spPr>
            <a:xfrm>
              <a:off x="6785436" y="1893070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3" name="pt19293"/>
            <p:cNvSpPr/>
            <p:nvPr/>
          </p:nvSpPr>
          <p:spPr>
            <a:xfrm>
              <a:off x="5785209" y="2037203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4" name="pt19294"/>
            <p:cNvSpPr/>
            <p:nvPr/>
          </p:nvSpPr>
          <p:spPr>
            <a:xfrm>
              <a:off x="5904883" y="2016361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5" name="pt19295"/>
            <p:cNvSpPr/>
            <p:nvPr/>
          </p:nvSpPr>
          <p:spPr>
            <a:xfrm>
              <a:off x="6084190" y="2410360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6" name="pt19296"/>
            <p:cNvSpPr/>
            <p:nvPr/>
          </p:nvSpPr>
          <p:spPr>
            <a:xfrm>
              <a:off x="6009001" y="2413502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7" name="pt19297"/>
            <p:cNvSpPr/>
            <p:nvPr/>
          </p:nvSpPr>
          <p:spPr>
            <a:xfrm>
              <a:off x="5790868" y="1775806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8" name="pt19298"/>
            <p:cNvSpPr/>
            <p:nvPr/>
          </p:nvSpPr>
          <p:spPr>
            <a:xfrm>
              <a:off x="6621820" y="2077083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9" name="pt19299"/>
            <p:cNvSpPr/>
            <p:nvPr/>
          </p:nvSpPr>
          <p:spPr>
            <a:xfrm>
              <a:off x="6536302" y="2200777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0" name="pt19300"/>
            <p:cNvSpPr/>
            <p:nvPr/>
          </p:nvSpPr>
          <p:spPr>
            <a:xfrm>
              <a:off x="5770089" y="2108243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1" name="pt19301"/>
            <p:cNvSpPr/>
            <p:nvPr/>
          </p:nvSpPr>
          <p:spPr>
            <a:xfrm>
              <a:off x="5955579" y="2281987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2" name="pt19302"/>
            <p:cNvSpPr/>
            <p:nvPr/>
          </p:nvSpPr>
          <p:spPr>
            <a:xfrm>
              <a:off x="6038922" y="213732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3" name="pt19303"/>
            <p:cNvSpPr/>
            <p:nvPr/>
          </p:nvSpPr>
          <p:spPr>
            <a:xfrm>
              <a:off x="6037543" y="2356686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4" name="pt19304"/>
            <p:cNvSpPr/>
            <p:nvPr/>
          </p:nvSpPr>
          <p:spPr>
            <a:xfrm>
              <a:off x="6029962" y="2243753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5" name="pt19305"/>
            <p:cNvSpPr/>
            <p:nvPr/>
          </p:nvSpPr>
          <p:spPr>
            <a:xfrm>
              <a:off x="6655926" y="2069133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6" name="pt19306"/>
            <p:cNvSpPr/>
            <p:nvPr/>
          </p:nvSpPr>
          <p:spPr>
            <a:xfrm>
              <a:off x="6006339" y="2618483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7" name="pt19307"/>
            <p:cNvSpPr/>
            <p:nvPr/>
          </p:nvSpPr>
          <p:spPr>
            <a:xfrm>
              <a:off x="6333925" y="2161782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8" name="pt19308"/>
            <p:cNvSpPr/>
            <p:nvPr/>
          </p:nvSpPr>
          <p:spPr>
            <a:xfrm>
              <a:off x="6180546" y="224232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9" name="pt19309"/>
            <p:cNvSpPr/>
            <p:nvPr/>
          </p:nvSpPr>
          <p:spPr>
            <a:xfrm>
              <a:off x="6482885" y="2114601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0" name="pt19310"/>
            <p:cNvSpPr/>
            <p:nvPr/>
          </p:nvSpPr>
          <p:spPr>
            <a:xfrm>
              <a:off x="6281547" y="2060959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1" name="pt19311"/>
            <p:cNvSpPr/>
            <p:nvPr/>
          </p:nvSpPr>
          <p:spPr>
            <a:xfrm>
              <a:off x="6098443" y="2293496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2" name="pt19312"/>
            <p:cNvSpPr/>
            <p:nvPr/>
          </p:nvSpPr>
          <p:spPr>
            <a:xfrm>
              <a:off x="6629443" y="229107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3" name="pt19313"/>
            <p:cNvSpPr/>
            <p:nvPr/>
          </p:nvSpPr>
          <p:spPr>
            <a:xfrm>
              <a:off x="5880205" y="2164421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4" name="pt19314"/>
            <p:cNvSpPr/>
            <p:nvPr/>
          </p:nvSpPr>
          <p:spPr>
            <a:xfrm>
              <a:off x="6069835" y="2466279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5" name="pt19315"/>
            <p:cNvSpPr/>
            <p:nvPr/>
          </p:nvSpPr>
          <p:spPr>
            <a:xfrm>
              <a:off x="6492080" y="2145737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6" name="pt19316"/>
            <p:cNvSpPr/>
            <p:nvPr/>
          </p:nvSpPr>
          <p:spPr>
            <a:xfrm>
              <a:off x="6899456" y="1923804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7" name="pt19317"/>
            <p:cNvSpPr/>
            <p:nvPr/>
          </p:nvSpPr>
          <p:spPr>
            <a:xfrm>
              <a:off x="6576566" y="229289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8" name="pt19318"/>
            <p:cNvSpPr/>
            <p:nvPr/>
          </p:nvSpPr>
          <p:spPr>
            <a:xfrm>
              <a:off x="6684888" y="197455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9" name="pt19319"/>
            <p:cNvSpPr/>
            <p:nvPr/>
          </p:nvSpPr>
          <p:spPr>
            <a:xfrm>
              <a:off x="6191914" y="2180166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0" name="pt19320"/>
            <p:cNvSpPr/>
            <p:nvPr/>
          </p:nvSpPr>
          <p:spPr>
            <a:xfrm>
              <a:off x="6053628" y="2406865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1" name="pt19321"/>
            <p:cNvSpPr/>
            <p:nvPr/>
          </p:nvSpPr>
          <p:spPr>
            <a:xfrm>
              <a:off x="5379273" y="2529051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2" name="pt19322"/>
            <p:cNvSpPr/>
            <p:nvPr/>
          </p:nvSpPr>
          <p:spPr>
            <a:xfrm>
              <a:off x="5760170" y="2168295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3" name="pt19323"/>
            <p:cNvSpPr/>
            <p:nvPr/>
          </p:nvSpPr>
          <p:spPr>
            <a:xfrm>
              <a:off x="6678062" y="2054315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4" name="pt19324"/>
            <p:cNvSpPr/>
            <p:nvPr/>
          </p:nvSpPr>
          <p:spPr>
            <a:xfrm>
              <a:off x="5996491" y="2501369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5" name="pt19325"/>
            <p:cNvSpPr/>
            <p:nvPr/>
          </p:nvSpPr>
          <p:spPr>
            <a:xfrm>
              <a:off x="5717541" y="2377872"/>
              <a:ext cx="16849" cy="16849"/>
            </a:xfrm>
            <a:prstGeom prst="ellipse">
              <a:avLst/>
            </a:prstGeom>
            <a:solidFill>
              <a:srgbClr val="24A485">
                <a:alpha val="45098"/>
              </a:srgbClr>
            </a:solidFill>
            <a:ln w="7363" cap="rnd">
              <a:solidFill>
                <a:srgbClr val="24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6" name="pt19326"/>
            <p:cNvSpPr/>
            <p:nvPr/>
          </p:nvSpPr>
          <p:spPr>
            <a:xfrm>
              <a:off x="6766318" y="2132809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7" name="pt19327"/>
            <p:cNvSpPr/>
            <p:nvPr/>
          </p:nvSpPr>
          <p:spPr>
            <a:xfrm>
              <a:off x="5920579" y="2194914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8" name="pt19328"/>
            <p:cNvSpPr/>
            <p:nvPr/>
          </p:nvSpPr>
          <p:spPr>
            <a:xfrm>
              <a:off x="5807505" y="2032310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9" name="pt19329"/>
            <p:cNvSpPr/>
            <p:nvPr/>
          </p:nvSpPr>
          <p:spPr>
            <a:xfrm>
              <a:off x="5842560" y="2466954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0" name="pt19330"/>
            <p:cNvSpPr/>
            <p:nvPr/>
          </p:nvSpPr>
          <p:spPr>
            <a:xfrm>
              <a:off x="5761004" y="1896903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1" name="pt19331"/>
            <p:cNvSpPr/>
            <p:nvPr/>
          </p:nvSpPr>
          <p:spPr>
            <a:xfrm>
              <a:off x="5651353" y="239871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2" name="pt19332"/>
            <p:cNvSpPr/>
            <p:nvPr/>
          </p:nvSpPr>
          <p:spPr>
            <a:xfrm>
              <a:off x="5675029" y="2398987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3" name="pt19333"/>
            <p:cNvSpPr/>
            <p:nvPr/>
          </p:nvSpPr>
          <p:spPr>
            <a:xfrm>
              <a:off x="5859742" y="2073272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4" name="pt19334"/>
            <p:cNvSpPr/>
            <p:nvPr/>
          </p:nvSpPr>
          <p:spPr>
            <a:xfrm>
              <a:off x="7112979" y="1186585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5" name="pt19335"/>
            <p:cNvSpPr/>
            <p:nvPr/>
          </p:nvSpPr>
          <p:spPr>
            <a:xfrm>
              <a:off x="5567563" y="2225934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6" name="pt19336"/>
            <p:cNvSpPr/>
            <p:nvPr/>
          </p:nvSpPr>
          <p:spPr>
            <a:xfrm>
              <a:off x="5464205" y="241682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7" name="pt19337"/>
            <p:cNvSpPr/>
            <p:nvPr/>
          </p:nvSpPr>
          <p:spPr>
            <a:xfrm>
              <a:off x="6198675" y="2224721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8" name="pt19338"/>
            <p:cNvSpPr/>
            <p:nvPr/>
          </p:nvSpPr>
          <p:spPr>
            <a:xfrm>
              <a:off x="5891084" y="199319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9" name="pt19339"/>
            <p:cNvSpPr/>
            <p:nvPr/>
          </p:nvSpPr>
          <p:spPr>
            <a:xfrm>
              <a:off x="5496233" y="2460542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0" name="pt19340"/>
            <p:cNvSpPr/>
            <p:nvPr/>
          </p:nvSpPr>
          <p:spPr>
            <a:xfrm>
              <a:off x="6499174" y="2096226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1" name="pt19341"/>
            <p:cNvSpPr/>
            <p:nvPr/>
          </p:nvSpPr>
          <p:spPr>
            <a:xfrm>
              <a:off x="6147860" y="2394735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2" name="pt19342"/>
            <p:cNvSpPr/>
            <p:nvPr/>
          </p:nvSpPr>
          <p:spPr>
            <a:xfrm>
              <a:off x="5788543" y="1945697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3" name="pt19343"/>
            <p:cNvSpPr/>
            <p:nvPr/>
          </p:nvSpPr>
          <p:spPr>
            <a:xfrm>
              <a:off x="6390573" y="2085099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4" name="pt19344"/>
            <p:cNvSpPr/>
            <p:nvPr/>
          </p:nvSpPr>
          <p:spPr>
            <a:xfrm>
              <a:off x="5924722" y="198215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5" name="pt19345"/>
            <p:cNvSpPr/>
            <p:nvPr/>
          </p:nvSpPr>
          <p:spPr>
            <a:xfrm>
              <a:off x="6673796" y="2085580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6" name="pt19346"/>
            <p:cNvSpPr/>
            <p:nvPr/>
          </p:nvSpPr>
          <p:spPr>
            <a:xfrm>
              <a:off x="5420622" y="239021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7" name="pt19347"/>
            <p:cNvSpPr/>
            <p:nvPr/>
          </p:nvSpPr>
          <p:spPr>
            <a:xfrm>
              <a:off x="5898921" y="2289773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8" name="pt19348"/>
            <p:cNvSpPr/>
            <p:nvPr/>
          </p:nvSpPr>
          <p:spPr>
            <a:xfrm>
              <a:off x="6611078" y="2106633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9" name="pt19349"/>
            <p:cNvSpPr/>
            <p:nvPr/>
          </p:nvSpPr>
          <p:spPr>
            <a:xfrm>
              <a:off x="5967102" y="2311347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0" name="pt19350"/>
            <p:cNvSpPr/>
            <p:nvPr/>
          </p:nvSpPr>
          <p:spPr>
            <a:xfrm>
              <a:off x="5736128" y="2241111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1" name="pt19351"/>
            <p:cNvSpPr/>
            <p:nvPr/>
          </p:nvSpPr>
          <p:spPr>
            <a:xfrm>
              <a:off x="5893971" y="2167150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2" name="pt19352"/>
            <p:cNvSpPr/>
            <p:nvPr/>
          </p:nvSpPr>
          <p:spPr>
            <a:xfrm>
              <a:off x="5111142" y="2437074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3" name="pt19353"/>
            <p:cNvSpPr/>
            <p:nvPr/>
          </p:nvSpPr>
          <p:spPr>
            <a:xfrm>
              <a:off x="5431770" y="2535685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4" name="pt19354"/>
            <p:cNvSpPr/>
            <p:nvPr/>
          </p:nvSpPr>
          <p:spPr>
            <a:xfrm>
              <a:off x="5537186" y="2139142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5" name="pt19355"/>
            <p:cNvSpPr/>
            <p:nvPr/>
          </p:nvSpPr>
          <p:spPr>
            <a:xfrm>
              <a:off x="6665002" y="2120323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6" name="pt19356"/>
            <p:cNvSpPr/>
            <p:nvPr/>
          </p:nvSpPr>
          <p:spPr>
            <a:xfrm>
              <a:off x="6581796" y="2129322"/>
              <a:ext cx="16849" cy="16849"/>
            </a:xfrm>
            <a:prstGeom prst="ellipse">
              <a:avLst/>
            </a:prstGeom>
            <a:solidFill>
              <a:srgbClr val="7BD151">
                <a:alpha val="45098"/>
              </a:srgbClr>
            </a:solidFill>
            <a:ln w="7363" cap="rnd">
              <a:solidFill>
                <a:srgbClr val="7BD15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7" name="pt19357"/>
            <p:cNvSpPr/>
            <p:nvPr/>
          </p:nvSpPr>
          <p:spPr>
            <a:xfrm>
              <a:off x="6178366" y="229613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8" name="pt19358"/>
            <p:cNvSpPr/>
            <p:nvPr/>
          </p:nvSpPr>
          <p:spPr>
            <a:xfrm>
              <a:off x="6230966" y="2281611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9" name="pt19359"/>
            <p:cNvSpPr/>
            <p:nvPr/>
          </p:nvSpPr>
          <p:spPr>
            <a:xfrm>
              <a:off x="5581770" y="2084752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0" name="pt19360"/>
            <p:cNvSpPr/>
            <p:nvPr/>
          </p:nvSpPr>
          <p:spPr>
            <a:xfrm>
              <a:off x="7108281" y="1281176"/>
              <a:ext cx="16849" cy="16849"/>
            </a:xfrm>
            <a:prstGeom prst="ellipse">
              <a:avLst/>
            </a:prstGeom>
            <a:solidFill>
              <a:srgbClr val="346B8C">
                <a:alpha val="45098"/>
              </a:srgbClr>
            </a:solidFill>
            <a:ln w="7363" cap="rnd">
              <a:solidFill>
                <a:srgbClr val="346B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1" name="pt19361"/>
            <p:cNvSpPr/>
            <p:nvPr/>
          </p:nvSpPr>
          <p:spPr>
            <a:xfrm>
              <a:off x="5185559" y="2392757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2" name="pt19362"/>
            <p:cNvSpPr/>
            <p:nvPr/>
          </p:nvSpPr>
          <p:spPr>
            <a:xfrm>
              <a:off x="6204398" y="2319585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3" name="pt19363"/>
            <p:cNvSpPr/>
            <p:nvPr/>
          </p:nvSpPr>
          <p:spPr>
            <a:xfrm>
              <a:off x="6389174" y="2178048"/>
              <a:ext cx="16849" cy="16849"/>
            </a:xfrm>
            <a:prstGeom prst="ellipse">
              <a:avLst/>
            </a:prstGeom>
            <a:solidFill>
              <a:srgbClr val="68C562">
                <a:alpha val="45098"/>
              </a:srgbClr>
            </a:solidFill>
            <a:ln w="7363" cap="rnd">
              <a:solidFill>
                <a:srgbClr val="68C56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4" name="pt19364"/>
            <p:cNvSpPr/>
            <p:nvPr/>
          </p:nvSpPr>
          <p:spPr>
            <a:xfrm>
              <a:off x="7394535" y="1504318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5" name="pt19365"/>
            <p:cNvSpPr/>
            <p:nvPr/>
          </p:nvSpPr>
          <p:spPr>
            <a:xfrm>
              <a:off x="6258467" y="2458822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6" name="pt19366"/>
            <p:cNvSpPr/>
            <p:nvPr/>
          </p:nvSpPr>
          <p:spPr>
            <a:xfrm>
              <a:off x="5793967" y="212472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7" name="pt19367"/>
            <p:cNvSpPr/>
            <p:nvPr/>
          </p:nvSpPr>
          <p:spPr>
            <a:xfrm>
              <a:off x="6255273" y="2249048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8" name="pt19368"/>
            <p:cNvSpPr/>
            <p:nvPr/>
          </p:nvSpPr>
          <p:spPr>
            <a:xfrm>
              <a:off x="6545442" y="2058385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9" name="pt19369"/>
            <p:cNvSpPr/>
            <p:nvPr/>
          </p:nvSpPr>
          <p:spPr>
            <a:xfrm>
              <a:off x="6461272" y="1989331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0" name="pt19370"/>
            <p:cNvSpPr/>
            <p:nvPr/>
          </p:nvSpPr>
          <p:spPr>
            <a:xfrm>
              <a:off x="6112081" y="2022357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1" name="pt19371"/>
            <p:cNvSpPr/>
            <p:nvPr/>
          </p:nvSpPr>
          <p:spPr>
            <a:xfrm>
              <a:off x="5267475" y="2110079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2" name="pt19372"/>
            <p:cNvSpPr/>
            <p:nvPr/>
          </p:nvSpPr>
          <p:spPr>
            <a:xfrm>
              <a:off x="5281368" y="2231663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3" name="pt19373"/>
            <p:cNvSpPr/>
            <p:nvPr/>
          </p:nvSpPr>
          <p:spPr>
            <a:xfrm>
              <a:off x="6185338" y="2220490"/>
              <a:ext cx="16849" cy="16849"/>
            </a:xfrm>
            <a:prstGeom prst="ellipse">
              <a:avLst/>
            </a:prstGeom>
            <a:solidFill>
              <a:srgbClr val="44B279">
                <a:alpha val="45098"/>
              </a:srgbClr>
            </a:solidFill>
            <a:ln w="7363" cap="rnd">
              <a:solidFill>
                <a:srgbClr val="44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4" name="pt19374"/>
            <p:cNvSpPr/>
            <p:nvPr/>
          </p:nvSpPr>
          <p:spPr>
            <a:xfrm>
              <a:off x="6356227" y="2074235"/>
              <a:ext cx="16849" cy="16849"/>
            </a:xfrm>
            <a:prstGeom prst="ellipse">
              <a:avLst/>
            </a:prstGeom>
            <a:solidFill>
              <a:srgbClr val="77CF54">
                <a:alpha val="45098"/>
              </a:srgbClr>
            </a:solidFill>
            <a:ln w="7363" cap="rnd">
              <a:solidFill>
                <a:srgbClr val="77CF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5" name="pt19375"/>
            <p:cNvSpPr/>
            <p:nvPr/>
          </p:nvSpPr>
          <p:spPr>
            <a:xfrm>
              <a:off x="6235550" y="2323248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6" name="pt19376"/>
            <p:cNvSpPr/>
            <p:nvPr/>
          </p:nvSpPr>
          <p:spPr>
            <a:xfrm>
              <a:off x="6417912" y="229658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7" name="pt19377"/>
            <p:cNvSpPr/>
            <p:nvPr/>
          </p:nvSpPr>
          <p:spPr>
            <a:xfrm>
              <a:off x="5778991" y="208362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8" name="pt19378"/>
            <p:cNvSpPr/>
            <p:nvPr/>
          </p:nvSpPr>
          <p:spPr>
            <a:xfrm>
              <a:off x="6032468" y="2279696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9" name="pt19379"/>
            <p:cNvSpPr/>
            <p:nvPr/>
          </p:nvSpPr>
          <p:spPr>
            <a:xfrm>
              <a:off x="6851283" y="189464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0" name="pt19380"/>
            <p:cNvSpPr/>
            <p:nvPr/>
          </p:nvSpPr>
          <p:spPr>
            <a:xfrm>
              <a:off x="6662383" y="1989234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1" name="pt19381"/>
            <p:cNvSpPr/>
            <p:nvPr/>
          </p:nvSpPr>
          <p:spPr>
            <a:xfrm>
              <a:off x="6211454" y="2328959"/>
              <a:ext cx="16849" cy="16849"/>
            </a:xfrm>
            <a:prstGeom prst="ellipse">
              <a:avLst/>
            </a:prstGeom>
            <a:solidFill>
              <a:srgbClr val="45B279">
                <a:alpha val="45098"/>
              </a:srgbClr>
            </a:solidFill>
            <a:ln w="7363" cap="rnd">
              <a:solidFill>
                <a:srgbClr val="45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2" name="pt19382"/>
            <p:cNvSpPr/>
            <p:nvPr/>
          </p:nvSpPr>
          <p:spPr>
            <a:xfrm>
              <a:off x="5924359" y="2044241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3" name="pt19383"/>
            <p:cNvSpPr/>
            <p:nvPr/>
          </p:nvSpPr>
          <p:spPr>
            <a:xfrm>
              <a:off x="5870724" y="2164431"/>
              <a:ext cx="16849" cy="16849"/>
            </a:xfrm>
            <a:prstGeom prst="ellipse">
              <a:avLst/>
            </a:prstGeom>
            <a:solidFill>
              <a:srgbClr val="279E86">
                <a:alpha val="45098"/>
              </a:srgbClr>
            </a:solidFill>
            <a:ln w="7363" cap="rnd">
              <a:solidFill>
                <a:srgbClr val="279E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4" name="pt19384"/>
            <p:cNvSpPr/>
            <p:nvPr/>
          </p:nvSpPr>
          <p:spPr>
            <a:xfrm>
              <a:off x="6096616" y="2214290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5" name="pt19385"/>
            <p:cNvSpPr/>
            <p:nvPr/>
          </p:nvSpPr>
          <p:spPr>
            <a:xfrm>
              <a:off x="5776276" y="2150410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6" name="pt19386"/>
            <p:cNvSpPr/>
            <p:nvPr/>
          </p:nvSpPr>
          <p:spPr>
            <a:xfrm>
              <a:off x="7280484" y="2165030"/>
              <a:ext cx="16849" cy="16849"/>
            </a:xfrm>
            <a:prstGeom prst="ellipse">
              <a:avLst/>
            </a:prstGeom>
            <a:solidFill>
              <a:srgbClr val="63C266">
                <a:alpha val="45098"/>
              </a:srgbClr>
            </a:solidFill>
            <a:ln w="7363" cap="rnd">
              <a:solidFill>
                <a:srgbClr val="63C26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7" name="pt19387"/>
            <p:cNvSpPr/>
            <p:nvPr/>
          </p:nvSpPr>
          <p:spPr>
            <a:xfrm>
              <a:off x="5915002" y="2078151"/>
              <a:ext cx="16849" cy="16849"/>
            </a:xfrm>
            <a:prstGeom prst="ellipse">
              <a:avLst/>
            </a:prstGeom>
            <a:solidFill>
              <a:srgbClr val="62C167">
                <a:alpha val="45098"/>
              </a:srgbClr>
            </a:solidFill>
            <a:ln w="7363" cap="rnd">
              <a:solidFill>
                <a:srgbClr val="62C16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8" name="pt19388"/>
            <p:cNvSpPr/>
            <p:nvPr/>
          </p:nvSpPr>
          <p:spPr>
            <a:xfrm>
              <a:off x="6548346" y="2125134"/>
              <a:ext cx="16849" cy="16849"/>
            </a:xfrm>
            <a:prstGeom prst="ellipse">
              <a:avLst/>
            </a:prstGeom>
            <a:solidFill>
              <a:srgbClr val="2AAA82">
                <a:alpha val="45098"/>
              </a:srgbClr>
            </a:solidFill>
            <a:ln w="7363" cap="rnd">
              <a:solidFill>
                <a:srgbClr val="2A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9" name="pt19389"/>
            <p:cNvSpPr/>
            <p:nvPr/>
          </p:nvSpPr>
          <p:spPr>
            <a:xfrm>
              <a:off x="6617232" y="2152594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0" name="pt19390"/>
            <p:cNvSpPr/>
            <p:nvPr/>
          </p:nvSpPr>
          <p:spPr>
            <a:xfrm>
              <a:off x="6477174" y="2373810"/>
              <a:ext cx="16849" cy="16849"/>
            </a:xfrm>
            <a:prstGeom prst="ellipse">
              <a:avLst/>
            </a:prstGeom>
            <a:solidFill>
              <a:srgbClr val="BBDC41">
                <a:alpha val="45098"/>
              </a:srgbClr>
            </a:solidFill>
            <a:ln w="7363" cap="rnd">
              <a:solidFill>
                <a:srgbClr val="BBDC4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1" name="pt19391"/>
            <p:cNvSpPr/>
            <p:nvPr/>
          </p:nvSpPr>
          <p:spPr>
            <a:xfrm>
              <a:off x="6281418" y="205979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2" name="pt19392"/>
            <p:cNvSpPr/>
            <p:nvPr/>
          </p:nvSpPr>
          <p:spPr>
            <a:xfrm>
              <a:off x="6885065" y="2011799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3" name="pt19393"/>
            <p:cNvSpPr/>
            <p:nvPr/>
          </p:nvSpPr>
          <p:spPr>
            <a:xfrm>
              <a:off x="5966532" y="2418943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4" name="pt19394"/>
            <p:cNvSpPr/>
            <p:nvPr/>
          </p:nvSpPr>
          <p:spPr>
            <a:xfrm>
              <a:off x="6013503" y="2582461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5" name="pt19395"/>
            <p:cNvSpPr/>
            <p:nvPr/>
          </p:nvSpPr>
          <p:spPr>
            <a:xfrm>
              <a:off x="5269148" y="2102011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6" name="pt19396"/>
            <p:cNvSpPr/>
            <p:nvPr/>
          </p:nvSpPr>
          <p:spPr>
            <a:xfrm>
              <a:off x="6563948" y="2317788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7" name="pt19397"/>
            <p:cNvSpPr/>
            <p:nvPr/>
          </p:nvSpPr>
          <p:spPr>
            <a:xfrm>
              <a:off x="6117332" y="2304119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8" name="pt19398"/>
            <p:cNvSpPr/>
            <p:nvPr/>
          </p:nvSpPr>
          <p:spPr>
            <a:xfrm>
              <a:off x="5952934" y="201315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9" name="pt19399"/>
            <p:cNvSpPr/>
            <p:nvPr/>
          </p:nvSpPr>
          <p:spPr>
            <a:xfrm>
              <a:off x="6361691" y="220130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0" name="pt19400"/>
            <p:cNvSpPr/>
            <p:nvPr/>
          </p:nvSpPr>
          <p:spPr>
            <a:xfrm>
              <a:off x="5351465" y="1770281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1" name="pt19401"/>
            <p:cNvSpPr/>
            <p:nvPr/>
          </p:nvSpPr>
          <p:spPr>
            <a:xfrm>
              <a:off x="6696248" y="2020532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2" name="pt19402"/>
            <p:cNvSpPr/>
            <p:nvPr/>
          </p:nvSpPr>
          <p:spPr>
            <a:xfrm>
              <a:off x="6258607" y="234949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3" name="pt19403"/>
            <p:cNvSpPr/>
            <p:nvPr/>
          </p:nvSpPr>
          <p:spPr>
            <a:xfrm>
              <a:off x="6478901" y="2089271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4" name="pt19404"/>
            <p:cNvSpPr/>
            <p:nvPr/>
          </p:nvSpPr>
          <p:spPr>
            <a:xfrm>
              <a:off x="5925846" y="1925210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5" name="pt19405"/>
            <p:cNvSpPr/>
            <p:nvPr/>
          </p:nvSpPr>
          <p:spPr>
            <a:xfrm>
              <a:off x="5850358" y="225503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6" name="pt19406"/>
            <p:cNvSpPr/>
            <p:nvPr/>
          </p:nvSpPr>
          <p:spPr>
            <a:xfrm>
              <a:off x="5996444" y="2532116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7" name="pt19407"/>
            <p:cNvSpPr/>
            <p:nvPr/>
          </p:nvSpPr>
          <p:spPr>
            <a:xfrm>
              <a:off x="5713451" y="2515938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8" name="pt19408"/>
            <p:cNvSpPr/>
            <p:nvPr/>
          </p:nvSpPr>
          <p:spPr>
            <a:xfrm>
              <a:off x="6419629" y="2251473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9" name="pt19409"/>
            <p:cNvSpPr/>
            <p:nvPr/>
          </p:nvSpPr>
          <p:spPr>
            <a:xfrm>
              <a:off x="6480079" y="2092472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0" name="pt19410"/>
            <p:cNvSpPr/>
            <p:nvPr/>
          </p:nvSpPr>
          <p:spPr>
            <a:xfrm>
              <a:off x="5614122" y="2489103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1" name="pt19411"/>
            <p:cNvSpPr/>
            <p:nvPr/>
          </p:nvSpPr>
          <p:spPr>
            <a:xfrm>
              <a:off x="6469164" y="2116288"/>
              <a:ext cx="16849" cy="16849"/>
            </a:xfrm>
            <a:prstGeom prst="ellipse">
              <a:avLst/>
            </a:prstGeom>
            <a:solidFill>
              <a:srgbClr val="68C562">
                <a:alpha val="45098"/>
              </a:srgbClr>
            </a:solidFill>
            <a:ln w="7363" cap="rnd">
              <a:solidFill>
                <a:srgbClr val="68C56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2" name="pt19412"/>
            <p:cNvSpPr/>
            <p:nvPr/>
          </p:nvSpPr>
          <p:spPr>
            <a:xfrm>
              <a:off x="6325749" y="2186443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3" name="pt19413"/>
            <p:cNvSpPr/>
            <p:nvPr/>
          </p:nvSpPr>
          <p:spPr>
            <a:xfrm>
              <a:off x="5856552" y="2034777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4" name="pt19414"/>
            <p:cNvSpPr/>
            <p:nvPr/>
          </p:nvSpPr>
          <p:spPr>
            <a:xfrm>
              <a:off x="6755012" y="1989630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5" name="pt19415"/>
            <p:cNvSpPr/>
            <p:nvPr/>
          </p:nvSpPr>
          <p:spPr>
            <a:xfrm>
              <a:off x="5791853" y="2064612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6" name="pt19416"/>
            <p:cNvSpPr/>
            <p:nvPr/>
          </p:nvSpPr>
          <p:spPr>
            <a:xfrm>
              <a:off x="6850629" y="1839990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7" name="pt19417"/>
            <p:cNvSpPr/>
            <p:nvPr/>
          </p:nvSpPr>
          <p:spPr>
            <a:xfrm>
              <a:off x="6543893" y="2145441"/>
              <a:ext cx="16849" cy="16849"/>
            </a:xfrm>
            <a:prstGeom prst="ellipse">
              <a:avLst/>
            </a:prstGeom>
            <a:solidFill>
              <a:srgbClr val="59BC6D">
                <a:alpha val="45098"/>
              </a:srgbClr>
            </a:solidFill>
            <a:ln w="7363" cap="rnd">
              <a:solidFill>
                <a:srgbClr val="59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8" name="pt19418"/>
            <p:cNvSpPr/>
            <p:nvPr/>
          </p:nvSpPr>
          <p:spPr>
            <a:xfrm>
              <a:off x="5809826" y="2219350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9" name="pt19419"/>
            <p:cNvSpPr/>
            <p:nvPr/>
          </p:nvSpPr>
          <p:spPr>
            <a:xfrm>
              <a:off x="6440937" y="206740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0" name="pt19420"/>
            <p:cNvSpPr/>
            <p:nvPr/>
          </p:nvSpPr>
          <p:spPr>
            <a:xfrm>
              <a:off x="6528343" y="2373941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1" name="pt19421"/>
            <p:cNvSpPr/>
            <p:nvPr/>
          </p:nvSpPr>
          <p:spPr>
            <a:xfrm>
              <a:off x="6765801" y="203273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2" name="pt19422"/>
            <p:cNvSpPr/>
            <p:nvPr/>
          </p:nvSpPr>
          <p:spPr>
            <a:xfrm>
              <a:off x="6601761" y="2123874"/>
              <a:ext cx="16849" cy="16849"/>
            </a:xfrm>
            <a:prstGeom prst="ellipse">
              <a:avLst/>
            </a:prstGeom>
            <a:solidFill>
              <a:srgbClr val="68C562">
                <a:alpha val="45098"/>
              </a:srgbClr>
            </a:solidFill>
            <a:ln w="7363" cap="rnd">
              <a:solidFill>
                <a:srgbClr val="68C56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3" name="pt19423"/>
            <p:cNvSpPr/>
            <p:nvPr/>
          </p:nvSpPr>
          <p:spPr>
            <a:xfrm>
              <a:off x="6199508" y="2201332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4" name="pt19424"/>
            <p:cNvSpPr/>
            <p:nvPr/>
          </p:nvSpPr>
          <p:spPr>
            <a:xfrm>
              <a:off x="6888435" y="1998673"/>
              <a:ext cx="16849" cy="16849"/>
            </a:xfrm>
            <a:prstGeom prst="ellipse">
              <a:avLst/>
            </a:prstGeom>
            <a:solidFill>
              <a:srgbClr val="54B971">
                <a:alpha val="45098"/>
              </a:srgbClr>
            </a:solidFill>
            <a:ln w="7363" cap="rnd">
              <a:solidFill>
                <a:srgbClr val="54B97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5" name="pt19425"/>
            <p:cNvSpPr/>
            <p:nvPr/>
          </p:nvSpPr>
          <p:spPr>
            <a:xfrm>
              <a:off x="6587455" y="2070306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6" name="pt19426"/>
            <p:cNvSpPr/>
            <p:nvPr/>
          </p:nvSpPr>
          <p:spPr>
            <a:xfrm>
              <a:off x="6788125" y="1857572"/>
              <a:ext cx="16849" cy="16849"/>
            </a:xfrm>
            <a:prstGeom prst="ellipse">
              <a:avLst/>
            </a:prstGeom>
            <a:solidFill>
              <a:srgbClr val="25A385">
                <a:alpha val="45098"/>
              </a:srgbClr>
            </a:solidFill>
            <a:ln w="7363" cap="rnd">
              <a:solidFill>
                <a:srgbClr val="25A3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7" name="pt19427"/>
            <p:cNvSpPr/>
            <p:nvPr/>
          </p:nvSpPr>
          <p:spPr>
            <a:xfrm>
              <a:off x="5673433" y="2429054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8" name="pt19428"/>
            <p:cNvSpPr/>
            <p:nvPr/>
          </p:nvSpPr>
          <p:spPr>
            <a:xfrm>
              <a:off x="5938732" y="1897868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9" name="pt19429"/>
            <p:cNvSpPr/>
            <p:nvPr/>
          </p:nvSpPr>
          <p:spPr>
            <a:xfrm>
              <a:off x="5998290" y="244157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0" name="pt19430"/>
            <p:cNvSpPr/>
            <p:nvPr/>
          </p:nvSpPr>
          <p:spPr>
            <a:xfrm>
              <a:off x="6448492" y="2141877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1" name="pt19431"/>
            <p:cNvSpPr/>
            <p:nvPr/>
          </p:nvSpPr>
          <p:spPr>
            <a:xfrm>
              <a:off x="6662068" y="218996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2" name="pt19432"/>
            <p:cNvSpPr/>
            <p:nvPr/>
          </p:nvSpPr>
          <p:spPr>
            <a:xfrm>
              <a:off x="6705679" y="217089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3" name="pt19433"/>
            <p:cNvSpPr/>
            <p:nvPr/>
          </p:nvSpPr>
          <p:spPr>
            <a:xfrm>
              <a:off x="6697347" y="208073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4" name="pt19434"/>
            <p:cNvSpPr/>
            <p:nvPr/>
          </p:nvSpPr>
          <p:spPr>
            <a:xfrm>
              <a:off x="6339333" y="2112953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5" name="pt19435"/>
            <p:cNvSpPr/>
            <p:nvPr/>
          </p:nvSpPr>
          <p:spPr>
            <a:xfrm>
              <a:off x="6774341" y="1730362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6" name="pt19436"/>
            <p:cNvSpPr/>
            <p:nvPr/>
          </p:nvSpPr>
          <p:spPr>
            <a:xfrm>
              <a:off x="5905327" y="2155344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7" name="pt19437"/>
            <p:cNvSpPr/>
            <p:nvPr/>
          </p:nvSpPr>
          <p:spPr>
            <a:xfrm>
              <a:off x="7118430" y="1340398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8" name="pt19438"/>
            <p:cNvSpPr/>
            <p:nvPr/>
          </p:nvSpPr>
          <p:spPr>
            <a:xfrm>
              <a:off x="5418850" y="2156594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9" name="pt19439"/>
            <p:cNvSpPr/>
            <p:nvPr/>
          </p:nvSpPr>
          <p:spPr>
            <a:xfrm>
              <a:off x="6352402" y="2217429"/>
              <a:ext cx="16849" cy="16849"/>
            </a:xfrm>
            <a:prstGeom prst="ellipse">
              <a:avLst/>
            </a:prstGeom>
            <a:solidFill>
              <a:srgbClr val="2A7A8E">
                <a:alpha val="45098"/>
              </a:srgbClr>
            </a:solidFill>
            <a:ln w="7363" cap="rnd">
              <a:solidFill>
                <a:srgbClr val="2A7A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0" name="pt19440"/>
            <p:cNvSpPr/>
            <p:nvPr/>
          </p:nvSpPr>
          <p:spPr>
            <a:xfrm>
              <a:off x="6181469" y="2272415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1" name="pt19441"/>
            <p:cNvSpPr/>
            <p:nvPr/>
          </p:nvSpPr>
          <p:spPr>
            <a:xfrm>
              <a:off x="5730507" y="2376014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2" name="pt19442"/>
            <p:cNvSpPr/>
            <p:nvPr/>
          </p:nvSpPr>
          <p:spPr>
            <a:xfrm>
              <a:off x="6468984" y="2124735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3" name="pt19443"/>
            <p:cNvSpPr/>
            <p:nvPr/>
          </p:nvSpPr>
          <p:spPr>
            <a:xfrm>
              <a:off x="5989744" y="2426969"/>
              <a:ext cx="16849" cy="16849"/>
            </a:xfrm>
            <a:prstGeom prst="ellipse">
              <a:avLst/>
            </a:prstGeom>
            <a:solidFill>
              <a:srgbClr val="5CBE6B">
                <a:alpha val="45098"/>
              </a:srgbClr>
            </a:solidFill>
            <a:ln w="7363" cap="rnd">
              <a:solidFill>
                <a:srgbClr val="5CBE6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4" name="pt19444"/>
            <p:cNvSpPr/>
            <p:nvPr/>
          </p:nvSpPr>
          <p:spPr>
            <a:xfrm>
              <a:off x="5853541" y="2182412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5" name="pt19445"/>
            <p:cNvSpPr/>
            <p:nvPr/>
          </p:nvSpPr>
          <p:spPr>
            <a:xfrm>
              <a:off x="5808863" y="2146374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6" name="pt19446"/>
            <p:cNvSpPr/>
            <p:nvPr/>
          </p:nvSpPr>
          <p:spPr>
            <a:xfrm>
              <a:off x="5988682" y="2562571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7" name="pt19447"/>
            <p:cNvSpPr/>
            <p:nvPr/>
          </p:nvSpPr>
          <p:spPr>
            <a:xfrm>
              <a:off x="6551773" y="2143582"/>
              <a:ext cx="16849" cy="16849"/>
            </a:xfrm>
            <a:prstGeom prst="ellipse">
              <a:avLst/>
            </a:prstGeom>
            <a:solidFill>
              <a:srgbClr val="4BB576">
                <a:alpha val="45098"/>
              </a:srgbClr>
            </a:solidFill>
            <a:ln w="7363" cap="rnd">
              <a:solidFill>
                <a:srgbClr val="4BB5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8" name="pt19448"/>
            <p:cNvSpPr/>
            <p:nvPr/>
          </p:nvSpPr>
          <p:spPr>
            <a:xfrm>
              <a:off x="6408316" y="2163507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9" name="pt19449"/>
            <p:cNvSpPr/>
            <p:nvPr/>
          </p:nvSpPr>
          <p:spPr>
            <a:xfrm>
              <a:off x="6386344" y="2246014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0" name="pt19450"/>
            <p:cNvSpPr/>
            <p:nvPr/>
          </p:nvSpPr>
          <p:spPr>
            <a:xfrm>
              <a:off x="6320544" y="2197006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1" name="pt19451"/>
            <p:cNvSpPr/>
            <p:nvPr/>
          </p:nvSpPr>
          <p:spPr>
            <a:xfrm>
              <a:off x="5908465" y="2112412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2" name="pt19452"/>
            <p:cNvSpPr/>
            <p:nvPr/>
          </p:nvSpPr>
          <p:spPr>
            <a:xfrm>
              <a:off x="6570505" y="223558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3" name="pt19453"/>
            <p:cNvSpPr/>
            <p:nvPr/>
          </p:nvSpPr>
          <p:spPr>
            <a:xfrm>
              <a:off x="6464553" y="2073132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4" name="pt19454"/>
            <p:cNvSpPr/>
            <p:nvPr/>
          </p:nvSpPr>
          <p:spPr>
            <a:xfrm>
              <a:off x="6466507" y="2074804"/>
              <a:ext cx="16849" cy="16849"/>
            </a:xfrm>
            <a:prstGeom prst="ellipse">
              <a:avLst/>
            </a:prstGeom>
            <a:solidFill>
              <a:srgbClr val="2B7B8D">
                <a:alpha val="45098"/>
              </a:srgbClr>
            </a:solidFill>
            <a:ln w="7363" cap="rnd">
              <a:solidFill>
                <a:srgbClr val="2B7B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5" name="pt19455"/>
            <p:cNvSpPr/>
            <p:nvPr/>
          </p:nvSpPr>
          <p:spPr>
            <a:xfrm>
              <a:off x="6220723" y="2327892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6" name="pt19456"/>
            <p:cNvSpPr/>
            <p:nvPr/>
          </p:nvSpPr>
          <p:spPr>
            <a:xfrm>
              <a:off x="5949987" y="2294449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7" name="pt19457"/>
            <p:cNvSpPr/>
            <p:nvPr/>
          </p:nvSpPr>
          <p:spPr>
            <a:xfrm>
              <a:off x="5284576" y="1842674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8" name="pt19458"/>
            <p:cNvSpPr/>
            <p:nvPr/>
          </p:nvSpPr>
          <p:spPr>
            <a:xfrm>
              <a:off x="6159060" y="234275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9" name="pt19459"/>
            <p:cNvSpPr/>
            <p:nvPr/>
          </p:nvSpPr>
          <p:spPr>
            <a:xfrm>
              <a:off x="6942619" y="1850532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0" name="pt19460"/>
            <p:cNvSpPr/>
            <p:nvPr/>
          </p:nvSpPr>
          <p:spPr>
            <a:xfrm>
              <a:off x="7267692" y="1706755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1" name="pt19461"/>
            <p:cNvSpPr/>
            <p:nvPr/>
          </p:nvSpPr>
          <p:spPr>
            <a:xfrm>
              <a:off x="6692365" y="2077075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2" name="pt19462"/>
            <p:cNvSpPr/>
            <p:nvPr/>
          </p:nvSpPr>
          <p:spPr>
            <a:xfrm>
              <a:off x="5744757" y="1922260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3" name="pt19463"/>
            <p:cNvSpPr/>
            <p:nvPr/>
          </p:nvSpPr>
          <p:spPr>
            <a:xfrm>
              <a:off x="6018636" y="2233717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4" name="pt19464"/>
            <p:cNvSpPr/>
            <p:nvPr/>
          </p:nvSpPr>
          <p:spPr>
            <a:xfrm>
              <a:off x="6490667" y="227609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5" name="pt19465"/>
            <p:cNvSpPr/>
            <p:nvPr/>
          </p:nvSpPr>
          <p:spPr>
            <a:xfrm>
              <a:off x="7066141" y="1755048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6" name="pt19466"/>
            <p:cNvSpPr/>
            <p:nvPr/>
          </p:nvSpPr>
          <p:spPr>
            <a:xfrm>
              <a:off x="6537861" y="2129335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7" name="pt19467"/>
            <p:cNvSpPr/>
            <p:nvPr/>
          </p:nvSpPr>
          <p:spPr>
            <a:xfrm>
              <a:off x="6768460" y="2234386"/>
              <a:ext cx="16849" cy="16849"/>
            </a:xfrm>
            <a:prstGeom prst="ellipse">
              <a:avLst/>
            </a:prstGeom>
            <a:solidFill>
              <a:srgbClr val="424285">
                <a:alpha val="45098"/>
              </a:srgbClr>
            </a:solidFill>
            <a:ln w="7363" cap="rnd">
              <a:solidFill>
                <a:srgbClr val="424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8" name="pt19468"/>
            <p:cNvSpPr/>
            <p:nvPr/>
          </p:nvSpPr>
          <p:spPr>
            <a:xfrm>
              <a:off x="6583987" y="2077638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9" name="pt19469"/>
            <p:cNvSpPr/>
            <p:nvPr/>
          </p:nvSpPr>
          <p:spPr>
            <a:xfrm>
              <a:off x="6696283" y="2096877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0" name="pt19470"/>
            <p:cNvSpPr/>
            <p:nvPr/>
          </p:nvSpPr>
          <p:spPr>
            <a:xfrm>
              <a:off x="5570752" y="240690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1" name="pt19471"/>
            <p:cNvSpPr/>
            <p:nvPr/>
          </p:nvSpPr>
          <p:spPr>
            <a:xfrm>
              <a:off x="6591411" y="2210695"/>
              <a:ext cx="16849" cy="16849"/>
            </a:xfrm>
            <a:prstGeom prst="ellipse">
              <a:avLst/>
            </a:prstGeom>
            <a:solidFill>
              <a:srgbClr val="3C5C8A">
                <a:alpha val="45098"/>
              </a:srgbClr>
            </a:solidFill>
            <a:ln w="7363" cap="rnd">
              <a:solidFill>
                <a:srgbClr val="3C5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2" name="pt19472"/>
            <p:cNvSpPr/>
            <p:nvPr/>
          </p:nvSpPr>
          <p:spPr>
            <a:xfrm>
              <a:off x="6455073" y="203590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3" name="pt19473"/>
            <p:cNvSpPr/>
            <p:nvPr/>
          </p:nvSpPr>
          <p:spPr>
            <a:xfrm>
              <a:off x="5982918" y="259203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4" name="pt19474"/>
            <p:cNvSpPr/>
            <p:nvPr/>
          </p:nvSpPr>
          <p:spPr>
            <a:xfrm>
              <a:off x="6547987" y="2166260"/>
              <a:ext cx="16849" cy="16849"/>
            </a:xfrm>
            <a:prstGeom prst="ellipse">
              <a:avLst/>
            </a:prstGeom>
            <a:solidFill>
              <a:srgbClr val="DDE235">
                <a:alpha val="45098"/>
              </a:srgbClr>
            </a:solidFill>
            <a:ln w="7363" cap="rnd">
              <a:solidFill>
                <a:srgbClr val="DDE23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5" name="pt19475"/>
            <p:cNvSpPr/>
            <p:nvPr/>
          </p:nvSpPr>
          <p:spPr>
            <a:xfrm>
              <a:off x="6357731" y="2277393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6" name="pt19476"/>
            <p:cNvSpPr/>
            <p:nvPr/>
          </p:nvSpPr>
          <p:spPr>
            <a:xfrm>
              <a:off x="6130203" y="2382068"/>
              <a:ext cx="16849" cy="16849"/>
            </a:xfrm>
            <a:prstGeom prst="ellipse">
              <a:avLst/>
            </a:prstGeom>
            <a:solidFill>
              <a:srgbClr val="2C898B">
                <a:alpha val="45098"/>
              </a:srgbClr>
            </a:solidFill>
            <a:ln w="7363" cap="rnd">
              <a:solidFill>
                <a:srgbClr val="2C89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7" name="pt19477"/>
            <p:cNvSpPr/>
            <p:nvPr/>
          </p:nvSpPr>
          <p:spPr>
            <a:xfrm>
              <a:off x="6489861" y="2207766"/>
              <a:ext cx="16849" cy="16849"/>
            </a:xfrm>
            <a:prstGeom prst="ellipse">
              <a:avLst/>
            </a:prstGeom>
            <a:solidFill>
              <a:srgbClr val="89D34E">
                <a:alpha val="45098"/>
              </a:srgbClr>
            </a:solidFill>
            <a:ln w="7363" cap="rnd">
              <a:solidFill>
                <a:srgbClr val="89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8" name="pt19478"/>
            <p:cNvSpPr/>
            <p:nvPr/>
          </p:nvSpPr>
          <p:spPr>
            <a:xfrm>
              <a:off x="5718466" y="2625069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9" name="pt19479"/>
            <p:cNvSpPr/>
            <p:nvPr/>
          </p:nvSpPr>
          <p:spPr>
            <a:xfrm>
              <a:off x="6233882" y="2287129"/>
              <a:ext cx="16849" cy="16849"/>
            </a:xfrm>
            <a:prstGeom prst="ellipse">
              <a:avLst/>
            </a:prstGeom>
            <a:solidFill>
              <a:srgbClr val="5EBE6A">
                <a:alpha val="45098"/>
              </a:srgbClr>
            </a:solidFill>
            <a:ln w="7363" cap="rnd">
              <a:solidFill>
                <a:srgbClr val="5EBE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0" name="pt19480"/>
            <p:cNvSpPr/>
            <p:nvPr/>
          </p:nvSpPr>
          <p:spPr>
            <a:xfrm>
              <a:off x="6334697" y="2234985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1" name="pt19481"/>
            <p:cNvSpPr/>
            <p:nvPr/>
          </p:nvSpPr>
          <p:spPr>
            <a:xfrm>
              <a:off x="6798918" y="1890044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2" name="pt19482"/>
            <p:cNvSpPr/>
            <p:nvPr/>
          </p:nvSpPr>
          <p:spPr>
            <a:xfrm>
              <a:off x="5319617" y="2026630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3" name="pt19483"/>
            <p:cNvSpPr/>
            <p:nvPr/>
          </p:nvSpPr>
          <p:spPr>
            <a:xfrm>
              <a:off x="6975634" y="1766268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4" name="pt19484"/>
            <p:cNvSpPr/>
            <p:nvPr/>
          </p:nvSpPr>
          <p:spPr>
            <a:xfrm>
              <a:off x="5304464" y="2222830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5" name="pt19485"/>
            <p:cNvSpPr/>
            <p:nvPr/>
          </p:nvSpPr>
          <p:spPr>
            <a:xfrm>
              <a:off x="6653775" y="2049654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6" name="pt19486"/>
            <p:cNvSpPr/>
            <p:nvPr/>
          </p:nvSpPr>
          <p:spPr>
            <a:xfrm>
              <a:off x="6042576" y="2259752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7" name="pt19487"/>
            <p:cNvSpPr/>
            <p:nvPr/>
          </p:nvSpPr>
          <p:spPr>
            <a:xfrm>
              <a:off x="6481401" y="2268878"/>
              <a:ext cx="16849" cy="16849"/>
            </a:xfrm>
            <a:prstGeom prst="ellipse">
              <a:avLst/>
            </a:prstGeom>
            <a:solidFill>
              <a:srgbClr val="BBDC41">
                <a:alpha val="45098"/>
              </a:srgbClr>
            </a:solidFill>
            <a:ln w="7363" cap="rnd">
              <a:solidFill>
                <a:srgbClr val="BBDC4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8" name="pt19488"/>
            <p:cNvSpPr/>
            <p:nvPr/>
          </p:nvSpPr>
          <p:spPr>
            <a:xfrm>
              <a:off x="5333734" y="1637127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9" name="pt19489"/>
            <p:cNvSpPr/>
            <p:nvPr/>
          </p:nvSpPr>
          <p:spPr>
            <a:xfrm>
              <a:off x="5520806" y="2380712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0" name="pt19490"/>
            <p:cNvSpPr/>
            <p:nvPr/>
          </p:nvSpPr>
          <p:spPr>
            <a:xfrm>
              <a:off x="7047844" y="1705284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1" name="pt19491"/>
            <p:cNvSpPr/>
            <p:nvPr/>
          </p:nvSpPr>
          <p:spPr>
            <a:xfrm>
              <a:off x="5980641" y="263589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2" name="pt19492"/>
            <p:cNvSpPr/>
            <p:nvPr/>
          </p:nvSpPr>
          <p:spPr>
            <a:xfrm>
              <a:off x="5841961" y="2411173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3" name="pt19493"/>
            <p:cNvSpPr/>
            <p:nvPr/>
          </p:nvSpPr>
          <p:spPr>
            <a:xfrm>
              <a:off x="6160642" y="2337771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4" name="pt19494"/>
            <p:cNvSpPr/>
            <p:nvPr/>
          </p:nvSpPr>
          <p:spPr>
            <a:xfrm>
              <a:off x="5318856" y="2277355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5" name="pt19495"/>
            <p:cNvSpPr/>
            <p:nvPr/>
          </p:nvSpPr>
          <p:spPr>
            <a:xfrm>
              <a:off x="4871391" y="2794836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6" name="pt19496"/>
            <p:cNvSpPr/>
            <p:nvPr/>
          </p:nvSpPr>
          <p:spPr>
            <a:xfrm>
              <a:off x="6232491" y="2264975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7" name="pt19497"/>
            <p:cNvSpPr/>
            <p:nvPr/>
          </p:nvSpPr>
          <p:spPr>
            <a:xfrm>
              <a:off x="5571011" y="2384915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8" name="pt19498"/>
            <p:cNvSpPr/>
            <p:nvPr/>
          </p:nvSpPr>
          <p:spPr>
            <a:xfrm>
              <a:off x="6001537" y="2599759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9" name="pt19499"/>
            <p:cNvSpPr/>
            <p:nvPr/>
          </p:nvSpPr>
          <p:spPr>
            <a:xfrm>
              <a:off x="5607263" y="2433335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0" name="pt19500"/>
            <p:cNvSpPr/>
            <p:nvPr/>
          </p:nvSpPr>
          <p:spPr>
            <a:xfrm>
              <a:off x="6258419" y="2506231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1" name="pt19501"/>
            <p:cNvSpPr/>
            <p:nvPr/>
          </p:nvSpPr>
          <p:spPr>
            <a:xfrm>
              <a:off x="6055266" y="234126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2" name="pt19502"/>
            <p:cNvSpPr/>
            <p:nvPr/>
          </p:nvSpPr>
          <p:spPr>
            <a:xfrm>
              <a:off x="6264420" y="243575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3" name="pt19503"/>
            <p:cNvSpPr/>
            <p:nvPr/>
          </p:nvSpPr>
          <p:spPr>
            <a:xfrm>
              <a:off x="6421431" y="2225168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4" name="pt19504"/>
            <p:cNvSpPr/>
            <p:nvPr/>
          </p:nvSpPr>
          <p:spPr>
            <a:xfrm>
              <a:off x="6228908" y="2318602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5" name="pt19505"/>
            <p:cNvSpPr/>
            <p:nvPr/>
          </p:nvSpPr>
          <p:spPr>
            <a:xfrm>
              <a:off x="5568120" y="2299663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6" name="pt19506"/>
            <p:cNvSpPr/>
            <p:nvPr/>
          </p:nvSpPr>
          <p:spPr>
            <a:xfrm>
              <a:off x="6534267" y="2179299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7" name="pt19507"/>
            <p:cNvSpPr/>
            <p:nvPr/>
          </p:nvSpPr>
          <p:spPr>
            <a:xfrm>
              <a:off x="6205210" y="2267849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8" name="pt19508"/>
            <p:cNvSpPr/>
            <p:nvPr/>
          </p:nvSpPr>
          <p:spPr>
            <a:xfrm>
              <a:off x="6525509" y="2318362"/>
              <a:ext cx="16849" cy="16849"/>
            </a:xfrm>
            <a:prstGeom prst="ellipse">
              <a:avLst/>
            </a:prstGeom>
            <a:solidFill>
              <a:srgbClr val="89D34E">
                <a:alpha val="45098"/>
              </a:srgbClr>
            </a:solidFill>
            <a:ln w="7363" cap="rnd">
              <a:solidFill>
                <a:srgbClr val="89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9" name="pt19509"/>
            <p:cNvSpPr/>
            <p:nvPr/>
          </p:nvSpPr>
          <p:spPr>
            <a:xfrm>
              <a:off x="6062930" y="2461970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0" name="pt19510"/>
            <p:cNvSpPr/>
            <p:nvPr/>
          </p:nvSpPr>
          <p:spPr>
            <a:xfrm>
              <a:off x="6258767" y="2442420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1" name="pt19511"/>
            <p:cNvSpPr/>
            <p:nvPr/>
          </p:nvSpPr>
          <p:spPr>
            <a:xfrm>
              <a:off x="6790607" y="1862120"/>
              <a:ext cx="16849" cy="16849"/>
            </a:xfrm>
            <a:prstGeom prst="ellipse">
              <a:avLst/>
            </a:prstGeom>
            <a:solidFill>
              <a:srgbClr val="49B476">
                <a:alpha val="45098"/>
              </a:srgbClr>
            </a:solidFill>
            <a:ln w="7363" cap="rnd">
              <a:solidFill>
                <a:srgbClr val="49B4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2" name="pt19512"/>
            <p:cNvSpPr/>
            <p:nvPr/>
          </p:nvSpPr>
          <p:spPr>
            <a:xfrm>
              <a:off x="5702506" y="2339823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3" name="pt19513"/>
            <p:cNvSpPr/>
            <p:nvPr/>
          </p:nvSpPr>
          <p:spPr>
            <a:xfrm>
              <a:off x="6207571" y="226680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4" name="pt19514"/>
            <p:cNvSpPr/>
            <p:nvPr/>
          </p:nvSpPr>
          <p:spPr>
            <a:xfrm>
              <a:off x="5950277" y="2420435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5" name="pt19515"/>
            <p:cNvSpPr/>
            <p:nvPr/>
          </p:nvSpPr>
          <p:spPr>
            <a:xfrm>
              <a:off x="6925800" y="1751282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6" name="pt19516"/>
            <p:cNvSpPr/>
            <p:nvPr/>
          </p:nvSpPr>
          <p:spPr>
            <a:xfrm>
              <a:off x="6468540" y="214245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7" name="pt19517"/>
            <p:cNvSpPr/>
            <p:nvPr/>
          </p:nvSpPr>
          <p:spPr>
            <a:xfrm>
              <a:off x="6338998" y="2204899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8" name="pt19518"/>
            <p:cNvSpPr/>
            <p:nvPr/>
          </p:nvSpPr>
          <p:spPr>
            <a:xfrm>
              <a:off x="5712326" y="2499629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9" name="pt19519"/>
            <p:cNvSpPr/>
            <p:nvPr/>
          </p:nvSpPr>
          <p:spPr>
            <a:xfrm>
              <a:off x="6710878" y="2119074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0" name="pt19520"/>
            <p:cNvSpPr/>
            <p:nvPr/>
          </p:nvSpPr>
          <p:spPr>
            <a:xfrm>
              <a:off x="6742847" y="2103500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1" name="pt19521"/>
            <p:cNvSpPr/>
            <p:nvPr/>
          </p:nvSpPr>
          <p:spPr>
            <a:xfrm>
              <a:off x="6246542" y="2284665"/>
              <a:ext cx="16849" cy="16849"/>
            </a:xfrm>
            <a:prstGeom prst="ellipse">
              <a:avLst/>
            </a:prstGeom>
            <a:solidFill>
              <a:srgbClr val="289C87">
                <a:alpha val="45098"/>
              </a:srgbClr>
            </a:solidFill>
            <a:ln w="7363" cap="rnd">
              <a:solidFill>
                <a:srgbClr val="289C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2" name="pt19522"/>
            <p:cNvSpPr/>
            <p:nvPr/>
          </p:nvSpPr>
          <p:spPr>
            <a:xfrm>
              <a:off x="6330323" y="2176672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3" name="pt19523"/>
            <p:cNvSpPr/>
            <p:nvPr/>
          </p:nvSpPr>
          <p:spPr>
            <a:xfrm>
              <a:off x="6715022" y="2031584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4" name="pt19524"/>
            <p:cNvSpPr/>
            <p:nvPr/>
          </p:nvSpPr>
          <p:spPr>
            <a:xfrm>
              <a:off x="7167754" y="1517883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5" name="pt19525"/>
            <p:cNvSpPr/>
            <p:nvPr/>
          </p:nvSpPr>
          <p:spPr>
            <a:xfrm>
              <a:off x="6045717" y="2379279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6" name="pt19526"/>
            <p:cNvSpPr/>
            <p:nvPr/>
          </p:nvSpPr>
          <p:spPr>
            <a:xfrm>
              <a:off x="6440191" y="1786986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7" name="pt19527"/>
            <p:cNvSpPr/>
            <p:nvPr/>
          </p:nvSpPr>
          <p:spPr>
            <a:xfrm>
              <a:off x="6574473" y="2298400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8" name="pt19528"/>
            <p:cNvSpPr/>
            <p:nvPr/>
          </p:nvSpPr>
          <p:spPr>
            <a:xfrm>
              <a:off x="6431720" y="1896304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9" name="pt19529"/>
            <p:cNvSpPr/>
            <p:nvPr/>
          </p:nvSpPr>
          <p:spPr>
            <a:xfrm>
              <a:off x="5789025" y="2105787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0" name="pt19530"/>
            <p:cNvSpPr/>
            <p:nvPr/>
          </p:nvSpPr>
          <p:spPr>
            <a:xfrm>
              <a:off x="5744512" y="2319286"/>
              <a:ext cx="16849" cy="16849"/>
            </a:xfrm>
            <a:prstGeom prst="ellipse">
              <a:avLst/>
            </a:prstGeom>
            <a:solidFill>
              <a:srgbClr val="6FC95C">
                <a:alpha val="45098"/>
              </a:srgbClr>
            </a:solidFill>
            <a:ln w="7363" cap="rnd">
              <a:solidFill>
                <a:srgbClr val="6FC95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1" name="pt19531"/>
            <p:cNvSpPr/>
            <p:nvPr/>
          </p:nvSpPr>
          <p:spPr>
            <a:xfrm>
              <a:off x="6172573" y="233821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2" name="pt19532"/>
            <p:cNvSpPr/>
            <p:nvPr/>
          </p:nvSpPr>
          <p:spPr>
            <a:xfrm>
              <a:off x="5488945" y="2561768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3" name="pt19533"/>
            <p:cNvSpPr/>
            <p:nvPr/>
          </p:nvSpPr>
          <p:spPr>
            <a:xfrm>
              <a:off x="5863329" y="2199098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4" name="pt19534"/>
            <p:cNvSpPr/>
            <p:nvPr/>
          </p:nvSpPr>
          <p:spPr>
            <a:xfrm>
              <a:off x="5447700" y="2412471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5" name="pt19535"/>
            <p:cNvSpPr/>
            <p:nvPr/>
          </p:nvSpPr>
          <p:spPr>
            <a:xfrm>
              <a:off x="6914900" y="1934798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6" name="pt19536"/>
            <p:cNvSpPr/>
            <p:nvPr/>
          </p:nvSpPr>
          <p:spPr>
            <a:xfrm>
              <a:off x="6249991" y="2346538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7" name="pt19537"/>
            <p:cNvSpPr/>
            <p:nvPr/>
          </p:nvSpPr>
          <p:spPr>
            <a:xfrm>
              <a:off x="5804247" y="205467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8" name="pt19538"/>
            <p:cNvSpPr/>
            <p:nvPr/>
          </p:nvSpPr>
          <p:spPr>
            <a:xfrm>
              <a:off x="6001673" y="2706872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9" name="pt19539"/>
            <p:cNvSpPr/>
            <p:nvPr/>
          </p:nvSpPr>
          <p:spPr>
            <a:xfrm>
              <a:off x="5606454" y="2474053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0" name="pt19540"/>
            <p:cNvSpPr/>
            <p:nvPr/>
          </p:nvSpPr>
          <p:spPr>
            <a:xfrm>
              <a:off x="6804079" y="1907115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1" name="pt19541"/>
            <p:cNvSpPr/>
            <p:nvPr/>
          </p:nvSpPr>
          <p:spPr>
            <a:xfrm>
              <a:off x="6638477" y="2107646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2" name="pt19542"/>
            <p:cNvSpPr/>
            <p:nvPr/>
          </p:nvSpPr>
          <p:spPr>
            <a:xfrm>
              <a:off x="6054761" y="233978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3" name="pt19543"/>
            <p:cNvSpPr/>
            <p:nvPr/>
          </p:nvSpPr>
          <p:spPr>
            <a:xfrm>
              <a:off x="6473755" y="2205543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4" name="pt19544"/>
            <p:cNvSpPr/>
            <p:nvPr/>
          </p:nvSpPr>
          <p:spPr>
            <a:xfrm>
              <a:off x="6532114" y="2166282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5" name="pt19545"/>
            <p:cNvSpPr/>
            <p:nvPr/>
          </p:nvSpPr>
          <p:spPr>
            <a:xfrm>
              <a:off x="5830386" y="2431641"/>
              <a:ext cx="16849" cy="16849"/>
            </a:xfrm>
            <a:prstGeom prst="ellipse">
              <a:avLst/>
            </a:prstGeom>
            <a:solidFill>
              <a:srgbClr val="22A884">
                <a:alpha val="45098"/>
              </a:srgbClr>
            </a:solidFill>
            <a:ln w="7363" cap="rnd">
              <a:solidFill>
                <a:srgbClr val="22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6" name="pt19546"/>
            <p:cNvSpPr/>
            <p:nvPr/>
          </p:nvSpPr>
          <p:spPr>
            <a:xfrm>
              <a:off x="6251590" y="2367595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7" name="pt19547"/>
            <p:cNvSpPr/>
            <p:nvPr/>
          </p:nvSpPr>
          <p:spPr>
            <a:xfrm>
              <a:off x="7364262" y="133058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8" name="pt19548"/>
            <p:cNvSpPr/>
            <p:nvPr/>
          </p:nvSpPr>
          <p:spPr>
            <a:xfrm>
              <a:off x="5528160" y="2461772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9" name="pt19549"/>
            <p:cNvSpPr/>
            <p:nvPr/>
          </p:nvSpPr>
          <p:spPr>
            <a:xfrm>
              <a:off x="5376408" y="245510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0" name="pt19550"/>
            <p:cNvSpPr/>
            <p:nvPr/>
          </p:nvSpPr>
          <p:spPr>
            <a:xfrm>
              <a:off x="6738719" y="2143130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1" name="pt19551"/>
            <p:cNvSpPr/>
            <p:nvPr/>
          </p:nvSpPr>
          <p:spPr>
            <a:xfrm>
              <a:off x="6854713" y="1930777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2" name="pt19552"/>
            <p:cNvSpPr/>
            <p:nvPr/>
          </p:nvSpPr>
          <p:spPr>
            <a:xfrm>
              <a:off x="5998310" y="2607547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3" name="pt19553"/>
            <p:cNvSpPr/>
            <p:nvPr/>
          </p:nvSpPr>
          <p:spPr>
            <a:xfrm>
              <a:off x="6381212" y="2247571"/>
              <a:ext cx="16849" cy="16849"/>
            </a:xfrm>
            <a:prstGeom prst="ellipse">
              <a:avLst/>
            </a:prstGeom>
            <a:solidFill>
              <a:srgbClr val="A5D847">
                <a:alpha val="45098"/>
              </a:srgbClr>
            </a:solidFill>
            <a:ln w="7363" cap="rnd">
              <a:solidFill>
                <a:srgbClr val="A5D84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4" name="pt19554"/>
            <p:cNvSpPr/>
            <p:nvPr/>
          </p:nvSpPr>
          <p:spPr>
            <a:xfrm>
              <a:off x="6396034" y="2017785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5" name="pt19555"/>
            <p:cNvSpPr/>
            <p:nvPr/>
          </p:nvSpPr>
          <p:spPr>
            <a:xfrm>
              <a:off x="6198645" y="2195064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6" name="pt19556"/>
            <p:cNvSpPr/>
            <p:nvPr/>
          </p:nvSpPr>
          <p:spPr>
            <a:xfrm>
              <a:off x="6928875" y="1765394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7" name="pt19557"/>
            <p:cNvSpPr/>
            <p:nvPr/>
          </p:nvSpPr>
          <p:spPr>
            <a:xfrm>
              <a:off x="6551361" y="2003756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8" name="pt19558"/>
            <p:cNvSpPr/>
            <p:nvPr/>
          </p:nvSpPr>
          <p:spPr>
            <a:xfrm>
              <a:off x="6235003" y="227687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9" name="pt19559"/>
            <p:cNvSpPr/>
            <p:nvPr/>
          </p:nvSpPr>
          <p:spPr>
            <a:xfrm>
              <a:off x="5630637" y="2305483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0" name="pt19560"/>
            <p:cNvSpPr/>
            <p:nvPr/>
          </p:nvSpPr>
          <p:spPr>
            <a:xfrm>
              <a:off x="6181971" y="2297413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1" name="pt19561"/>
            <p:cNvSpPr/>
            <p:nvPr/>
          </p:nvSpPr>
          <p:spPr>
            <a:xfrm>
              <a:off x="5304040" y="1886601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2" name="pt19562"/>
            <p:cNvSpPr/>
            <p:nvPr/>
          </p:nvSpPr>
          <p:spPr>
            <a:xfrm>
              <a:off x="5452849" y="240982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3" name="pt19563"/>
            <p:cNvSpPr/>
            <p:nvPr/>
          </p:nvSpPr>
          <p:spPr>
            <a:xfrm>
              <a:off x="5427286" y="2495799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4" name="pt19564"/>
            <p:cNvSpPr/>
            <p:nvPr/>
          </p:nvSpPr>
          <p:spPr>
            <a:xfrm>
              <a:off x="5895529" y="2024590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5" name="pt19565"/>
            <p:cNvSpPr/>
            <p:nvPr/>
          </p:nvSpPr>
          <p:spPr>
            <a:xfrm>
              <a:off x="6511132" y="2119396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6" name="pt19566"/>
            <p:cNvSpPr/>
            <p:nvPr/>
          </p:nvSpPr>
          <p:spPr>
            <a:xfrm>
              <a:off x="6130938" y="2180045"/>
              <a:ext cx="16849" cy="16849"/>
            </a:xfrm>
            <a:prstGeom prst="ellipse">
              <a:avLst/>
            </a:prstGeom>
            <a:solidFill>
              <a:srgbClr val="62C167">
                <a:alpha val="45098"/>
              </a:srgbClr>
            </a:solidFill>
            <a:ln w="7363" cap="rnd">
              <a:solidFill>
                <a:srgbClr val="62C16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7" name="pt19567"/>
            <p:cNvSpPr/>
            <p:nvPr/>
          </p:nvSpPr>
          <p:spPr>
            <a:xfrm>
              <a:off x="7189891" y="1783329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8" name="pt19568"/>
            <p:cNvSpPr/>
            <p:nvPr/>
          </p:nvSpPr>
          <p:spPr>
            <a:xfrm>
              <a:off x="6325193" y="228327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9" name="pt19569"/>
            <p:cNvSpPr/>
            <p:nvPr/>
          </p:nvSpPr>
          <p:spPr>
            <a:xfrm>
              <a:off x="6140904" y="2337558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0" name="pt19570"/>
            <p:cNvSpPr/>
            <p:nvPr/>
          </p:nvSpPr>
          <p:spPr>
            <a:xfrm>
              <a:off x="6173293" y="2292358"/>
              <a:ext cx="16849" cy="16849"/>
            </a:xfrm>
            <a:prstGeom prst="ellipse">
              <a:avLst/>
            </a:prstGeom>
            <a:solidFill>
              <a:srgbClr val="26A983">
                <a:alpha val="45098"/>
              </a:srgbClr>
            </a:solidFill>
            <a:ln w="7363" cap="rnd">
              <a:solidFill>
                <a:srgbClr val="26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1" name="pt19571"/>
            <p:cNvSpPr/>
            <p:nvPr/>
          </p:nvSpPr>
          <p:spPr>
            <a:xfrm>
              <a:off x="6290424" y="1897760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2" name="pt19572"/>
            <p:cNvSpPr/>
            <p:nvPr/>
          </p:nvSpPr>
          <p:spPr>
            <a:xfrm>
              <a:off x="6184772" y="2316899"/>
              <a:ext cx="16849" cy="16849"/>
            </a:xfrm>
            <a:prstGeom prst="ellipse">
              <a:avLst/>
            </a:prstGeom>
            <a:solidFill>
              <a:srgbClr val="2C898B">
                <a:alpha val="45098"/>
              </a:srgbClr>
            </a:solidFill>
            <a:ln w="7363" cap="rnd">
              <a:solidFill>
                <a:srgbClr val="2C89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3" name="pt19573"/>
            <p:cNvSpPr/>
            <p:nvPr/>
          </p:nvSpPr>
          <p:spPr>
            <a:xfrm>
              <a:off x="6234976" y="2313845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4" name="pt19574"/>
            <p:cNvSpPr/>
            <p:nvPr/>
          </p:nvSpPr>
          <p:spPr>
            <a:xfrm>
              <a:off x="6474190" y="2171058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5" name="pt19575"/>
            <p:cNvSpPr/>
            <p:nvPr/>
          </p:nvSpPr>
          <p:spPr>
            <a:xfrm>
              <a:off x="5685024" y="2433688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6" name="pt19576"/>
            <p:cNvSpPr/>
            <p:nvPr/>
          </p:nvSpPr>
          <p:spPr>
            <a:xfrm>
              <a:off x="6269353" y="2329011"/>
              <a:ext cx="16849" cy="16849"/>
            </a:xfrm>
            <a:prstGeom prst="ellipse">
              <a:avLst/>
            </a:prstGeom>
            <a:solidFill>
              <a:srgbClr val="71CB5A">
                <a:alpha val="45098"/>
              </a:srgbClr>
            </a:solidFill>
            <a:ln w="7363" cap="rnd">
              <a:solidFill>
                <a:srgbClr val="71CB5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7" name="pt19577"/>
            <p:cNvSpPr/>
            <p:nvPr/>
          </p:nvSpPr>
          <p:spPr>
            <a:xfrm>
              <a:off x="5586239" y="1885375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8" name="pt19578"/>
            <p:cNvSpPr/>
            <p:nvPr/>
          </p:nvSpPr>
          <p:spPr>
            <a:xfrm>
              <a:off x="5760807" y="2144744"/>
              <a:ext cx="16849" cy="16849"/>
            </a:xfrm>
            <a:prstGeom prst="ellipse">
              <a:avLst/>
            </a:prstGeom>
            <a:solidFill>
              <a:srgbClr val="55BA70">
                <a:alpha val="45098"/>
              </a:srgbClr>
            </a:solidFill>
            <a:ln w="7363" cap="rnd">
              <a:solidFill>
                <a:srgbClr val="55BA7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9" name="pt19579"/>
            <p:cNvSpPr/>
            <p:nvPr/>
          </p:nvSpPr>
          <p:spPr>
            <a:xfrm>
              <a:off x="6666076" y="2060688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0" name="pt19580"/>
            <p:cNvSpPr/>
            <p:nvPr/>
          </p:nvSpPr>
          <p:spPr>
            <a:xfrm>
              <a:off x="6044441" y="2375087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1" name="pt19581"/>
            <p:cNvSpPr/>
            <p:nvPr/>
          </p:nvSpPr>
          <p:spPr>
            <a:xfrm>
              <a:off x="6065903" y="2443000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2" name="pt19582"/>
            <p:cNvSpPr/>
            <p:nvPr/>
          </p:nvSpPr>
          <p:spPr>
            <a:xfrm>
              <a:off x="6227416" y="2287666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3" name="pt19583"/>
            <p:cNvSpPr/>
            <p:nvPr/>
          </p:nvSpPr>
          <p:spPr>
            <a:xfrm>
              <a:off x="5571203" y="2352048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4" name="pt19584"/>
            <p:cNvSpPr/>
            <p:nvPr/>
          </p:nvSpPr>
          <p:spPr>
            <a:xfrm>
              <a:off x="5640461" y="2384145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5" name="pt19585"/>
            <p:cNvSpPr/>
            <p:nvPr/>
          </p:nvSpPr>
          <p:spPr>
            <a:xfrm>
              <a:off x="5688786" y="2508190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6" name="pt19586"/>
            <p:cNvSpPr/>
            <p:nvPr/>
          </p:nvSpPr>
          <p:spPr>
            <a:xfrm>
              <a:off x="6308721" y="2047918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7" name="pt19587"/>
            <p:cNvSpPr/>
            <p:nvPr/>
          </p:nvSpPr>
          <p:spPr>
            <a:xfrm>
              <a:off x="6141391" y="2364887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8" name="pt19588"/>
            <p:cNvSpPr/>
            <p:nvPr/>
          </p:nvSpPr>
          <p:spPr>
            <a:xfrm>
              <a:off x="5754531" y="2145232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9" name="pt19589"/>
            <p:cNvSpPr/>
            <p:nvPr/>
          </p:nvSpPr>
          <p:spPr>
            <a:xfrm>
              <a:off x="6548768" y="2127800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0" name="pt19590"/>
            <p:cNvSpPr/>
            <p:nvPr/>
          </p:nvSpPr>
          <p:spPr>
            <a:xfrm>
              <a:off x="6436335" y="1896912"/>
              <a:ext cx="16849" cy="16849"/>
            </a:xfrm>
            <a:prstGeom prst="ellipse">
              <a:avLst/>
            </a:prstGeom>
            <a:solidFill>
              <a:srgbClr val="67C463">
                <a:alpha val="45098"/>
              </a:srgbClr>
            </a:solidFill>
            <a:ln w="7363" cap="rnd">
              <a:solidFill>
                <a:srgbClr val="67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1" name="pt19591"/>
            <p:cNvSpPr/>
            <p:nvPr/>
          </p:nvSpPr>
          <p:spPr>
            <a:xfrm>
              <a:off x="6424029" y="199853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2" name="pt19592"/>
            <p:cNvSpPr/>
            <p:nvPr/>
          </p:nvSpPr>
          <p:spPr>
            <a:xfrm>
              <a:off x="5918159" y="2114045"/>
              <a:ext cx="16849" cy="16849"/>
            </a:xfrm>
            <a:prstGeom prst="ellipse">
              <a:avLst/>
            </a:prstGeom>
            <a:solidFill>
              <a:srgbClr val="6AC661">
                <a:alpha val="45098"/>
              </a:srgbClr>
            </a:solidFill>
            <a:ln w="7363" cap="rnd">
              <a:solidFill>
                <a:srgbClr val="6AC66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3" name="pt19593"/>
            <p:cNvSpPr/>
            <p:nvPr/>
          </p:nvSpPr>
          <p:spPr>
            <a:xfrm>
              <a:off x="5244761" y="2459940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4" name="pt19594"/>
            <p:cNvSpPr/>
            <p:nvPr/>
          </p:nvSpPr>
          <p:spPr>
            <a:xfrm>
              <a:off x="5425777" y="2481481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5" name="pt19595"/>
            <p:cNvSpPr/>
            <p:nvPr/>
          </p:nvSpPr>
          <p:spPr>
            <a:xfrm>
              <a:off x="5935414" y="2002989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6" name="pt19596"/>
            <p:cNvSpPr/>
            <p:nvPr/>
          </p:nvSpPr>
          <p:spPr>
            <a:xfrm>
              <a:off x="7101512" y="150479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7" name="pt19597"/>
            <p:cNvSpPr/>
            <p:nvPr/>
          </p:nvSpPr>
          <p:spPr>
            <a:xfrm>
              <a:off x="6450156" y="2061111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8" name="pt19598"/>
            <p:cNvSpPr/>
            <p:nvPr/>
          </p:nvSpPr>
          <p:spPr>
            <a:xfrm>
              <a:off x="6569717" y="2208034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9" name="pt19599"/>
            <p:cNvSpPr/>
            <p:nvPr/>
          </p:nvSpPr>
          <p:spPr>
            <a:xfrm>
              <a:off x="5872981" y="2138505"/>
              <a:ext cx="16849" cy="16849"/>
            </a:xfrm>
            <a:prstGeom prst="ellipse">
              <a:avLst/>
            </a:prstGeom>
            <a:solidFill>
              <a:srgbClr val="2A9488">
                <a:alpha val="45098"/>
              </a:srgbClr>
            </a:solidFill>
            <a:ln w="7363" cap="rnd">
              <a:solidFill>
                <a:srgbClr val="2A94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0" name="pt19600"/>
            <p:cNvSpPr/>
            <p:nvPr/>
          </p:nvSpPr>
          <p:spPr>
            <a:xfrm>
              <a:off x="6022555" y="2009807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1" name="pt19601"/>
            <p:cNvSpPr/>
            <p:nvPr/>
          </p:nvSpPr>
          <p:spPr>
            <a:xfrm>
              <a:off x="6168992" y="229572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2" name="pt19602"/>
            <p:cNvSpPr/>
            <p:nvPr/>
          </p:nvSpPr>
          <p:spPr>
            <a:xfrm>
              <a:off x="5398416" y="2569510"/>
              <a:ext cx="16849" cy="16849"/>
            </a:xfrm>
            <a:prstGeom prst="ellipse">
              <a:avLst/>
            </a:prstGeom>
            <a:solidFill>
              <a:srgbClr val="2B808D">
                <a:alpha val="45098"/>
              </a:srgbClr>
            </a:solidFill>
            <a:ln w="7363" cap="rnd">
              <a:solidFill>
                <a:srgbClr val="2B8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3" name="pt19603"/>
            <p:cNvSpPr/>
            <p:nvPr/>
          </p:nvSpPr>
          <p:spPr>
            <a:xfrm>
              <a:off x="6262865" y="233492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4" name="pt19604"/>
            <p:cNvSpPr/>
            <p:nvPr/>
          </p:nvSpPr>
          <p:spPr>
            <a:xfrm>
              <a:off x="6497782" y="2232136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5" name="pt19605"/>
            <p:cNvSpPr/>
            <p:nvPr/>
          </p:nvSpPr>
          <p:spPr>
            <a:xfrm>
              <a:off x="6844163" y="1919876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6" name="pt19606"/>
            <p:cNvSpPr/>
            <p:nvPr/>
          </p:nvSpPr>
          <p:spPr>
            <a:xfrm>
              <a:off x="6481507" y="2062835"/>
              <a:ext cx="16849" cy="16849"/>
            </a:xfrm>
            <a:prstGeom prst="ellipse">
              <a:avLst/>
            </a:prstGeom>
            <a:solidFill>
              <a:srgbClr val="3EB07B">
                <a:alpha val="45098"/>
              </a:srgbClr>
            </a:solidFill>
            <a:ln w="7363" cap="rnd">
              <a:solidFill>
                <a:srgbClr val="3EB07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7" name="pt19607"/>
            <p:cNvSpPr/>
            <p:nvPr/>
          </p:nvSpPr>
          <p:spPr>
            <a:xfrm>
              <a:off x="5965884" y="2379993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8" name="pt19608"/>
            <p:cNvSpPr/>
            <p:nvPr/>
          </p:nvSpPr>
          <p:spPr>
            <a:xfrm>
              <a:off x="6289377" y="2157772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9" name="pt19609"/>
            <p:cNvSpPr/>
            <p:nvPr/>
          </p:nvSpPr>
          <p:spPr>
            <a:xfrm>
              <a:off x="6405232" y="2190898"/>
              <a:ext cx="16849" cy="16849"/>
            </a:xfrm>
            <a:prstGeom prst="ellipse">
              <a:avLst/>
            </a:prstGeom>
            <a:solidFill>
              <a:srgbClr val="3A5F8B">
                <a:alpha val="45098"/>
              </a:srgbClr>
            </a:solidFill>
            <a:ln w="7363" cap="rnd">
              <a:solidFill>
                <a:srgbClr val="3A5F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0" name="pt19610"/>
            <p:cNvSpPr/>
            <p:nvPr/>
          </p:nvSpPr>
          <p:spPr>
            <a:xfrm>
              <a:off x="6041601" y="2353733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1" name="pt19611"/>
            <p:cNvSpPr/>
            <p:nvPr/>
          </p:nvSpPr>
          <p:spPr>
            <a:xfrm>
              <a:off x="6475732" y="2244078"/>
              <a:ext cx="16849" cy="16849"/>
            </a:xfrm>
            <a:prstGeom prst="ellipse">
              <a:avLst/>
            </a:prstGeom>
            <a:solidFill>
              <a:srgbClr val="89D34E">
                <a:alpha val="45098"/>
              </a:srgbClr>
            </a:solidFill>
            <a:ln w="7363" cap="rnd">
              <a:solidFill>
                <a:srgbClr val="89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2" name="pt19612"/>
            <p:cNvSpPr/>
            <p:nvPr/>
          </p:nvSpPr>
          <p:spPr>
            <a:xfrm>
              <a:off x="4819028" y="2630088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3" name="pt19613"/>
            <p:cNvSpPr/>
            <p:nvPr/>
          </p:nvSpPr>
          <p:spPr>
            <a:xfrm>
              <a:off x="6655950" y="1984460"/>
              <a:ext cx="16849" cy="16849"/>
            </a:xfrm>
            <a:prstGeom prst="ellipse">
              <a:avLst/>
            </a:prstGeom>
            <a:solidFill>
              <a:srgbClr val="8ED44D">
                <a:alpha val="45098"/>
              </a:srgbClr>
            </a:solidFill>
            <a:ln w="7363" cap="rnd">
              <a:solidFill>
                <a:srgbClr val="8ED44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4" name="pt19614"/>
            <p:cNvSpPr/>
            <p:nvPr/>
          </p:nvSpPr>
          <p:spPr>
            <a:xfrm>
              <a:off x="6159846" y="2316137"/>
              <a:ext cx="16849" cy="16849"/>
            </a:xfrm>
            <a:prstGeom prst="ellipse">
              <a:avLst/>
            </a:prstGeom>
            <a:solidFill>
              <a:srgbClr val="45B279">
                <a:alpha val="45098"/>
              </a:srgbClr>
            </a:solidFill>
            <a:ln w="7363" cap="rnd">
              <a:solidFill>
                <a:srgbClr val="45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5" name="pt19615"/>
            <p:cNvSpPr/>
            <p:nvPr/>
          </p:nvSpPr>
          <p:spPr>
            <a:xfrm>
              <a:off x="6152956" y="2245052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6" name="pt19616"/>
            <p:cNvSpPr/>
            <p:nvPr/>
          </p:nvSpPr>
          <p:spPr>
            <a:xfrm>
              <a:off x="6411548" y="2025562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7" name="pt19617"/>
            <p:cNvSpPr/>
            <p:nvPr/>
          </p:nvSpPr>
          <p:spPr>
            <a:xfrm>
              <a:off x="6397117" y="219457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8" name="pt19618"/>
            <p:cNvSpPr/>
            <p:nvPr/>
          </p:nvSpPr>
          <p:spPr>
            <a:xfrm>
              <a:off x="5888775" y="2195632"/>
              <a:ext cx="16849" cy="16849"/>
            </a:xfrm>
            <a:prstGeom prst="ellipse">
              <a:avLst/>
            </a:prstGeom>
            <a:solidFill>
              <a:srgbClr val="2B9389">
                <a:alpha val="45098"/>
              </a:srgbClr>
            </a:solidFill>
            <a:ln w="7363" cap="rnd">
              <a:solidFill>
                <a:srgbClr val="2B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9" name="pt19619"/>
            <p:cNvSpPr/>
            <p:nvPr/>
          </p:nvSpPr>
          <p:spPr>
            <a:xfrm>
              <a:off x="7185942" y="1695655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0" name="pt19620"/>
            <p:cNvSpPr/>
            <p:nvPr/>
          </p:nvSpPr>
          <p:spPr>
            <a:xfrm>
              <a:off x="6774965" y="1939105"/>
              <a:ext cx="16849" cy="16849"/>
            </a:xfrm>
            <a:prstGeom prst="ellipse">
              <a:avLst/>
            </a:prstGeom>
            <a:solidFill>
              <a:srgbClr val="5CBE6B">
                <a:alpha val="45098"/>
              </a:srgbClr>
            </a:solidFill>
            <a:ln w="7363" cap="rnd">
              <a:solidFill>
                <a:srgbClr val="5CBE6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1" name="pt19621"/>
            <p:cNvSpPr/>
            <p:nvPr/>
          </p:nvSpPr>
          <p:spPr>
            <a:xfrm>
              <a:off x="5903104" y="2206706"/>
              <a:ext cx="16849" cy="16849"/>
            </a:xfrm>
            <a:prstGeom prst="ellipse">
              <a:avLst/>
            </a:prstGeom>
            <a:solidFill>
              <a:srgbClr val="9CD74A">
                <a:alpha val="45098"/>
              </a:srgbClr>
            </a:solidFill>
            <a:ln w="7363" cap="rnd">
              <a:solidFill>
                <a:srgbClr val="9CD74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2" name="pt19622"/>
            <p:cNvSpPr/>
            <p:nvPr/>
          </p:nvSpPr>
          <p:spPr>
            <a:xfrm>
              <a:off x="6216462" y="2246824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3" name="pt19623"/>
            <p:cNvSpPr/>
            <p:nvPr/>
          </p:nvSpPr>
          <p:spPr>
            <a:xfrm>
              <a:off x="5465343" y="2344009"/>
              <a:ext cx="16849" cy="16849"/>
            </a:xfrm>
            <a:prstGeom prst="ellipse">
              <a:avLst/>
            </a:prstGeom>
            <a:solidFill>
              <a:srgbClr val="36698C">
                <a:alpha val="45098"/>
              </a:srgbClr>
            </a:solidFill>
            <a:ln w="7363" cap="rnd">
              <a:solidFill>
                <a:srgbClr val="3669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4" name="pt19624"/>
            <p:cNvSpPr/>
            <p:nvPr/>
          </p:nvSpPr>
          <p:spPr>
            <a:xfrm>
              <a:off x="6182884" y="2261840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5" name="pt19625"/>
            <p:cNvSpPr/>
            <p:nvPr/>
          </p:nvSpPr>
          <p:spPr>
            <a:xfrm>
              <a:off x="6055046" y="232489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6" name="pt19626"/>
            <p:cNvSpPr/>
            <p:nvPr/>
          </p:nvSpPr>
          <p:spPr>
            <a:xfrm>
              <a:off x="5936654" y="1942537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7" name="pt19627"/>
            <p:cNvSpPr/>
            <p:nvPr/>
          </p:nvSpPr>
          <p:spPr>
            <a:xfrm>
              <a:off x="6358713" y="228301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8" name="pt19628"/>
            <p:cNvSpPr/>
            <p:nvPr/>
          </p:nvSpPr>
          <p:spPr>
            <a:xfrm>
              <a:off x="5454357" y="2440136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9" name="pt19629"/>
            <p:cNvSpPr/>
            <p:nvPr/>
          </p:nvSpPr>
          <p:spPr>
            <a:xfrm>
              <a:off x="5719916" y="2421974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0" name="pt19630"/>
            <p:cNvSpPr/>
            <p:nvPr/>
          </p:nvSpPr>
          <p:spPr>
            <a:xfrm>
              <a:off x="5644486" y="2459748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1" name="pt19631"/>
            <p:cNvSpPr/>
            <p:nvPr/>
          </p:nvSpPr>
          <p:spPr>
            <a:xfrm>
              <a:off x="5726991" y="2252734"/>
              <a:ext cx="16849" cy="16849"/>
            </a:xfrm>
            <a:prstGeom prst="ellipse">
              <a:avLst/>
            </a:prstGeom>
            <a:solidFill>
              <a:srgbClr val="2A9489">
                <a:alpha val="45098"/>
              </a:srgbClr>
            </a:solidFill>
            <a:ln w="7363" cap="rnd">
              <a:solidFill>
                <a:srgbClr val="2A9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2" name="pt19632"/>
            <p:cNvSpPr/>
            <p:nvPr/>
          </p:nvSpPr>
          <p:spPr>
            <a:xfrm>
              <a:off x="7241237" y="1815308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3" name="pt19633"/>
            <p:cNvSpPr/>
            <p:nvPr/>
          </p:nvSpPr>
          <p:spPr>
            <a:xfrm>
              <a:off x="5675670" y="2572948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4" name="pt19634"/>
            <p:cNvSpPr/>
            <p:nvPr/>
          </p:nvSpPr>
          <p:spPr>
            <a:xfrm>
              <a:off x="6762430" y="217351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5" name="pt19635"/>
            <p:cNvSpPr/>
            <p:nvPr/>
          </p:nvSpPr>
          <p:spPr>
            <a:xfrm>
              <a:off x="6225226" y="2316666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6" name="pt19636"/>
            <p:cNvSpPr/>
            <p:nvPr/>
          </p:nvSpPr>
          <p:spPr>
            <a:xfrm>
              <a:off x="6573164" y="2203327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7" name="pt19637"/>
            <p:cNvSpPr/>
            <p:nvPr/>
          </p:nvSpPr>
          <p:spPr>
            <a:xfrm>
              <a:off x="6667896" y="1931449"/>
              <a:ext cx="16849" cy="16849"/>
            </a:xfrm>
            <a:prstGeom prst="ellipse">
              <a:avLst/>
            </a:prstGeom>
            <a:solidFill>
              <a:srgbClr val="6FC95C">
                <a:alpha val="45098"/>
              </a:srgbClr>
            </a:solidFill>
            <a:ln w="7363" cap="rnd">
              <a:solidFill>
                <a:srgbClr val="6FC95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8" name="pt19638"/>
            <p:cNvSpPr/>
            <p:nvPr/>
          </p:nvSpPr>
          <p:spPr>
            <a:xfrm>
              <a:off x="6036791" y="2403539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9" name="pt19639"/>
            <p:cNvSpPr/>
            <p:nvPr/>
          </p:nvSpPr>
          <p:spPr>
            <a:xfrm>
              <a:off x="6473594" y="2089491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0" name="pt19640"/>
            <p:cNvSpPr/>
            <p:nvPr/>
          </p:nvSpPr>
          <p:spPr>
            <a:xfrm>
              <a:off x="6589082" y="2093879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1" name="pt19641"/>
            <p:cNvSpPr/>
            <p:nvPr/>
          </p:nvSpPr>
          <p:spPr>
            <a:xfrm>
              <a:off x="6309012" y="219281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2" name="pt19642"/>
            <p:cNvSpPr/>
            <p:nvPr/>
          </p:nvSpPr>
          <p:spPr>
            <a:xfrm>
              <a:off x="5752616" y="2163745"/>
              <a:ext cx="16849" cy="16849"/>
            </a:xfrm>
            <a:prstGeom prst="ellipse">
              <a:avLst/>
            </a:prstGeom>
            <a:solidFill>
              <a:srgbClr val="AEDA45">
                <a:alpha val="45098"/>
              </a:srgbClr>
            </a:solidFill>
            <a:ln w="7363" cap="rnd">
              <a:solidFill>
                <a:srgbClr val="AEDA4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3" name="pt19643"/>
            <p:cNvSpPr/>
            <p:nvPr/>
          </p:nvSpPr>
          <p:spPr>
            <a:xfrm>
              <a:off x="6319164" y="226869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4" name="pt19644"/>
            <p:cNvSpPr/>
            <p:nvPr/>
          </p:nvSpPr>
          <p:spPr>
            <a:xfrm>
              <a:off x="6068979" y="2417751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5" name="pt19645"/>
            <p:cNvSpPr/>
            <p:nvPr/>
          </p:nvSpPr>
          <p:spPr>
            <a:xfrm>
              <a:off x="7270846" y="1956484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6" name="pt19646"/>
            <p:cNvSpPr/>
            <p:nvPr/>
          </p:nvSpPr>
          <p:spPr>
            <a:xfrm>
              <a:off x="6524253" y="2346519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7" name="pt19647"/>
            <p:cNvSpPr/>
            <p:nvPr/>
          </p:nvSpPr>
          <p:spPr>
            <a:xfrm>
              <a:off x="6594184" y="226809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8" name="pt19648"/>
            <p:cNvSpPr/>
            <p:nvPr/>
          </p:nvSpPr>
          <p:spPr>
            <a:xfrm>
              <a:off x="6568269" y="2083404"/>
              <a:ext cx="16849" cy="16849"/>
            </a:xfrm>
            <a:prstGeom prst="ellipse">
              <a:avLst/>
            </a:prstGeom>
            <a:solidFill>
              <a:srgbClr val="2B8F8A">
                <a:alpha val="45098"/>
              </a:srgbClr>
            </a:solidFill>
            <a:ln w="7363" cap="rnd">
              <a:solidFill>
                <a:srgbClr val="2B8F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9" name="pt19649"/>
            <p:cNvSpPr/>
            <p:nvPr/>
          </p:nvSpPr>
          <p:spPr>
            <a:xfrm>
              <a:off x="5941599" y="1827499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0" name="pt19650"/>
            <p:cNvSpPr/>
            <p:nvPr/>
          </p:nvSpPr>
          <p:spPr>
            <a:xfrm>
              <a:off x="5719164" y="2313014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1" name="pt19651"/>
            <p:cNvSpPr/>
            <p:nvPr/>
          </p:nvSpPr>
          <p:spPr>
            <a:xfrm>
              <a:off x="5225414" y="2246083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2" name="pt19652"/>
            <p:cNvSpPr/>
            <p:nvPr/>
          </p:nvSpPr>
          <p:spPr>
            <a:xfrm>
              <a:off x="6397298" y="2193780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3" name="pt19653"/>
            <p:cNvSpPr/>
            <p:nvPr/>
          </p:nvSpPr>
          <p:spPr>
            <a:xfrm>
              <a:off x="5293895" y="211842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4" name="pt19654"/>
            <p:cNvSpPr/>
            <p:nvPr/>
          </p:nvSpPr>
          <p:spPr>
            <a:xfrm>
              <a:off x="5689048" y="2524731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5" name="pt19655"/>
            <p:cNvSpPr/>
            <p:nvPr/>
          </p:nvSpPr>
          <p:spPr>
            <a:xfrm>
              <a:off x="6351537" y="2294771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6" name="pt19656"/>
            <p:cNvSpPr/>
            <p:nvPr/>
          </p:nvSpPr>
          <p:spPr>
            <a:xfrm>
              <a:off x="6284831" y="2202420"/>
              <a:ext cx="16849" cy="16849"/>
            </a:xfrm>
            <a:prstGeom prst="ellipse">
              <a:avLst/>
            </a:prstGeom>
            <a:solidFill>
              <a:srgbClr val="3B5E8B">
                <a:alpha val="45098"/>
              </a:srgbClr>
            </a:solidFill>
            <a:ln w="7363" cap="rnd">
              <a:solidFill>
                <a:srgbClr val="3B5E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7" name="pt19657"/>
            <p:cNvSpPr/>
            <p:nvPr/>
          </p:nvSpPr>
          <p:spPr>
            <a:xfrm>
              <a:off x="5780669" y="2084624"/>
              <a:ext cx="16849" cy="16849"/>
            </a:xfrm>
            <a:prstGeom prst="ellipse">
              <a:avLst/>
            </a:prstGeom>
            <a:solidFill>
              <a:srgbClr val="4FB774">
                <a:alpha val="45098"/>
              </a:srgbClr>
            </a:solidFill>
            <a:ln w="7363" cap="rnd">
              <a:solidFill>
                <a:srgbClr val="4FB77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8" name="pt19658"/>
            <p:cNvSpPr/>
            <p:nvPr/>
          </p:nvSpPr>
          <p:spPr>
            <a:xfrm>
              <a:off x="5792357" y="2090060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9" name="pt19659"/>
            <p:cNvSpPr/>
            <p:nvPr/>
          </p:nvSpPr>
          <p:spPr>
            <a:xfrm>
              <a:off x="7144544" y="1541157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0" name="pt19660"/>
            <p:cNvSpPr/>
            <p:nvPr/>
          </p:nvSpPr>
          <p:spPr>
            <a:xfrm>
              <a:off x="6701254" y="2042295"/>
              <a:ext cx="16849" cy="16849"/>
            </a:xfrm>
            <a:prstGeom prst="ellipse">
              <a:avLst/>
            </a:prstGeom>
            <a:solidFill>
              <a:srgbClr val="24A485">
                <a:alpha val="45098"/>
              </a:srgbClr>
            </a:solidFill>
            <a:ln w="7363" cap="rnd">
              <a:solidFill>
                <a:srgbClr val="24A4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1" name="pt19661"/>
            <p:cNvSpPr/>
            <p:nvPr/>
          </p:nvSpPr>
          <p:spPr>
            <a:xfrm>
              <a:off x="6064818" y="2334697"/>
              <a:ext cx="16849" cy="16849"/>
            </a:xfrm>
            <a:prstGeom prst="ellipse">
              <a:avLst/>
            </a:prstGeom>
            <a:solidFill>
              <a:srgbClr val="6EC85D">
                <a:alpha val="45098"/>
              </a:srgbClr>
            </a:solidFill>
            <a:ln w="7363" cap="rnd">
              <a:solidFill>
                <a:srgbClr val="6EC85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2" name="pt19662"/>
            <p:cNvSpPr/>
            <p:nvPr/>
          </p:nvSpPr>
          <p:spPr>
            <a:xfrm>
              <a:off x="6559908" y="227042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3" name="pt19663"/>
            <p:cNvSpPr/>
            <p:nvPr/>
          </p:nvSpPr>
          <p:spPr>
            <a:xfrm>
              <a:off x="6471156" y="2301287"/>
              <a:ext cx="16849" cy="16849"/>
            </a:xfrm>
            <a:prstGeom prst="ellipse">
              <a:avLst/>
            </a:prstGeom>
            <a:solidFill>
              <a:srgbClr val="C0DD40">
                <a:alpha val="45098"/>
              </a:srgbClr>
            </a:solidFill>
            <a:ln w="7363" cap="rnd">
              <a:solidFill>
                <a:srgbClr val="C0DD4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4" name="pt19664"/>
            <p:cNvSpPr/>
            <p:nvPr/>
          </p:nvSpPr>
          <p:spPr>
            <a:xfrm>
              <a:off x="6416703" y="2376064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5" name="pt19665"/>
            <p:cNvSpPr/>
            <p:nvPr/>
          </p:nvSpPr>
          <p:spPr>
            <a:xfrm>
              <a:off x="5612402" y="2514204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6" name="pt19666"/>
            <p:cNvSpPr/>
            <p:nvPr/>
          </p:nvSpPr>
          <p:spPr>
            <a:xfrm>
              <a:off x="6182432" y="2081229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7" name="pt19667"/>
            <p:cNvSpPr/>
            <p:nvPr/>
          </p:nvSpPr>
          <p:spPr>
            <a:xfrm>
              <a:off x="5727756" y="2452423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8" name="pt19668"/>
            <p:cNvSpPr/>
            <p:nvPr/>
          </p:nvSpPr>
          <p:spPr>
            <a:xfrm>
              <a:off x="6108128" y="235664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9" name="pt19669"/>
            <p:cNvSpPr/>
            <p:nvPr/>
          </p:nvSpPr>
          <p:spPr>
            <a:xfrm>
              <a:off x="6600584" y="220900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0" name="pt19670"/>
            <p:cNvSpPr/>
            <p:nvPr/>
          </p:nvSpPr>
          <p:spPr>
            <a:xfrm>
              <a:off x="5712930" y="2366372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1" name="pt19671"/>
            <p:cNvSpPr/>
            <p:nvPr/>
          </p:nvSpPr>
          <p:spPr>
            <a:xfrm>
              <a:off x="6568295" y="2372972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2" name="pt19672"/>
            <p:cNvSpPr/>
            <p:nvPr/>
          </p:nvSpPr>
          <p:spPr>
            <a:xfrm>
              <a:off x="6295258" y="1866687"/>
              <a:ext cx="16849" cy="16849"/>
            </a:xfrm>
            <a:prstGeom prst="ellipse">
              <a:avLst/>
            </a:prstGeom>
            <a:solidFill>
              <a:srgbClr val="6BC660">
                <a:alpha val="45098"/>
              </a:srgbClr>
            </a:solidFill>
            <a:ln w="7363" cap="rnd">
              <a:solidFill>
                <a:srgbClr val="6BC66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3" name="pt19673"/>
            <p:cNvSpPr/>
            <p:nvPr/>
          </p:nvSpPr>
          <p:spPr>
            <a:xfrm>
              <a:off x="6095407" y="2230729"/>
              <a:ext cx="16849" cy="16849"/>
            </a:xfrm>
            <a:prstGeom prst="ellipse">
              <a:avLst/>
            </a:prstGeom>
            <a:solidFill>
              <a:srgbClr val="2B9089">
                <a:alpha val="45098"/>
              </a:srgbClr>
            </a:solidFill>
            <a:ln w="7363" cap="rnd">
              <a:solidFill>
                <a:srgbClr val="2B9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4" name="pt19674"/>
            <p:cNvSpPr/>
            <p:nvPr/>
          </p:nvSpPr>
          <p:spPr>
            <a:xfrm>
              <a:off x="6261365" y="2450745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5" name="pt19675"/>
            <p:cNvSpPr/>
            <p:nvPr/>
          </p:nvSpPr>
          <p:spPr>
            <a:xfrm>
              <a:off x="6338859" y="2082220"/>
              <a:ext cx="16849" cy="16849"/>
            </a:xfrm>
            <a:prstGeom prst="ellipse">
              <a:avLst/>
            </a:prstGeom>
            <a:solidFill>
              <a:srgbClr val="4FB773">
                <a:alpha val="45098"/>
              </a:srgbClr>
            </a:solidFill>
            <a:ln w="7363" cap="rnd">
              <a:solidFill>
                <a:srgbClr val="4FB7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6" name="pt19676"/>
            <p:cNvSpPr/>
            <p:nvPr/>
          </p:nvSpPr>
          <p:spPr>
            <a:xfrm>
              <a:off x="6491626" y="2120450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7" name="pt19677"/>
            <p:cNvSpPr/>
            <p:nvPr/>
          </p:nvSpPr>
          <p:spPr>
            <a:xfrm>
              <a:off x="6341434" y="2238840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8" name="pt19678"/>
            <p:cNvSpPr/>
            <p:nvPr/>
          </p:nvSpPr>
          <p:spPr>
            <a:xfrm>
              <a:off x="5987227" y="2475078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9" name="pt19679"/>
            <p:cNvSpPr/>
            <p:nvPr/>
          </p:nvSpPr>
          <p:spPr>
            <a:xfrm>
              <a:off x="6340770" y="2204819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0" name="pt19680"/>
            <p:cNvSpPr/>
            <p:nvPr/>
          </p:nvSpPr>
          <p:spPr>
            <a:xfrm>
              <a:off x="6615647" y="2279015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1" name="pt19681"/>
            <p:cNvSpPr/>
            <p:nvPr/>
          </p:nvSpPr>
          <p:spPr>
            <a:xfrm>
              <a:off x="5773634" y="2156773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2" name="pt19682"/>
            <p:cNvSpPr/>
            <p:nvPr/>
          </p:nvSpPr>
          <p:spPr>
            <a:xfrm>
              <a:off x="6549330" y="2219077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3" name="pt19683"/>
            <p:cNvSpPr/>
            <p:nvPr/>
          </p:nvSpPr>
          <p:spPr>
            <a:xfrm>
              <a:off x="6138641" y="2319690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4" name="pt19684"/>
            <p:cNvSpPr/>
            <p:nvPr/>
          </p:nvSpPr>
          <p:spPr>
            <a:xfrm>
              <a:off x="6508852" y="2144013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5" name="pt19685"/>
            <p:cNvSpPr/>
            <p:nvPr/>
          </p:nvSpPr>
          <p:spPr>
            <a:xfrm>
              <a:off x="5381007" y="2555426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6" name="pt19686"/>
            <p:cNvSpPr/>
            <p:nvPr/>
          </p:nvSpPr>
          <p:spPr>
            <a:xfrm>
              <a:off x="5796453" y="2088991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7" name="pt19687"/>
            <p:cNvSpPr/>
            <p:nvPr/>
          </p:nvSpPr>
          <p:spPr>
            <a:xfrm>
              <a:off x="6023405" y="2158829"/>
              <a:ext cx="16849" cy="16849"/>
            </a:xfrm>
            <a:prstGeom prst="ellipse">
              <a:avLst/>
            </a:prstGeom>
            <a:solidFill>
              <a:srgbClr val="57BB6E">
                <a:alpha val="45098"/>
              </a:srgbClr>
            </a:solidFill>
            <a:ln w="7363" cap="rnd">
              <a:solidFill>
                <a:srgbClr val="57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8" name="pt19688"/>
            <p:cNvSpPr/>
            <p:nvPr/>
          </p:nvSpPr>
          <p:spPr>
            <a:xfrm>
              <a:off x="5882120" y="2183446"/>
              <a:ext cx="16849" cy="16849"/>
            </a:xfrm>
            <a:prstGeom prst="ellipse">
              <a:avLst/>
            </a:prstGeom>
            <a:solidFill>
              <a:srgbClr val="2A9688">
                <a:alpha val="45098"/>
              </a:srgbClr>
            </a:solidFill>
            <a:ln w="7363" cap="rnd">
              <a:solidFill>
                <a:srgbClr val="2A96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9" name="pt19689"/>
            <p:cNvSpPr/>
            <p:nvPr/>
          </p:nvSpPr>
          <p:spPr>
            <a:xfrm>
              <a:off x="5898044" y="217553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0" name="pt19690"/>
            <p:cNvSpPr/>
            <p:nvPr/>
          </p:nvSpPr>
          <p:spPr>
            <a:xfrm>
              <a:off x="6465519" y="214593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1" name="pt19691"/>
            <p:cNvSpPr/>
            <p:nvPr/>
          </p:nvSpPr>
          <p:spPr>
            <a:xfrm>
              <a:off x="4943524" y="2766806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2" name="pt19692"/>
            <p:cNvSpPr/>
            <p:nvPr/>
          </p:nvSpPr>
          <p:spPr>
            <a:xfrm>
              <a:off x="6135225" y="2273092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3" name="pt19693"/>
            <p:cNvSpPr/>
            <p:nvPr/>
          </p:nvSpPr>
          <p:spPr>
            <a:xfrm>
              <a:off x="6514776" y="213191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4" name="pt19694"/>
            <p:cNvSpPr/>
            <p:nvPr/>
          </p:nvSpPr>
          <p:spPr>
            <a:xfrm>
              <a:off x="6180840" y="222614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5" name="pt19695"/>
            <p:cNvSpPr/>
            <p:nvPr/>
          </p:nvSpPr>
          <p:spPr>
            <a:xfrm>
              <a:off x="6244362" y="2103681"/>
              <a:ext cx="16849" cy="16849"/>
            </a:xfrm>
            <a:prstGeom prst="ellipse">
              <a:avLst/>
            </a:prstGeom>
            <a:solidFill>
              <a:srgbClr val="BBDC41">
                <a:alpha val="45098"/>
              </a:srgbClr>
            </a:solidFill>
            <a:ln w="7363" cap="rnd">
              <a:solidFill>
                <a:srgbClr val="BBDC4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6" name="pt19696"/>
            <p:cNvSpPr/>
            <p:nvPr/>
          </p:nvSpPr>
          <p:spPr>
            <a:xfrm>
              <a:off x="5671819" y="2388376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7" name="pt19697"/>
            <p:cNvSpPr/>
            <p:nvPr/>
          </p:nvSpPr>
          <p:spPr>
            <a:xfrm>
              <a:off x="5902006" y="2131940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8" name="pt19698"/>
            <p:cNvSpPr/>
            <p:nvPr/>
          </p:nvSpPr>
          <p:spPr>
            <a:xfrm>
              <a:off x="6873347" y="1990214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9" name="pt19699"/>
            <p:cNvSpPr/>
            <p:nvPr/>
          </p:nvSpPr>
          <p:spPr>
            <a:xfrm>
              <a:off x="6294522" y="2105574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0" name="pt19700"/>
            <p:cNvSpPr/>
            <p:nvPr/>
          </p:nvSpPr>
          <p:spPr>
            <a:xfrm>
              <a:off x="5683163" y="2353489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1" name="pt19701"/>
            <p:cNvSpPr/>
            <p:nvPr/>
          </p:nvSpPr>
          <p:spPr>
            <a:xfrm>
              <a:off x="5885255" y="2191656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2" name="pt19702"/>
            <p:cNvSpPr/>
            <p:nvPr/>
          </p:nvSpPr>
          <p:spPr>
            <a:xfrm>
              <a:off x="6170920" y="2244453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3" name="pt19703"/>
            <p:cNvSpPr/>
            <p:nvPr/>
          </p:nvSpPr>
          <p:spPr>
            <a:xfrm>
              <a:off x="6659176" y="2089443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4" name="pt19704"/>
            <p:cNvSpPr/>
            <p:nvPr/>
          </p:nvSpPr>
          <p:spPr>
            <a:xfrm>
              <a:off x="5915570" y="2083147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5" name="pt19705"/>
            <p:cNvSpPr/>
            <p:nvPr/>
          </p:nvSpPr>
          <p:spPr>
            <a:xfrm>
              <a:off x="5697430" y="2404399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6" name="pt19706"/>
            <p:cNvSpPr/>
            <p:nvPr/>
          </p:nvSpPr>
          <p:spPr>
            <a:xfrm>
              <a:off x="5823996" y="2398662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7" name="pt19707"/>
            <p:cNvSpPr/>
            <p:nvPr/>
          </p:nvSpPr>
          <p:spPr>
            <a:xfrm>
              <a:off x="7021063" y="1945436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8" name="pt19708"/>
            <p:cNvSpPr/>
            <p:nvPr/>
          </p:nvSpPr>
          <p:spPr>
            <a:xfrm>
              <a:off x="6243429" y="2325406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9" name="pt19709"/>
            <p:cNvSpPr/>
            <p:nvPr/>
          </p:nvSpPr>
          <p:spPr>
            <a:xfrm>
              <a:off x="6078549" y="2429251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0" name="pt19710"/>
            <p:cNvSpPr/>
            <p:nvPr/>
          </p:nvSpPr>
          <p:spPr>
            <a:xfrm>
              <a:off x="6904686" y="1465839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1" name="pt19711"/>
            <p:cNvSpPr/>
            <p:nvPr/>
          </p:nvSpPr>
          <p:spPr>
            <a:xfrm>
              <a:off x="6640474" y="2220924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2" name="pt19712"/>
            <p:cNvSpPr/>
            <p:nvPr/>
          </p:nvSpPr>
          <p:spPr>
            <a:xfrm>
              <a:off x="6328640" y="2213209"/>
              <a:ext cx="16849" cy="16849"/>
            </a:xfrm>
            <a:prstGeom prst="ellipse">
              <a:avLst/>
            </a:prstGeom>
            <a:solidFill>
              <a:srgbClr val="2A9488">
                <a:alpha val="45098"/>
              </a:srgbClr>
            </a:solidFill>
            <a:ln w="7363" cap="rnd">
              <a:solidFill>
                <a:srgbClr val="2A94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3" name="pt19713"/>
            <p:cNvSpPr/>
            <p:nvPr/>
          </p:nvSpPr>
          <p:spPr>
            <a:xfrm>
              <a:off x="6113131" y="2110209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4" name="pt19714"/>
            <p:cNvSpPr/>
            <p:nvPr/>
          </p:nvSpPr>
          <p:spPr>
            <a:xfrm>
              <a:off x="6045264" y="2246078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5" name="pt19715"/>
            <p:cNvSpPr/>
            <p:nvPr/>
          </p:nvSpPr>
          <p:spPr>
            <a:xfrm>
              <a:off x="6011956" y="222651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6" name="pt19716"/>
            <p:cNvSpPr/>
            <p:nvPr/>
          </p:nvSpPr>
          <p:spPr>
            <a:xfrm>
              <a:off x="5860777" y="2026532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7" name="pt19717"/>
            <p:cNvSpPr/>
            <p:nvPr/>
          </p:nvSpPr>
          <p:spPr>
            <a:xfrm>
              <a:off x="7119856" y="1572721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8" name="pt19718"/>
            <p:cNvSpPr/>
            <p:nvPr/>
          </p:nvSpPr>
          <p:spPr>
            <a:xfrm>
              <a:off x="6798291" y="184323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9" name="pt19719"/>
            <p:cNvSpPr/>
            <p:nvPr/>
          </p:nvSpPr>
          <p:spPr>
            <a:xfrm>
              <a:off x="5961485" y="2300876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0" name="pt19720"/>
            <p:cNvSpPr/>
            <p:nvPr/>
          </p:nvSpPr>
          <p:spPr>
            <a:xfrm>
              <a:off x="5995854" y="2588989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1" name="pt19721"/>
            <p:cNvSpPr/>
            <p:nvPr/>
          </p:nvSpPr>
          <p:spPr>
            <a:xfrm>
              <a:off x="5786028" y="2079995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2" name="pt19722"/>
            <p:cNvSpPr/>
            <p:nvPr/>
          </p:nvSpPr>
          <p:spPr>
            <a:xfrm>
              <a:off x="6407952" y="2146987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3" name="pt19723"/>
            <p:cNvSpPr/>
            <p:nvPr/>
          </p:nvSpPr>
          <p:spPr>
            <a:xfrm>
              <a:off x="6228279" y="231320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4" name="pt19724"/>
            <p:cNvSpPr/>
            <p:nvPr/>
          </p:nvSpPr>
          <p:spPr>
            <a:xfrm>
              <a:off x="5860028" y="2163528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5" name="pt19725"/>
            <p:cNvSpPr/>
            <p:nvPr/>
          </p:nvSpPr>
          <p:spPr>
            <a:xfrm>
              <a:off x="6935836" y="1949110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6" name="pt19726"/>
            <p:cNvSpPr/>
            <p:nvPr/>
          </p:nvSpPr>
          <p:spPr>
            <a:xfrm>
              <a:off x="7031241" y="1533475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7" name="pt19727"/>
            <p:cNvSpPr/>
            <p:nvPr/>
          </p:nvSpPr>
          <p:spPr>
            <a:xfrm>
              <a:off x="5557359" y="2563692"/>
              <a:ext cx="16849" cy="16849"/>
            </a:xfrm>
            <a:prstGeom prst="ellipse">
              <a:avLst/>
            </a:prstGeom>
            <a:solidFill>
              <a:srgbClr val="26A983">
                <a:alpha val="45098"/>
              </a:srgbClr>
            </a:solidFill>
            <a:ln w="7363" cap="rnd">
              <a:solidFill>
                <a:srgbClr val="26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8" name="pt19728"/>
            <p:cNvSpPr/>
            <p:nvPr/>
          </p:nvSpPr>
          <p:spPr>
            <a:xfrm>
              <a:off x="6768790" y="2113472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9" name="pt19729"/>
            <p:cNvSpPr/>
            <p:nvPr/>
          </p:nvSpPr>
          <p:spPr>
            <a:xfrm>
              <a:off x="6484445" y="2137366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0" name="pt19730"/>
            <p:cNvSpPr/>
            <p:nvPr/>
          </p:nvSpPr>
          <p:spPr>
            <a:xfrm>
              <a:off x="7125627" y="1578386"/>
              <a:ext cx="16849" cy="16849"/>
            </a:xfrm>
            <a:prstGeom prst="ellipse">
              <a:avLst/>
            </a:prstGeom>
            <a:solidFill>
              <a:srgbClr val="30AB80">
                <a:alpha val="45098"/>
              </a:srgbClr>
            </a:solidFill>
            <a:ln w="7363" cap="rnd">
              <a:solidFill>
                <a:srgbClr val="30AB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1" name="pt19731"/>
            <p:cNvSpPr/>
            <p:nvPr/>
          </p:nvSpPr>
          <p:spPr>
            <a:xfrm>
              <a:off x="5574108" y="231596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2" name="pt19732"/>
            <p:cNvSpPr/>
            <p:nvPr/>
          </p:nvSpPr>
          <p:spPr>
            <a:xfrm>
              <a:off x="6514705" y="2413064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3" name="pt19733"/>
            <p:cNvSpPr/>
            <p:nvPr/>
          </p:nvSpPr>
          <p:spPr>
            <a:xfrm>
              <a:off x="6483789" y="2144130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4" name="pt19734"/>
            <p:cNvSpPr/>
            <p:nvPr/>
          </p:nvSpPr>
          <p:spPr>
            <a:xfrm>
              <a:off x="6721752" y="2048242"/>
              <a:ext cx="16849" cy="16849"/>
            </a:xfrm>
            <a:prstGeom prst="ellipse">
              <a:avLst/>
            </a:prstGeom>
            <a:solidFill>
              <a:srgbClr val="2AAA82">
                <a:alpha val="45098"/>
              </a:srgbClr>
            </a:solidFill>
            <a:ln w="7363" cap="rnd">
              <a:solidFill>
                <a:srgbClr val="2A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5" name="pt19735"/>
            <p:cNvSpPr/>
            <p:nvPr/>
          </p:nvSpPr>
          <p:spPr>
            <a:xfrm>
              <a:off x="6767444" y="2101213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6" name="pt19736"/>
            <p:cNvSpPr/>
            <p:nvPr/>
          </p:nvSpPr>
          <p:spPr>
            <a:xfrm>
              <a:off x="6534193" y="220231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7" name="pt19737"/>
            <p:cNvSpPr/>
            <p:nvPr/>
          </p:nvSpPr>
          <p:spPr>
            <a:xfrm>
              <a:off x="5949243" y="2034524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8" name="pt19738"/>
            <p:cNvSpPr/>
            <p:nvPr/>
          </p:nvSpPr>
          <p:spPr>
            <a:xfrm>
              <a:off x="5776757" y="2046983"/>
              <a:ext cx="16849" cy="16849"/>
            </a:xfrm>
            <a:prstGeom prst="ellipse">
              <a:avLst/>
            </a:prstGeom>
            <a:solidFill>
              <a:srgbClr val="5BBD6C">
                <a:alpha val="45098"/>
              </a:srgbClr>
            </a:solidFill>
            <a:ln w="7363" cap="rnd">
              <a:solidFill>
                <a:srgbClr val="5B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9" name="pt19739"/>
            <p:cNvSpPr/>
            <p:nvPr/>
          </p:nvSpPr>
          <p:spPr>
            <a:xfrm>
              <a:off x="6655317" y="2038998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0" name="pt19740"/>
            <p:cNvSpPr/>
            <p:nvPr/>
          </p:nvSpPr>
          <p:spPr>
            <a:xfrm>
              <a:off x="7004838" y="1755522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1" name="pt19741"/>
            <p:cNvSpPr/>
            <p:nvPr/>
          </p:nvSpPr>
          <p:spPr>
            <a:xfrm>
              <a:off x="6329385" y="2279239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2" name="pt19742"/>
            <p:cNvSpPr/>
            <p:nvPr/>
          </p:nvSpPr>
          <p:spPr>
            <a:xfrm>
              <a:off x="6007694" y="2428892"/>
              <a:ext cx="16849" cy="16849"/>
            </a:xfrm>
            <a:prstGeom prst="ellipse">
              <a:avLst/>
            </a:prstGeom>
            <a:solidFill>
              <a:srgbClr val="3AAE7D">
                <a:alpha val="45098"/>
              </a:srgbClr>
            </a:solidFill>
            <a:ln w="7363" cap="rnd">
              <a:solidFill>
                <a:srgbClr val="3AAE7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3" name="pt19743"/>
            <p:cNvSpPr/>
            <p:nvPr/>
          </p:nvSpPr>
          <p:spPr>
            <a:xfrm>
              <a:off x="6143517" y="237718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4" name="pt19744"/>
            <p:cNvSpPr/>
            <p:nvPr/>
          </p:nvSpPr>
          <p:spPr>
            <a:xfrm>
              <a:off x="6769541" y="2055676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5" name="pt19745"/>
            <p:cNvSpPr/>
            <p:nvPr/>
          </p:nvSpPr>
          <p:spPr>
            <a:xfrm>
              <a:off x="5816851" y="2290847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6" name="pt19746"/>
            <p:cNvSpPr/>
            <p:nvPr/>
          </p:nvSpPr>
          <p:spPr>
            <a:xfrm>
              <a:off x="6125953" y="2336238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7" name="pt19747"/>
            <p:cNvSpPr/>
            <p:nvPr/>
          </p:nvSpPr>
          <p:spPr>
            <a:xfrm>
              <a:off x="6438861" y="1964062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8" name="pt19748"/>
            <p:cNvSpPr/>
            <p:nvPr/>
          </p:nvSpPr>
          <p:spPr>
            <a:xfrm>
              <a:off x="5270799" y="1878351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9" name="pt19749"/>
            <p:cNvSpPr/>
            <p:nvPr/>
          </p:nvSpPr>
          <p:spPr>
            <a:xfrm>
              <a:off x="6096551" y="2154323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0" name="pt19750"/>
            <p:cNvSpPr/>
            <p:nvPr/>
          </p:nvSpPr>
          <p:spPr>
            <a:xfrm>
              <a:off x="6902438" y="1761708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1" name="pt19751"/>
            <p:cNvSpPr/>
            <p:nvPr/>
          </p:nvSpPr>
          <p:spPr>
            <a:xfrm>
              <a:off x="6044890" y="2281829"/>
              <a:ext cx="16849" cy="16849"/>
            </a:xfrm>
            <a:prstGeom prst="ellipse">
              <a:avLst/>
            </a:prstGeom>
            <a:solidFill>
              <a:srgbClr val="68C463">
                <a:alpha val="45098"/>
              </a:srgbClr>
            </a:solidFill>
            <a:ln w="7363" cap="rnd">
              <a:solidFill>
                <a:srgbClr val="68C4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2" name="pt19752"/>
            <p:cNvSpPr/>
            <p:nvPr/>
          </p:nvSpPr>
          <p:spPr>
            <a:xfrm>
              <a:off x="5781245" y="2169534"/>
              <a:ext cx="16849" cy="16849"/>
            </a:xfrm>
            <a:prstGeom prst="ellipse">
              <a:avLst/>
            </a:prstGeom>
            <a:solidFill>
              <a:srgbClr val="2D758E">
                <a:alpha val="45098"/>
              </a:srgbClr>
            </a:solidFill>
            <a:ln w="7363" cap="rnd">
              <a:solidFill>
                <a:srgbClr val="2D75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3" name="pt19753"/>
            <p:cNvSpPr/>
            <p:nvPr/>
          </p:nvSpPr>
          <p:spPr>
            <a:xfrm>
              <a:off x="6236327" y="2356089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4" name="pt19754"/>
            <p:cNvSpPr/>
            <p:nvPr/>
          </p:nvSpPr>
          <p:spPr>
            <a:xfrm>
              <a:off x="6733604" y="2113468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5" name="pt19755"/>
            <p:cNvSpPr/>
            <p:nvPr/>
          </p:nvSpPr>
          <p:spPr>
            <a:xfrm>
              <a:off x="6458519" y="214677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6" name="pt19756"/>
            <p:cNvSpPr/>
            <p:nvPr/>
          </p:nvSpPr>
          <p:spPr>
            <a:xfrm>
              <a:off x="6451070" y="1968021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7" name="pt19757"/>
            <p:cNvSpPr/>
            <p:nvPr/>
          </p:nvSpPr>
          <p:spPr>
            <a:xfrm>
              <a:off x="6100826" y="2081768"/>
              <a:ext cx="16849" cy="16849"/>
            </a:xfrm>
            <a:prstGeom prst="ellipse">
              <a:avLst/>
            </a:prstGeom>
            <a:solidFill>
              <a:srgbClr val="DCE236">
                <a:alpha val="45098"/>
              </a:srgbClr>
            </a:solidFill>
            <a:ln w="7363" cap="rnd">
              <a:solidFill>
                <a:srgbClr val="DCE23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8" name="pt19758"/>
            <p:cNvSpPr/>
            <p:nvPr/>
          </p:nvSpPr>
          <p:spPr>
            <a:xfrm>
              <a:off x="6322196" y="2268890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9" name="pt19759"/>
            <p:cNvSpPr/>
            <p:nvPr/>
          </p:nvSpPr>
          <p:spPr>
            <a:xfrm>
              <a:off x="6373328" y="2196357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0" name="pt19760"/>
            <p:cNvSpPr/>
            <p:nvPr/>
          </p:nvSpPr>
          <p:spPr>
            <a:xfrm>
              <a:off x="5710722" y="2437400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1" name="pt19761"/>
            <p:cNvSpPr/>
            <p:nvPr/>
          </p:nvSpPr>
          <p:spPr>
            <a:xfrm>
              <a:off x="5972475" y="2218975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2" name="pt19762"/>
            <p:cNvSpPr/>
            <p:nvPr/>
          </p:nvSpPr>
          <p:spPr>
            <a:xfrm>
              <a:off x="6402205" y="2253506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3" name="pt19763"/>
            <p:cNvSpPr/>
            <p:nvPr/>
          </p:nvSpPr>
          <p:spPr>
            <a:xfrm>
              <a:off x="5542274" y="2269563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4" name="pt19764"/>
            <p:cNvSpPr/>
            <p:nvPr/>
          </p:nvSpPr>
          <p:spPr>
            <a:xfrm>
              <a:off x="5343106" y="2065693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5" name="pt19765"/>
            <p:cNvSpPr/>
            <p:nvPr/>
          </p:nvSpPr>
          <p:spPr>
            <a:xfrm>
              <a:off x="5773731" y="1894579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6" name="pt19766"/>
            <p:cNvSpPr/>
            <p:nvPr/>
          </p:nvSpPr>
          <p:spPr>
            <a:xfrm>
              <a:off x="7072391" y="1718637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7" name="pt19767"/>
            <p:cNvSpPr/>
            <p:nvPr/>
          </p:nvSpPr>
          <p:spPr>
            <a:xfrm>
              <a:off x="6165798" y="2352270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8" name="pt19768"/>
            <p:cNvSpPr/>
            <p:nvPr/>
          </p:nvSpPr>
          <p:spPr>
            <a:xfrm>
              <a:off x="6429462" y="200176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9" name="pt19769"/>
            <p:cNvSpPr/>
            <p:nvPr/>
          </p:nvSpPr>
          <p:spPr>
            <a:xfrm>
              <a:off x="6653069" y="2075357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0" name="pt19770"/>
            <p:cNvSpPr/>
            <p:nvPr/>
          </p:nvSpPr>
          <p:spPr>
            <a:xfrm>
              <a:off x="6015472" y="219534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1" name="pt19771"/>
            <p:cNvSpPr/>
            <p:nvPr/>
          </p:nvSpPr>
          <p:spPr>
            <a:xfrm>
              <a:off x="6303698" y="2111003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2" name="pt19772"/>
            <p:cNvSpPr/>
            <p:nvPr/>
          </p:nvSpPr>
          <p:spPr>
            <a:xfrm>
              <a:off x="5868859" y="2051344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3" name="pt19773"/>
            <p:cNvSpPr/>
            <p:nvPr/>
          </p:nvSpPr>
          <p:spPr>
            <a:xfrm>
              <a:off x="6798030" y="1760234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4" name="pt19774"/>
            <p:cNvSpPr/>
            <p:nvPr/>
          </p:nvSpPr>
          <p:spPr>
            <a:xfrm>
              <a:off x="6245074" y="236100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5" name="pt19775"/>
            <p:cNvSpPr/>
            <p:nvPr/>
          </p:nvSpPr>
          <p:spPr>
            <a:xfrm>
              <a:off x="6009874" y="2236410"/>
              <a:ext cx="16849" cy="16849"/>
            </a:xfrm>
            <a:prstGeom prst="ellipse">
              <a:avLst/>
            </a:prstGeom>
            <a:solidFill>
              <a:srgbClr val="6CC75F">
                <a:alpha val="45098"/>
              </a:srgbClr>
            </a:solidFill>
            <a:ln w="7363" cap="rnd">
              <a:solidFill>
                <a:srgbClr val="6CC75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6" name="pt19776"/>
            <p:cNvSpPr/>
            <p:nvPr/>
          </p:nvSpPr>
          <p:spPr>
            <a:xfrm>
              <a:off x="5834682" y="2369285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7" name="pt19777"/>
            <p:cNvSpPr/>
            <p:nvPr/>
          </p:nvSpPr>
          <p:spPr>
            <a:xfrm>
              <a:off x="6851198" y="1862964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8" name="pt19778"/>
            <p:cNvSpPr/>
            <p:nvPr/>
          </p:nvSpPr>
          <p:spPr>
            <a:xfrm>
              <a:off x="6636964" y="224012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9" name="pt19779"/>
            <p:cNvSpPr/>
            <p:nvPr/>
          </p:nvSpPr>
          <p:spPr>
            <a:xfrm>
              <a:off x="6280773" y="2199427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0" name="pt19780"/>
            <p:cNvSpPr/>
            <p:nvPr/>
          </p:nvSpPr>
          <p:spPr>
            <a:xfrm>
              <a:off x="5861780" y="2133430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1" name="pt19781"/>
            <p:cNvSpPr/>
            <p:nvPr/>
          </p:nvSpPr>
          <p:spPr>
            <a:xfrm>
              <a:off x="5699009" y="2203629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2" name="pt19782"/>
            <p:cNvSpPr/>
            <p:nvPr/>
          </p:nvSpPr>
          <p:spPr>
            <a:xfrm>
              <a:off x="6787245" y="2022419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3" name="pt19783"/>
            <p:cNvSpPr/>
            <p:nvPr/>
          </p:nvSpPr>
          <p:spPr>
            <a:xfrm>
              <a:off x="6174756" y="2146194"/>
              <a:ext cx="16849" cy="16849"/>
            </a:xfrm>
            <a:prstGeom prst="ellipse">
              <a:avLst/>
            </a:prstGeom>
            <a:solidFill>
              <a:srgbClr val="5EBF6A">
                <a:alpha val="45098"/>
              </a:srgbClr>
            </a:solidFill>
            <a:ln w="7363" cap="rnd">
              <a:solidFill>
                <a:srgbClr val="5EBF6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4" name="pt19784"/>
            <p:cNvSpPr/>
            <p:nvPr/>
          </p:nvSpPr>
          <p:spPr>
            <a:xfrm>
              <a:off x="6157811" y="2297789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5" name="pt19785"/>
            <p:cNvSpPr/>
            <p:nvPr/>
          </p:nvSpPr>
          <p:spPr>
            <a:xfrm>
              <a:off x="5969537" y="2486632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6" name="pt19786"/>
            <p:cNvSpPr/>
            <p:nvPr/>
          </p:nvSpPr>
          <p:spPr>
            <a:xfrm>
              <a:off x="6234231" y="229316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7" name="pt19787"/>
            <p:cNvSpPr/>
            <p:nvPr/>
          </p:nvSpPr>
          <p:spPr>
            <a:xfrm>
              <a:off x="6402142" y="2136600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8" name="pt19788"/>
            <p:cNvSpPr/>
            <p:nvPr/>
          </p:nvSpPr>
          <p:spPr>
            <a:xfrm>
              <a:off x="6104664" y="2257666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9" name="pt19789"/>
            <p:cNvSpPr/>
            <p:nvPr/>
          </p:nvSpPr>
          <p:spPr>
            <a:xfrm>
              <a:off x="5553369" y="2472744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0" name="pt19790"/>
            <p:cNvSpPr/>
            <p:nvPr/>
          </p:nvSpPr>
          <p:spPr>
            <a:xfrm>
              <a:off x="6536638" y="2102521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1" name="pt19791"/>
            <p:cNvSpPr/>
            <p:nvPr/>
          </p:nvSpPr>
          <p:spPr>
            <a:xfrm>
              <a:off x="5758810" y="2129789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2" name="pt19792"/>
            <p:cNvSpPr/>
            <p:nvPr/>
          </p:nvSpPr>
          <p:spPr>
            <a:xfrm>
              <a:off x="6201110" y="2136993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3" name="pt19793"/>
            <p:cNvSpPr/>
            <p:nvPr/>
          </p:nvSpPr>
          <p:spPr>
            <a:xfrm>
              <a:off x="5842524" y="2303267"/>
              <a:ext cx="16849" cy="16849"/>
            </a:xfrm>
            <a:prstGeom prst="ellipse">
              <a:avLst/>
            </a:prstGeom>
            <a:solidFill>
              <a:srgbClr val="2AAA82">
                <a:alpha val="45098"/>
              </a:srgbClr>
            </a:solidFill>
            <a:ln w="7363" cap="rnd">
              <a:solidFill>
                <a:srgbClr val="2A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4" name="pt19794"/>
            <p:cNvSpPr/>
            <p:nvPr/>
          </p:nvSpPr>
          <p:spPr>
            <a:xfrm>
              <a:off x="6384264" y="2369793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5" name="pt19795"/>
            <p:cNvSpPr/>
            <p:nvPr/>
          </p:nvSpPr>
          <p:spPr>
            <a:xfrm>
              <a:off x="6190892" y="2233202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6" name="pt19796"/>
            <p:cNvSpPr/>
            <p:nvPr/>
          </p:nvSpPr>
          <p:spPr>
            <a:xfrm>
              <a:off x="6544417" y="2243155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7" name="pt19797"/>
            <p:cNvSpPr/>
            <p:nvPr/>
          </p:nvSpPr>
          <p:spPr>
            <a:xfrm>
              <a:off x="6022499" y="2286737"/>
              <a:ext cx="16849" cy="16849"/>
            </a:xfrm>
            <a:prstGeom prst="ellipse">
              <a:avLst/>
            </a:prstGeom>
            <a:solidFill>
              <a:srgbClr val="2E748D">
                <a:alpha val="45098"/>
              </a:srgbClr>
            </a:solidFill>
            <a:ln w="7363" cap="rnd">
              <a:solidFill>
                <a:srgbClr val="2E74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8" name="pt19798"/>
            <p:cNvSpPr/>
            <p:nvPr/>
          </p:nvSpPr>
          <p:spPr>
            <a:xfrm>
              <a:off x="6627781" y="2127509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9" name="pt19799"/>
            <p:cNvSpPr/>
            <p:nvPr/>
          </p:nvSpPr>
          <p:spPr>
            <a:xfrm>
              <a:off x="6142200" y="2163251"/>
              <a:ext cx="16849" cy="16849"/>
            </a:xfrm>
            <a:prstGeom prst="ellipse">
              <a:avLst/>
            </a:prstGeom>
            <a:solidFill>
              <a:srgbClr val="88D34E">
                <a:alpha val="45098"/>
              </a:srgbClr>
            </a:solidFill>
            <a:ln w="7363" cap="rnd">
              <a:solidFill>
                <a:srgbClr val="88D34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0" name="pt19800"/>
            <p:cNvSpPr/>
            <p:nvPr/>
          </p:nvSpPr>
          <p:spPr>
            <a:xfrm>
              <a:off x="6495339" y="2224635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1" name="pt19801"/>
            <p:cNvSpPr/>
            <p:nvPr/>
          </p:nvSpPr>
          <p:spPr>
            <a:xfrm>
              <a:off x="6514006" y="2223843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2" name="pt19802"/>
            <p:cNvSpPr/>
            <p:nvPr/>
          </p:nvSpPr>
          <p:spPr>
            <a:xfrm>
              <a:off x="5754784" y="219227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3" name="pt19803"/>
            <p:cNvSpPr/>
            <p:nvPr/>
          </p:nvSpPr>
          <p:spPr>
            <a:xfrm>
              <a:off x="6475399" y="2325968"/>
              <a:ext cx="16849" cy="16849"/>
            </a:xfrm>
            <a:prstGeom prst="ellipse">
              <a:avLst/>
            </a:prstGeom>
            <a:solidFill>
              <a:srgbClr val="A5D848">
                <a:alpha val="45098"/>
              </a:srgbClr>
            </a:solidFill>
            <a:ln w="7363" cap="rnd">
              <a:solidFill>
                <a:srgbClr val="A5D84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4" name="pt19804"/>
            <p:cNvSpPr/>
            <p:nvPr/>
          </p:nvSpPr>
          <p:spPr>
            <a:xfrm>
              <a:off x="5411489" y="2567607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5" name="pt19805"/>
            <p:cNvSpPr/>
            <p:nvPr/>
          </p:nvSpPr>
          <p:spPr>
            <a:xfrm>
              <a:off x="6062868" y="2449467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6" name="pt19806"/>
            <p:cNvSpPr/>
            <p:nvPr/>
          </p:nvSpPr>
          <p:spPr>
            <a:xfrm>
              <a:off x="4907208" y="2732241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7" name="pt19807"/>
            <p:cNvSpPr/>
            <p:nvPr/>
          </p:nvSpPr>
          <p:spPr>
            <a:xfrm>
              <a:off x="5790923" y="2035228"/>
              <a:ext cx="16849" cy="16849"/>
            </a:xfrm>
            <a:prstGeom prst="ellipse">
              <a:avLst/>
            </a:prstGeom>
            <a:solidFill>
              <a:srgbClr val="3CAF7C">
                <a:alpha val="45098"/>
              </a:srgbClr>
            </a:solidFill>
            <a:ln w="7363" cap="rnd">
              <a:solidFill>
                <a:srgbClr val="3C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8" name="pt19808"/>
            <p:cNvSpPr/>
            <p:nvPr/>
          </p:nvSpPr>
          <p:spPr>
            <a:xfrm>
              <a:off x="6821058" y="1818690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9" name="pt19809"/>
            <p:cNvSpPr/>
            <p:nvPr/>
          </p:nvSpPr>
          <p:spPr>
            <a:xfrm>
              <a:off x="6032435" y="2128391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0" name="pt19810"/>
            <p:cNvSpPr/>
            <p:nvPr/>
          </p:nvSpPr>
          <p:spPr>
            <a:xfrm>
              <a:off x="5952946" y="2216123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1" name="pt19811"/>
            <p:cNvSpPr/>
            <p:nvPr/>
          </p:nvSpPr>
          <p:spPr>
            <a:xfrm>
              <a:off x="6829103" y="2175336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2" name="pt19812"/>
            <p:cNvSpPr/>
            <p:nvPr/>
          </p:nvSpPr>
          <p:spPr>
            <a:xfrm>
              <a:off x="6034319" y="2157812"/>
              <a:ext cx="16849" cy="16849"/>
            </a:xfrm>
            <a:prstGeom prst="ellipse">
              <a:avLst/>
            </a:prstGeom>
            <a:solidFill>
              <a:srgbClr val="2AAA82">
                <a:alpha val="45098"/>
              </a:srgbClr>
            </a:solidFill>
            <a:ln w="7363" cap="rnd">
              <a:solidFill>
                <a:srgbClr val="2AAA8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3" name="pt19813"/>
            <p:cNvSpPr/>
            <p:nvPr/>
          </p:nvSpPr>
          <p:spPr>
            <a:xfrm>
              <a:off x="5414480" y="2509834"/>
              <a:ext cx="16849" cy="16849"/>
            </a:xfrm>
            <a:prstGeom prst="ellipse">
              <a:avLst/>
            </a:prstGeom>
            <a:solidFill>
              <a:srgbClr val="346C8C">
                <a:alpha val="45098"/>
              </a:srgbClr>
            </a:solidFill>
            <a:ln w="7363" cap="rnd">
              <a:solidFill>
                <a:srgbClr val="346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4" name="pt19814"/>
            <p:cNvSpPr/>
            <p:nvPr/>
          </p:nvSpPr>
          <p:spPr>
            <a:xfrm>
              <a:off x="6308230" y="2199702"/>
              <a:ext cx="16849" cy="16849"/>
            </a:xfrm>
            <a:prstGeom prst="ellipse">
              <a:avLst/>
            </a:prstGeom>
            <a:solidFill>
              <a:srgbClr val="3A618B">
                <a:alpha val="45098"/>
              </a:srgbClr>
            </a:solidFill>
            <a:ln w="7363" cap="rnd">
              <a:solidFill>
                <a:srgbClr val="3A61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5" name="pt19815"/>
            <p:cNvSpPr/>
            <p:nvPr/>
          </p:nvSpPr>
          <p:spPr>
            <a:xfrm>
              <a:off x="6400101" y="2029140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6" name="pt19816"/>
            <p:cNvSpPr/>
            <p:nvPr/>
          </p:nvSpPr>
          <p:spPr>
            <a:xfrm>
              <a:off x="5794619" y="2047173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7" name="pt19817"/>
            <p:cNvSpPr/>
            <p:nvPr/>
          </p:nvSpPr>
          <p:spPr>
            <a:xfrm>
              <a:off x="6309076" y="2301459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8" name="pt19818"/>
            <p:cNvSpPr/>
            <p:nvPr/>
          </p:nvSpPr>
          <p:spPr>
            <a:xfrm>
              <a:off x="5641420" y="2392769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9" name="pt19819"/>
            <p:cNvSpPr/>
            <p:nvPr/>
          </p:nvSpPr>
          <p:spPr>
            <a:xfrm>
              <a:off x="6817324" y="1944223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0" name="pt19820"/>
            <p:cNvSpPr/>
            <p:nvPr/>
          </p:nvSpPr>
          <p:spPr>
            <a:xfrm>
              <a:off x="5951430" y="199293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1" name="pt19821"/>
            <p:cNvSpPr/>
            <p:nvPr/>
          </p:nvSpPr>
          <p:spPr>
            <a:xfrm>
              <a:off x="5888711" y="2236338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2" name="pt19822"/>
            <p:cNvSpPr/>
            <p:nvPr/>
          </p:nvSpPr>
          <p:spPr>
            <a:xfrm>
              <a:off x="6535430" y="2108969"/>
              <a:ext cx="16849" cy="16849"/>
            </a:xfrm>
            <a:prstGeom prst="ellipse">
              <a:avLst/>
            </a:prstGeom>
            <a:solidFill>
              <a:srgbClr val="2B7C8D">
                <a:alpha val="45098"/>
              </a:srgbClr>
            </a:solidFill>
            <a:ln w="7363" cap="rnd">
              <a:solidFill>
                <a:srgbClr val="2B7C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3" name="pt19823"/>
            <p:cNvSpPr/>
            <p:nvPr/>
          </p:nvSpPr>
          <p:spPr>
            <a:xfrm>
              <a:off x="6835326" y="1918233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4" name="pt19824"/>
            <p:cNvSpPr/>
            <p:nvPr/>
          </p:nvSpPr>
          <p:spPr>
            <a:xfrm>
              <a:off x="6464396" y="219051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5" name="pt19825"/>
            <p:cNvSpPr/>
            <p:nvPr/>
          </p:nvSpPr>
          <p:spPr>
            <a:xfrm>
              <a:off x="6283708" y="2278410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6" name="pt19826"/>
            <p:cNvSpPr/>
            <p:nvPr/>
          </p:nvSpPr>
          <p:spPr>
            <a:xfrm>
              <a:off x="6117656" y="2304178"/>
              <a:ext cx="16849" cy="16849"/>
            </a:xfrm>
            <a:prstGeom prst="ellipse">
              <a:avLst/>
            </a:prstGeom>
            <a:solidFill>
              <a:srgbClr val="2A9488">
                <a:alpha val="45098"/>
              </a:srgbClr>
            </a:solidFill>
            <a:ln w="7363" cap="rnd">
              <a:solidFill>
                <a:srgbClr val="2A94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7" name="pt19827"/>
            <p:cNvSpPr/>
            <p:nvPr/>
          </p:nvSpPr>
          <p:spPr>
            <a:xfrm>
              <a:off x="5716876" y="2422854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8" name="pt19828"/>
            <p:cNvSpPr/>
            <p:nvPr/>
          </p:nvSpPr>
          <p:spPr>
            <a:xfrm>
              <a:off x="5629750" y="2378855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9" name="pt19829"/>
            <p:cNvSpPr/>
            <p:nvPr/>
          </p:nvSpPr>
          <p:spPr>
            <a:xfrm>
              <a:off x="6309490" y="2211204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0" name="pt19830"/>
            <p:cNvSpPr/>
            <p:nvPr/>
          </p:nvSpPr>
          <p:spPr>
            <a:xfrm>
              <a:off x="6680820" y="2091293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1" name="pt19831"/>
            <p:cNvSpPr/>
            <p:nvPr/>
          </p:nvSpPr>
          <p:spPr>
            <a:xfrm>
              <a:off x="7270934" y="1904501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2" name="pt19832"/>
            <p:cNvSpPr/>
            <p:nvPr/>
          </p:nvSpPr>
          <p:spPr>
            <a:xfrm>
              <a:off x="6219440" y="2367919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3" name="pt19833"/>
            <p:cNvSpPr/>
            <p:nvPr/>
          </p:nvSpPr>
          <p:spPr>
            <a:xfrm>
              <a:off x="6167292" y="2303645"/>
              <a:ext cx="16849" cy="16849"/>
            </a:xfrm>
            <a:prstGeom prst="ellipse">
              <a:avLst/>
            </a:prstGeom>
            <a:solidFill>
              <a:srgbClr val="43B17A">
                <a:alpha val="45098"/>
              </a:srgbClr>
            </a:solidFill>
            <a:ln w="7363" cap="rnd">
              <a:solidFill>
                <a:srgbClr val="43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4" name="pt19834"/>
            <p:cNvSpPr/>
            <p:nvPr/>
          </p:nvSpPr>
          <p:spPr>
            <a:xfrm>
              <a:off x="6601802" y="218511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5" name="pt19835"/>
            <p:cNvSpPr/>
            <p:nvPr/>
          </p:nvSpPr>
          <p:spPr>
            <a:xfrm>
              <a:off x="6720047" y="2246188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6" name="pt19836"/>
            <p:cNvSpPr/>
            <p:nvPr/>
          </p:nvSpPr>
          <p:spPr>
            <a:xfrm>
              <a:off x="5919456" y="198855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7" name="pt19837"/>
            <p:cNvSpPr/>
            <p:nvPr/>
          </p:nvSpPr>
          <p:spPr>
            <a:xfrm>
              <a:off x="6311718" y="220780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8" name="pt19838"/>
            <p:cNvSpPr/>
            <p:nvPr/>
          </p:nvSpPr>
          <p:spPr>
            <a:xfrm>
              <a:off x="6340547" y="2211976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9" name="pt19839"/>
            <p:cNvSpPr/>
            <p:nvPr/>
          </p:nvSpPr>
          <p:spPr>
            <a:xfrm>
              <a:off x="6343328" y="2074486"/>
              <a:ext cx="16849" cy="16849"/>
            </a:xfrm>
            <a:prstGeom prst="ellipse">
              <a:avLst/>
            </a:prstGeom>
            <a:solidFill>
              <a:srgbClr val="71CB5A">
                <a:alpha val="45098"/>
              </a:srgbClr>
            </a:solidFill>
            <a:ln w="7363" cap="rnd">
              <a:solidFill>
                <a:srgbClr val="71CB5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0" name="pt19840"/>
            <p:cNvSpPr/>
            <p:nvPr/>
          </p:nvSpPr>
          <p:spPr>
            <a:xfrm>
              <a:off x="6428132" y="1940768"/>
              <a:ext cx="16849" cy="16849"/>
            </a:xfrm>
            <a:prstGeom prst="ellipse">
              <a:avLst/>
            </a:prstGeom>
            <a:solidFill>
              <a:srgbClr val="24A585">
                <a:alpha val="45098"/>
              </a:srgbClr>
            </a:solidFill>
            <a:ln w="7363" cap="rnd">
              <a:solidFill>
                <a:srgbClr val="24A5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1" name="pt19841"/>
            <p:cNvSpPr/>
            <p:nvPr/>
          </p:nvSpPr>
          <p:spPr>
            <a:xfrm>
              <a:off x="6357232" y="2207923"/>
              <a:ext cx="16849" cy="16849"/>
            </a:xfrm>
            <a:prstGeom prst="ellipse">
              <a:avLst/>
            </a:prstGeom>
            <a:solidFill>
              <a:srgbClr val="2B9289">
                <a:alpha val="45098"/>
              </a:srgbClr>
            </a:solidFill>
            <a:ln w="7363" cap="rnd">
              <a:solidFill>
                <a:srgbClr val="2B9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2" name="pt19842"/>
            <p:cNvSpPr/>
            <p:nvPr/>
          </p:nvSpPr>
          <p:spPr>
            <a:xfrm>
              <a:off x="7272619" y="1975206"/>
              <a:ext cx="16849" cy="16849"/>
            </a:xfrm>
            <a:prstGeom prst="ellipse">
              <a:avLst/>
            </a:prstGeom>
            <a:solidFill>
              <a:srgbClr val="2A9588">
                <a:alpha val="45098"/>
              </a:srgbClr>
            </a:solidFill>
            <a:ln w="7363" cap="rnd">
              <a:solidFill>
                <a:srgbClr val="2A95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3" name="pt19843"/>
            <p:cNvSpPr/>
            <p:nvPr/>
          </p:nvSpPr>
          <p:spPr>
            <a:xfrm>
              <a:off x="6617862" y="2190711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4" name="pt19844"/>
            <p:cNvSpPr/>
            <p:nvPr/>
          </p:nvSpPr>
          <p:spPr>
            <a:xfrm>
              <a:off x="5830249" y="2352465"/>
              <a:ext cx="16849" cy="16849"/>
            </a:xfrm>
            <a:prstGeom prst="ellipse">
              <a:avLst/>
            </a:prstGeom>
            <a:solidFill>
              <a:srgbClr val="32AC80">
                <a:alpha val="45098"/>
              </a:srgbClr>
            </a:solidFill>
            <a:ln w="7363" cap="rnd">
              <a:solidFill>
                <a:srgbClr val="32AC8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5" name="pt19845"/>
            <p:cNvSpPr/>
            <p:nvPr/>
          </p:nvSpPr>
          <p:spPr>
            <a:xfrm>
              <a:off x="6749539" y="1996842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6" name="pt19846"/>
            <p:cNvSpPr/>
            <p:nvPr/>
          </p:nvSpPr>
          <p:spPr>
            <a:xfrm>
              <a:off x="6125037" y="2237657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7" name="pt19847"/>
            <p:cNvSpPr/>
            <p:nvPr/>
          </p:nvSpPr>
          <p:spPr>
            <a:xfrm>
              <a:off x="5102093" y="2985509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8" name="pt19848"/>
            <p:cNvSpPr/>
            <p:nvPr/>
          </p:nvSpPr>
          <p:spPr>
            <a:xfrm>
              <a:off x="6429507" y="1993390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9" name="pt19849"/>
            <p:cNvSpPr/>
            <p:nvPr/>
          </p:nvSpPr>
          <p:spPr>
            <a:xfrm>
              <a:off x="5765949" y="2236952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0" name="pt19850"/>
            <p:cNvSpPr/>
            <p:nvPr/>
          </p:nvSpPr>
          <p:spPr>
            <a:xfrm>
              <a:off x="6835079" y="1943441"/>
              <a:ext cx="16849" cy="16849"/>
            </a:xfrm>
            <a:prstGeom prst="ellipse">
              <a:avLst/>
            </a:prstGeom>
            <a:solidFill>
              <a:srgbClr val="59BC6D">
                <a:alpha val="45098"/>
              </a:srgbClr>
            </a:solidFill>
            <a:ln w="7363" cap="rnd">
              <a:solidFill>
                <a:srgbClr val="59BC6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1" name="pt19851"/>
            <p:cNvSpPr/>
            <p:nvPr/>
          </p:nvSpPr>
          <p:spPr>
            <a:xfrm>
              <a:off x="6773631" y="1847848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2" name="pt19852"/>
            <p:cNvSpPr/>
            <p:nvPr/>
          </p:nvSpPr>
          <p:spPr>
            <a:xfrm>
              <a:off x="5900723" y="2017695"/>
              <a:ext cx="16849" cy="16849"/>
            </a:xfrm>
            <a:prstGeom prst="ellipse">
              <a:avLst/>
            </a:prstGeom>
            <a:solidFill>
              <a:srgbClr val="3F5089">
                <a:alpha val="45098"/>
              </a:srgbClr>
            </a:solidFill>
            <a:ln w="7363" cap="rnd">
              <a:solidFill>
                <a:srgbClr val="3F50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3" name="pt19853"/>
            <p:cNvSpPr/>
            <p:nvPr/>
          </p:nvSpPr>
          <p:spPr>
            <a:xfrm>
              <a:off x="6657212" y="2087692"/>
              <a:ext cx="16849" cy="16849"/>
            </a:xfrm>
            <a:prstGeom prst="ellipse">
              <a:avLst/>
            </a:prstGeom>
            <a:solidFill>
              <a:srgbClr val="37AD7E">
                <a:alpha val="45098"/>
              </a:srgbClr>
            </a:solidFill>
            <a:ln w="7363" cap="rnd">
              <a:solidFill>
                <a:srgbClr val="37AD7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4" name="pt19854"/>
            <p:cNvSpPr/>
            <p:nvPr/>
          </p:nvSpPr>
          <p:spPr>
            <a:xfrm>
              <a:off x="4730934" y="2551861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5" name="pt19855"/>
            <p:cNvSpPr/>
            <p:nvPr/>
          </p:nvSpPr>
          <p:spPr>
            <a:xfrm>
              <a:off x="5982287" y="2502334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6" name="pt19856"/>
            <p:cNvSpPr/>
            <p:nvPr/>
          </p:nvSpPr>
          <p:spPr>
            <a:xfrm>
              <a:off x="6440935" y="1780837"/>
              <a:ext cx="16849" cy="16849"/>
            </a:xfrm>
            <a:prstGeom prst="ellipse">
              <a:avLst/>
            </a:prstGeom>
            <a:solidFill>
              <a:srgbClr val="2B818C">
                <a:alpha val="45098"/>
              </a:srgbClr>
            </a:solidFill>
            <a:ln w="7363" cap="rnd">
              <a:solidFill>
                <a:srgbClr val="2B81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7" name="pt19857"/>
            <p:cNvSpPr/>
            <p:nvPr/>
          </p:nvSpPr>
          <p:spPr>
            <a:xfrm>
              <a:off x="5169304" y="2554591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8" name="pt19858"/>
            <p:cNvSpPr/>
            <p:nvPr/>
          </p:nvSpPr>
          <p:spPr>
            <a:xfrm>
              <a:off x="6552785" y="2309740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9" name="pt19859"/>
            <p:cNvSpPr/>
            <p:nvPr/>
          </p:nvSpPr>
          <p:spPr>
            <a:xfrm>
              <a:off x="6290999" y="1847294"/>
              <a:ext cx="16849" cy="16849"/>
            </a:xfrm>
            <a:prstGeom prst="ellipse">
              <a:avLst/>
            </a:prstGeom>
            <a:solidFill>
              <a:srgbClr val="C0DD40">
                <a:alpha val="45098"/>
              </a:srgbClr>
            </a:solidFill>
            <a:ln w="7363" cap="rnd">
              <a:solidFill>
                <a:srgbClr val="C0DD4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0" name="pt19860"/>
            <p:cNvSpPr/>
            <p:nvPr/>
          </p:nvSpPr>
          <p:spPr>
            <a:xfrm>
              <a:off x="5714849" y="2278116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1" name="pt19861"/>
            <p:cNvSpPr/>
            <p:nvPr/>
          </p:nvSpPr>
          <p:spPr>
            <a:xfrm>
              <a:off x="5839125" y="2379831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2" name="pt19862"/>
            <p:cNvSpPr/>
            <p:nvPr/>
          </p:nvSpPr>
          <p:spPr>
            <a:xfrm>
              <a:off x="5533401" y="2085744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3" name="pt19863"/>
            <p:cNvSpPr/>
            <p:nvPr/>
          </p:nvSpPr>
          <p:spPr>
            <a:xfrm>
              <a:off x="6609020" y="2178356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4" name="pt19864"/>
            <p:cNvSpPr/>
            <p:nvPr/>
          </p:nvSpPr>
          <p:spPr>
            <a:xfrm>
              <a:off x="6810666" y="1989116"/>
              <a:ext cx="16849" cy="16849"/>
            </a:xfrm>
            <a:prstGeom prst="ellipse">
              <a:avLst/>
            </a:prstGeom>
            <a:solidFill>
              <a:srgbClr val="38658C">
                <a:alpha val="45098"/>
              </a:srgbClr>
            </a:solidFill>
            <a:ln w="7363" cap="rnd">
              <a:solidFill>
                <a:srgbClr val="386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5" name="pt19865"/>
            <p:cNvSpPr/>
            <p:nvPr/>
          </p:nvSpPr>
          <p:spPr>
            <a:xfrm>
              <a:off x="6013395" y="2485408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6" name="pt19866"/>
            <p:cNvSpPr/>
            <p:nvPr/>
          </p:nvSpPr>
          <p:spPr>
            <a:xfrm>
              <a:off x="6020270" y="2247819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7" name="pt19867"/>
            <p:cNvSpPr/>
            <p:nvPr/>
          </p:nvSpPr>
          <p:spPr>
            <a:xfrm>
              <a:off x="6205685" y="229707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8" name="pt19868"/>
            <p:cNvSpPr/>
            <p:nvPr/>
          </p:nvSpPr>
          <p:spPr>
            <a:xfrm>
              <a:off x="6322801" y="2219177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9" name="pt19869"/>
            <p:cNvSpPr/>
            <p:nvPr/>
          </p:nvSpPr>
          <p:spPr>
            <a:xfrm>
              <a:off x="5891309" y="1975853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0" name="pt19870"/>
            <p:cNvSpPr/>
            <p:nvPr/>
          </p:nvSpPr>
          <p:spPr>
            <a:xfrm>
              <a:off x="6680875" y="2045977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1" name="pt19871"/>
            <p:cNvSpPr/>
            <p:nvPr/>
          </p:nvSpPr>
          <p:spPr>
            <a:xfrm>
              <a:off x="6597418" y="2314868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2" name="pt19872"/>
            <p:cNvSpPr/>
            <p:nvPr/>
          </p:nvSpPr>
          <p:spPr>
            <a:xfrm>
              <a:off x="6870619" y="2007278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3" name="pt19873"/>
            <p:cNvSpPr/>
            <p:nvPr/>
          </p:nvSpPr>
          <p:spPr>
            <a:xfrm>
              <a:off x="6880745" y="1821524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4" name="pt19874"/>
            <p:cNvSpPr/>
            <p:nvPr/>
          </p:nvSpPr>
          <p:spPr>
            <a:xfrm>
              <a:off x="7179004" y="1729436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5" name="pt19875"/>
            <p:cNvSpPr/>
            <p:nvPr/>
          </p:nvSpPr>
          <p:spPr>
            <a:xfrm>
              <a:off x="5975936" y="2462336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6" name="pt19876"/>
            <p:cNvSpPr/>
            <p:nvPr/>
          </p:nvSpPr>
          <p:spPr>
            <a:xfrm>
              <a:off x="6744526" y="2084472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7" name="pt19877"/>
            <p:cNvSpPr/>
            <p:nvPr/>
          </p:nvSpPr>
          <p:spPr>
            <a:xfrm>
              <a:off x="5722846" y="2533473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8" name="pt19878"/>
            <p:cNvSpPr/>
            <p:nvPr/>
          </p:nvSpPr>
          <p:spPr>
            <a:xfrm>
              <a:off x="4992028" y="2520567"/>
              <a:ext cx="16849" cy="16849"/>
            </a:xfrm>
            <a:prstGeom prst="ellipse">
              <a:avLst/>
            </a:prstGeom>
            <a:solidFill>
              <a:srgbClr val="2B8E8A">
                <a:alpha val="45098"/>
              </a:srgbClr>
            </a:solidFill>
            <a:ln w="7363" cap="rnd">
              <a:solidFill>
                <a:srgbClr val="2B8E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9" name="pt19879"/>
            <p:cNvSpPr/>
            <p:nvPr/>
          </p:nvSpPr>
          <p:spPr>
            <a:xfrm>
              <a:off x="6013707" y="2540810"/>
              <a:ext cx="16849" cy="16849"/>
            </a:xfrm>
            <a:prstGeom prst="ellipse">
              <a:avLst/>
            </a:prstGeom>
            <a:solidFill>
              <a:srgbClr val="2F728D">
                <a:alpha val="45098"/>
              </a:srgbClr>
            </a:solidFill>
            <a:ln w="7363" cap="rnd">
              <a:solidFill>
                <a:srgbClr val="2F72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0" name="pt19880"/>
            <p:cNvSpPr/>
            <p:nvPr/>
          </p:nvSpPr>
          <p:spPr>
            <a:xfrm>
              <a:off x="6809974" y="175323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1" name="pt19881"/>
            <p:cNvSpPr/>
            <p:nvPr/>
          </p:nvSpPr>
          <p:spPr>
            <a:xfrm>
              <a:off x="6357236" y="2293221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2" name="pt19882"/>
            <p:cNvSpPr/>
            <p:nvPr/>
          </p:nvSpPr>
          <p:spPr>
            <a:xfrm>
              <a:off x="5420246" y="2461880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3" name="pt19883"/>
            <p:cNvSpPr/>
            <p:nvPr/>
          </p:nvSpPr>
          <p:spPr>
            <a:xfrm>
              <a:off x="6050821" y="222913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4" name="pt19884"/>
            <p:cNvSpPr/>
            <p:nvPr/>
          </p:nvSpPr>
          <p:spPr>
            <a:xfrm>
              <a:off x="6230809" y="2116158"/>
              <a:ext cx="16849" cy="16849"/>
            </a:xfrm>
            <a:prstGeom prst="ellipse">
              <a:avLst/>
            </a:prstGeom>
            <a:solidFill>
              <a:srgbClr val="B5DB43">
                <a:alpha val="45098"/>
              </a:srgbClr>
            </a:solidFill>
            <a:ln w="7363" cap="rnd">
              <a:solidFill>
                <a:srgbClr val="B5DB4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5" name="pt19885"/>
            <p:cNvSpPr/>
            <p:nvPr/>
          </p:nvSpPr>
          <p:spPr>
            <a:xfrm>
              <a:off x="6158404" y="2343982"/>
              <a:ext cx="16849" cy="16849"/>
            </a:xfrm>
            <a:prstGeom prst="ellipse">
              <a:avLst/>
            </a:prstGeom>
            <a:solidFill>
              <a:srgbClr val="31708D">
                <a:alpha val="45098"/>
              </a:srgbClr>
            </a:solidFill>
            <a:ln w="7363" cap="rnd">
              <a:solidFill>
                <a:srgbClr val="3170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6" name="pt19886"/>
            <p:cNvSpPr/>
            <p:nvPr/>
          </p:nvSpPr>
          <p:spPr>
            <a:xfrm>
              <a:off x="5588880" y="1997736"/>
              <a:ext cx="16849" cy="16849"/>
            </a:xfrm>
            <a:prstGeom prst="ellipse">
              <a:avLst/>
            </a:prstGeom>
            <a:solidFill>
              <a:srgbClr val="37678C">
                <a:alpha val="45098"/>
              </a:srgbClr>
            </a:solidFill>
            <a:ln w="7363" cap="rnd">
              <a:solidFill>
                <a:srgbClr val="3767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7" name="pt19887"/>
            <p:cNvSpPr/>
            <p:nvPr/>
          </p:nvSpPr>
          <p:spPr>
            <a:xfrm>
              <a:off x="6529917" y="2163991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8" name="pt19888"/>
            <p:cNvSpPr/>
            <p:nvPr/>
          </p:nvSpPr>
          <p:spPr>
            <a:xfrm>
              <a:off x="6625326" y="2100650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9" name="pt19889"/>
            <p:cNvSpPr/>
            <p:nvPr/>
          </p:nvSpPr>
          <p:spPr>
            <a:xfrm>
              <a:off x="6627021" y="2093347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0" name="pt19890"/>
            <p:cNvSpPr/>
            <p:nvPr/>
          </p:nvSpPr>
          <p:spPr>
            <a:xfrm>
              <a:off x="6903790" y="1813078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1" name="pt19891"/>
            <p:cNvSpPr/>
            <p:nvPr/>
          </p:nvSpPr>
          <p:spPr>
            <a:xfrm>
              <a:off x="6638965" y="2129983"/>
              <a:ext cx="16849" cy="16849"/>
            </a:xfrm>
            <a:prstGeom prst="ellipse">
              <a:avLst/>
            </a:prstGeom>
            <a:solidFill>
              <a:srgbClr val="39638B">
                <a:alpha val="45098"/>
              </a:srgbClr>
            </a:solidFill>
            <a:ln w="7363" cap="rnd">
              <a:solidFill>
                <a:srgbClr val="3963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2" name="pt19892"/>
            <p:cNvSpPr/>
            <p:nvPr/>
          </p:nvSpPr>
          <p:spPr>
            <a:xfrm>
              <a:off x="6059833" y="2339791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3" name="pt19893"/>
            <p:cNvSpPr/>
            <p:nvPr/>
          </p:nvSpPr>
          <p:spPr>
            <a:xfrm>
              <a:off x="6597604" y="2272184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4" name="pt19894"/>
            <p:cNvSpPr/>
            <p:nvPr/>
          </p:nvSpPr>
          <p:spPr>
            <a:xfrm>
              <a:off x="6284891" y="223798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5" name="pt19895"/>
            <p:cNvSpPr/>
            <p:nvPr/>
          </p:nvSpPr>
          <p:spPr>
            <a:xfrm>
              <a:off x="6485654" y="2125293"/>
              <a:ext cx="16849" cy="16849"/>
            </a:xfrm>
            <a:prstGeom prst="ellipse">
              <a:avLst/>
            </a:prstGeom>
            <a:solidFill>
              <a:srgbClr val="65C365">
                <a:alpha val="45098"/>
              </a:srgbClr>
            </a:solidFill>
            <a:ln w="7363" cap="rnd">
              <a:solidFill>
                <a:srgbClr val="65C3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6" name="pt19896"/>
            <p:cNvSpPr/>
            <p:nvPr/>
          </p:nvSpPr>
          <p:spPr>
            <a:xfrm>
              <a:off x="6814523" y="1829619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7" name="pt19897"/>
            <p:cNvSpPr/>
            <p:nvPr/>
          </p:nvSpPr>
          <p:spPr>
            <a:xfrm>
              <a:off x="6858165" y="193256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8" name="pt19898"/>
            <p:cNvSpPr/>
            <p:nvPr/>
          </p:nvSpPr>
          <p:spPr>
            <a:xfrm>
              <a:off x="5823412" y="2500060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9" name="pt19899"/>
            <p:cNvSpPr/>
            <p:nvPr/>
          </p:nvSpPr>
          <p:spPr>
            <a:xfrm>
              <a:off x="6160549" y="2325654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0" name="pt19900"/>
            <p:cNvSpPr/>
            <p:nvPr/>
          </p:nvSpPr>
          <p:spPr>
            <a:xfrm>
              <a:off x="5623143" y="2327215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1" name="pt19901"/>
            <p:cNvSpPr/>
            <p:nvPr/>
          </p:nvSpPr>
          <p:spPr>
            <a:xfrm>
              <a:off x="5721457" y="2602993"/>
              <a:ext cx="16849" cy="16849"/>
            </a:xfrm>
            <a:prstGeom prst="ellipse">
              <a:avLst/>
            </a:prstGeom>
            <a:solidFill>
              <a:srgbClr val="289B87">
                <a:alpha val="45098"/>
              </a:srgbClr>
            </a:solidFill>
            <a:ln w="7363" cap="rnd">
              <a:solidFill>
                <a:srgbClr val="289B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2" name="pt19902"/>
            <p:cNvSpPr/>
            <p:nvPr/>
          </p:nvSpPr>
          <p:spPr>
            <a:xfrm>
              <a:off x="6204419" y="2234521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3" name="pt19903"/>
            <p:cNvSpPr/>
            <p:nvPr/>
          </p:nvSpPr>
          <p:spPr>
            <a:xfrm>
              <a:off x="6123158" y="2277634"/>
              <a:ext cx="16849" cy="16849"/>
            </a:xfrm>
            <a:prstGeom prst="ellipse">
              <a:avLst/>
            </a:prstGeom>
            <a:solidFill>
              <a:srgbClr val="2C888B">
                <a:alpha val="45098"/>
              </a:srgbClr>
            </a:solidFill>
            <a:ln w="7363" cap="rnd">
              <a:solidFill>
                <a:srgbClr val="2C88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4" name="pt19904"/>
            <p:cNvSpPr/>
            <p:nvPr/>
          </p:nvSpPr>
          <p:spPr>
            <a:xfrm>
              <a:off x="5663594" y="2357740"/>
              <a:ext cx="16849" cy="16849"/>
            </a:xfrm>
            <a:prstGeom prst="ellipse">
              <a:avLst/>
            </a:prstGeom>
            <a:solidFill>
              <a:srgbClr val="5BBD6C">
                <a:alpha val="45098"/>
              </a:srgbClr>
            </a:solidFill>
            <a:ln w="7363" cap="rnd">
              <a:solidFill>
                <a:srgbClr val="5B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5" name="pt19905"/>
            <p:cNvSpPr/>
            <p:nvPr/>
          </p:nvSpPr>
          <p:spPr>
            <a:xfrm>
              <a:off x="6878484" y="200141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6" name="pt19906"/>
            <p:cNvSpPr/>
            <p:nvPr/>
          </p:nvSpPr>
          <p:spPr>
            <a:xfrm>
              <a:off x="6116604" y="2243103"/>
              <a:ext cx="16849" cy="16849"/>
            </a:xfrm>
            <a:prstGeom prst="ellipse">
              <a:avLst/>
            </a:prstGeom>
            <a:solidFill>
              <a:srgbClr val="52B872">
                <a:alpha val="45098"/>
              </a:srgbClr>
            </a:solidFill>
            <a:ln w="7363" cap="rnd">
              <a:solidFill>
                <a:srgbClr val="52B872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7" name="pt19907"/>
            <p:cNvSpPr/>
            <p:nvPr/>
          </p:nvSpPr>
          <p:spPr>
            <a:xfrm>
              <a:off x="6266685" y="2454399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8" name="pt19908"/>
            <p:cNvSpPr/>
            <p:nvPr/>
          </p:nvSpPr>
          <p:spPr>
            <a:xfrm>
              <a:off x="6455029" y="2081377"/>
              <a:ext cx="16849" cy="16849"/>
            </a:xfrm>
            <a:prstGeom prst="ellipse">
              <a:avLst/>
            </a:prstGeom>
            <a:solidFill>
              <a:srgbClr val="72CC59">
                <a:alpha val="45098"/>
              </a:srgbClr>
            </a:solidFill>
            <a:ln w="7363" cap="rnd">
              <a:solidFill>
                <a:srgbClr val="72CC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9" name="pt19909"/>
            <p:cNvSpPr/>
            <p:nvPr/>
          </p:nvSpPr>
          <p:spPr>
            <a:xfrm>
              <a:off x="6138643" y="2135508"/>
              <a:ext cx="16849" cy="16849"/>
            </a:xfrm>
            <a:prstGeom prst="ellipse">
              <a:avLst/>
            </a:prstGeom>
            <a:solidFill>
              <a:srgbClr val="68C563">
                <a:alpha val="45098"/>
              </a:srgbClr>
            </a:solidFill>
            <a:ln w="7363" cap="rnd">
              <a:solidFill>
                <a:srgbClr val="68C56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0" name="pt19910"/>
            <p:cNvSpPr/>
            <p:nvPr/>
          </p:nvSpPr>
          <p:spPr>
            <a:xfrm>
              <a:off x="6637045" y="2257757"/>
              <a:ext cx="16849" cy="16849"/>
            </a:xfrm>
            <a:prstGeom prst="ellipse">
              <a:avLst/>
            </a:prstGeom>
            <a:solidFill>
              <a:srgbClr val="3DAF7C">
                <a:alpha val="45098"/>
              </a:srgbClr>
            </a:solidFill>
            <a:ln w="7363" cap="rnd">
              <a:solidFill>
                <a:srgbClr val="3DAF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1" name="pt19911"/>
            <p:cNvSpPr/>
            <p:nvPr/>
          </p:nvSpPr>
          <p:spPr>
            <a:xfrm>
              <a:off x="5733197" y="2167739"/>
              <a:ext cx="16849" cy="16849"/>
            </a:xfrm>
            <a:prstGeom prst="ellipse">
              <a:avLst/>
            </a:prstGeom>
            <a:solidFill>
              <a:srgbClr val="58BB6E">
                <a:alpha val="45098"/>
              </a:srgbClr>
            </a:solidFill>
            <a:ln w="7363" cap="rnd">
              <a:solidFill>
                <a:srgbClr val="58BB6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2" name="pt19912"/>
            <p:cNvSpPr/>
            <p:nvPr/>
          </p:nvSpPr>
          <p:spPr>
            <a:xfrm>
              <a:off x="6990955" y="1582347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3" name="pt19913"/>
            <p:cNvSpPr/>
            <p:nvPr/>
          </p:nvSpPr>
          <p:spPr>
            <a:xfrm>
              <a:off x="5704897" y="2448174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4" name="pt19914"/>
            <p:cNvSpPr/>
            <p:nvPr/>
          </p:nvSpPr>
          <p:spPr>
            <a:xfrm>
              <a:off x="6488878" y="2039584"/>
              <a:ext cx="16849" cy="16849"/>
            </a:xfrm>
            <a:prstGeom prst="ellipse">
              <a:avLst/>
            </a:prstGeom>
            <a:solidFill>
              <a:srgbClr val="279F86">
                <a:alpha val="45098"/>
              </a:srgbClr>
            </a:solidFill>
            <a:ln w="7363" cap="rnd">
              <a:solidFill>
                <a:srgbClr val="279F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5" name="pt19915"/>
            <p:cNvSpPr/>
            <p:nvPr/>
          </p:nvSpPr>
          <p:spPr>
            <a:xfrm>
              <a:off x="6508005" y="231452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6" name="pt19916"/>
            <p:cNvSpPr/>
            <p:nvPr/>
          </p:nvSpPr>
          <p:spPr>
            <a:xfrm>
              <a:off x="5939859" y="1835993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7" name="pt19917"/>
            <p:cNvSpPr/>
            <p:nvPr/>
          </p:nvSpPr>
          <p:spPr>
            <a:xfrm>
              <a:off x="6579091" y="235553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8" name="pt19918"/>
            <p:cNvSpPr/>
            <p:nvPr/>
          </p:nvSpPr>
          <p:spPr>
            <a:xfrm>
              <a:off x="6434117" y="1840181"/>
              <a:ext cx="16849" cy="16849"/>
            </a:xfrm>
            <a:prstGeom prst="ellipse">
              <a:avLst/>
            </a:prstGeom>
            <a:solidFill>
              <a:srgbClr val="2B828C">
                <a:alpha val="45098"/>
              </a:srgbClr>
            </a:solidFill>
            <a:ln w="7363" cap="rnd">
              <a:solidFill>
                <a:srgbClr val="2B82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9" name="pt19919"/>
            <p:cNvSpPr/>
            <p:nvPr/>
          </p:nvSpPr>
          <p:spPr>
            <a:xfrm>
              <a:off x="5469297" y="2495540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0" name="pt19920"/>
            <p:cNvSpPr/>
            <p:nvPr/>
          </p:nvSpPr>
          <p:spPr>
            <a:xfrm>
              <a:off x="6271228" y="2408284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1" name="pt19921"/>
            <p:cNvSpPr/>
            <p:nvPr/>
          </p:nvSpPr>
          <p:spPr>
            <a:xfrm>
              <a:off x="6568097" y="2201061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2" name="pt19922"/>
            <p:cNvSpPr/>
            <p:nvPr/>
          </p:nvSpPr>
          <p:spPr>
            <a:xfrm>
              <a:off x="6260567" y="2414029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3" name="pt19923"/>
            <p:cNvSpPr/>
            <p:nvPr/>
          </p:nvSpPr>
          <p:spPr>
            <a:xfrm>
              <a:off x="6691162" y="2017350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4" name="pt19924"/>
            <p:cNvSpPr/>
            <p:nvPr/>
          </p:nvSpPr>
          <p:spPr>
            <a:xfrm>
              <a:off x="5802411" y="2286560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5" name="pt19925"/>
            <p:cNvSpPr/>
            <p:nvPr/>
          </p:nvSpPr>
          <p:spPr>
            <a:xfrm>
              <a:off x="6746707" y="2006784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6" name="pt19926"/>
            <p:cNvSpPr/>
            <p:nvPr/>
          </p:nvSpPr>
          <p:spPr>
            <a:xfrm>
              <a:off x="5921725" y="2110707"/>
              <a:ext cx="16849" cy="16849"/>
            </a:xfrm>
            <a:prstGeom prst="ellipse">
              <a:avLst/>
            </a:prstGeom>
            <a:solidFill>
              <a:srgbClr val="3E5489">
                <a:alpha val="45098"/>
              </a:srgbClr>
            </a:solidFill>
            <a:ln w="7363" cap="rnd">
              <a:solidFill>
                <a:srgbClr val="3E54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7" name="pt19927"/>
            <p:cNvSpPr/>
            <p:nvPr/>
          </p:nvSpPr>
          <p:spPr>
            <a:xfrm>
              <a:off x="6186122" y="2222889"/>
              <a:ext cx="16849" cy="16849"/>
            </a:xfrm>
            <a:prstGeom prst="ellipse">
              <a:avLst/>
            </a:prstGeom>
            <a:solidFill>
              <a:srgbClr val="2C838C">
                <a:alpha val="45098"/>
              </a:srgbClr>
            </a:solidFill>
            <a:ln w="7363" cap="rnd">
              <a:solidFill>
                <a:srgbClr val="2C83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8" name="pt19928"/>
            <p:cNvSpPr/>
            <p:nvPr/>
          </p:nvSpPr>
          <p:spPr>
            <a:xfrm>
              <a:off x="6117877" y="238239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9" name="pt19929"/>
            <p:cNvSpPr/>
            <p:nvPr/>
          </p:nvSpPr>
          <p:spPr>
            <a:xfrm>
              <a:off x="6130039" y="2121657"/>
              <a:ext cx="16849" cy="16849"/>
            </a:xfrm>
            <a:prstGeom prst="ellipse">
              <a:avLst/>
            </a:prstGeom>
            <a:solidFill>
              <a:srgbClr val="73CC58">
                <a:alpha val="45098"/>
              </a:srgbClr>
            </a:solidFill>
            <a:ln w="7363" cap="rnd">
              <a:solidFill>
                <a:srgbClr val="73CC5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0" name="pt19930"/>
            <p:cNvSpPr/>
            <p:nvPr/>
          </p:nvSpPr>
          <p:spPr>
            <a:xfrm>
              <a:off x="6625018" y="2127706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1" name="pt19931"/>
            <p:cNvSpPr/>
            <p:nvPr/>
          </p:nvSpPr>
          <p:spPr>
            <a:xfrm>
              <a:off x="5851702" y="2054669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2" name="pt19932"/>
            <p:cNvSpPr/>
            <p:nvPr/>
          </p:nvSpPr>
          <p:spPr>
            <a:xfrm>
              <a:off x="5655857" y="2372891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3" name="pt19933"/>
            <p:cNvSpPr/>
            <p:nvPr/>
          </p:nvSpPr>
          <p:spPr>
            <a:xfrm>
              <a:off x="6664819" y="1993076"/>
              <a:ext cx="16849" cy="16849"/>
            </a:xfrm>
            <a:prstGeom prst="ellipse">
              <a:avLst/>
            </a:prstGeom>
            <a:solidFill>
              <a:srgbClr val="27A086">
                <a:alpha val="45098"/>
              </a:srgbClr>
            </a:solidFill>
            <a:ln w="7363" cap="rnd">
              <a:solidFill>
                <a:srgbClr val="27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4" name="pt19934"/>
            <p:cNvSpPr/>
            <p:nvPr/>
          </p:nvSpPr>
          <p:spPr>
            <a:xfrm>
              <a:off x="5836728" y="2282090"/>
              <a:ext cx="16849" cy="16849"/>
            </a:xfrm>
            <a:prstGeom prst="ellipse">
              <a:avLst/>
            </a:prstGeom>
            <a:solidFill>
              <a:srgbClr val="2C8B8B">
                <a:alpha val="45098"/>
              </a:srgbClr>
            </a:solidFill>
            <a:ln w="7363" cap="rnd">
              <a:solidFill>
                <a:srgbClr val="2C8B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5" name="pt19935"/>
            <p:cNvSpPr/>
            <p:nvPr/>
          </p:nvSpPr>
          <p:spPr>
            <a:xfrm>
              <a:off x="6873214" y="1786018"/>
              <a:ext cx="16849" cy="16849"/>
            </a:xfrm>
            <a:prstGeom prst="ellipse">
              <a:avLst/>
            </a:prstGeom>
            <a:solidFill>
              <a:srgbClr val="346D8D">
                <a:alpha val="45098"/>
              </a:srgbClr>
            </a:solidFill>
            <a:ln w="7363" cap="rnd">
              <a:solidFill>
                <a:srgbClr val="34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6" name="pt19936"/>
            <p:cNvSpPr/>
            <p:nvPr/>
          </p:nvSpPr>
          <p:spPr>
            <a:xfrm>
              <a:off x="5789974" y="2045332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7" name="pt19937"/>
            <p:cNvSpPr/>
            <p:nvPr/>
          </p:nvSpPr>
          <p:spPr>
            <a:xfrm>
              <a:off x="6248544" y="2313525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8" name="pt19938"/>
            <p:cNvSpPr/>
            <p:nvPr/>
          </p:nvSpPr>
          <p:spPr>
            <a:xfrm>
              <a:off x="5939886" y="2021065"/>
              <a:ext cx="16849" cy="16849"/>
            </a:xfrm>
            <a:prstGeom prst="ellipse">
              <a:avLst/>
            </a:prstGeom>
            <a:solidFill>
              <a:srgbClr val="2C858C">
                <a:alpha val="45098"/>
              </a:srgbClr>
            </a:solidFill>
            <a:ln w="7363" cap="rnd">
              <a:solidFill>
                <a:srgbClr val="2C85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9" name="pt19939"/>
            <p:cNvSpPr/>
            <p:nvPr/>
          </p:nvSpPr>
          <p:spPr>
            <a:xfrm>
              <a:off x="5402154" y="2269827"/>
              <a:ext cx="16849" cy="16849"/>
            </a:xfrm>
            <a:prstGeom prst="ellipse">
              <a:avLst/>
            </a:prstGeom>
            <a:solidFill>
              <a:srgbClr val="2A9389">
                <a:alpha val="45098"/>
              </a:srgbClr>
            </a:solidFill>
            <a:ln w="7363" cap="rnd">
              <a:solidFill>
                <a:srgbClr val="2A93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0" name="pt19940"/>
            <p:cNvSpPr/>
            <p:nvPr/>
          </p:nvSpPr>
          <p:spPr>
            <a:xfrm>
              <a:off x="6517498" y="2366593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1" name="pt19941"/>
            <p:cNvSpPr/>
            <p:nvPr/>
          </p:nvSpPr>
          <p:spPr>
            <a:xfrm>
              <a:off x="6647732" y="2084571"/>
              <a:ext cx="16849" cy="16849"/>
            </a:xfrm>
            <a:prstGeom prst="ellipse">
              <a:avLst/>
            </a:prstGeom>
            <a:solidFill>
              <a:srgbClr val="2DAB81">
                <a:alpha val="45098"/>
              </a:srgbClr>
            </a:solidFill>
            <a:ln w="7363" cap="rnd">
              <a:solidFill>
                <a:srgbClr val="2D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2" name="pt19942"/>
            <p:cNvSpPr/>
            <p:nvPr/>
          </p:nvSpPr>
          <p:spPr>
            <a:xfrm>
              <a:off x="5912185" y="2046941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3" name="pt19943"/>
            <p:cNvSpPr/>
            <p:nvPr/>
          </p:nvSpPr>
          <p:spPr>
            <a:xfrm>
              <a:off x="6048165" y="2314094"/>
              <a:ext cx="16849" cy="16849"/>
            </a:xfrm>
            <a:prstGeom prst="ellipse">
              <a:avLst/>
            </a:prstGeom>
            <a:solidFill>
              <a:srgbClr val="2A9788">
                <a:alpha val="45098"/>
              </a:srgbClr>
            </a:solidFill>
            <a:ln w="7363" cap="rnd">
              <a:solidFill>
                <a:srgbClr val="2A97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4" name="pt19944"/>
            <p:cNvSpPr/>
            <p:nvPr/>
          </p:nvSpPr>
          <p:spPr>
            <a:xfrm>
              <a:off x="6181642" y="2253614"/>
              <a:ext cx="16849" cy="16849"/>
            </a:xfrm>
            <a:prstGeom prst="ellipse">
              <a:avLst/>
            </a:prstGeom>
            <a:solidFill>
              <a:srgbClr val="5CBD6C">
                <a:alpha val="45098"/>
              </a:srgbClr>
            </a:solidFill>
            <a:ln w="7363" cap="rnd">
              <a:solidFill>
                <a:srgbClr val="5CBD6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5" name="pt19945"/>
            <p:cNvSpPr/>
            <p:nvPr/>
          </p:nvSpPr>
          <p:spPr>
            <a:xfrm>
              <a:off x="6377142" y="2210320"/>
              <a:ext cx="16849" cy="16849"/>
            </a:xfrm>
            <a:prstGeom prst="ellipse">
              <a:avLst/>
            </a:prstGeom>
            <a:solidFill>
              <a:srgbClr val="71CA5B">
                <a:alpha val="45098"/>
              </a:srgbClr>
            </a:solidFill>
            <a:ln w="7363" cap="rnd">
              <a:solidFill>
                <a:srgbClr val="71CA5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6" name="pt19946"/>
            <p:cNvSpPr/>
            <p:nvPr/>
          </p:nvSpPr>
          <p:spPr>
            <a:xfrm>
              <a:off x="5953061" y="2312100"/>
              <a:ext cx="16849" cy="16849"/>
            </a:xfrm>
            <a:prstGeom prst="ellipse">
              <a:avLst/>
            </a:prstGeom>
            <a:solidFill>
              <a:srgbClr val="39648B">
                <a:alpha val="45098"/>
              </a:srgbClr>
            </a:solidFill>
            <a:ln w="7363" cap="rnd">
              <a:solidFill>
                <a:srgbClr val="3964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7" name="pt19947"/>
            <p:cNvSpPr/>
            <p:nvPr/>
          </p:nvSpPr>
          <p:spPr>
            <a:xfrm>
              <a:off x="6027775" y="2213048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8" name="pt19948"/>
            <p:cNvSpPr/>
            <p:nvPr/>
          </p:nvSpPr>
          <p:spPr>
            <a:xfrm>
              <a:off x="6236639" y="2275211"/>
              <a:ext cx="16849" cy="16849"/>
            </a:xfrm>
            <a:prstGeom prst="ellipse">
              <a:avLst/>
            </a:prstGeom>
            <a:solidFill>
              <a:srgbClr val="452A6F">
                <a:alpha val="45098"/>
              </a:srgbClr>
            </a:solidFill>
            <a:ln w="7363" cap="rnd">
              <a:solidFill>
                <a:srgbClr val="452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9" name="pt19949"/>
            <p:cNvSpPr/>
            <p:nvPr/>
          </p:nvSpPr>
          <p:spPr>
            <a:xfrm>
              <a:off x="5877612" y="2139051"/>
              <a:ext cx="16849" cy="16849"/>
            </a:xfrm>
            <a:prstGeom prst="ellipse">
              <a:avLst/>
            </a:prstGeom>
            <a:solidFill>
              <a:srgbClr val="3E5689">
                <a:alpha val="45098"/>
              </a:srgbClr>
            </a:solidFill>
            <a:ln w="7363" cap="rnd">
              <a:solidFill>
                <a:srgbClr val="3E56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0" name="pt19950"/>
            <p:cNvSpPr/>
            <p:nvPr/>
          </p:nvSpPr>
          <p:spPr>
            <a:xfrm>
              <a:off x="5849966" y="2398255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1" name="pt19951"/>
            <p:cNvSpPr/>
            <p:nvPr/>
          </p:nvSpPr>
          <p:spPr>
            <a:xfrm>
              <a:off x="6031792" y="2259895"/>
              <a:ext cx="16849" cy="16849"/>
            </a:xfrm>
            <a:prstGeom prst="ellipse">
              <a:avLst/>
            </a:prstGeom>
            <a:solidFill>
              <a:srgbClr val="3C5A8A">
                <a:alpha val="45098"/>
              </a:srgbClr>
            </a:solidFill>
            <a:ln w="7363" cap="rnd">
              <a:solidFill>
                <a:srgbClr val="3C5A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2" name="pt19952"/>
            <p:cNvSpPr/>
            <p:nvPr/>
          </p:nvSpPr>
          <p:spPr>
            <a:xfrm>
              <a:off x="5988395" y="2448289"/>
              <a:ext cx="16849" cy="16849"/>
            </a:xfrm>
            <a:prstGeom prst="ellipse">
              <a:avLst/>
            </a:prstGeom>
            <a:solidFill>
              <a:srgbClr val="23A684">
                <a:alpha val="45098"/>
              </a:srgbClr>
            </a:solidFill>
            <a:ln w="7363" cap="rnd">
              <a:solidFill>
                <a:srgbClr val="23A6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3" name="pt19953"/>
            <p:cNvSpPr/>
            <p:nvPr/>
          </p:nvSpPr>
          <p:spPr>
            <a:xfrm>
              <a:off x="5493382" y="2148410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4" name="pt19954"/>
            <p:cNvSpPr/>
            <p:nvPr/>
          </p:nvSpPr>
          <p:spPr>
            <a:xfrm>
              <a:off x="5590801" y="2640766"/>
              <a:ext cx="16849" cy="16849"/>
            </a:xfrm>
            <a:prstGeom prst="ellipse">
              <a:avLst/>
            </a:prstGeom>
            <a:solidFill>
              <a:srgbClr val="72CB59">
                <a:alpha val="45098"/>
              </a:srgbClr>
            </a:solidFill>
            <a:ln w="7363" cap="rnd">
              <a:solidFill>
                <a:srgbClr val="72CB5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5" name="pt19955"/>
            <p:cNvSpPr/>
            <p:nvPr/>
          </p:nvSpPr>
          <p:spPr>
            <a:xfrm>
              <a:off x="6155445" y="2258827"/>
              <a:ext cx="16849" cy="16849"/>
            </a:xfrm>
            <a:prstGeom prst="ellipse">
              <a:avLst/>
            </a:prstGeom>
            <a:solidFill>
              <a:srgbClr val="39628B">
                <a:alpha val="45098"/>
              </a:srgbClr>
            </a:solidFill>
            <a:ln w="7363" cap="rnd">
              <a:solidFill>
                <a:srgbClr val="3962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6" name="pt19956"/>
            <p:cNvSpPr/>
            <p:nvPr/>
          </p:nvSpPr>
          <p:spPr>
            <a:xfrm>
              <a:off x="6539218" y="2387915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7" name="pt19957"/>
            <p:cNvSpPr/>
            <p:nvPr/>
          </p:nvSpPr>
          <p:spPr>
            <a:xfrm>
              <a:off x="7241745" y="1943268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8" name="pt19958"/>
            <p:cNvSpPr/>
            <p:nvPr/>
          </p:nvSpPr>
          <p:spPr>
            <a:xfrm>
              <a:off x="6676370" y="2010781"/>
              <a:ext cx="16849" cy="16849"/>
            </a:xfrm>
            <a:prstGeom prst="ellipse">
              <a:avLst/>
            </a:prstGeom>
            <a:solidFill>
              <a:srgbClr val="2B7D8D">
                <a:alpha val="45098"/>
              </a:srgbClr>
            </a:solidFill>
            <a:ln w="7363" cap="rnd">
              <a:solidFill>
                <a:srgbClr val="2B7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9" name="pt19959"/>
            <p:cNvSpPr/>
            <p:nvPr/>
          </p:nvSpPr>
          <p:spPr>
            <a:xfrm>
              <a:off x="5799031" y="2134000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0" name="pt19960"/>
            <p:cNvSpPr/>
            <p:nvPr/>
          </p:nvSpPr>
          <p:spPr>
            <a:xfrm>
              <a:off x="6151399" y="2307431"/>
              <a:ext cx="16849" cy="16849"/>
            </a:xfrm>
            <a:prstGeom prst="ellipse">
              <a:avLst/>
            </a:prstGeom>
            <a:solidFill>
              <a:srgbClr val="43B279">
                <a:alpha val="45098"/>
              </a:srgbClr>
            </a:solidFill>
            <a:ln w="7363" cap="rnd">
              <a:solidFill>
                <a:srgbClr val="43B27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1" name="pt19961"/>
            <p:cNvSpPr/>
            <p:nvPr/>
          </p:nvSpPr>
          <p:spPr>
            <a:xfrm>
              <a:off x="5860213" y="2114513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2" name="pt19962"/>
            <p:cNvSpPr/>
            <p:nvPr/>
          </p:nvSpPr>
          <p:spPr>
            <a:xfrm>
              <a:off x="7002916" y="1850770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3" name="pt19963"/>
            <p:cNvSpPr/>
            <p:nvPr/>
          </p:nvSpPr>
          <p:spPr>
            <a:xfrm>
              <a:off x="6246104" y="2282678"/>
              <a:ext cx="16849" cy="16849"/>
            </a:xfrm>
            <a:prstGeom prst="ellipse">
              <a:avLst/>
            </a:prstGeom>
            <a:solidFill>
              <a:srgbClr val="414587">
                <a:alpha val="45098"/>
              </a:srgbClr>
            </a:solidFill>
            <a:ln w="7363" cap="rnd">
              <a:solidFill>
                <a:srgbClr val="4145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4" name="pt19964"/>
            <p:cNvSpPr/>
            <p:nvPr/>
          </p:nvSpPr>
          <p:spPr>
            <a:xfrm>
              <a:off x="6592961" y="2146929"/>
              <a:ext cx="16849" cy="16849"/>
            </a:xfrm>
            <a:prstGeom prst="ellipse">
              <a:avLst/>
            </a:prstGeom>
            <a:solidFill>
              <a:srgbClr val="DCE236">
                <a:alpha val="45098"/>
              </a:srgbClr>
            </a:solidFill>
            <a:ln w="7363" cap="rnd">
              <a:solidFill>
                <a:srgbClr val="DCE23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5" name="pt19965"/>
            <p:cNvSpPr/>
            <p:nvPr/>
          </p:nvSpPr>
          <p:spPr>
            <a:xfrm>
              <a:off x="6132452" y="242948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6" name="pt19966"/>
            <p:cNvSpPr/>
            <p:nvPr/>
          </p:nvSpPr>
          <p:spPr>
            <a:xfrm>
              <a:off x="6361540" y="2222846"/>
              <a:ext cx="16849" cy="16849"/>
            </a:xfrm>
            <a:prstGeom prst="ellipse">
              <a:avLst/>
            </a:prstGeom>
            <a:solidFill>
              <a:srgbClr val="2B7F8D">
                <a:alpha val="45098"/>
              </a:srgbClr>
            </a:solidFill>
            <a:ln w="7363" cap="rnd">
              <a:solidFill>
                <a:srgbClr val="2B7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7" name="pt19967"/>
            <p:cNvSpPr/>
            <p:nvPr/>
          </p:nvSpPr>
          <p:spPr>
            <a:xfrm>
              <a:off x="6053051" y="2341817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8" name="pt19968"/>
            <p:cNvSpPr/>
            <p:nvPr/>
          </p:nvSpPr>
          <p:spPr>
            <a:xfrm>
              <a:off x="6205814" y="222828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9" name="pt19969"/>
            <p:cNvSpPr/>
            <p:nvPr/>
          </p:nvSpPr>
          <p:spPr>
            <a:xfrm>
              <a:off x="6394886" y="2068258"/>
              <a:ext cx="16849" cy="16849"/>
            </a:xfrm>
            <a:prstGeom prst="ellipse">
              <a:avLst/>
            </a:prstGeom>
            <a:solidFill>
              <a:srgbClr val="2C848C">
                <a:alpha val="45098"/>
              </a:srgbClr>
            </a:solidFill>
            <a:ln w="7363" cap="rnd">
              <a:solidFill>
                <a:srgbClr val="2C84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0" name="pt19970"/>
            <p:cNvSpPr/>
            <p:nvPr/>
          </p:nvSpPr>
          <p:spPr>
            <a:xfrm>
              <a:off x="6912734" y="1822789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1" name="pt19971"/>
            <p:cNvSpPr/>
            <p:nvPr/>
          </p:nvSpPr>
          <p:spPr>
            <a:xfrm>
              <a:off x="5767964" y="2141457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2" name="pt19972"/>
            <p:cNvSpPr/>
            <p:nvPr/>
          </p:nvSpPr>
          <p:spPr>
            <a:xfrm>
              <a:off x="5977149" y="2509857"/>
              <a:ext cx="16849" cy="16849"/>
            </a:xfrm>
            <a:prstGeom prst="ellipse">
              <a:avLst/>
            </a:prstGeom>
            <a:solidFill>
              <a:srgbClr val="2C768E">
                <a:alpha val="45098"/>
              </a:srgbClr>
            </a:solidFill>
            <a:ln w="7363" cap="rnd">
              <a:solidFill>
                <a:srgbClr val="2C76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3" name="pt19973"/>
            <p:cNvSpPr/>
            <p:nvPr/>
          </p:nvSpPr>
          <p:spPr>
            <a:xfrm>
              <a:off x="6705165" y="2059591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4" name="pt19974"/>
            <p:cNvSpPr/>
            <p:nvPr/>
          </p:nvSpPr>
          <p:spPr>
            <a:xfrm>
              <a:off x="6025314" y="2225504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5" name="pt19975"/>
            <p:cNvSpPr/>
            <p:nvPr/>
          </p:nvSpPr>
          <p:spPr>
            <a:xfrm>
              <a:off x="6614895" y="2156285"/>
              <a:ext cx="16849" cy="16849"/>
            </a:xfrm>
            <a:prstGeom prst="ellipse">
              <a:avLst/>
            </a:prstGeom>
            <a:solidFill>
              <a:srgbClr val="3D578A">
                <a:alpha val="45098"/>
              </a:srgbClr>
            </a:solidFill>
            <a:ln w="7363" cap="rnd">
              <a:solidFill>
                <a:srgbClr val="3D57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6" name="pt19976"/>
            <p:cNvSpPr/>
            <p:nvPr/>
          </p:nvSpPr>
          <p:spPr>
            <a:xfrm>
              <a:off x="5670825" y="2277100"/>
              <a:ext cx="16849" cy="16849"/>
            </a:xfrm>
            <a:prstGeom prst="ellipse">
              <a:avLst/>
            </a:prstGeom>
            <a:solidFill>
              <a:srgbClr val="55BA70">
                <a:alpha val="45098"/>
              </a:srgbClr>
            </a:solidFill>
            <a:ln w="7363" cap="rnd">
              <a:solidFill>
                <a:srgbClr val="55BA7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7" name="pt19977"/>
            <p:cNvSpPr/>
            <p:nvPr/>
          </p:nvSpPr>
          <p:spPr>
            <a:xfrm>
              <a:off x="6685146" y="2067620"/>
              <a:ext cx="16849" cy="16849"/>
            </a:xfrm>
            <a:prstGeom prst="ellipse">
              <a:avLst/>
            </a:prstGeom>
            <a:solidFill>
              <a:srgbClr val="2C868B">
                <a:alpha val="45098"/>
              </a:srgbClr>
            </a:solidFill>
            <a:ln w="7363" cap="rnd">
              <a:solidFill>
                <a:srgbClr val="2C86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8" name="pt19978"/>
            <p:cNvSpPr/>
            <p:nvPr/>
          </p:nvSpPr>
          <p:spPr>
            <a:xfrm>
              <a:off x="6276910" y="2137871"/>
              <a:ext cx="16849" cy="16849"/>
            </a:xfrm>
            <a:prstGeom prst="ellipse">
              <a:avLst/>
            </a:prstGeom>
            <a:solidFill>
              <a:srgbClr val="404E88">
                <a:alpha val="45098"/>
              </a:srgbClr>
            </a:solidFill>
            <a:ln w="7363" cap="rnd">
              <a:solidFill>
                <a:srgbClr val="404E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9" name="pt19979"/>
            <p:cNvSpPr/>
            <p:nvPr/>
          </p:nvSpPr>
          <p:spPr>
            <a:xfrm>
              <a:off x="6877567" y="1906047"/>
              <a:ext cx="16849" cy="16849"/>
            </a:xfrm>
            <a:prstGeom prst="ellipse">
              <a:avLst/>
            </a:prstGeom>
            <a:solidFill>
              <a:srgbClr val="37668C">
                <a:alpha val="45098"/>
              </a:srgbClr>
            </a:solidFill>
            <a:ln w="7363" cap="rnd">
              <a:solidFill>
                <a:srgbClr val="37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0" name="pt19980"/>
            <p:cNvSpPr/>
            <p:nvPr/>
          </p:nvSpPr>
          <p:spPr>
            <a:xfrm>
              <a:off x="6424207" y="1940917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1" name="pt19981"/>
            <p:cNvSpPr/>
            <p:nvPr/>
          </p:nvSpPr>
          <p:spPr>
            <a:xfrm>
              <a:off x="6231473" y="2287153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2" name="pt19982"/>
            <p:cNvSpPr/>
            <p:nvPr/>
          </p:nvSpPr>
          <p:spPr>
            <a:xfrm>
              <a:off x="6870526" y="1896606"/>
              <a:ext cx="16849" cy="16849"/>
            </a:xfrm>
            <a:prstGeom prst="ellipse">
              <a:avLst/>
            </a:prstGeom>
            <a:solidFill>
              <a:srgbClr val="356A8C">
                <a:alpha val="45098"/>
              </a:srgbClr>
            </a:solidFill>
            <a:ln w="7363" cap="rnd">
              <a:solidFill>
                <a:srgbClr val="356A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3" name="pt19983"/>
            <p:cNvSpPr/>
            <p:nvPr/>
          </p:nvSpPr>
          <p:spPr>
            <a:xfrm>
              <a:off x="5976909" y="2432112"/>
              <a:ext cx="16849" cy="16849"/>
            </a:xfrm>
            <a:prstGeom prst="ellipse">
              <a:avLst/>
            </a:prstGeom>
            <a:solidFill>
              <a:srgbClr val="4DB675">
                <a:alpha val="45098"/>
              </a:srgbClr>
            </a:solidFill>
            <a:ln w="7363" cap="rnd">
              <a:solidFill>
                <a:srgbClr val="4DB6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4" name="pt19984"/>
            <p:cNvSpPr/>
            <p:nvPr/>
          </p:nvSpPr>
          <p:spPr>
            <a:xfrm>
              <a:off x="6829627" y="1917483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5" name="pt19985"/>
            <p:cNvSpPr/>
            <p:nvPr/>
          </p:nvSpPr>
          <p:spPr>
            <a:xfrm>
              <a:off x="6553745" y="212751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6" name="pt19986"/>
            <p:cNvSpPr/>
            <p:nvPr/>
          </p:nvSpPr>
          <p:spPr>
            <a:xfrm>
              <a:off x="5318903" y="243233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7" name="pt19987"/>
            <p:cNvSpPr/>
            <p:nvPr/>
          </p:nvSpPr>
          <p:spPr>
            <a:xfrm>
              <a:off x="5806240" y="1783041"/>
              <a:ext cx="16849" cy="16849"/>
            </a:xfrm>
            <a:prstGeom prst="ellipse">
              <a:avLst/>
            </a:prstGeom>
            <a:solidFill>
              <a:srgbClr val="3B5D8B">
                <a:alpha val="45098"/>
              </a:srgbClr>
            </a:solidFill>
            <a:ln w="7363" cap="rnd">
              <a:solidFill>
                <a:srgbClr val="3B5D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8" name="pt19988"/>
            <p:cNvSpPr/>
            <p:nvPr/>
          </p:nvSpPr>
          <p:spPr>
            <a:xfrm>
              <a:off x="6435436" y="1982105"/>
              <a:ext cx="16849" cy="16849"/>
            </a:xfrm>
            <a:prstGeom prst="ellipse">
              <a:avLst/>
            </a:prstGeom>
            <a:solidFill>
              <a:srgbClr val="2B778E">
                <a:alpha val="45098"/>
              </a:srgbClr>
            </a:solidFill>
            <a:ln w="7363" cap="rnd">
              <a:solidFill>
                <a:srgbClr val="2B77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9" name="pt19989"/>
            <p:cNvSpPr/>
            <p:nvPr/>
          </p:nvSpPr>
          <p:spPr>
            <a:xfrm>
              <a:off x="6565904" y="2165403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0" name="pt19990"/>
            <p:cNvSpPr/>
            <p:nvPr/>
          </p:nvSpPr>
          <p:spPr>
            <a:xfrm>
              <a:off x="6302924" y="2096119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1" name="pt19991"/>
            <p:cNvSpPr/>
            <p:nvPr/>
          </p:nvSpPr>
          <p:spPr>
            <a:xfrm>
              <a:off x="5899696" y="2217202"/>
              <a:ext cx="16849" cy="16849"/>
            </a:xfrm>
            <a:prstGeom prst="ellipse">
              <a:avLst/>
            </a:prstGeom>
            <a:solidFill>
              <a:srgbClr val="6AC661">
                <a:alpha val="45098"/>
              </a:srgbClr>
            </a:solidFill>
            <a:ln w="7363" cap="rnd">
              <a:solidFill>
                <a:srgbClr val="6AC66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2" name="pt19992"/>
            <p:cNvSpPr/>
            <p:nvPr/>
          </p:nvSpPr>
          <p:spPr>
            <a:xfrm>
              <a:off x="6559318" y="2152598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3" name="pt19993"/>
            <p:cNvSpPr/>
            <p:nvPr/>
          </p:nvSpPr>
          <p:spPr>
            <a:xfrm>
              <a:off x="5866266" y="2030003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4" name="pt19994"/>
            <p:cNvSpPr/>
            <p:nvPr/>
          </p:nvSpPr>
          <p:spPr>
            <a:xfrm>
              <a:off x="6084242" y="2459956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5" name="pt19995"/>
            <p:cNvSpPr/>
            <p:nvPr/>
          </p:nvSpPr>
          <p:spPr>
            <a:xfrm>
              <a:off x="6198947" y="2260707"/>
              <a:ext cx="16849" cy="16849"/>
            </a:xfrm>
            <a:prstGeom prst="ellipse">
              <a:avLst/>
            </a:prstGeom>
            <a:solidFill>
              <a:srgbClr val="57BA6F">
                <a:alpha val="45098"/>
              </a:srgbClr>
            </a:solidFill>
            <a:ln w="7363" cap="rnd">
              <a:solidFill>
                <a:srgbClr val="57BA6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6" name="pt19996"/>
            <p:cNvSpPr/>
            <p:nvPr/>
          </p:nvSpPr>
          <p:spPr>
            <a:xfrm>
              <a:off x="6164057" y="2252219"/>
              <a:ext cx="16849" cy="16849"/>
            </a:xfrm>
            <a:prstGeom prst="ellipse">
              <a:avLst/>
            </a:prstGeom>
            <a:solidFill>
              <a:srgbClr val="299A87">
                <a:alpha val="45098"/>
              </a:srgbClr>
            </a:solidFill>
            <a:ln w="7363" cap="rnd">
              <a:solidFill>
                <a:srgbClr val="299A8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7" name="pt19997"/>
            <p:cNvSpPr/>
            <p:nvPr/>
          </p:nvSpPr>
          <p:spPr>
            <a:xfrm>
              <a:off x="5961929" y="2418475"/>
              <a:ext cx="16849" cy="16849"/>
            </a:xfrm>
            <a:prstGeom prst="ellipse">
              <a:avLst/>
            </a:prstGeom>
            <a:solidFill>
              <a:srgbClr val="2B8C8A">
                <a:alpha val="45098"/>
              </a:srgbClr>
            </a:solidFill>
            <a:ln w="7363" cap="rnd">
              <a:solidFill>
                <a:srgbClr val="2B8C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8" name="pt19998"/>
            <p:cNvSpPr/>
            <p:nvPr/>
          </p:nvSpPr>
          <p:spPr>
            <a:xfrm>
              <a:off x="7109694" y="1631412"/>
              <a:ext cx="16849" cy="16849"/>
            </a:xfrm>
            <a:prstGeom prst="ellipse">
              <a:avLst/>
            </a:prstGeom>
            <a:solidFill>
              <a:srgbClr val="36688C">
                <a:alpha val="45098"/>
              </a:srgbClr>
            </a:solidFill>
            <a:ln w="7363" cap="rnd">
              <a:solidFill>
                <a:srgbClr val="3668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9" name="pt19999"/>
            <p:cNvSpPr/>
            <p:nvPr/>
          </p:nvSpPr>
          <p:spPr>
            <a:xfrm>
              <a:off x="6752069" y="2108529"/>
              <a:ext cx="16849" cy="16849"/>
            </a:xfrm>
            <a:prstGeom prst="ellipse">
              <a:avLst/>
            </a:prstGeom>
            <a:solidFill>
              <a:srgbClr val="48B477">
                <a:alpha val="45098"/>
              </a:srgbClr>
            </a:solidFill>
            <a:ln w="7363" cap="rnd">
              <a:solidFill>
                <a:srgbClr val="48B477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0" name="pt20000"/>
            <p:cNvSpPr/>
            <p:nvPr/>
          </p:nvSpPr>
          <p:spPr>
            <a:xfrm>
              <a:off x="6787300" y="1916540"/>
              <a:ext cx="16849" cy="16849"/>
            </a:xfrm>
            <a:prstGeom prst="ellipse">
              <a:avLst/>
            </a:prstGeom>
            <a:solidFill>
              <a:srgbClr val="404B88">
                <a:alpha val="45098"/>
              </a:srgbClr>
            </a:solidFill>
            <a:ln w="7363" cap="rnd">
              <a:solidFill>
                <a:srgbClr val="404B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1" name="pt20001"/>
            <p:cNvSpPr/>
            <p:nvPr/>
          </p:nvSpPr>
          <p:spPr>
            <a:xfrm>
              <a:off x="6493498" y="2042441"/>
              <a:ext cx="16849" cy="16849"/>
            </a:xfrm>
            <a:prstGeom prst="ellipse">
              <a:avLst/>
            </a:prstGeom>
            <a:solidFill>
              <a:srgbClr val="28A983">
                <a:alpha val="45098"/>
              </a:srgbClr>
            </a:solidFill>
            <a:ln w="7363" cap="rnd">
              <a:solidFill>
                <a:srgbClr val="28A98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2" name="pt20002"/>
            <p:cNvSpPr/>
            <p:nvPr/>
          </p:nvSpPr>
          <p:spPr>
            <a:xfrm>
              <a:off x="5169424" y="2497210"/>
              <a:ext cx="16849" cy="16849"/>
            </a:xfrm>
            <a:prstGeom prst="ellipse">
              <a:avLst/>
            </a:prstGeom>
            <a:solidFill>
              <a:srgbClr val="2C8A8B">
                <a:alpha val="45098"/>
              </a:srgbClr>
            </a:solidFill>
            <a:ln w="7363" cap="rnd">
              <a:solidFill>
                <a:srgbClr val="2C8A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3" name="pt20003"/>
            <p:cNvSpPr/>
            <p:nvPr/>
          </p:nvSpPr>
          <p:spPr>
            <a:xfrm>
              <a:off x="5494258" y="2456731"/>
              <a:ext cx="16849" cy="16849"/>
            </a:xfrm>
            <a:prstGeom prst="ellipse">
              <a:avLst/>
            </a:prstGeom>
            <a:solidFill>
              <a:srgbClr val="2FAB81">
                <a:alpha val="45098"/>
              </a:srgbClr>
            </a:solidFill>
            <a:ln w="7363" cap="rnd">
              <a:solidFill>
                <a:srgbClr val="2FAB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4" name="pt20004"/>
            <p:cNvSpPr/>
            <p:nvPr/>
          </p:nvSpPr>
          <p:spPr>
            <a:xfrm>
              <a:off x="5542243" y="2249650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5" name="pt20005"/>
            <p:cNvSpPr/>
            <p:nvPr/>
          </p:nvSpPr>
          <p:spPr>
            <a:xfrm>
              <a:off x="5683902" y="2544180"/>
              <a:ext cx="16849" cy="16849"/>
            </a:xfrm>
            <a:prstGeom prst="ellipse">
              <a:avLst/>
            </a:prstGeom>
            <a:solidFill>
              <a:srgbClr val="26A086">
                <a:alpha val="45098"/>
              </a:srgbClr>
            </a:solidFill>
            <a:ln w="7363" cap="rnd">
              <a:solidFill>
                <a:srgbClr val="26A0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6" name="pt20006"/>
            <p:cNvSpPr/>
            <p:nvPr/>
          </p:nvSpPr>
          <p:spPr>
            <a:xfrm>
              <a:off x="5629396" y="2520502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7" name="pt20007"/>
            <p:cNvSpPr/>
            <p:nvPr/>
          </p:nvSpPr>
          <p:spPr>
            <a:xfrm>
              <a:off x="6406504" y="2155028"/>
              <a:ext cx="16849" cy="16849"/>
            </a:xfrm>
            <a:prstGeom prst="ellipse">
              <a:avLst/>
            </a:prstGeom>
            <a:solidFill>
              <a:srgbClr val="4CB575">
                <a:alpha val="45098"/>
              </a:srgbClr>
            </a:solidFill>
            <a:ln w="7363" cap="rnd">
              <a:solidFill>
                <a:srgbClr val="4CB57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8" name="pt20008"/>
            <p:cNvSpPr/>
            <p:nvPr/>
          </p:nvSpPr>
          <p:spPr>
            <a:xfrm>
              <a:off x="6162056" y="2113148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9" name="pt20009"/>
            <p:cNvSpPr/>
            <p:nvPr/>
          </p:nvSpPr>
          <p:spPr>
            <a:xfrm>
              <a:off x="6600899" y="2272772"/>
              <a:ext cx="16849" cy="16849"/>
            </a:xfrm>
            <a:prstGeom prst="ellipse">
              <a:avLst/>
            </a:prstGeom>
            <a:solidFill>
              <a:srgbClr val="440154">
                <a:alpha val="45098"/>
              </a:srgbClr>
            </a:solidFill>
            <a:ln w="7363" cap="rnd">
              <a:solidFill>
                <a:srgbClr val="44015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0" name="pt20010"/>
            <p:cNvSpPr/>
            <p:nvPr/>
          </p:nvSpPr>
          <p:spPr>
            <a:xfrm>
              <a:off x="5823147" y="2381659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1" name="pt20011"/>
            <p:cNvSpPr/>
            <p:nvPr/>
          </p:nvSpPr>
          <p:spPr>
            <a:xfrm>
              <a:off x="5939047" y="2059052"/>
              <a:ext cx="16849" cy="16849"/>
            </a:xfrm>
            <a:prstGeom prst="ellipse">
              <a:avLst/>
            </a:prstGeom>
            <a:solidFill>
              <a:srgbClr val="2A798E">
                <a:alpha val="45098"/>
              </a:srgbClr>
            </a:solidFill>
            <a:ln w="7363" cap="rnd">
              <a:solidFill>
                <a:srgbClr val="2A79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2" name="pt20012"/>
            <p:cNvSpPr/>
            <p:nvPr/>
          </p:nvSpPr>
          <p:spPr>
            <a:xfrm>
              <a:off x="5455421" y="2598823"/>
              <a:ext cx="16849" cy="16849"/>
            </a:xfrm>
            <a:prstGeom prst="ellipse">
              <a:avLst/>
            </a:prstGeom>
            <a:solidFill>
              <a:srgbClr val="26A285">
                <a:alpha val="45098"/>
              </a:srgbClr>
            </a:solidFill>
            <a:ln w="7363" cap="rnd">
              <a:solidFill>
                <a:srgbClr val="26A28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3" name="pt20013"/>
            <p:cNvSpPr/>
            <p:nvPr/>
          </p:nvSpPr>
          <p:spPr>
            <a:xfrm>
              <a:off x="5894802" y="2079545"/>
              <a:ext cx="16849" cy="16849"/>
            </a:xfrm>
            <a:prstGeom prst="ellipse">
              <a:avLst/>
            </a:prstGeom>
            <a:solidFill>
              <a:srgbClr val="2B8B8A">
                <a:alpha val="45098"/>
              </a:srgbClr>
            </a:solidFill>
            <a:ln w="7363" cap="rnd">
              <a:solidFill>
                <a:srgbClr val="2B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4" name="pt20014"/>
            <p:cNvSpPr/>
            <p:nvPr/>
          </p:nvSpPr>
          <p:spPr>
            <a:xfrm>
              <a:off x="6330804" y="2284633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5" name="pt20015"/>
            <p:cNvSpPr/>
            <p:nvPr/>
          </p:nvSpPr>
          <p:spPr>
            <a:xfrm>
              <a:off x="6744880" y="2045620"/>
              <a:ext cx="16849" cy="16849"/>
            </a:xfrm>
            <a:prstGeom prst="ellipse">
              <a:avLst/>
            </a:prstGeom>
            <a:solidFill>
              <a:srgbClr val="326F8D">
                <a:alpha val="45098"/>
              </a:srgbClr>
            </a:solidFill>
            <a:ln w="7363" cap="rnd">
              <a:solidFill>
                <a:srgbClr val="326F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6" name="pt20016"/>
            <p:cNvSpPr/>
            <p:nvPr/>
          </p:nvSpPr>
          <p:spPr>
            <a:xfrm>
              <a:off x="6165783" y="2345581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7" name="pt20017"/>
            <p:cNvSpPr/>
            <p:nvPr/>
          </p:nvSpPr>
          <p:spPr>
            <a:xfrm>
              <a:off x="7126232" y="1152685"/>
              <a:ext cx="16849" cy="16849"/>
            </a:xfrm>
            <a:prstGeom prst="ellipse">
              <a:avLst/>
            </a:prstGeom>
            <a:solidFill>
              <a:srgbClr val="2C878B">
                <a:alpha val="45098"/>
              </a:srgbClr>
            </a:solidFill>
            <a:ln w="7363" cap="rnd">
              <a:solidFill>
                <a:srgbClr val="2C878B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8" name="pt20018"/>
            <p:cNvSpPr/>
            <p:nvPr/>
          </p:nvSpPr>
          <p:spPr>
            <a:xfrm>
              <a:off x="6205168" y="2169237"/>
              <a:ext cx="16849" cy="16849"/>
            </a:xfrm>
            <a:prstGeom prst="ellipse">
              <a:avLst/>
            </a:prstGeom>
            <a:solidFill>
              <a:srgbClr val="C0DD40">
                <a:alpha val="45098"/>
              </a:srgbClr>
            </a:solidFill>
            <a:ln w="7363" cap="rnd">
              <a:solidFill>
                <a:srgbClr val="C0DD40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9" name="pt20019"/>
            <p:cNvSpPr/>
            <p:nvPr/>
          </p:nvSpPr>
          <p:spPr>
            <a:xfrm>
              <a:off x="5502377" y="2176314"/>
              <a:ext cx="16849" cy="16849"/>
            </a:xfrm>
            <a:prstGeom prst="ellipse">
              <a:avLst/>
            </a:prstGeom>
            <a:solidFill>
              <a:srgbClr val="3F5289">
                <a:alpha val="45098"/>
              </a:srgbClr>
            </a:solidFill>
            <a:ln w="7363" cap="rnd">
              <a:solidFill>
                <a:srgbClr val="3F52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0" name="pt20020"/>
            <p:cNvSpPr/>
            <p:nvPr/>
          </p:nvSpPr>
          <p:spPr>
            <a:xfrm>
              <a:off x="6191070" y="2227828"/>
              <a:ext cx="16849" cy="16849"/>
            </a:xfrm>
            <a:prstGeom prst="ellipse">
              <a:avLst/>
            </a:prstGeom>
            <a:solidFill>
              <a:srgbClr val="461E65">
                <a:alpha val="45098"/>
              </a:srgbClr>
            </a:solidFill>
            <a:ln w="7363" cap="rnd">
              <a:solidFill>
                <a:srgbClr val="461E6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1" name="pt20021"/>
            <p:cNvSpPr/>
            <p:nvPr/>
          </p:nvSpPr>
          <p:spPr>
            <a:xfrm>
              <a:off x="5163494" y="1814204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2" name="pt20022"/>
            <p:cNvSpPr/>
            <p:nvPr/>
          </p:nvSpPr>
          <p:spPr>
            <a:xfrm>
              <a:off x="5885505" y="2069926"/>
              <a:ext cx="16849" cy="16849"/>
            </a:xfrm>
            <a:prstGeom prst="ellipse">
              <a:avLst/>
            </a:prstGeom>
            <a:solidFill>
              <a:srgbClr val="AEDA45">
                <a:alpha val="45098"/>
              </a:srgbClr>
            </a:solidFill>
            <a:ln w="7363" cap="rnd">
              <a:solidFill>
                <a:srgbClr val="AEDA45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3" name="pt20023"/>
            <p:cNvSpPr/>
            <p:nvPr/>
          </p:nvSpPr>
          <p:spPr>
            <a:xfrm>
              <a:off x="5839237" y="2381165"/>
              <a:ext cx="16849" cy="16849"/>
            </a:xfrm>
            <a:prstGeom prst="ellipse">
              <a:avLst/>
            </a:prstGeom>
            <a:solidFill>
              <a:srgbClr val="2B9189">
                <a:alpha val="45098"/>
              </a:srgbClr>
            </a:solidFill>
            <a:ln w="7363" cap="rnd">
              <a:solidFill>
                <a:srgbClr val="2B9189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4" name="pt20024"/>
            <p:cNvSpPr/>
            <p:nvPr/>
          </p:nvSpPr>
          <p:spPr>
            <a:xfrm>
              <a:off x="6035652" y="2378471"/>
              <a:ext cx="16849" cy="16849"/>
            </a:xfrm>
            <a:prstGeom prst="ellipse">
              <a:avLst/>
            </a:prstGeom>
            <a:solidFill>
              <a:srgbClr val="299888">
                <a:alpha val="45098"/>
              </a:srgbClr>
            </a:solidFill>
            <a:ln w="7363" cap="rnd">
              <a:solidFill>
                <a:srgbClr val="299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5" name="pt20025"/>
            <p:cNvSpPr/>
            <p:nvPr/>
          </p:nvSpPr>
          <p:spPr>
            <a:xfrm>
              <a:off x="6694350" y="2043836"/>
              <a:ext cx="16849" cy="16849"/>
            </a:xfrm>
            <a:prstGeom prst="ellipse">
              <a:avLst/>
            </a:prstGeom>
            <a:solidFill>
              <a:srgbClr val="2B7E8D">
                <a:alpha val="45098"/>
              </a:srgbClr>
            </a:solidFill>
            <a:ln w="7363" cap="rnd">
              <a:solidFill>
                <a:srgbClr val="2B7E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6" name="pt20026"/>
            <p:cNvSpPr/>
            <p:nvPr/>
          </p:nvSpPr>
          <p:spPr>
            <a:xfrm>
              <a:off x="6666067" y="2202056"/>
              <a:ext cx="16849" cy="16849"/>
            </a:xfrm>
            <a:prstGeom prst="ellipse">
              <a:avLst/>
            </a:prstGeom>
            <a:solidFill>
              <a:srgbClr val="433E81">
                <a:alpha val="45098"/>
              </a:srgbClr>
            </a:solidFill>
            <a:ln w="7363" cap="rnd">
              <a:solidFill>
                <a:srgbClr val="433E81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7" name="pt20027"/>
            <p:cNvSpPr/>
            <p:nvPr/>
          </p:nvSpPr>
          <p:spPr>
            <a:xfrm>
              <a:off x="5429032" y="2354483"/>
              <a:ext cx="16849" cy="16849"/>
            </a:xfrm>
            <a:prstGeom prst="ellipse">
              <a:avLst/>
            </a:prstGeom>
            <a:solidFill>
              <a:srgbClr val="2B8D8A">
                <a:alpha val="45098"/>
              </a:srgbClr>
            </a:solidFill>
            <a:ln w="7363" cap="rnd">
              <a:solidFill>
                <a:srgbClr val="2B8D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8" name="pt20028"/>
            <p:cNvSpPr/>
            <p:nvPr/>
          </p:nvSpPr>
          <p:spPr>
            <a:xfrm>
              <a:off x="5928664" y="2052611"/>
              <a:ext cx="16849" cy="16849"/>
            </a:xfrm>
            <a:prstGeom prst="ellipse">
              <a:avLst/>
            </a:prstGeom>
            <a:solidFill>
              <a:srgbClr val="336D8D">
                <a:alpha val="45098"/>
              </a:srgbClr>
            </a:solidFill>
            <a:ln w="7363" cap="rnd">
              <a:solidFill>
                <a:srgbClr val="336D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9" name="pt20029"/>
            <p:cNvSpPr/>
            <p:nvPr/>
          </p:nvSpPr>
          <p:spPr>
            <a:xfrm>
              <a:off x="5738563" y="2162740"/>
              <a:ext cx="16849" cy="16849"/>
            </a:xfrm>
            <a:prstGeom prst="ellipse">
              <a:avLst/>
            </a:prstGeom>
            <a:solidFill>
              <a:srgbClr val="42B17A">
                <a:alpha val="45098"/>
              </a:srgbClr>
            </a:solidFill>
            <a:ln w="7363" cap="rnd">
              <a:solidFill>
                <a:srgbClr val="42B17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0" name="pt20030"/>
            <p:cNvSpPr/>
            <p:nvPr/>
          </p:nvSpPr>
          <p:spPr>
            <a:xfrm>
              <a:off x="6370545" y="2437644"/>
              <a:ext cx="16849" cy="16849"/>
            </a:xfrm>
            <a:prstGeom prst="ellipse">
              <a:avLst/>
            </a:prstGeom>
            <a:solidFill>
              <a:srgbClr val="453376">
                <a:alpha val="45098"/>
              </a:srgbClr>
            </a:solidFill>
            <a:ln w="7363" cap="rnd">
              <a:solidFill>
                <a:srgbClr val="45337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1" name="pt20031"/>
            <p:cNvSpPr/>
            <p:nvPr/>
          </p:nvSpPr>
          <p:spPr>
            <a:xfrm>
              <a:off x="6926933" y="1970350"/>
              <a:ext cx="16849" cy="16849"/>
            </a:xfrm>
            <a:prstGeom prst="ellipse">
              <a:avLst/>
            </a:prstGeom>
            <a:solidFill>
              <a:srgbClr val="38668C">
                <a:alpha val="45098"/>
              </a:srgbClr>
            </a:solidFill>
            <a:ln w="7363" cap="rnd">
              <a:solidFill>
                <a:srgbClr val="3866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2" name="pt20032"/>
            <p:cNvSpPr/>
            <p:nvPr/>
          </p:nvSpPr>
          <p:spPr>
            <a:xfrm>
              <a:off x="6060538" y="2368534"/>
              <a:ext cx="16849" cy="16849"/>
            </a:xfrm>
            <a:prstGeom prst="ellipse">
              <a:avLst/>
            </a:prstGeom>
            <a:solidFill>
              <a:srgbClr val="3D598A">
                <a:alpha val="45098"/>
              </a:srgbClr>
            </a:solidFill>
            <a:ln w="7363" cap="rnd">
              <a:solidFill>
                <a:srgbClr val="3D59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3" name="pt20033"/>
            <p:cNvSpPr/>
            <p:nvPr/>
          </p:nvSpPr>
          <p:spPr>
            <a:xfrm>
              <a:off x="5819040" y="2319352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4" name="pt20034"/>
            <p:cNvSpPr/>
            <p:nvPr/>
          </p:nvSpPr>
          <p:spPr>
            <a:xfrm>
              <a:off x="6162090" y="2318056"/>
              <a:ext cx="16849" cy="16849"/>
            </a:xfrm>
            <a:prstGeom prst="ellipse">
              <a:avLst/>
            </a:prstGeom>
            <a:solidFill>
              <a:srgbClr val="2C8B8A">
                <a:alpha val="45098"/>
              </a:srgbClr>
            </a:solidFill>
            <a:ln w="7363" cap="rnd">
              <a:solidFill>
                <a:srgbClr val="2C8B8A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5" name="pt20035"/>
            <p:cNvSpPr/>
            <p:nvPr/>
          </p:nvSpPr>
          <p:spPr>
            <a:xfrm>
              <a:off x="6288611" y="2082907"/>
              <a:ext cx="16849" cy="16849"/>
            </a:xfrm>
            <a:prstGeom prst="ellipse">
              <a:avLst/>
            </a:prstGeom>
            <a:solidFill>
              <a:srgbClr val="2E748E">
                <a:alpha val="45098"/>
              </a:srgbClr>
            </a:solidFill>
            <a:ln w="7363" cap="rnd">
              <a:solidFill>
                <a:srgbClr val="2E74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6" name="pt20036"/>
            <p:cNvSpPr/>
            <p:nvPr/>
          </p:nvSpPr>
          <p:spPr>
            <a:xfrm>
              <a:off x="6273850" y="2243396"/>
              <a:ext cx="16849" cy="16849"/>
            </a:xfrm>
            <a:prstGeom prst="ellipse">
              <a:avLst/>
            </a:prstGeom>
            <a:solidFill>
              <a:srgbClr val="44397C">
                <a:alpha val="45098"/>
              </a:srgbClr>
            </a:solidFill>
            <a:ln w="7363" cap="rnd">
              <a:solidFill>
                <a:srgbClr val="44397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7" name="pt20037"/>
            <p:cNvSpPr/>
            <p:nvPr/>
          </p:nvSpPr>
          <p:spPr>
            <a:xfrm>
              <a:off x="7313879" y="2066653"/>
              <a:ext cx="16849" cy="16849"/>
            </a:xfrm>
            <a:prstGeom prst="ellipse">
              <a:avLst/>
            </a:prstGeom>
            <a:solidFill>
              <a:srgbClr val="34AC7F">
                <a:alpha val="45098"/>
              </a:srgbClr>
            </a:solidFill>
            <a:ln w="7363" cap="rnd">
              <a:solidFill>
                <a:srgbClr val="34AC7F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8" name="pt20038"/>
            <p:cNvSpPr/>
            <p:nvPr/>
          </p:nvSpPr>
          <p:spPr>
            <a:xfrm>
              <a:off x="7267236" y="1961106"/>
              <a:ext cx="16849" cy="16849"/>
            </a:xfrm>
            <a:prstGeom prst="ellipse">
              <a:avLst/>
            </a:prstGeom>
            <a:solidFill>
              <a:srgbClr val="2F738D">
                <a:alpha val="45098"/>
              </a:srgbClr>
            </a:solidFill>
            <a:ln w="7363" cap="rnd">
              <a:solidFill>
                <a:srgbClr val="2F73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9" name="pt20039"/>
            <p:cNvSpPr/>
            <p:nvPr/>
          </p:nvSpPr>
          <p:spPr>
            <a:xfrm>
              <a:off x="6057113" y="2377474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0" name="pt20040"/>
            <p:cNvSpPr/>
            <p:nvPr/>
          </p:nvSpPr>
          <p:spPr>
            <a:xfrm>
              <a:off x="5297099" y="2247563"/>
              <a:ext cx="16849" cy="16849"/>
            </a:xfrm>
            <a:prstGeom prst="ellipse">
              <a:avLst/>
            </a:prstGeom>
            <a:solidFill>
              <a:srgbClr val="2A9488">
                <a:alpha val="45098"/>
              </a:srgbClr>
            </a:solidFill>
            <a:ln w="7363" cap="rnd">
              <a:solidFill>
                <a:srgbClr val="2A94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1" name="pt20041"/>
            <p:cNvSpPr/>
            <p:nvPr/>
          </p:nvSpPr>
          <p:spPr>
            <a:xfrm>
              <a:off x="5753231" y="2199424"/>
              <a:ext cx="16849" cy="16849"/>
            </a:xfrm>
            <a:prstGeom prst="ellipse">
              <a:avLst/>
            </a:prstGeom>
            <a:solidFill>
              <a:srgbClr val="23A884">
                <a:alpha val="45098"/>
              </a:srgbClr>
            </a:solidFill>
            <a:ln w="7363" cap="rnd">
              <a:solidFill>
                <a:srgbClr val="23A884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2" name="pt20042"/>
            <p:cNvSpPr/>
            <p:nvPr/>
          </p:nvSpPr>
          <p:spPr>
            <a:xfrm>
              <a:off x="5784386" y="2210839"/>
              <a:ext cx="16849" cy="16849"/>
            </a:xfrm>
            <a:prstGeom prst="ellipse">
              <a:avLst/>
            </a:prstGeom>
            <a:solidFill>
              <a:srgbClr val="26A186">
                <a:alpha val="45098"/>
              </a:srgbClr>
            </a:solidFill>
            <a:ln w="7363" cap="rnd">
              <a:solidFill>
                <a:srgbClr val="26A186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3" name="pt20043"/>
            <p:cNvSpPr/>
            <p:nvPr/>
          </p:nvSpPr>
          <p:spPr>
            <a:xfrm>
              <a:off x="6317746" y="2307648"/>
              <a:ext cx="16849" cy="16849"/>
            </a:xfrm>
            <a:prstGeom prst="ellipse">
              <a:avLst/>
            </a:prstGeom>
            <a:solidFill>
              <a:srgbClr val="404888">
                <a:alpha val="45098"/>
              </a:srgbClr>
            </a:solidFill>
            <a:ln w="7363" cap="rnd">
              <a:solidFill>
                <a:srgbClr val="404888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4" name="pt20044"/>
            <p:cNvSpPr/>
            <p:nvPr/>
          </p:nvSpPr>
          <p:spPr>
            <a:xfrm>
              <a:off x="6401582" y="2107628"/>
              <a:ext cx="16849" cy="16849"/>
            </a:xfrm>
            <a:prstGeom prst="ellipse">
              <a:avLst/>
            </a:prstGeom>
            <a:solidFill>
              <a:srgbClr val="2A788E">
                <a:alpha val="45098"/>
              </a:srgbClr>
            </a:solidFill>
            <a:ln w="7363" cap="rnd">
              <a:solidFill>
                <a:srgbClr val="2A788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5" name="pt20045"/>
            <p:cNvSpPr/>
            <p:nvPr/>
          </p:nvSpPr>
          <p:spPr>
            <a:xfrm>
              <a:off x="5756788" y="2178585"/>
              <a:ext cx="16849" cy="16849"/>
            </a:xfrm>
            <a:prstGeom prst="ellipse">
              <a:avLst/>
            </a:prstGeom>
            <a:solidFill>
              <a:srgbClr val="30718D">
                <a:alpha val="45098"/>
              </a:srgbClr>
            </a:solidFill>
            <a:ln w="7363" cap="rnd">
              <a:solidFill>
                <a:srgbClr val="30718D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6" name="pl20046"/>
            <p:cNvSpPr/>
            <p:nvPr/>
          </p:nvSpPr>
          <p:spPr>
            <a:xfrm>
              <a:off x="4533748" y="1704602"/>
              <a:ext cx="3162924" cy="936858"/>
            </a:xfrm>
            <a:custGeom>
              <a:avLst/>
              <a:pathLst>
                <a:path w="3162924" h="936858">
                  <a:moveTo>
                    <a:pt x="0" y="936858"/>
                  </a:moveTo>
                  <a:lnTo>
                    <a:pt x="40037" y="929428"/>
                  </a:lnTo>
                  <a:lnTo>
                    <a:pt x="80074" y="921959"/>
                  </a:lnTo>
                  <a:lnTo>
                    <a:pt x="120111" y="914412"/>
                  </a:lnTo>
                  <a:lnTo>
                    <a:pt x="160148" y="906750"/>
                  </a:lnTo>
                  <a:lnTo>
                    <a:pt x="200185" y="898934"/>
                  </a:lnTo>
                  <a:lnTo>
                    <a:pt x="240222" y="890924"/>
                  </a:lnTo>
                  <a:lnTo>
                    <a:pt x="280259" y="882683"/>
                  </a:lnTo>
                  <a:lnTo>
                    <a:pt x="320296" y="874171"/>
                  </a:lnTo>
                  <a:lnTo>
                    <a:pt x="360333" y="865351"/>
                  </a:lnTo>
                  <a:lnTo>
                    <a:pt x="400370" y="856183"/>
                  </a:lnTo>
                  <a:lnTo>
                    <a:pt x="440407" y="846629"/>
                  </a:lnTo>
                  <a:lnTo>
                    <a:pt x="480444" y="836650"/>
                  </a:lnTo>
                  <a:lnTo>
                    <a:pt x="520481" y="826208"/>
                  </a:lnTo>
                  <a:lnTo>
                    <a:pt x="560518" y="815264"/>
                  </a:lnTo>
                  <a:lnTo>
                    <a:pt x="600555" y="803780"/>
                  </a:lnTo>
                  <a:lnTo>
                    <a:pt x="640592" y="791717"/>
                  </a:lnTo>
                  <a:lnTo>
                    <a:pt x="680629" y="779036"/>
                  </a:lnTo>
                  <a:lnTo>
                    <a:pt x="720666" y="765698"/>
                  </a:lnTo>
                  <a:lnTo>
                    <a:pt x="760703" y="751666"/>
                  </a:lnTo>
                  <a:lnTo>
                    <a:pt x="800740" y="736900"/>
                  </a:lnTo>
                  <a:lnTo>
                    <a:pt x="840777" y="721362"/>
                  </a:lnTo>
                  <a:lnTo>
                    <a:pt x="880814" y="705013"/>
                  </a:lnTo>
                  <a:lnTo>
                    <a:pt x="920851" y="687814"/>
                  </a:lnTo>
                  <a:lnTo>
                    <a:pt x="960888" y="669728"/>
                  </a:lnTo>
                  <a:lnTo>
                    <a:pt x="1000925" y="650715"/>
                  </a:lnTo>
                  <a:lnTo>
                    <a:pt x="1040962" y="630738"/>
                  </a:lnTo>
                  <a:lnTo>
                    <a:pt x="1080999" y="609756"/>
                  </a:lnTo>
                  <a:lnTo>
                    <a:pt x="1121036" y="587743"/>
                  </a:lnTo>
                  <a:lnTo>
                    <a:pt x="1161073" y="565531"/>
                  </a:lnTo>
                  <a:lnTo>
                    <a:pt x="1201110" y="545367"/>
                  </a:lnTo>
                  <a:lnTo>
                    <a:pt x="1241147" y="529634"/>
                  </a:lnTo>
                  <a:lnTo>
                    <a:pt x="1281184" y="520714"/>
                  </a:lnTo>
                  <a:lnTo>
                    <a:pt x="1321221" y="520989"/>
                  </a:lnTo>
                  <a:lnTo>
                    <a:pt x="1361258" y="532382"/>
                  </a:lnTo>
                  <a:lnTo>
                    <a:pt x="1401295" y="552121"/>
                  </a:lnTo>
                  <a:lnTo>
                    <a:pt x="1441332" y="574701"/>
                  </a:lnTo>
                  <a:lnTo>
                    <a:pt x="1481369" y="594578"/>
                  </a:lnTo>
                  <a:lnTo>
                    <a:pt x="1521406" y="606254"/>
                  </a:lnTo>
                  <a:lnTo>
                    <a:pt x="1561443" y="607437"/>
                  </a:lnTo>
                  <a:lnTo>
                    <a:pt x="1601480" y="601237"/>
                  </a:lnTo>
                  <a:lnTo>
                    <a:pt x="1641517" y="591285"/>
                  </a:lnTo>
                  <a:lnTo>
                    <a:pt x="1681554" y="580421"/>
                  </a:lnTo>
                  <a:lnTo>
                    <a:pt x="1721591" y="566326"/>
                  </a:lnTo>
                  <a:lnTo>
                    <a:pt x="1761628" y="544605"/>
                  </a:lnTo>
                  <a:lnTo>
                    <a:pt x="1801665" y="512093"/>
                  </a:lnTo>
                  <a:lnTo>
                    <a:pt x="1841702" y="475583"/>
                  </a:lnTo>
                  <a:lnTo>
                    <a:pt x="1881739" y="446680"/>
                  </a:lnTo>
                  <a:lnTo>
                    <a:pt x="1921776" y="436743"/>
                  </a:lnTo>
                  <a:lnTo>
                    <a:pt x="1961813" y="446547"/>
                  </a:lnTo>
                  <a:lnTo>
                    <a:pt x="2001851" y="463262"/>
                  </a:lnTo>
                  <a:lnTo>
                    <a:pt x="2041888" y="473164"/>
                  </a:lnTo>
                  <a:lnTo>
                    <a:pt x="2081925" y="463587"/>
                  </a:lnTo>
                  <a:lnTo>
                    <a:pt x="2121962" y="433531"/>
                  </a:lnTo>
                  <a:lnTo>
                    <a:pt x="2161999" y="389227"/>
                  </a:lnTo>
                  <a:lnTo>
                    <a:pt x="2202036" y="337017"/>
                  </a:lnTo>
                  <a:lnTo>
                    <a:pt x="2242073" y="283242"/>
                  </a:lnTo>
                  <a:lnTo>
                    <a:pt x="2282110" y="233593"/>
                  </a:lnTo>
                  <a:lnTo>
                    <a:pt x="2322147" y="189522"/>
                  </a:lnTo>
                  <a:lnTo>
                    <a:pt x="2362184" y="150779"/>
                  </a:lnTo>
                  <a:lnTo>
                    <a:pt x="2402221" y="117111"/>
                  </a:lnTo>
                  <a:lnTo>
                    <a:pt x="2442258" y="88263"/>
                  </a:lnTo>
                  <a:lnTo>
                    <a:pt x="2482295" y="63983"/>
                  </a:lnTo>
                  <a:lnTo>
                    <a:pt x="2522332" y="44016"/>
                  </a:lnTo>
                  <a:lnTo>
                    <a:pt x="2562369" y="28108"/>
                  </a:lnTo>
                  <a:lnTo>
                    <a:pt x="2602406" y="16006"/>
                  </a:lnTo>
                  <a:lnTo>
                    <a:pt x="2642443" y="7457"/>
                  </a:lnTo>
                  <a:lnTo>
                    <a:pt x="2682480" y="2206"/>
                  </a:lnTo>
                  <a:lnTo>
                    <a:pt x="2722517" y="0"/>
                  </a:lnTo>
                  <a:lnTo>
                    <a:pt x="2762554" y="584"/>
                  </a:lnTo>
                  <a:lnTo>
                    <a:pt x="2802591" y="3706"/>
                  </a:lnTo>
                  <a:lnTo>
                    <a:pt x="2842628" y="9112"/>
                  </a:lnTo>
                  <a:lnTo>
                    <a:pt x="2882665" y="16547"/>
                  </a:lnTo>
                  <a:lnTo>
                    <a:pt x="2922702" y="25758"/>
                  </a:lnTo>
                  <a:lnTo>
                    <a:pt x="2962739" y="36492"/>
                  </a:lnTo>
                  <a:lnTo>
                    <a:pt x="3002776" y="48494"/>
                  </a:lnTo>
                  <a:lnTo>
                    <a:pt x="3042813" y="61511"/>
                  </a:lnTo>
                  <a:lnTo>
                    <a:pt x="3082850" y="75290"/>
                  </a:lnTo>
                  <a:lnTo>
                    <a:pt x="3122887" y="89576"/>
                  </a:lnTo>
                  <a:lnTo>
                    <a:pt x="3162924" y="104115"/>
                  </a:lnTo>
                </a:path>
              </a:pathLst>
            </a:custGeom>
            <a:ln w="16260" cap="flat">
              <a:solidFill>
                <a:srgbClr val="2626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7" name="pl20047"/>
            <p:cNvSpPr/>
            <p:nvPr/>
          </p:nvSpPr>
          <p:spPr>
            <a:xfrm>
              <a:off x="4375601" y="851393"/>
              <a:ext cx="0" cy="2390704"/>
            </a:xfrm>
            <a:custGeom>
              <a:avLst/>
              <a:pathLst>
                <a:path w="0" h="2390704">
                  <a:moveTo>
                    <a:pt x="0" y="2390704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8" name="tx20048"/>
            <p:cNvSpPr/>
            <p:nvPr/>
          </p:nvSpPr>
          <p:spPr>
            <a:xfrm>
              <a:off x="4243251" y="2713871"/>
              <a:ext cx="8110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20049" name="tx20049"/>
            <p:cNvSpPr/>
            <p:nvPr/>
          </p:nvSpPr>
          <p:spPr>
            <a:xfrm>
              <a:off x="4273609" y="2104140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0050" name="tx20050"/>
            <p:cNvSpPr/>
            <p:nvPr/>
          </p:nvSpPr>
          <p:spPr>
            <a:xfrm>
              <a:off x="4273609" y="1494409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0051" name="tx20051"/>
            <p:cNvSpPr/>
            <p:nvPr/>
          </p:nvSpPr>
          <p:spPr>
            <a:xfrm>
              <a:off x="4273609" y="884677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0052" name="pl20052"/>
            <p:cNvSpPr/>
            <p:nvPr/>
          </p:nvSpPr>
          <p:spPr>
            <a:xfrm>
              <a:off x="4347133" y="2746561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3" name="pl20053"/>
            <p:cNvSpPr/>
            <p:nvPr/>
          </p:nvSpPr>
          <p:spPr>
            <a:xfrm>
              <a:off x="4347133" y="2136829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4" name="pl20054"/>
            <p:cNvSpPr/>
            <p:nvPr/>
          </p:nvSpPr>
          <p:spPr>
            <a:xfrm>
              <a:off x="4347133" y="1527098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5" name="pl20055"/>
            <p:cNvSpPr/>
            <p:nvPr/>
          </p:nvSpPr>
          <p:spPr>
            <a:xfrm>
              <a:off x="4347133" y="917367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6" name="pl20056"/>
            <p:cNvSpPr/>
            <p:nvPr/>
          </p:nvSpPr>
          <p:spPr>
            <a:xfrm>
              <a:off x="4375601" y="3242097"/>
              <a:ext cx="3479217" cy="0"/>
            </a:xfrm>
            <a:custGeom>
              <a:avLst/>
              <a:pathLst>
                <a:path w="3479217" h="0">
                  <a:moveTo>
                    <a:pt x="0" y="0"/>
                  </a:moveTo>
                  <a:lnTo>
                    <a:pt x="3479217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7" name="pl20057"/>
            <p:cNvSpPr/>
            <p:nvPr/>
          </p:nvSpPr>
          <p:spPr>
            <a:xfrm>
              <a:off x="5296217" y="3242097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8" name="pl20058"/>
            <p:cNvSpPr/>
            <p:nvPr/>
          </p:nvSpPr>
          <p:spPr>
            <a:xfrm>
              <a:off x="6231224" y="3242097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9" name="pl20059"/>
            <p:cNvSpPr/>
            <p:nvPr/>
          </p:nvSpPr>
          <p:spPr>
            <a:xfrm>
              <a:off x="7166231" y="3242097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60" name="tx20060"/>
            <p:cNvSpPr/>
            <p:nvPr/>
          </p:nvSpPr>
          <p:spPr>
            <a:xfrm>
              <a:off x="5255663" y="3293340"/>
              <a:ext cx="8110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20061" name="tx20061"/>
            <p:cNvSpPr/>
            <p:nvPr/>
          </p:nvSpPr>
          <p:spPr>
            <a:xfrm>
              <a:off x="6205849" y="3293340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0062" name="tx20062"/>
            <p:cNvSpPr/>
            <p:nvPr/>
          </p:nvSpPr>
          <p:spPr>
            <a:xfrm>
              <a:off x="7140856" y="3293340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0063" name="tx20063"/>
            <p:cNvSpPr/>
            <p:nvPr/>
          </p:nvSpPr>
          <p:spPr>
            <a:xfrm>
              <a:off x="5251376" y="3406299"/>
              <a:ext cx="1727667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Accumulated climate change (SD)</a:t>
              </a:r>
            </a:p>
          </p:txBody>
        </p:sp>
        <p:sp>
          <p:nvSpPr>
            <p:cNvPr id="20064" name="tx20064"/>
            <p:cNvSpPr/>
            <p:nvPr/>
          </p:nvSpPr>
          <p:spPr>
            <a:xfrm rot="-5400000">
              <a:off x="3569720" y="2005826"/>
              <a:ext cx="116037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SHAP value (log-odds)</a:t>
              </a:r>
            </a:p>
          </p:txBody>
        </p:sp>
        <p:sp>
          <p:nvSpPr>
            <p:cNvPr id="20065" name="rc20065"/>
            <p:cNvSpPr/>
            <p:nvPr/>
          </p:nvSpPr>
          <p:spPr>
            <a:xfrm>
              <a:off x="7968691" y="1562038"/>
              <a:ext cx="638738" cy="9694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66" name="tx20066"/>
            <p:cNvSpPr/>
            <p:nvPr/>
          </p:nvSpPr>
          <p:spPr>
            <a:xfrm>
              <a:off x="8025628" y="1630953"/>
              <a:ext cx="35570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Survey</a:t>
              </a:r>
            </a:p>
          </p:txBody>
        </p:sp>
        <p:sp>
          <p:nvSpPr>
            <p:cNvPr id="20067" name="tx20067"/>
            <p:cNvSpPr/>
            <p:nvPr/>
          </p:nvSpPr>
          <p:spPr>
            <a:xfrm>
              <a:off x="8025628" y="1754397"/>
              <a:ext cx="524865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effort (SD)</a:t>
              </a:r>
            </a:p>
          </p:txBody>
        </p:sp>
        <p:pic>
          <p:nvPicPr>
            <p:cNvPr id="20068" name="pic2006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25628" y="1905151"/>
              <a:ext cx="113872" cy="569364"/>
            </a:xfrm>
            <a:prstGeom prst="rect">
              <a:avLst/>
            </a:prstGeom>
          </p:spPr>
        </p:pic>
        <p:sp>
          <p:nvSpPr>
            <p:cNvPr id="20069" name="pl20069"/>
            <p:cNvSpPr/>
            <p:nvPr/>
          </p:nvSpPr>
          <p:spPr>
            <a:xfrm>
              <a:off x="8116726" y="2362638"/>
              <a:ext cx="22774" cy="0"/>
            </a:xfrm>
            <a:custGeom>
              <a:avLst/>
              <a:pathLst>
                <a:path w="22774" h="0">
                  <a:moveTo>
                    <a:pt x="0" y="0"/>
                  </a:moveTo>
                  <a:lnTo>
                    <a:pt x="22774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0" name="pl20070"/>
            <p:cNvSpPr/>
            <p:nvPr/>
          </p:nvSpPr>
          <p:spPr>
            <a:xfrm>
              <a:off x="8116726" y="2245123"/>
              <a:ext cx="22774" cy="0"/>
            </a:xfrm>
            <a:custGeom>
              <a:avLst/>
              <a:pathLst>
                <a:path w="22774" h="0">
                  <a:moveTo>
                    <a:pt x="0" y="0"/>
                  </a:moveTo>
                  <a:lnTo>
                    <a:pt x="22774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1" name="pl20071"/>
            <p:cNvSpPr/>
            <p:nvPr/>
          </p:nvSpPr>
          <p:spPr>
            <a:xfrm>
              <a:off x="8116726" y="2127608"/>
              <a:ext cx="22774" cy="0"/>
            </a:xfrm>
            <a:custGeom>
              <a:avLst/>
              <a:pathLst>
                <a:path w="22774" h="0">
                  <a:moveTo>
                    <a:pt x="0" y="0"/>
                  </a:moveTo>
                  <a:lnTo>
                    <a:pt x="22774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2" name="pl20072"/>
            <p:cNvSpPr/>
            <p:nvPr/>
          </p:nvSpPr>
          <p:spPr>
            <a:xfrm>
              <a:off x="8116726" y="2010093"/>
              <a:ext cx="22774" cy="0"/>
            </a:xfrm>
            <a:custGeom>
              <a:avLst/>
              <a:pathLst>
                <a:path w="22774" h="0">
                  <a:moveTo>
                    <a:pt x="0" y="0"/>
                  </a:moveTo>
                  <a:lnTo>
                    <a:pt x="22774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3" name="pl20073"/>
            <p:cNvSpPr/>
            <p:nvPr/>
          </p:nvSpPr>
          <p:spPr>
            <a:xfrm>
              <a:off x="8025628" y="2362638"/>
              <a:ext cx="22774" cy="0"/>
            </a:xfrm>
            <a:custGeom>
              <a:avLst/>
              <a:pathLst>
                <a:path w="22774" h="0">
                  <a:moveTo>
                    <a:pt x="22774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4" name="pl20074"/>
            <p:cNvSpPr/>
            <p:nvPr/>
          </p:nvSpPr>
          <p:spPr>
            <a:xfrm>
              <a:off x="8025628" y="2245123"/>
              <a:ext cx="22774" cy="0"/>
            </a:xfrm>
            <a:custGeom>
              <a:avLst/>
              <a:pathLst>
                <a:path w="22774" h="0">
                  <a:moveTo>
                    <a:pt x="22774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5" name="pl20075"/>
            <p:cNvSpPr/>
            <p:nvPr/>
          </p:nvSpPr>
          <p:spPr>
            <a:xfrm>
              <a:off x="8025628" y="2127608"/>
              <a:ext cx="22774" cy="0"/>
            </a:xfrm>
            <a:custGeom>
              <a:avLst/>
              <a:pathLst>
                <a:path w="22774" h="0">
                  <a:moveTo>
                    <a:pt x="22774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6" name="pl20076"/>
            <p:cNvSpPr/>
            <p:nvPr/>
          </p:nvSpPr>
          <p:spPr>
            <a:xfrm>
              <a:off x="8025628" y="2010093"/>
              <a:ext cx="22774" cy="0"/>
            </a:xfrm>
            <a:custGeom>
              <a:avLst/>
              <a:pathLst>
                <a:path w="22774" h="0">
                  <a:moveTo>
                    <a:pt x="22774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7" name="tx20077"/>
            <p:cNvSpPr/>
            <p:nvPr/>
          </p:nvSpPr>
          <p:spPr>
            <a:xfrm>
              <a:off x="8196437" y="2329948"/>
              <a:ext cx="8110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20078" name="tx20078"/>
            <p:cNvSpPr/>
            <p:nvPr/>
          </p:nvSpPr>
          <p:spPr>
            <a:xfrm>
              <a:off x="8196437" y="2212433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0079" name="tx20079"/>
            <p:cNvSpPr/>
            <p:nvPr/>
          </p:nvSpPr>
          <p:spPr>
            <a:xfrm>
              <a:off x="8196437" y="2094919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0080" name="tx20080"/>
            <p:cNvSpPr/>
            <p:nvPr/>
          </p:nvSpPr>
          <p:spPr>
            <a:xfrm>
              <a:off x="8196437" y="1977404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0081" name="tx20081"/>
            <p:cNvSpPr/>
            <p:nvPr/>
          </p:nvSpPr>
          <p:spPr>
            <a:xfrm>
              <a:off x="4375601" y="694330"/>
              <a:ext cx="316190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Dependence: climate contribution rises, and is modulated by effort</a:t>
              </a:r>
            </a:p>
          </p:txBody>
        </p:sp>
        <p:sp>
          <p:nvSpPr>
            <p:cNvPr id="20082" name="tx20082"/>
            <p:cNvSpPr/>
            <p:nvPr/>
          </p:nvSpPr>
          <p:spPr>
            <a:xfrm>
              <a:off x="4015901" y="569149"/>
              <a:ext cx="9308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20083" name="tx20083"/>
            <p:cNvSpPr/>
            <p:nvPr/>
          </p:nvSpPr>
          <p:spPr>
            <a:xfrm>
              <a:off x="353689" y="252469"/>
              <a:ext cx="4373758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Interpretable machine learning: exact TreeSHAP attribution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2026-07-26T10:27:24Z</dcterms:modified>
  <cp:category/>
</cp:coreProperties>
</file>